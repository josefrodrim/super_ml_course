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ink/ink6.xml" ContentType="application/inkml+xml"/>
  <Override PartName="/ppt/notesSlides/notesSlide11.xml" ContentType="application/vnd.openxmlformats-officedocument.presentationml.notesSlide+xml"/>
  <Override PartName="/ppt/ink/ink7.xml" ContentType="application/inkml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ink/ink9.xml" ContentType="application/inkml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ink/ink11.xml" ContentType="application/inkml+xml"/>
  <Override PartName="/ppt/notesSlides/notesSlide16.xml" ContentType="application/vnd.openxmlformats-officedocument.presentationml.notesSlide+xml"/>
  <Override PartName="/ppt/ink/ink12.xml" ContentType="application/inkml+xml"/>
  <Override PartName="/ppt/notesSlides/notesSlide17.xml" ContentType="application/vnd.openxmlformats-officedocument.presentationml.notesSlide+xml"/>
  <Override PartName="/ppt/ink/ink13.xml" ContentType="application/inkml+xml"/>
  <Override PartName="/ppt/notesSlides/notesSlide18.xml" ContentType="application/vnd.openxmlformats-officedocument.presentationml.notesSlide+xml"/>
  <Override PartName="/ppt/ink/ink14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836448C-05AA-B42E-C3A2-52F8CE466AA9}">
          <p14:sldIdLst>
            <p14:sldId id="256"/>
            <p14:sldId id="257"/>
          </p14:sldIdLst>
        </p14:section>
        <p14:section name="Parte 1 · Datos y distancias" id="{BB453C9A-836F-714E-C7A6-79699E782AEA}">
          <p14:sldIdLst>
            <p14:sldId id="258"/>
            <p14:sldId id="259"/>
            <p14:sldId id="260"/>
            <p14:sldId id="261"/>
            <p14:sldId id="262"/>
          </p14:sldIdLst>
        </p14:section>
        <p14:section name="Parte 1 · K-Means" id="{5C22E23B-07E2-DF6C-9B89-10D291A9B46F}">
          <p14:sldIdLst>
            <p14:sldId id="263"/>
            <p14:sldId id="264"/>
            <p14:sldId id="265"/>
          </p14:sldIdLst>
        </p14:section>
        <p14:section name="Parte 1 · Perfilar" id="{0DED0F25-7A7C-400F-8B60-464500BE9E67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arte 2 · Jerárquico" id="{4FD9CDF3-84EB-9D24-0B0C-BC0C71DEBF9B}">
          <p14:sldIdLst>
            <p14:sldId id="272"/>
            <p14:sldId id="273"/>
            <p14:sldId id="274"/>
          </p14:sldIdLst>
        </p14:section>
        <p14:section name="Parte 2 · Densidad" id="{8449175F-A410-FAB5-2312-315BAA4EA963}">
          <p14:sldIdLst>
            <p14:sldId id="275"/>
            <p14:sldId id="276"/>
          </p14:sldIdLst>
        </p14:section>
        <p14:section name="Parte 2 · Modelos y otros" id="{98E54A19-EAA5-86D4-04B4-24B583448985}">
          <p14:sldIdLst>
            <p14:sldId id="277"/>
            <p14:sldId id="278"/>
          </p14:sldIdLst>
        </p14:section>
        <p14:section name="Parte 2 · Comparar y cerrar" id="{9AABD6BA-F606-2EDA-220D-76EE66257ABA}">
          <p14:sldIdLst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15"/>
    <p:restoredTop sz="94610"/>
  </p:normalViewPr>
  <p:slideViewPr>
    <p:cSldViewPr snapToGrid="0" snapToObjects="1">
      <p:cViewPr varScale="1">
        <p:scale>
          <a:sx n="220" d="100"/>
          <a:sy n="220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+mn-lt"/>
              </a:rPr>
              <a:t>Tasa de default a 3 meses por segmento · cartera 9.1 %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39D-6A4D-815E-044C11B758D6}"/>
              </c:ext>
            </c:extLst>
          </c:dPt>
          <c:dPt>
            <c:idx val="1"/>
            <c:invertIfNegative val="0"/>
            <c:bubble3D val="0"/>
            <c:spPr>
              <a:solidFill>
                <a:srgbClr val="F59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9D-6A4D-815E-044C11B758D6}"/>
              </c:ext>
            </c:extLst>
          </c:dPt>
          <c:dPt>
            <c:idx val="2"/>
            <c:invertIfNegative val="0"/>
            <c:bubble3D val="0"/>
            <c:spPr>
              <a:solidFill>
                <a:srgbClr val="704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9D-6A4D-815E-044C11B758D6}"/>
              </c:ext>
            </c:extLst>
          </c:dPt>
          <c:dPt>
            <c:idx val="3"/>
            <c:invertIfNegative val="0"/>
            <c:bubble3D val="0"/>
            <c:spPr>
              <a:solidFill>
                <a:srgbClr val="1A5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9D-6A4D-815E-044C11B758D6}"/>
              </c:ext>
            </c:extLst>
          </c:dPt>
          <c:dPt>
            <c:idx val="4"/>
            <c:invertIfNegative val="0"/>
            <c:bubble3D val="0"/>
            <c:spPr>
              <a:solidFill>
                <a:srgbClr val="5B6B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9D-6A4D-815E-044C11B758D6}"/>
              </c:ext>
            </c:extLst>
          </c:dPt>
          <c:dPt>
            <c:idx val="5"/>
            <c:invertIfNegative val="0"/>
            <c:bubble3D val="0"/>
            <c:spPr>
              <a:solidFill>
                <a:srgbClr val="12B8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39D-6A4D-815E-044C11B758D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D2DBEC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Revolvente</c:v>
                </c:pt>
                <c:pt idx="1">
                  <c:v>Usuario de efectivo</c:v>
                </c:pt>
                <c:pt idx="2">
                  <c:v>Digital joven</c:v>
                </c:pt>
                <c:pt idx="3">
                  <c:v>Cotidiano</c:v>
                </c:pt>
                <c:pt idx="4">
                  <c:v>Dormido</c:v>
                </c:pt>
                <c:pt idx="5">
                  <c:v>Premium viajero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0.217</c:v>
                </c:pt>
                <c:pt idx="1">
                  <c:v>0.153</c:v>
                </c:pt>
                <c:pt idx="2">
                  <c:v>7.4999999999999997E-2</c:v>
                </c:pt>
                <c:pt idx="3">
                  <c:v>4.9000000000000002E-2</c:v>
                </c:pt>
                <c:pt idx="4">
                  <c:v>0.04</c:v>
                </c:pt>
                <c:pt idx="5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9D-6A4D-815E-044C11B758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2DBE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7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C3A55"/>
                </a:solidFill>
                <a:latin typeface="+mn-lt"/>
              </a:rPr>
              <a:t>Sin escalar: gasto medio de cada grupo (S/) · etiqueta = clientes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medio</c:v>
                </c:pt>
              </c:strCache>
            </c:strRef>
          </c:tx>
          <c:spPr>
            <a:solidFill>
              <a:srgbClr val="B8C2D6"/>
            </a:solidFill>
            <a:effectLst/>
          </c:spPr>
          <c:invertIfNegative val="0"/>
          <c:dLbls>
            <c:numFmt formatCode="&quot;S/ 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1 · 3 738</c:v>
                </c:pt>
                <c:pt idx="1">
                  <c:v>Grupo 2 · 1 948</c:v>
                </c:pt>
                <c:pt idx="2">
                  <c:v>Grupo 3 · 607</c:v>
                </c:pt>
                <c:pt idx="3">
                  <c:v>Grupo 4 · 297</c:v>
                </c:pt>
                <c:pt idx="4">
                  <c:v>Grupo 5 · 62</c:v>
                </c:pt>
                <c:pt idx="5">
                  <c:v>Grupo 6 · 33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632</c:v>
                </c:pt>
                <c:pt idx="1">
                  <c:v>1827</c:v>
                </c:pt>
                <c:pt idx="2">
                  <c:v>4521</c:v>
                </c:pt>
                <c:pt idx="3">
                  <c:v>7591</c:v>
                </c:pt>
                <c:pt idx="4">
                  <c:v>12931</c:v>
                </c:pt>
                <c:pt idx="5">
                  <c:v>24441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75-C542-81BE-3AF12595CE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C3A55"/>
                </a:solidFill>
                <a:latin typeface="+mn-lt"/>
              </a:rPr>
              <a:t>Inercia (codo)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inercia</c:v>
                </c:pt>
              </c:strCache>
            </c:strRef>
          </c:tx>
          <c:spPr>
            <a:ln w="38100" cap="flat">
              <a:solidFill>
                <a:srgbClr val="0A255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61624</c:v>
                </c:pt>
                <c:pt idx="1">
                  <c:v>47356</c:v>
                </c:pt>
                <c:pt idx="2">
                  <c:v>36846</c:v>
                </c:pt>
                <c:pt idx="3">
                  <c:v>29957</c:v>
                </c:pt>
                <c:pt idx="4">
                  <c:v>25945</c:v>
                </c:pt>
                <c:pt idx="5">
                  <c:v>24839</c:v>
                </c:pt>
                <c:pt idx="6">
                  <c:v>23384</c:v>
                </c:pt>
                <c:pt idx="7">
                  <c:v>22599</c:v>
                </c:pt>
                <c:pt idx="8">
                  <c:v>21827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3-ED44-B0EC-15D32CCEE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C3A55"/>
                </a:solidFill>
                <a:latin typeface="+mn-lt"/>
              </a:rPr>
              <a:t>Silueta media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silueta</c:v>
                </c:pt>
              </c:strCache>
            </c:strRef>
          </c:tx>
          <c:spPr>
            <a:ln w="38100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0.26900000000000002</c:v>
                </c:pt>
                <c:pt idx="1">
                  <c:v>0.32200000000000001</c:v>
                </c:pt>
                <c:pt idx="2">
                  <c:v>0.378</c:v>
                </c:pt>
                <c:pt idx="3">
                  <c:v>0.32300000000000001</c:v>
                </c:pt>
                <c:pt idx="4">
                  <c:v>0.33500000000000002</c:v>
                </c:pt>
                <c:pt idx="5">
                  <c:v>0.27500000000000002</c:v>
                </c:pt>
                <c:pt idx="6">
                  <c:v>0.28399999999999997</c:v>
                </c:pt>
                <c:pt idx="7">
                  <c:v>0.253</c:v>
                </c:pt>
                <c:pt idx="8">
                  <c:v>0.24199999999999999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71-F241-823C-DF72A113958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.2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C3A55"/>
                </a:solidFill>
                <a:latin typeface="+mn-lt"/>
              </a:rPr>
              <a:t>Tasa de default a 3 meses · cartera 9.1 %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81-DD4F-9C78-2E04A79072FD}"/>
              </c:ext>
            </c:extLst>
          </c:dPt>
          <c:dPt>
            <c:idx val="1"/>
            <c:invertIfNegative val="0"/>
            <c:bubble3D val="0"/>
            <c:spPr>
              <a:solidFill>
                <a:srgbClr val="F59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81-DD4F-9C78-2E04A79072FD}"/>
              </c:ext>
            </c:extLst>
          </c:dPt>
          <c:dPt>
            <c:idx val="2"/>
            <c:invertIfNegative val="0"/>
            <c:bubble3D val="0"/>
            <c:spPr>
              <a:solidFill>
                <a:srgbClr val="704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81-DD4F-9C78-2E04A79072FD}"/>
              </c:ext>
            </c:extLst>
          </c:dPt>
          <c:dPt>
            <c:idx val="3"/>
            <c:invertIfNegative val="0"/>
            <c:bubble3D val="0"/>
            <c:spPr>
              <a:solidFill>
                <a:srgbClr val="1A5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81-DD4F-9C78-2E04A79072FD}"/>
              </c:ext>
            </c:extLst>
          </c:dPt>
          <c:dPt>
            <c:idx val="4"/>
            <c:invertIfNegative val="0"/>
            <c:bubble3D val="0"/>
            <c:spPr>
              <a:solidFill>
                <a:srgbClr val="5B6B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B81-DD4F-9C78-2E04A79072FD}"/>
              </c:ext>
            </c:extLst>
          </c:dPt>
          <c:dPt>
            <c:idx val="5"/>
            <c:invertIfNegative val="0"/>
            <c:bubble3D val="0"/>
            <c:spPr>
              <a:solidFill>
                <a:srgbClr val="12B8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B81-DD4F-9C78-2E04A79072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Revolvente</c:v>
                </c:pt>
                <c:pt idx="1">
                  <c:v>Usuario de efectivo</c:v>
                </c:pt>
                <c:pt idx="2">
                  <c:v>Digital joven</c:v>
                </c:pt>
                <c:pt idx="3">
                  <c:v>Cotidiano</c:v>
                </c:pt>
                <c:pt idx="4">
                  <c:v>Dormido</c:v>
                </c:pt>
                <c:pt idx="5">
                  <c:v>Premium viajero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0.217</c:v>
                </c:pt>
                <c:pt idx="1">
                  <c:v>0.153</c:v>
                </c:pt>
                <c:pt idx="2">
                  <c:v>7.4999999999999997E-2</c:v>
                </c:pt>
                <c:pt idx="3">
                  <c:v>4.9000000000000002E-2</c:v>
                </c:pt>
                <c:pt idx="4">
                  <c:v>0.04</c:v>
                </c:pt>
                <c:pt idx="5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B81-DD4F-9C78-2E04A7907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6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37:53.917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9087 13570 24575,'21'-9'0,"-1"1"0,4-2 0,5-2 0,1 0 0,1 0 0,-3 2 0,2-1 0,-1 1 0,1 0 0,0 0-656,2-1 1,-1 1-1,1-1 1,0 0 0,1 1-1,1-1 1,2-1-1,-1 0 1,-3 2 0,-3 1-275,3 1 0,-2 0 930,-4 0 0,2-2 0,-6 2 581,0 1 1,9-4 0,-25 10 0</inkml:trace>
  <inkml:trace contextRef="#ctx0" brushRef="#br0" timeOffset="2750">14064 13409 24575,'13'-6'0,"10"-3"-1639,-2 5 1,0 1-1639,4-2 1638,-3 2 1,2 2 2220,-4 0 1,1 2-583,10 3 0,1 1 0,-7-4 0,0 0 0,3 5 0,3 2 0,-6-2 0,-2 0 0,5 3 0,9 3 0,-3 1 0,0-2 0,-1 2 0,-1 2 0,2 1 0,-3-1 871,-3-5 0,-4 1-871,2 7 0,-6-2 0,-14-10 0,9 10 0,0 2 3276,-9-9-1638,11 16 0,1-1-1266,-10-12-372,8 13 0,0 1 0,-9-15 0,6 16 0,1 1 0,-8-13-1639,4 10 1,-1 0-1639,-7-16 2139,4 17 1,0 3 1137,-1-10 0,3 15 0,-1 2 0,0-12-155,1 10 1,2 4 154,-4-4 0,1-1 0,0-3 0,-1 1 0,-1-1 0,-2 1 0,0-1-1639,-2 5 1,0-3 1398,0-4 0,-1 2 240,-2 4 0,-1 4 0,1-9 3276,0-9-3116,-2 7 0,-1 6 1,2-8 1829,1-12-1990,0 12 0,-2 8 0,2-6 0,1-9 0,-1 8 0,-1 6 0,1-7 364,1-12-364,-2 19 0,-1 1 0,2-16 0,-1 7 0,0-1 0,1-10 3276,-5 11 0,1-9-3044,0 1-232,-1-3 0,7-5 0,-2-3 0,2-1 0</inkml:trace>
  <inkml:trace contextRef="#ctx0" brushRef="#br0" timeOffset="3632">14940 15104 24575,'16'4'0,"-7"0"0,15 11 0,-8 1 0,9 10 0,-8-9 0,5 9 0,-7-11 0,2 0 0,-4-1 0,-6-9 0,-3 4 0,2-4 0,-6 1 0,1-3 0,-8-10 0,-8-10 0,0 0 0,-10-11 0,16 18 0,-4-5 0,0 0 0,3 2-3277,-13-16 0,17 23 3047,6-4 230,15 13 0,-3-3 0,19 5 0,-25-5 0,14 4 0,-18-2 3276,8 8 0,-7-3-3044,7 11-232,-5-3 0,0-2 0,-4 2 0,-3-10 0,1 5 0,-1-5 0,-1 9 0,1-6 0,-1 4 0,2-9 0</inkml:trace>
  <inkml:trace contextRef="#ctx0" brushRef="#br0" timeOffset="4486">13065 15873 24575,'0'35'0,"-3"-2"0,1-8 0,-3-5 0,0 0 0,-7 15 0,0-1 0,4-14 0,0-3 0,2-8 0,-3 21 0,19-20 0,16 14 0,-4-14-1639,1-2 1,-3-2-1639,-9-3 998,23 1 2279,-27-3 0,15 0 0,-14-1 0,10 0 0,-10 0 0,3 0 0</inkml:trace>
  <inkml:trace contextRef="#ctx0" brushRef="#br0" timeOffset="5049">13389 16006 24575,'0'21'0,"-1"8"0,-5-2 0,1-4 0,-3 9 0,4-23 0,0 19 0,2-15 0,3 3 0,3-8 0,9-5 0,11 8 0,-5-4 0,-2 1 0,0 0 0,-5-2 0,19 8 0,-21-10 0,11 4 0,-13-7 0,-2-1 0,2 0 0,-7 0 0,1 0 0</inkml:trace>
  <inkml:trace contextRef="#ctx0" brushRef="#br0" timeOffset="5800">13646 16093 24575,'3'30'0,"0"7"0,-1-28-3277,1 20 0,-3-21 9,1 17 3268,-1-20 1890,0 8-1890,10-26 0,1-8 0,-3 2 0,1-2 0,2-7 0,-5-6 0,-5 24 3276,-1-13-337,4 18-2939,12 0 0,-5 7 0,10-1 0,0-1 0,-6-1 0,7-4 0,-1 0 0,-9 3 0,16-9 0,-22 7 1717,12-3-1717,-14 5 0,3-1 0,1 17 0,-3 5 0,0 0 0,0 1 0,1 2 0,-1 0 0,1-3 0,-3-12 0,9 23 0,-9-24 0,9 13 0,-10-17 0,2 4 0</inkml:trace>
  <inkml:trace contextRef="#ctx0" brushRef="#br0" timeOffset="6250">14294 15970 24575,'-17'15'0,"9"-6"-3277,-8 10 0,14-12 1328,-9 10 1949,9-7 1719,-5 6-1719,7-8 0,8 8 0,-3-9 3276,11 8 0,-10-9-3044,8 8-232,-11-9 0,4 5 0,-6 1 0,-1 5 0,2-1 0,-8 1 0,-1-12 0,-5 1 0,-11-4 0,9-2 0,-10-3 0,17 2 0,-1 0 0</inkml:trace>
  <inkml:trace contextRef="#ctx0" brushRef="#br0" timeOffset="6953">12883 15820 24575,'2'20'0,"-1"-12"0,1 10 0,0 2 0,-1-7-1639,-1 12 1,1 1-1639,1-6 1638,-2 13 1,0 0-1639,2-16 2973,-3 9 0,-1 6 0,0-6 304,0-5 0,-1 2 0,0 6 0,0-2 0,1-2 0,0-1 0,-1-2 0,1 0 1599,1 6 1,1-3-1600,0-3 3276,0 3-2899,0-16 0,0-4 1,0-9-1</inkml:trace>
  <inkml:trace contextRef="#ctx0" brushRef="#br0" timeOffset="7952">13037 15777 24575,'32'-2'0,"1"-1"0,-4 1 0,1-1 0,-1 0-1639,7-2 1,2-1 1519,-9 2 0,2 0 0,0 0 0,-7 0 119,9-1 0,-5 0 0,9-2 0,0 0 0,-8 1 0,5 1 0,0-2 0,6-2 0,-8 3 1168,-7 4-1168,-1-2 0,3 1 0,-8-1 0,1 1 0,0 1 0,1-1-1639,7-2 1,-4 1-602,-7 0 601,15 0 1,-1 1 815,-17 0 1263,9 0 1,4 1-441,-3 2 0,-2 0 0,2 0 0,4 2 0,7 0 0,-3 0 0,-5 2 0,-1-1 1638,6 1 0,0 0-1168,-9-1 0,-5-1 2806,-13 0 0,2 24-3240,-1-5 0,-1 2-36,0 0 0,1 3-138,2-2 0,2 2 0,0-1 138,3 7 0,1-1-497,-3-3 1,0 0 496,0 3 0,-2-4 447,-3-6-447,-3 3 0,-1 0 0,0-7 0,-2 7 0,1 6 0,-1-4 0,2 9-1093,-2-9 1,0 3 0,0-4-1938,2 4 1826,-2 6 1,-1-3 1203,0-13-222,1 7 1,-1-1 221,1-13 0,0 5 0,-3-15 0,1 2 3276,-2-4-1657,-15 0 1657,2 0-2721,-19 0-2194,4 0 1,1-1 3,0 0 1635,0 1 0,-10 1 0,-1-1 0,7 0-985,8 0 1,-2 0 984,3 0 0,-5-1 0,-4 1 0,-2-1 0,0-1 0,1 0 0,1-1 0,-2-1 0,1 0 0,0-1 0,1 1 0,2 0-620,-5 1 0,4 0 1,-1 0-1,-3-1 620,4 0 0,-4-1 0,-1 0 0,-1-1 0,3 1 0,4 1 0,7 0 0,2 2 0,1-1 0,-4 0 0,-6 0 0,-1 0 0,1-1 0,8 2 0,-12-2 1638,-1 2 0,6 1-333,21 4-1305,4-1 2322,-2 1-2322,7 0 0,-1-3 0,3 2 0</inkml:trace>
  <inkml:trace contextRef="#ctx0" brushRef="#br0" timeOffset="9593">10630 17994 24575,'-20'6'0,"9"-1"-3277,-22 12 0,25-11 0,-16 10 4605,19-13-1328,-2 3 1719,1-2-1719,-5 6 0,1-4 0,-6 5 0,6-4 3276,-6 7 0,11-8-3044,-5 12-232,8-4 0,1-4 0,1 10 0,0-12 0,2 9 0,3-4 0,5-1 0,-5-3 0,10-2 0,14-1 0,-3 1-1639,3-4 1,-1 0-1639,-8-2 1638,13-2 1,-1 0 1265,-19 0 1,23-4-1,-35 5 1</inkml:trace>
  <inkml:trace contextRef="#ctx0" brushRef="#br0" timeOffset="10120">10887 17924 24575,'7'27'0,"2"-1"0,0 2 0,-3-3 0,0 0 0,0 0 0,0 1 0,-1-2 0,0-4 0,-2-1 0,-1 7 0,-1-3 0,-1-14 0,0 15 0,0-22 0,0-15 0,1-2 0,-1-7 0,14-6 0,-7 17 0,19-15 0,-13 17 0,10-3 0,-15 7 0,8 14 0,-14 1 0,7 7-820,-7-6 1,1-8 0,-3-2 0</inkml:trace>
  <inkml:trace contextRef="#ctx0" brushRef="#br0" timeOffset="10341">11240 18201 24575,'5'0'0,"-2"0"0,-2 0 0</inkml:trace>
  <inkml:trace contextRef="#ctx0" brushRef="#br1" timeOffset="15836">10563 17110 24575,'22'-4'0,"-1"0"0,-1 0 0,1 0 0,6 1 0,0 1-1049,-7 1 1,3 0 1048,6 0 0,5 0 0,-2 0-1093,-3 0 1,-2 1 0,0-1-547,11 1 1,-1 0 1512,-2-1 0,-7 1 0,-19 0 1,3 0-1</inkml:trace>
  <inkml:trace contextRef="#ctx0" brushRef="#br1" timeOffset="18845">12394 18108 24575,'-20'0'0,"-7"1"0,3 1 0,-11 1 0,11 1 0,0 0 0,-5 7 0,7 4 0,6-1 0,1 2 0,-5 5 0,4 11 0,12-17 0,7 3 0,20 2 0,3-6 0,4-5 0,3-2 0,-9-4 0,-1-2-656,2 1 1,-2-1-1,-1-4 1,-17 3 0</inkml:trace>
  <inkml:trace contextRef="#ctx0" brushRef="#br1" timeOffset="19225">12535 17925 24575,'8'34'0,"-3"-11"0,-1 0 0,-2-2 0,1 1 0,-1-4 0,0 1 0,1 10 0,-1-3 0,1-7 0,0 1 0,1 0 0,2-3 0,6 11 0,-6-11 0,5-1 0,-2-3 0,-3-7 0,-1-2 0</inkml:trace>
  <inkml:trace contextRef="#ctx0" brushRef="#br1" timeOffset="26400">14399 18197 24575,'-9'16'0,"4"-4"-1639,-4 7 1,0 2-1639,4-8 1328,-7 15 1949,8-4 1719,-1-6-1719,0 13 0,-1-18 0,4-12 0,1-2 0,1-5 0</inkml:trace>
  <inkml:trace contextRef="#ctx0" brushRef="#br1" timeOffset="26834">14201 18288 24575,'0'20'0,"1"11"0,3-15 0,1 2 0,1 1 0,10 7 0,-3-2 0,3-12 0,1-3 0,1 0 0,0-3 0,1 1 0,0-1 0,17-2 0,-19 0 0,10-2 0,-1-1 0,-8-1 0,3-3 0,-1 0 0,-11 2 0,4-16 0,-14-4 0,3 1-820,-9-12 1,6 25 0,-3-6 0</inkml:trace>
  <inkml:trace contextRef="#ctx0" brushRef="#br1" timeOffset="27236">14575 18042 24575,'6'21'0,"-2"-7"0,2 19 0,-5-14 0,-1 0 0,1 0 0,0 0 0,-1 7 0,0-3 0,0 1 0,0 3 0,1-2 0,0-10 0,1 11 0,1-1 0,-1-16 0,7 14 0,-6-18 0,1-1 0,-4-2 0</inkml:trace>
  <inkml:trace contextRef="#ctx0" brushRef="#br1" timeOffset="27772">15005 18239 24575,'5'26'0,"0"-7"0,-1 0 0,-2-5-1639,4 13 1,0-2-1639,-5-13 1638,2 7 1,1 1 1949,-1-3-311,-1 0 1855,2 18-1855,-2-7 0,0-3 0,2 0 3276,-4-20-205,4 6-2742,-3-7 1,0 0-1,-1-2 1</inkml:trace>
  <inkml:trace contextRef="#ctx0" brushRef="#br1" timeOffset="28335">14975 18287 24575,'12'-9'0,"-2"2"0,6-11 0,-10 11 0,17-14 0,0 10 0,-4-2 0,12 3 0,-22 8 0,8 5 0,-5 15 0,-5-5 0,-1 14 0,-4-16-3277,-1 11 0,0-14 2002,-13 16 1275,7-20 0,-18 16 0,7-13 0,1 3 0,-13 2 0,20-7 3276,-24 5-286,20-8-1427,-9 1-1563,15-9 0,4 0 0,3 0 0,2 2 0</inkml:trace>
  <inkml:trace contextRef="#ctx0" brushRef="#br1" timeOffset="28952">15263 18315 24575,'7'0'0,"0"0"-3277,9-4 0,-7 3 727,22-6 2550,-20 5 0,18-4 0,-20 4 1801,7-7-1801,-14 6 0,4-10 0,-6 2 3276,0 0-25,0-3-2475,-4 4-776,-4 1 0,-12 2 0,8 6 0,-21 5 0,23-2 0,-16 10 0,17 3 0,1-2 0,6 10 0,3-16 0,3 16 0,6-9 0,-3 2 0,4-4 0,-8-9 0,5 0 0,-1 3 0,16-3 0,6 3 0,1 0 0,-10-3 0,0 0-656,10 1 1,-4-1-1,-15-2 1,-7-1 0</inkml:trace>
  <inkml:trace contextRef="#ctx0" brushRef="#br1" timeOffset="29391">15523 18236 24575,'5'3'0,"7"9"0,-6-4 0,5 7 0,0 1 0,-2 0 0,7 13 0,-7-5 0,-3-2 0,1-5 0,-4-9 0,1-27 0,-1 4 0,3-20 0,-1 21 0,4-19 0,-1 19 0,-1-9 0,3 13 0,-9 6 0,3 1 0</inkml:trace>
  <inkml:trace contextRef="#ctx0" brushRef="#br1" timeOffset="29820">15790 18270 24575,'13'22'0,"2"5"0,-12-22 0,3 15 0,-5-15 0,1 9 0,-2-10-3277,7-28 0,-6 17 2884,6-14 1,0-1 392,-2 11 0,8-15 0,-8 19 0,3-3 0,-7 15 0,3 10 0,-3-3 0,2 6 0,-3-15 0,0-2 0</inkml:trace>
  <inkml:trace contextRef="#ctx0" brushRef="#br1" timeOffset="30320">15979 18295 24575,'6'9'0,"6"5"0,-9-9 0,10 10 0,-9-10 0,6 5 0,-7-8 0,10 2 0,-1-4 0,1 2 0,1-4 0,-10-9 0,2 5 0,-5-15 0,-3 6 0,-1 1 0,-2-5 0,1 16 0,-6-8 0,-3 8 0,-16-1 0,7 2 0,-6 2 0,18 0 0,1 0 0,7 0 0,1 0 0</inkml:trace>
  <inkml:trace contextRef="#ctx0" brushRef="#br1" timeOffset="30855">16352 18236 24575,'14'23'0,"-7"-5"0,-2 0 0,2 17 0,-5-8 0,0-1 0,-2 4 0,0-9 0,0-2 0,-2-2 0,-4 13 0,-6-7 0,-2-1 0,0-4 0,2-14 0,-2-17 0,-1-10 0,-2-6-820,9 6 1,2 16 0,6 5 0</inkml:trace>
  <inkml:trace contextRef="#ctx0" brushRef="#br1" timeOffset="31136">16340 18202 24575,'13'17'0,"-1"-1"0,-9-13 0,1 9 0,-2-9 0,1 5 0</inkml:trace>
  <inkml:trace contextRef="#ctx0" brushRef="#br1" timeOffset="31572">16526 18241 24575,'17'19'0,"-5"-9"0,8 13 0,-9-12 0,7 8 0,0-6 0,-2-2 0,0-5 0,-3-10 0,5-9 0,-6 4-3277,8-16 0,-15 18 2530,6-22 747,-10 21 0,-4-19 0,-4 16 0,0-2 0,1 8 0</inkml:trace>
  <inkml:trace contextRef="#ctx0" brushRef="#br1" timeOffset="32182">16932 18210 24575,'10'5'0,"5"3"0,-3-3 0,5 6 0,-10-11 0,0 3 0,-3-11 0,0 2 0,2-9 0,-6 2 0,-10-9 0,-7 7 0,-9 0 0,8 10 0,4 5 0,8 3 0,-1 5 0,1 1-3277,-2 9 0,1-9 3047,3 6 230,-1-5 0,5 2 0,-3 1 0,8 5 0,-3-12 0,13 15 0,-9-15 0,12 9 0,-8-10 3276,5 2 0,-5-5-3044,7 2-232,-2-3 0,0 0 0,-4-1 0,-7 0 0,-1 0 0</inkml:trace>
  <inkml:trace contextRef="#ctx0" brushRef="#br1" timeOffset="33008">17236 18181 24575,'-5'0'0,"-5"3"0,-1 4 0,-1 1 0,1 5 0,7 1 0,2-4 0,3 7 0,7-8 0,-1 2 0,10-4 0,-7-2 0,13-2 0,-2-1 0,-4-4 0,0-1 0,-14-10 0,-2-3 0,-2-2-3277,-6-1 0,4 11 3047,-3 0 230,6 2 0,-1 6 0,9 13 0,2 6 0,-1-1 0,0 1 0,3 4 0,-4 6 0,-5-16 0,-5 11 0,0-11 0,-2 9 0,0-12 3276,-2 8 0,2-10-3044,-7 9-232,5-10 0,-8 2 0,8-8 0,-19-2 0,17 0 0,-26-9 0,24 6 0,-11-5 0,18 5 0,0 3 0,5 1 0</inkml:trace>
  <inkml:trace contextRef="#ctx0" brushRef="#br1" timeOffset="33725">17477 18178 24575,'-12'1'0,"0"8"0,-1 8 0,7 2 0,5-1 0,10-2 0,-5-10 0,13 7 0,-12-11 0,11 1 0,-12-5 0,10-9 0,-8-7 0,3-10 0,-8 8 0,-2 1 0,-1 18 0,2 2 0,6 14 0,3 0 0,1-1 0,-1-4 0,1-4 0,-4-2 0,9 0 0,-3-2 0,0-2 0,9 0 0,-5-2 0,-1 2 0,-6-1 0</inkml:trace>
  <inkml:trace contextRef="#ctx0" brushRef="#br1" timeOffset="34245">18137 18071 24575,'-17'30'0,"5"-7"0,-1 2 0,6-6 0,5-12 0,2-11 0,1-2 0,1-17 0,-2 16 0,0-2 0</inkml:trace>
  <inkml:trace contextRef="#ctx0" brushRef="#br1" timeOffset="35010">18020 18106 24575,'0'22'0,"0"3"0,0-18 0,1 17 0,5-9 0,5 8 0,-2-13 0,9 1 0,-11-8 0,13 1 0,-11-3 0,13-6 0,-14 2 0,8-6 0,-8 3 0,-1-2 0,5-10 0,-7 8 0,3-10 0,-6 12 0,1-9 0,1 3 0,0-3 0,2 7 0,-3 4 0,6 14 0,-6-4 0,5 6 0,2 4 0,-3-5 0,10 15 0,-7-6 0,0-2 0,-1 2 0,-5-13 0,4-3 0,-2-16 0,2-5 0,-2-10 0,3 6 0,-5 6 0,3 7 0,-4 8 0,7 15 0,3 3 0,0 4 0,6-1 0,-10-14 0,-4 2 0,-3-5 0,-6-1 0</inkml:trace>
  <inkml:trace contextRef="#ctx0" brushRef="#br1" timeOffset="38897">14287 18632 24575,'19'2'0,"0"0"0,15 2-3277,-7-3 0,-15 1 0,16 0 4605,-19-2-1328,6-2 1719,-2-2-1719,-1 0 0,1-11 0,-1 9 0,-1-6 0,-4 9 0,-5 1 0</inkml:trace>
  <inkml:trace contextRef="#ctx0" brushRef="#br1" timeOffset="39386">15453 18597 24575,'10'-1'0,"-1"0"0,9-4 0,1 1 0,0 1-1290,4-2 1290,-3 1 0,-1 2 315,5 2-315,4 5 0,-2-2 0,4 10 0,-19-9-273,10 6 1,-14-8 0,0 1-1</inkml:trace>
  <inkml:trace contextRef="#ctx0" brushRef="#br1" timeOffset="39737">16746 18582 24575,'23'3'0,"10"-1"0,-1-1 0,-10 1 0,11-1 0,8 0 0,-5 0-547,-13-1 1,-2 0 0,13 1 0,-2 0 0,-9-1 0</inkml:trace>
  <inkml:trace contextRef="#ctx0" brushRef="#br1" timeOffset="40015">17830 18476 24575,'0'0'0</inkml:trace>
  <inkml:trace contextRef="#ctx0" brushRef="#br1" timeOffset="41398">18716 17959 24575,'8'18'0,"4"3"0,-4-4 0,2 0 0,1 1 0,5 14 0,-6-11 0,0 1 0,2 1 0,1 1-1639,-3-1 1,0-3-1639,3 5 1328,0 3 431,-1-6 1518,-7-10 0,5 5 0,0 1 0,-2-3 0,1 3 0,-4-7 0,-2-6 3276,1-1-1371,0 0-3849,9-4 1944,-7 2-810,24-9 810,-19 2 0,17-7 0,-20 7 0,0-2 0,-6 4 0,-2 1 0</inkml:trace>
  <inkml:trace contextRef="#ctx0" brushRef="#br1" timeOffset="42934">18780 17970 24575,'7'-4'0,"9"-1"0,-6 1 0,10 0 0,0 1 0,-7 2 0,15-3 0,2 2 0,-12 1-1639,19-1 1,0 0-1639,-17 2 2184,7-1 1,8 0 0,-7 0 2420,-6 1-1328,4 0 0,7 0 0,-8 0 1719,-8 0-1719,18 1 0,-1 0-1095,-21-1 1095,7 1 0,3 0 1638,-3 1 0,1 0-284,8-1 0,3 0-1354,3 1 0,3-1 0,-2 1-720,1-2 1,1 0 719,-2-2 0,2 0 0,-7 1 0,-2-2 0,-2-1 0,5 0 0,-7 0 1490,-7 3-1490,6-2 0,6 0 0,-5 0 0,-7 1-1639,20 2 1,-1-1-1086,-18-1 2024,6 2 0,7 0 1,-6 0 699,-2 0-1093,2-1 1,5-1 0,-5 1 879,-4 0-954,11-2 0,-2-1 1167,-18 3 2334,22-3-2334,-13 4 0,-8-2 2113,21 1-2113,-21 1 0,3-2 3276,-9 9-2015,-3 0-1261,-2 13 0,2-8 0,-3 21 0,-1-22-482,1 9 1,0 0 481,-1-8 0,5 23 0,-6-24-3277,1 25 2336,-1-28 401,2 12 1,-1 0 539,0-8 0,0 23 0,-1-22 3144,-2 17-3144,1-20 801,-2 13-801,-1-13 3276,1 0-915,-1-3 109,-4-7-2470,1 1 992,-13-2-992,-10 1 0,0 0 0,5 0 0,1 0 0,1 0 0,-7 2 0,1 0-1205,10-1 1205,-3 1 0,-2 0-110,-12-2 110,9-1 0,-1-1 0,-6 1 0,1-1 0,10 0 0,1 0 0,-11-1 0,5 1 0,17 1 0,-13 0 0,-9-1 0,9 1 0,9 1 0,-16-1 0,-10 0 0,7 1 679,7 0-679,-5 0 0,-7 1 0,7-1 115,4 1-115,4-1 0,-4 1 0,4-1 0,-4 2 0,0-1 0,0 1 0,3 0 0,-7 0 0,0 0-1264,14-1 1264,-10-1 0,-3-1 244,3 1 0,1 1-244,-8-1 0,7 0 0,5 0 0,14 2 0,5-1 0,0 1 0,0-1 1297,1 1-1297,-6-8 0,-3-1 0,-14-8 0,5 3-1639,-8-2 1,-1 0 982,4 2 1,3 1-1,3 2 1,12 6 0</inkml:trace>
  <inkml:trace contextRef="#ctx0" brushRef="#br1" timeOffset="44153">18008 17806 24575,'21'-8'0,"-7"3"0,5 1 0,1 1 0,-1 1-1639,8-1 1,-2 0-1639,-8 1 1836,9 2 0,1 0 1441,-9 2 0,5 0 0,-1 0 0,-6 2-2425,19 4 2425,-24-5-565,16 4 1,2 2 564,-3-2 0,-2-1 0,5 1 0,-4 0 0,5 1-723,-3-2 1,4 0 0,-6-1 722,-3 0 796,7 2 1,-1 0-797,-15-4 1042,4 4-1042,-11-10 3276,-2 1-2611,0-4 2611,-2 1-658,-10 7-2618,-5 4 0,-3 3 2687,-1 3-2687,14-8 0,22-2 0,-5-3 0,10-3 0,-1 1 0,-9 2 0,20-2 0,-30 3 0,6 0 0,-11 0 0</inkml:trace>
  <inkml:trace contextRef="#ctx0" brushRef="#br1" timeOffset="52228">18975 18371 24575,'-8'-1'0,"0"-1"0,-4-1 0,-2 0 0,3-1 0,-3-3 0,3 2 0,2 0 0,-3-1 0,6 0 0,0 2 0,-4-9 0,7 9 0,-6-9 0,6 8 0,-6-5 0,7 6 0,-4-3 0,2-1 0,-7-8 0,2 1 0,-3-3 0,3-3 0,5 7 0,-2-4 0,5 3 0,0 1 0,0 1 0,2-6 0,1 11 0,1-12 0,-1 10 0,1-8 0,-2 8 0,2 2 0,0 2 0,1 5 0,12 16 0,-8-8-1639,4 11 1,-1 0-1639,-5-10 2320,1 10 0,-1 1 957,-4-12-3277,7 23 2575,-9-23 702,6 16 0,-5-14 3276,3 13-2573,-4-5-1978,1-5 1275,-1 1 3276,0-2-1848,0-4-1428,-1 12 0,1-4 0,-2-1 0,2 6 0,0-14 3276,0 4-2296,4-8-980,24 1 0,-15-3-1639,13 2 1,0-1-1086,-16-1 2724,21 2 0,-15-5 0,2 1 0,-1-1 0,9-2 0,-18 5 0,14-4 0,-18 3 0,31 1 0,-7 1-1021,1-1 1,0 1 1020,5-1 0,-11 0 0,-3 0 0,-6 0 3276,14 0-779,-19 1-2497,11 1 0,8 0 0,-12-1-1639,5-1 1,-1-1-858,-11 0 2608,12-1 1,1 0-113,-11 1 0,25-4 0,-28 3 0,10-1 0,-13 1 0,6 2 0,-2 0 0,11-1 0,-4 0 3276,11 0-668,1 0-5885,9-1 2486,-12 0-1457,5 1 2248,-25 1 0,14 0 0,-13 0-3277,19 0 2762,-19 0 515,16 0 0,1 0 0,-12 0-766,18 0 1,1 0 765,-18 0-1015,15 0 1,0 0 1014,-17 0 1014,9 0 1,2 0-1015,-3-3 0,4 2 0,6-4 0,-16 4 0,8-1 0,-1 0 0,-5 1 0,22 0 0,-28 1 0,20 0 0,-22 0 3034,18 0-3034,-19 0 0,20 0 0,-18 0 3276,15-1-2015,-16 0-1261,7-3 0,-8 3 0,11-3 0,-11 4 0,11-2 0,-7 2 0,4 0 0,-3 0 3276,-3 0 0,-4 0-3044,-1-1-232,1-4 0,4-10 0,-4 7 0,5-7 0,-5 5 0,-1 4 0,2-12 0,-2 1 0,0 2 0,-1-9 0,1 7 0,-1-8 0,2 9 0,1-1 0,-3 13 0,3-10 0,-3 9 0,5-12 0,-6 12 0,4-11 0,-3 6 0,2-5 0,-3 1 0,1 5 0,-1-2 0,3 2 0,-1-1 0,0 2 0,-3 3 0,-2 4 0,-13-1 0,9 1 0,-26-4 0,24 3 0,-10 0 0,0 1 0,10 1 0,-28 0 0,28 0-3277,-23 0 0,25 0 0,-23 0 1787,24 0-1544,-22 0 3034,21 0-520,-29 4 520,24-3 0,-12 4 0,-2 0 0,14-4 0,-14 3 0,2-1 0,15-2 442,-14 1 0,1 1-442,14-2 301,-10 2 1,-2 0-302,-4-2 0,-2 1 0,7 1 0,1 0 0,5-2 1638,-7 1 0,-3 1-1520,1 0 0,1-1-118,-16 0 0,7 2 0,4-1 0,14-2 241,-17 1 1,-2 1-242,12-1 0,-14 0 0,1-1 0,15 1-1639,-14-2 1,1 0 1243,16 0-833,-21 0 0,0 0 1228,20 0 0,-11-2 0,-9 0 0,7 0 0,6 1-172,-7-2 0,-9-1 1,9 0 171,6 1 0,-1 1 0,-5-1 0,6 0 0,4 1 1100,-11 0 0,-4 1-1100,15 1 0,0 0 1638,-1 0 0,0 0-1630,-3 1 0,2 0-8,0 2 0,-1-1 819,6 2 0,15-4 0,-1 2 0</inkml:trace>
  <inkml:trace contextRef="#ctx0" brushRef="#br1" timeOffset="58788">21287 18157 24575,'5'3'0,"1"7"-3277,3 13 0,-4-8 1328,3 17 1949,-4-4 0,-1-2 0,1-6 0,0-1 0,-2 0 1719,4 10-1719,0-6 0,-2-3 0,2 0 0,-3-12 3276,1 6 0,-2-7-3044,2 3-232,-7-8 0,2 2 0,-4-8 0,4 3 0,1-3 0</inkml:trace>
  <inkml:trace contextRef="#ctx0" brushRef="#br1" timeOffset="59308">21342 18168 24575,'18'-5'0,"7"0"0,-15 3 0,22-2 0,-25 3 0,15-3 0,2 0 0,-10 3 0,8-3 0,3 1 0,1 1 0,-1 2 0,-1 4 0,-12 19 0,-1 0 0,-3 5 0,-11 2 0,-17-5 0,-1 1 0,-4-10 0,0-4 0,3-4 0,-10 0 0,1-1 0,19-6 0,-22 6 0,0-1 0,20-4-1639,-9 2 1,1 0-1639,13-4 3219,3-8 1,6 5-1,6-7 1</inkml:trace>
  <inkml:trace contextRef="#ctx0" brushRef="#br1" timeOffset="60105">21506 18242 24575,'-24'4'0,"1"1"0,18-1 0,12-3 0,3-1 0,6-3 0,-41 8 0,13-2 0,-11 1 0,-1 1 0,6-1 0,-1 0 0,14-3 0</inkml:trace>
  <inkml:trace contextRef="#ctx0" brushRef="#br1" timeOffset="60940">22159 18167 24575,'-3'20'0,"1"9"0,-2-2 0,4-5 0,-1-1 0,1-2-1639,0 2 1,0 0-1639,0-7 2107,0 8 0,0-2 1170,0-8 0,4 17 0,-3-20 1773,5-16-1773,-5-12 0,1-6 0,-1 3 0,0 2 0,-1 1 0,-2-3 0,1-1 0,-1 5 0,-1-4 0,1 0 0,0-9 0,4 0 0,4 6 0,2 16 0,17-5 0,-13 8 0,13-1 0,2 2 0,9 1 0,-8 0 0,-2 0 0,3 2 0,-14-1 0,-13 3 0</inkml:trace>
  <inkml:trace contextRef="#ctx0" brushRef="#br1" timeOffset="61245">22195 18266 24575,'13'0'0,"9"-3"0,7-3 0,-3 0 0,8-1 0,-22 5 0,4 1 0,-12 1 0,1 0 0</inkml:trace>
  <inkml:trace contextRef="#ctx0" brushRef="#br1" timeOffset="61677">22521 18228 24575,'11'8'0,"2"2"0,-6-6 0,10 5 0,-7-7 0,10 2 0,-8-4 0,6-3 0,-4-2 0,1-5 0,-6 1 0,-1-9 0,-5 10 0,-6-15 0,-2 16 0,-11-8 0,3 15 0,-2 2 0,-1 1 0,9 2 0,-1-2 0,11 0 0,-2-1 0,3-1 0</inkml:trace>
  <inkml:trace contextRef="#ctx0" brushRef="#br1" timeOffset="62024">22777 18201 24575,'5'11'0,"0"4"0,-3-9 0,3 2 0,-4-5 0,7-6 0,-3-6 0,4-1 0,-4-8 0,-1 13 0,-2-3 0,-1 8 0</inkml:trace>
  <inkml:trace contextRef="#ctx0" brushRef="#br1" timeOffset="62473">23214 18146 24575,'2'11'0,"2"10"0,-4-11 0,3 9 0,-2-11 0,0-2 0,2-4 0,1-14 0,3-11 0,-2 4-690,-1-2 1,-4 18 0,0 0 0</inkml:trace>
  <inkml:trace contextRef="#ctx0" brushRef="#br1" timeOffset="63279">23531 18159 24575,'6'23'0,"-4"-13"-3277,6 25 0,-7-29 599,6 18 2678,-6-19 1818,3 6-1818,-4-11 0,3-4 0,-3-13 0,2 7 0,-2-3 0</inkml:trace>
  <inkml:trace contextRef="#ctx0" brushRef="#br1" timeOffset="63945">23633 18184 24575,'17'15'0,"1"2"0,-15-11 0,4 6 0,-6-10 0,3-5 0,-1-3 0,1-13 0,2-1 0,1-3 0,-1 6 0,0 6 0,-3 8 0,6 7 0,5 10 0,-2-2 0,14 9 0,-17-15 0,5 4 0,-12-3 0,3 7 0,-4-6 0,5 3 0</inkml:trace>
  <inkml:trace contextRef="#ctx0" brushRef="#br1" timeOffset="64343">24052 18193 24575,'6'23'0,"5"12"0,-5-13 0,2 2 0,-4-12 0,-2-23 0,-1 2 0,1-12 0,1 14 0,1-8 0,0 12 0,6-9 0,-6 11-3277,12-4 2457,-11 4 1,3 0 0,-6 1 0</inkml:trace>
  <inkml:trace contextRef="#ctx0" brushRef="#br1" timeOffset="64760">24249 18201 24575,'-19'15'0,"1"8"0,14-17 0,-1 14 0,4-16 0,4 8 0,6-7 0,8-3 0,-4-1 0,8-7 0,-16 4 0,6-4 0,-8 2 0,2 1 0,-1-4 0,-2 6 0,1-3 0</inkml:trace>
  <inkml:trace contextRef="#ctx0" brushRef="#br1" timeOffset="65313">24335 18231 24575,'8'0'0,"0"1"0,2-2 0,-5 2 0,14-8 0,-1 0 0,-2-2 0,12-5 0,-21 9 0,12-6 0,-14 9 0,5 13 0,0 7 0,0 2 0,-1 2 0,-5-17 0,2-3 0,-3-3 0,3-8 0,-4 5 0,4-9 0,2 3 0,-1-3 0,5 9 0,-8 4 0,11 11 0,-10-6 0,15 7 0,-14-9 0,10 6 0,-10-9 0,4 4 0,-5-3 0,4-3 0,-1-1 0,-3-1 0,1 1 0</inkml:trace>
  <inkml:trace contextRef="#ctx0" brushRef="#br1" timeOffset="65696">24778 18086 24575,'-10'30'0,"4"-13"0,-1 5 0,0 0 0,-1 5 0,0-1 0,4-4 0,7-13 0,3 2 0,12 3 0,-8-7-3277,21 3 0,-24-10 3047,14 4 230,-9-2 0,-1 1 0,1-1 0,-7-2-820,10-6 1,-11 3 0,8-2 0</inkml:trace>
  <inkml:trace contextRef="#ctx0" brushRef="#br1" timeOffset="66295">25472 17961 24575,'13'20'0,"1"4"0,-5-7 0,-1-2 0,-1 3 0,-1 0 0,-1-4 0,1 11 0,-3-17 0,0 11 0,-2-10 0,-2 1 0,-3-4 0,-3-2 0,2-1 0,-15-1 0,12-1 0,-23 0 0,22-1 0,-10-2 0,-1 0 0,13 1 0,-17-3 0</inkml:trace>
  <inkml:trace contextRef="#ctx0" brushRef="#br1" timeOffset="68393">25066 18112 24575,'-13'1'0,"2"1"0,1 4 0,3 0 0,-1 1 0,2 7 0,3-8 0,-1 12 0,3-11 0,5 7 0,-1-8 0,9 4 0,-7-8 0,15 4 0,-12-4-820,10 1 1,-13-2 0,1-1 0</inkml:trace>
  <inkml:trace contextRef="#ctx0" brushRef="#br1" timeOffset="68677">25198 18128 24575,'2'19'0,"3"10"0,-1-6 0,5 3 0,-4-14 0,1-6 0,6-12 0,-7 3 0,9-6 0,-3-7 0,-5 7 0,2-5 0,-8 11 0</inkml:trace>
  <inkml:trace contextRef="#ctx0" brushRef="#br1" timeOffset="68843">25297 18050 24575,'27'13'0,"-17"-7"0,9 3 0</inkml:trace>
  <inkml:trace contextRef="#ctx0" brushRef="#br1" timeOffset="69525">25736 17758 24575,'-12'0'0,"-12"0"0,-8 0 0,7 0 0,2 1 0,1 1 0,5 1 0,-4 3 0,-1 0 0,2 2 0,0 1 0,0 2 0,5-2-1639,-3 5 1,1 1-1639,7-6 1638,-10 15 1,-1 0-200,11-11 2713,-5 7 1,0 1-876,7-9 0,-2 4 0,5-9 0,3-1 0</inkml:trace>
  <inkml:trace contextRef="#ctx0" brushRef="#br1" timeOffset="70328">25852 18326 24575,'31'5'0,"1"0"0,0 0 0,4 1 0,-5-1-1125,-8-1 0,0 1 1125,3-1 0,3 0 0,1 1 0,-2-1 0,0 0 0,-2 0 0,-1-1-1313,8 2 1,-1 0 1312,-5-2 0,-5 0 1097,-8 1-1097,4-1 0,-3 1 0,16 2 0,-19-2 0,10 1 0,5-1 0,-4-2 0,1-2-1639,7-1 1,-1-1 845,-8 2 0,-2-2 793,8-9 0,-26 10 0,1-3 0</inkml:trace>
  <inkml:trace contextRef="#ctx0" brushRef="#br1" timeOffset="73321">18913 17357 24575,'14'5'0,"0"1"0,3 1 0,-2 2 0,11 10 0,-12-8 0,1 3-1639,4 6 1,-1 1-1639,5 5 3047,-1 2-99,-16-15 329,3-3 0,1 10 0,-5-13 0,2 5 0,-3-10 0,-1 3 0,5 3 0,1 6 0,1 0 0,8 10 0,-14-16 0,7 5 0</inkml:trace>
  <inkml:trace contextRef="#ctx0" brushRef="#br1" timeOffset="74211">19173 18793 24575,'15'-12'0,"-6"5"-3277,13-13 0,-17 14 0,10-9 4605,-5 0-1328,2-13 0,-1 6 859,-7 2 1,0-1-860,1-1 0,0-3 0,1 3 0,-3 16 0,7-5 0,-5 18 0,3 4 0,-6 3 3276,-1 0 0,-1-4-3044,0-5-232,0 9 0,0-10 0,11-8 0,0-4 0,9-8 0,-10 10 0,-3 2 0,-7 5 0</inkml:trace>
  <inkml:trace contextRef="#ctx0" brushRef="#br1" timeOffset="80818">5006 16672 24575,'7'4'0,"1"5"0,9 24 0,-9-14-1639,0 5 1,-1-2-1639,-4-12 0,1 14 0,-4 1 2909,0-14-72,0 11 1,0 0 439,0-12 0,0 18 0,-1-3 0,0-12 0,0 8 0,-1-1 0,2-7 3034,-1 13-3034,1-9 0,4 3 0,-2-6 3276,4 0-2015,-3-12 2015,-3-1-2457,-3-1 0,1 0 0,-2 0 0</inkml:trace>
  <inkml:trace contextRef="#ctx0" brushRef="#br1" timeOffset="81704">4837 16853 24575,'12'-11'0,"1"-6"0,9-12 0,-9 8 0,7-8 0,-13 19 0,15-19 0,-12 16 0,14-13 0,-14 17 0,7-10 0,-12 14 0,12-11 0,-13 12 0,9-5 0,-3 7 0,-2-1 0,8 6 0,-5 2 0,8 7 0,-3 2 0,-5 9 0,-2-9-3277,-10 20 0,-1-25 2257,-5 13 1,-1 1 1019,1-10-1639,-5 9 1,0 0 977,6-11 578,-6 6 1,1-2 82,7-6 0,-15 11 0,13-12 3276,-14 6-2696,14-10 1191,-8 5-1771,16-9 3276,0 1 0,12-1-3185,-8 0 335,15 11-426,-9-1 0,16 12 0,-11-7 0,7 3 0,-10-8 0,5 0 0,-4-3 0,-2-2 0,-3-3 0,-7-2 0,5 0 0,-6 0 0,2 0 0</inkml:trace>
  <inkml:trace contextRef="#ctx0" brushRef="#br1" timeOffset="82273">5288 16947 24575,'8'2'0,"5"1"0,0-3 0,8 1-3277,1-1 0,-6 0 1328,-1 0 3668,-9-1-1719,-2-1 0,0-1 0,-4-4 0,0 2 0,-3-5 0,3 6 3276,-6-6 0,-1 5-3044,0-2-232,-3 4 0,-1 6 0,2 1 0,-7 5 0,9-1 0,-11 12 0,7 2 0,0-2 0,6 0 0,11-9 0,0-1 0,15 4 0,-3-5 0,9 4 0,-10-7 0,7-1 0,1-9 0,-1 1-320,3-3 1,-17 4 0,-5 0-1</inkml:trace>
  <inkml:trace contextRef="#ctx0" brushRef="#br1" timeOffset="82822">5580 17000 24575,'19'9'0,"12"0"0,-12-6 0,1-2 0,16 0 0,-13-2 0,-1-3 0,4-6 0,-3-5 0,-7 2 0,-9-5 0,-5 6 0,-1-1 0,-1 25-3277,-3 12 0,2 2 2630,-1-1 0,-1-3 647,2-7-1639,-1 8 1,0 1 730,0-11 590,0 8 0,0 0 318,-2-8 1638,0 8 0,-1 0-1046,-4 3-592,-2 3-3211,-3-8 3211,8-14 3276,-17 5-2357,-5-8-919,2 1 0,-8-6 0,25-1 0,-8-7 0,12 6 1033,-4-9-1033,9 5 0,-1 1 0,2 2 0</inkml:trace>
  <inkml:trace contextRef="#ctx0" brushRef="#br1" timeOffset="83405">6509 16636 24575,'8'26'0,"1"0"0,-1 1 0,2 2 0,-2 0 0,-1 2 0,-1-2-1639,-3-7 1,-1-1-1639,1 8 1638,-1-4 1,-1-3-16,-1-10 1654,3 23 0,-2-27 2055,1 5-2055,-3-11 0,-3-12 0,1 7 0,-3-8 0</inkml:trace>
  <inkml:trace contextRef="#ctx0" brushRef="#br1" timeOffset="84224">6723 16604 24575,'20'8'0,"-5"1"0,1 7 0,-4 9-1639,-6-5 1,0-1-1639,3 6 3047,-6 4 230,-5-22 0,-6 11 0,-11 2 0,2-1 0,2-6 0,-2 0 0,-3 5 3276,-6 0 0,11-6-3044,6-8-232,8-2 0,9 0 0,5 5 0,0-2 0,6 8 0,-14-9 0,8 8 0,-9-10 0,5 4 0,-4-5 0,0 2 0,-1-1 0,1-1 0,1-1 0,5-1 0,-6-1 0,4 1 0,-7-1 0,-1 2 0</inkml:trace>
  <inkml:trace contextRef="#ctx0" brushRef="#br1" timeOffset="84740">6925 16904 24575,'25'1'0,"-3"-1"0,12-1 0,-14 0 0,-7-3 0,-10 2 0,-10-6 0,0 3 0,-19-9 0,16 11 0,-15 0 0,18 8 0,-13 18 0,10-2 0,-2 6 0,13-7 0,5-10 0,7 2 0,-3-7 0,12 4 0,-9-4 0,12 2 0,-14-3 0,9-1 0,-13-3 0,9 0 0,-12 0 0,2 0 0</inkml:trace>
  <inkml:trace contextRef="#ctx0" brushRef="#br1" timeOffset="85352">7190 16973 24575,'25'19'0,"-5"-6"0,4-2 0,-10-7 0,18 1 0,-17-4 0,18-5 0,-16-1 0,2-3 0,-7-3 0,-8 6 0,0-7 0,-3 8 0,-2-6 0,7 22 0,-3-4 0,9 23 0,-8-12 0,1-1 0,-3 6 0,0-10 0,-3 11 0,-1 1 0,-2-5 0,-1 4 0,-1-2 0,-3-7 0,-8 12 0,6-17 0,-5 8 0,7-17 0,6-19 0,0 5 0,8-6 0,2-1 0,-1 3-820,4 2 1,-7 9 0,-1 5 0</inkml:trace>
  <inkml:trace contextRef="#ctx0" brushRef="#br1" timeOffset="86009">7588 16920 24575,'10'23'0,"0"1"0,3 10 0,-3-2 0,-8-3 0,1-8 0,0-1 0,-1 0 0,-2-17 0,0 0 0,0-23 0,-2 9 0,2-12 0,-2 6 0,2 4 0,10-15 0,9 2 0,0 0 0,-2 11 0,-1 1 0,-4 3 0,8 4 0,-13 14 0,0 11 0,-1 4 0,2 2 0,-2-1 0,1-1 0,-2-7 0,2 0 0,-1-5 0,4-3 0,-2 1 0,10-5 0,-6-2 0,14-2 0,-10 0 0,3-1 0,-11 1 0,-2 0 0</inkml:trace>
  <inkml:trace contextRef="#ctx0" brushRef="#br1" timeOffset="86695">8071 16983 24575,'-5'0'0,"-4"1"0,4 2 0,-7 3 0,6 1 0,-4 6 0,8 4 0,-3-1 0,8 5 0,-1-12 0,6 9 0,1-8 0,-2 0 0,7-5 0,-8-5 0,9 0 0,-8-1 0,3-2 0,-5-1 0,2-12 0,-3 6 0,5-14 0,-6 11 0,2 0 0,-2 13 0,-2 13 0,1-2 0,4 24 0,-4-28 0,5 17 0,-5-20 0,11 4 0,-10-5 0,9 3 0,-4-4 0,0 0 0,8 3 0,-6-3-820,2 0 1,-7-1 0,-2 0 0</inkml:trace>
  <inkml:trace contextRef="#ctx0" brushRef="#br1" timeOffset="88415">5595 16588 24575,'7'-3'0,"-1"1"0,15-18 0,-1 3 0,7-8 0,-4 4 0,-14 12 0,12-8 0,-14 10 0,17-13 0,-17 16 0,17-12 0,-10 7 0,2-1 0,-5-1 0,-6 8 0,0-2 0,-2 4 0,-1-1 0</inkml:trace>
  <inkml:trace contextRef="#ctx0" brushRef="#br1" timeOffset="89023">6943 16542 24575,'-33'-15'0,"-1"0"0,0-1 0,5 3 0,-2 1 0,5 3 0,-5-1 0,-2 0 0,1 1 0,5 2-1639,-5 0 1,0 0 1552,0-1 1,-6-2 0,1-1 0,7 4 649,6 1 1,3 2-565,-11-6 0,6 2 592,18 6-592,-7-6 0,13 7 0,2 0 0</inkml:trace>
  <inkml:trace contextRef="#ctx0" brushRef="#br1" timeOffset="89551">6049 16125 24575,'10'19'0,"0"0"0,4 7 0,0 0 0,1 0 0,-5-8 0,5 13 0,1 2 0,-6-6-1093,-1-3 1,3 4 0,-3-2-2185,1 7 2627,-3-4 0,1 6 1,0 2-56,-2-7 1,0 1-1,0 0 1,0-1 704,0 6 0,0-2 0,0 3-164,-1-7 0,1 3 1,0 0-1,0-1 1,0-2 163,0 6 0,0-3 0,0-1 0,-1-2 0,0 0 0,1 0 0,0 3 0,1 0 0,-1-6 0,2-3 0,3 8 0,-5-25 3276,-1 3-2421,-1-12-855,0-8 0,-2 4 0,1-4 0</inkml:trace>
  <inkml:trace contextRef="#ctx0" brushRef="#br1" timeOffset="96809">14528 16519 24575,'5'0'0,"0"0"0,1 0 0,13 0 0,-7 0 0,7 0 0,2 0 0,-5 0 0,4 0 0,-1 0 0,-3 0 0,16-1 0,-6-3 0,-1 2 0,3-2 0,-7 0 0,-3 1 0,5-3 0,-13 6 0,13-7 0,-15 6 0,20-10 0,-17 8 0,16-9 0,-14 5 0,15-13 0,-11 8 0,1-2 0,1-1 0,8-6 0,-8 4 0,1-2 0,-6 5 0,0-1 0,3-6 0,0-3-1093,-3 2 1,-1-1 0,0 2-547,-1 3 1,0-1 1561,2-4 0,1-4 1,-3 7 76,-5 9 0,7-13 0,-1 0 0,-7 9 0,7-16 0,0-1 0,-7 10-866,5-12 1,0-2 865,-3 4 0,1 0 0,-1 0 0,-3 7 1638,2 0 0,-1 1-700,-3 7-938,7-19 0,-3 6 0,-1 4 0,2-7 0,-6 18 0,2-5 0,1 0 0,0-5 0,3-10 0,-4 15 0,0 2 0,2-9 2341,1-4-2341,-2 4 1960,-4 18-1960,3-24 0,-3 20 0,8-23 0,-8 25 0,7-24 0,-7 22 0,3-6 0,0-1 0,-1-9 0,3 1 0,-5 8 0,1 1 0,4-6 0,-4-2-3277,5-9 0,-6 24 2521,0-9 0,0-1 756,-1 9 0,2-13 0,-1-1 0,0 4 0,1-6 0,1 0 0,-1 6 0,1-4 0,0-2 0,2-8 0,-3 17 0,-1-1 0,2 1 0,-1 2 0,-2-3 0,1 0 0,1 1 3276,-2 3-1840,1-11 0,1 1-1436,-2 12-1639,1-10 1,1 0 49,-2 14-50,1-13 1,0 1 378,-1 13 891,1-15 1,0 0 368,0 12-152,1-7 0,0 0 152,-1 3 0,-1-4 0,1 1 0,-1 3 0,0-19 0,0 22 0,0-17 0,0 15 0,1-5 0,1 1 0,-2 8 3276,3-23-2531,-3 22-745,0-3 0,0-2 0,0 12 1063,0-8-1063,0 10 494,0-4-494,0 8 0,0 0 0</inkml:trace>
  <inkml:trace contextRef="#ctx0" brushRef="#br1" timeOffset="99480">15614 13602 24575,'-2'21'0,"1"0"0,-2 10 0,0-6 0,2-15 0,-1 11 0,-1 1 0,1-9 0,-4 22 0,2-14 0,0 7 0,2-13 0,-1 1 0,1-13 0,3-2 0,3-21 0,0 9 0,0-13 0,0-1 0,-2 9-1639,1-8 1,0 1-1639,-1 11 3162,-1-8 0,1-1 115,-2 2 0,3-7 0,-2 11 0,12 29 0,2 6 0,3-4-1564,2 8 0,0 0 1564,-5-9 0,10 9 0,-19-17 3276,14 9-1318,-19-13-1958,-12 6 0,-20 3 0,3-1 0,5-2 0,2 0 0,6 0 0,-11 6 0,21-12 3276,12-5-1874,1-4-1402,9-4 0,-13 7 0,1-1 0,-4 1 0,-1 1 0,0-1 0</inkml:trace>
  <inkml:trace contextRef="#ctx0" brushRef="#br1" timeOffset="100945">10337 12342 24575,'-2'7'0,"1"11"0,1 3 0,0 0 0,0 11 0,1 6-1093,0-9 1,-1 0 0,0-2-547,1-2 1,0 1 818,-1 2 1,0 5 0,0-2 0,0-8 2101,0-6-1282,0 8 0,0 7 0,0-8 1726,0-12-1726,-1 17 0,2 2 0,1-7 0,1 8 0,0-11 0,-1-23 3276,0 2-1638,9-20 0,2-9-1425,-1 4-1197,2-4 1,0 1 983,-3 6 0,-6 10 0,-1 3 0</inkml:trace>
  <inkml:trace contextRef="#ctx0" brushRef="#br1" timeOffset="102700">10458 12311 24575,'15'-7'0,"16"-5"0,-19 8-1093,9-2 1,7-2 0,-4 2-2185,-3 2 2457,7-1 1,11-1 0,0-1 0,-9 3 1441,-4 2-622,3-1 0,11 0 0,5 0 0,-3 0 0,-11 1 712,3 1-712,-10 1 0,10-1 0,3 0 0,0 0 0,-4 1 0,-8-1-1367,7 1 1367,-8 1 0,10-1 0,6 1 0,2 0 0,-1 0 0,-4-1 0,-8 1 805,5 0 1,0-1-806,-6 1 0,7 0 0,5 0 0,3 0 0,-1 0 0,-1 0 0,-5 0 0,-6-1 0,-2 1 0,-5-1 0,6 0 0,-4 0 0,6 0 0,3 1 0,4-1 0,1 0 0,0 1 0,0-1 0,-2 0 0,-4 0 0,-4 1-820,7-1 1,-7 0 0,1 0 0,7 0 798,-10 0 0,4 0 0,2 0 0,3 0 0,1 0 0,1 0 0,1 0 0,0 0 0,-1 0 0,0 0 0,-3 0 0,-1 0-273,5 0 1,-3 0 0,0-1 0,-1 1 0,0 0-1,1 0 1,2 0 0,2 1 293,-8-1 0,1 0 0,2 0 0,2 1 0,0-1 0,0 1 0,1-1 0,0 1 0,0-1 0,-1 1 0,-1-1 0,0 1 0,-3-1 0,0 1-173,3-1 0,-1 1 0,-2-1 0,-1 0 0,-1 0 0,1 1 0,1-1 0,1 1 0,1 0 173,1 0 0,2 0 0,2 1 0,1-1 0,1 1 0,0 0 0,-1 0 0,-1 0 0,-3-1 0,-2 1 0,-4 0 0,-4 0-36,11 0 1,-8 1 0,7 0 35,-7-1 0,5 0 0,4 1 0,3 0 0,2 0 0,-1-1 0,-2 1 0,-3 0 0,-5-1 0,-6 1 0,8 1 0,1 1 0,-11-4 0,5 1 0,5-1 0,3 1 0,3-1 0,0 0 0,-1 0 0,-2 0 0,-3 0 0,-4 0 0,-7 0 0,14 1 0,-1-1 0,-8-1 0,7 1 0,5-1 0,1-1 0,0 1 0,-3 0 0,-6 0 0,-9 0 0,-4 0 0,-1 0 0,9 0 0,8 0 0,3 0 0,-2 0 0,-8 0 0,-5 0 0,-1 0 0,9 0 0,7 0 0,0 0 0,-6 0 0,-7 0 0,0 0 0,1 0 0,5 0 0,-1 0 0,-5 0 0,-4 0 0,-1 0 0,7 0 0,3 0 0,-4 0 1105,-6-1 0,-3 0-1105,18 0 0,-16-1 3276,-17 1-3135,2-1 3135,-2 2-1442,0 0 1442,-1 2-1498,-2 1-1778,0 20 0,-5 15 0,4-2 0,-2-5 0,1 0 0,1-3 0,1-2 0,0-6 0,-1 2 0,1 6 0,0 3 0,-1-8 0,1-7 0,-2 22 0,-2-2 0,3-23 0,-4 17 0,0 2 0,4-15 0,-2 13 0,0 3 0,3-9 0,0-1 0,-1-1 0,1 0 0,0 4 0,0-5 0,0-10 0,0 10 0,0-17 0,-2 6 0,0-5 0,-6 5 0,3-2 0,-13 5 0,1-2 0,-2-4 0,0 0 0,-7 3 0,-5-3 0,-5-2 0,6-3 0,-2-1 0,1 1-970,-3 0 0,-3 1 970,3-2 0,-6 0 0,-2-1 0,3 0 0,7 0-1155,5 0 0,0 0 1155,-1 0 0,-7 0 0,-4 0 0,-1 0 0,1 0 0,4 0-820,-3 0 1,2 0 0,2 0 0,-2 0 399,6 0 0,1 0 0,-2 0 1,1 0-1,-2 0 420,-5 0 0,-3 0 0,1 0 0,3 0 0,6 0-448,3 0 1,1 0 447,-3 0 0,-7 0 0,-2 0 0,2 0 0,5 0-469,-1 0 0,-2 0 469,6 0 0,-7 0 0,-3 0 0,1 0 0,2 0 0,5 0 0,-7 0 0,0 0 0,9 0 0,-6-1 0,-3 1 0,-1-1 0,1 1 0,5 0 0,6-1 0,-3 1 0,0 0 0,0-1 0,-8 1 0,-5-1 0,-2 1 0,2-1 0,4 1 0,8 0 0,-5 0 0,1 0 0,3 0 0,-6 0 0,-3 0 0,0 0 0,4 0 0,8 0 0,4 0 0,1 0 0,-8 0 0,-5 0 0,0 1 0,8-1 0,-4 1 0,5 0 0,-6 1 0,5 0 0,-7-1 0,9 2 0,-5 1 0,4 0 0,-9-3 0,10 2 0,-7 0 0,-3 1 0,1-1 0,6 0 0,-5 0 0,-1 0 0,3-1 0,-6 1 0,-4-1 0,0 1 0,4-1 0,7 0 0,-5 2 0,1-1 0,4-2 0,-8 1 0,-4-1 0,2 0 0,4 0 0,10 0 0,8 0 0,0 0 0,-11 0 0,-11 0 0,-4 0 0,5-1 0,11 0 0,-2-2 0,2 1 0,-9-1 0,0 0 0,11 0 0,6-1 0,-11-1 0,-10-2 0,8 2 0,5 0 0,-3 2 0,-8-1 0,7 1 0,-1-3 0,1 5 0,-6 0 0,8 0-2032,3-3 2032,0 3 0,-3 0 0,4-1 0,0-1 0,-1 0 0,-2-1 0,0 0 0,4 2 0,1 0 0,-3-1 0,-1-1 0,-3 0 0,1 0 0,6 1 0,-6 1 0,-5-2 0,2 0 628,17 3-628,-13-2 0,0-1 1062,15 3-1062,-4-2 0,-3 1 1638,2 0 0,-1 0-1217,-5 1 0,-1-1 1217,4 0 0,0 0-107,-5 0 1,5 1-1532,17 0 0,-20 0 0,18 0 0,-21 0 0,15 0 0,-7 0 0,-1 0 0,3-2-1639,-2 1 1,1 0-525,8 0 2163,-13-1 0,11 1 0,-3-1 0,-7-4 0,5 0 0,1 0 0,-11-2-1639,2-1 1,2 2 378,10 4 1926,-20-2-666,25 5 0,-11 0 0,4 0 0,8 0 0,-3 0 0</inkml:trace>
  <inkml:trace contextRef="#ctx0" brushRef="#br1" timeOffset="107695">9038 13602 24575,'11'-2'0,"-4"0"0,11-3 0,2 3 0,-1-1 0,13 2 0,-17-2 0,19-3 0,-14 3 0,6-4 0,-5 5 0,8-5 0,-9 4 0,15-5 0,-25 7-3277,23-8 0,-26 8 1954,24-7 1323,-25 5 0,19-3 0,-12 3 0,8-3 0,-9 4 0,3-4 0,-2 6 0,-1-3 3276,8-1-310,-4-2-2966,10-3 0,-9 4 1635,6-4-1635,-6 3 0,-2-1 0,9-3 0,-19 6 0,17-7 0,-18 9 0,22-9 0,-19 8 0,17-9 0,-17 7 0,4 0 0,-6 1 0,2 2 0,3-4 0,4 2 0,-6 0 0,2 1 0,-6 2 0,6-4 0,-2 2 0,2-1 0,-4 1 0,-2 3 0,-2-2 0,2 2 0,-2-1 0,1-1 0,1-1 0,3 0 0,0 1 0,-3 1 0,-3 1 0</inkml:trace>
  <inkml:trace contextRef="#ctx0" brushRef="#br1" timeOffset="113397">8133 11340 24575,'12'-16'0,"0"1"0,5-12 0,-9 19 0,-7 2 0</inkml:trace>
  <inkml:trace contextRef="#ctx0" brushRef="#br1" timeOffset="113694">8524 11123 24575,'0'0'0</inkml:trace>
  <inkml:trace contextRef="#ctx0" brushRef="#br1" timeOffset="146717">18331 13234 24575,'30'-1'0,"-1"0"0,-1-1 0,5-1 0,3 0 0,-2 0 0,-5 1-1093,-3 0 1,-3 1 0,5-1 623,2-1 1,5 1 0,4-2 0,2 1 0,-1 0 0,-4 0 0,-4 2-625,1 0 1,-4 1 0,7-1 985,-9 0 0,6 1 1,4-1-1,3 0 1,1-1-1,2 1 1,-1 0-1,-1 0 1,-2 0-1,-4 0 1,-4 1-472,9-1 0,-6 1 0,0 0 0,6 0 578,-10-1 0,5 1 0,3 0 0,2-1 0,1 1 0,1-1 0,-1 1 0,-2-1 0,-3 1 0,-4 0 0,-4-1 3,10 1 1,-7 0 0,6 0-4,-7 0 0,4 0 0,4 0 0,1-1 0,1 1 0,-3-1 0,-3 1 0,-4 0 0,5 0 0,-5-1 0,3 1 0,-1-1 0,4 1 0,2-2 0,-1 1 0,-5 0 0,-9 0 0,7-1-4,-5 0 0,5 0 0,-4 0 4,9-2 0,-4-1 129,-12 2 0,-16 2 1,0-1-1</inkml:trace>
  <inkml:trace contextRef="#ctx0" brushRef="#br1" timeOffset="150348">28911 13551 24575,'28'-1'0,"1"0"0,-1-1 0,0 1 0,6-1 0,0 0 0,-4 0 0,4 0 0,-1 1 0,-5-1-1298,-3-1 0,-2 1 1298,3-1 0,2 1 0,-4 0 0,13-1 0,-13 0 0,4 0 0,-2 0 413,0 0 1,0 0-414,6-2 0,0 0 213,-11 1 1,-2 1-214,7-4 0,-23 5 0,1-1 0,-3 1 0,0 2 0</inkml:trace>
  <inkml:trace contextRef="#ctx0" brushRef="#br1" timeOffset="151835">18222 14757 24575,'14'-3'0,"4"0"0,-4 1 0,10-1 0,-8 2-1639,7-2 1,0 1-1639,-6 0 2184,7 0 1,6 1 0,-5 0-873,1 0 1469,5 1 0,8-2 1,-8 2 495,-5-1 0,5 1 0,7-2 0,-2 1-795,-8 1 1,-2-1-1,0 1 795,-1-1 0,-1 1 0,4-1 0,1 1 0,4-1 0,1 1 0,-2 0 0,-5 0 0,-3 0 0,1 0-120,3 0 1,7 0-1,4 0 1,0 0 0,-3 0-1,-7 0 120,1 0 0,0 0 0,-1 0 0,8 0 0,3 0 0,0 1 0,-5-1 0,-7 0 0,-5 1 0,0-1 368,3 0 1,5 1 0,1-1-1,-4 1-368,8-1 0,-5 0 0,-13 0 0,1 0 0,17 0 0,5 2 0,-9-2 0,-9 1 0,5 0 0,8 0 0,-3 0 0,-2-2 0,-1 0 0,-3 1 0,3 0 0,1 0 0,6 0 0,-2 0 0,-7 1 1766,9-1-1766,-13 0 0,7 0 0,5 1 0,3-1 0,-2 0 0,-2 0 0,-7 1 329,0 0 1,-5 0 0,6 0-330,-2 0 0,7 0 0,5 0 0,2 1 0,1-1 0,0 1 0,-4-1 0,-4 0 0,-6 1 0,1 0 0,-6 0 0,5 0 0,0-1 0,5 1 0,5 0 0,3 1 0,0-1 0,0 0 0,-3-1 0,-4 1 0,-5-1-201,4 0 1,-5-1 0,2 0 0,1 1-1,4 0 1,1 1 0,-3-1 0,-6 0-1,-3-1 1,1 0 0</inkml:trace>
  <inkml:trace contextRef="#ctx0" brushRef="#br1" timeOffset="152650">23158 14586 24575,'9'0'0,"0"0"0,19 0 0,-3 1 0,5 1 0,-3-1 0,4 0 0,3 0 0,-1 0 0,-4 0-1093,0 0 1,-3 0 0,5 1 788,2-1 1,7 0 0,2-1 0,0 1 0,-6 0-1,-8-1 304,-8 0 0,1 0 0,4 0 0,9 0 0,6 0 0,3 0 0,1 0 0,-3 0 0,-5 0 0,-7 0-1439,5 0 1,2 0 1438,-11 0 0,7 0 0,4 0 0,4 0 0,2 0 0,0 0 0,-2 0 0,-2 0 0,-5 0 0,-5 0 0,5 0 0,-6 0 0,6 0 0,-4 0 0,6 0 0,4 0 0,2 0 0,1 0 0,-1 0 0,-2 0 0,-5 0 0,-6 0 0,4 0 0,-7 0 0,6 0 0,-3 0 0,6 0 0,4 0 0,3 0 0,0 0 0,-1 0 0,-3 0 0,-6 0 0,-6 0 0,5 0 0,-2 0 0,2 0 0,9-1 0,4 1 0,-2 0 0,-5-1 0,-10 1 0,-1 1 0,7-1 0,6-1 0,-8 1 0,-10 1 0,7-1 0,6 0 0,-6 0 0,-8 0 0,11 0 0,8-1 0,-7 1 0,-5-1 0,4 0 0,8 0 0,-7 0-294,-4 1 294,5-1 0,6 0 0,-7 1 0,-9 0 0,8 0 0,12 0 0,1 1 0,-10-1 1729,4 0-1729,-10 0 0,8 0 0,3 0 0,-2 0 0,-10 0 1246,8-1-1246,-2 0 0,6-1 0,-11 1 0,-15 0 0,16-2 0</inkml:trace>
  <inkml:trace contextRef="#ctx0" brushRef="#br1" timeOffset="155121">20120 15431 24575,'5'-2'0,"-1"-1"0,4 0 0,-2 1 0,12-2 0,14 3-3277,-14 0 2139,13 1 1138,-4 2 0,1 1 0,-5 0 0,2 0 0,6 1 0,5 0 0,1 0 0,-6-1 0,-3 2 0,-2-1 0,0-1 0,3 0 0,1-1 0,-3 1-585,1 1 1,-1 0 0,1-1 584,-1 0 0,1-1 0,1 1 0,2-1 0,-1 1 0,3 1 0,0 0 0,-1-1 0,-2 0 0,1 0 0,-2-1 0,2 1 0,2-1 0,4 0 0,-2 0 0,-6 0 0,-5-2 0,0 0 0,8 1 0,6-1 0,1 1 0,-7-1 0,-9 0 0,1 0 0,6 0 0,9 0 0,3 0 0,-3 0 0,-7 0 0,-2 0 0,-1 0 0,0 0 0,5 0 0,2 0 0,0-1 0,-4 1 0,5-2 0,-4 1 0,-1-1 0,-5 1 0,-1 0 0,-1-1 0,6 0 0,0 0 0,-7 0 0,-5-1 0,7 1 0,-18 1 0</inkml:trace>
  <inkml:trace contextRef="#ctx0" brushRef="#br1" timeOffset="158294">5559 6929 24575,'9'-3'0,"18"-15"0,4-5 0,-13 10 0,3-4-469,-2 1 1,6-5 0,2-4 0,2-1 0,-1 1 0,-2 2 0,-5 4-625,-1 0 1,-3 3 0,3-2 545,-1 0 1,2-3 0,2-2 0,1 0 0,0-2 0,1 1 285,-2 2 1,2-2 0,0-1 0,1 0 0,0 0 0,-1 1 0,-1 1 0,-2 1 169,1-1 1,-2 1 0,-1 1 0,1 0-1,2-3 1,0 2 0,2-3 0,2-1 0,0 0-1,0 0 1,-2 2 0,-3 3 0,-4 3 0,5-6-1,-1 1 1</inkml:trace>
  <inkml:trace contextRef="#ctx0" brushRef="#br1" timeOffset="159477">21825 6533 24575,'20'-22'0,"0"1"0,0-1 0,0 0 0,0 2 0,0-2 0,0 1 0,4-5 0,3-3 0,0 0 0,-2 2 0,-4 5-1093,-3 2 1,-3 4 0,3-3 855,5-6 1,4-3 0,2-1-1,-2 0 1,-4 5-857,-4 2 1,-3 2 0,1 1 662,6-5 1,1-1 0,-5 5 0,0-5 0,-18 23-1</inkml:trace>
  <inkml:trace contextRef="#ctx0" brushRef="#br1" timeOffset="160241">4713 13052 24575,'24'-7'0,"0"0"0,-1 0 0,5-3 0,-6 0 0,6-2 0,5-3 0,2-1 0,2-1 0,0-1 0,-1 0 0,-1 2 0,-4 1-547,2-1 1,-3 2 0,-1 1 0,1-2 0,3-2 0,4-3 389,-13 8 1,2-3 0,1 0 0,3-2 0,1-1 0,2 0 0,0-2 0,2 0 0,0 0 0,0-1 0,1 0 0,0 0 0,-1 0 0,0 0 0,0 1 0,-2 0 0,-1 1 0,-2 0 0,-1 2 0,-2 1 0,-2 1-254,10-6 0,-4 2 1,-3 2-1,-1 1 1,0-1-1,1-1 0,3-1 1,5-4 277,-13 8 1,2-2 0,2 0 0,2-2 0,1-1 0,1 0 0,2-2 0,0 0 0,1-1 0,1 0 0,-1 0 0,2 0 0,-1-1 0,0 1-1,-1 0 1,0 0 0,-1 1 0,-1 0 0,0 1 0,-3 1 0,0 1 0,-3 1 0,-1 1 0,-2 2 0,-3 1-77,14-8 0,-7 4 0,-4 2 1,1 0-1,2-2 0,7-5 208,-12 9 0,2-2 0,3-2 0,1-1 0,2-1 0,2-2 0,2 0 0,0-1 0,1-1 0,1 0 0,0-1 0,0 1 0,1-1 0,-1 1 0,-1-1 0,0 2 0,-1 0 0,-2 1 0,-1 1 0,-2 1 0,-1 2 0,-3 1 0,-3 2 0,-2 1-406,13-7 0,-8 3 1,-3 3-1,2-1 0,5-4 406,-4 3 0,4-3 0,3-2 0,3-1 0,1-2 0,1 0 0,-1 0 0,-1 1 0,-2 1 0,-3 3 0,-5 2 0,-4 4 0,-6 3 0,4-5 0,5 0 0</inkml:trace>
  <inkml:trace contextRef="#ctx0" brushRef="#br1" timeOffset="161260">6524 12748 24575,'-10'19'0,"0"1"0,-2 2-1639,-3 4 1,1-2-1639,8-13 1638,-5 6 1,0-2 2966,8-7-1328,-1 1 1719,8 8-1719,8-3 0,2-1 0,5 9 0,3-5 0,2-3 0,-6-6 0,2-2 0,1-2 0,4-2 0,2 1 3276,-11-3-2457,-9-1 0,-5 0 0,1 0 0</inkml:trace>
  <inkml:trace contextRef="#ctx0" brushRef="#br1" timeOffset="161622">6780 12725 24575,'4'35'0,"-2"-12"0,0 2 0,0 1 0,1 2-1639,-2 6 1,0-2-1639,-1-7 2115,1-3 0,0-3 1162,0-12 1771,7 8-1771,11-13 0,3-6 0,3-1 0,12 0 0,-3-7 0,-2 1 0,-13 5 0,0-3 0,-2 1 3276,-11 7-2457,5-8 0,-8 8 0,-3-1 0</inkml:trace>
  <inkml:trace contextRef="#ctx0" brushRef="#br1" timeOffset="162088">6999 12840 24575,'10'27'0,"-1"-1"0,0 2 0,1-1 0,-2-2 0,1 0 0,-1 0 0,0-4 0,0-5 0,0-2 0,-3-8 0,4-28 0,-4-5 0,5-9 0,-9 6 0,-3 1 0,1 6 0,-3-5 0,-1 1 0,0 5 0,-2-14 0,3 20 0,11 4 0,1 10 0,14 8 0,-10-3 0,11 2 0,-6-2 0,-2-1 0,-4-1 0,-5-1 0,-2 0 0,3-3 0,-2 1 0,8-4-820,-3 1 1,2 2 0,-7 0 0</inkml:trace>
  <inkml:trace contextRef="#ctx0" brushRef="#br1" timeOffset="162392">7327 12730 24575,'7'36'0,"0"-1"0,-2-7 0,1-4 0,12 3 0,-6-18 0,4 1 0,2 0 0,2-3 0,-1 0 0,-1 0 0,0 0 0,2 0 0,-4-1 0,-9-2 0,-11 6 0,-17 5 0,4-7 0,-8 5 0,0-1 0,7-7 0,-8 3 0,0 1 0,4-7 0,1 1 0,13-4 0,8 0 0</inkml:trace>
  <inkml:trace contextRef="#ctx0" brushRef="#br1" timeOffset="163294">19977 12704 24575,'33'-13'0,"-10"2"0,0-1 0,2-6-1093,-6 3 1,3-3 0,-2 2-547,-6 4 1,1 0 631,8-10 0,0 0 2098,-7 6 0,0 0-1091,-2-1 0,0 1 0,-1 1 0,-1-1 0,5-13 0,-12 16 1380,4-6-1380,-7 10 0,4-7 0,-4 11 0,-1-5 0,2 9 0,-3-1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41:08.96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1497 4912 24575,'15'0'0,"-6"0"0,1-1 0,-3 1 0,3-2 0,23 2 0,-12 0 0,4 2 0,2 0 0,-6 1 0,-1 0 0,16 3 0,-11-3 0,-3 0 0,-4-1-1639,7-1 1,-1-1-1639,-8 0 2184,7 0 1,8 1 0,-7-1-398,-7 1 478,8-1 1,8 1 0,-8-1 1011,-12 0-575,21 0 1,2 0 574,-13 0 0,8 0 0,1 0 0,-4 0 0,2 0 0,0 0 0,-9 0 834,9 0 1,-1 0-835,-13 0 1638,7 0 0,4 0-1630,4 0 0,-1 0-8,-10 0 0,2 0 0,5 0 0,3 0 0,-5 0 0,1 0-194,7 1 1,1 0 193,-3-1 0,-7 1 0,-2-1 0,-6 0 0,-6 0 0</inkml:trace>
  <inkml:trace contextRef="#ctx0" brushRef="#br0" timeOffset="970">4072 4931 24575,'26'0'0,"0"0"0,8 0-1639,-2 0 1,-4 0-1639,-14 0 2184,10-1 1,8 1 0,-6-1-639,-3 0 1205,1 1 1,5-2 0,-5 1 525,-4 1-811,15-2 1,0 0 810,-14 1 0,3-1 0,6 0 0,-4 0 0,4 2 0,-5-2 0,6 0 0,-3 0 0,3 1 0,-2 0 0,-2-1 0,1 1 0,4 0 0,4 2 0,-8-1 1332,-4 0-1332,5 1 0,6-1 0,-6 0 3276,-7 0-3204,7 0 1,9 0 0,-7 0-73,-4 0 0,0 0 0,6 0 0,-3 0 0,-4 0 0,-2 0 1494,-5 0 0,1 0-1494,16 0 0,-3 0 0,-18 0 0,19 0 0,1 0 0,-12 0 0,5 1 0,7-1 0,-4-1 3276,6-1-2775,-11 1 1,6 0 0,1 0-1,-7-1-501,10-1 0,-4 0 0,5 1 0,-6 0 0,-2 0 0,0 0 0,6 1 0,-6-1 0,-2 1 0,-1 0 0,5 0 0,-6 1 0,-3 0 0,0 0 0,-1 0 0,-9 0 0,-4 0 0</inkml:trace>
  <inkml:trace contextRef="#ctx0" brushRef="#br0" timeOffset="2100">9579 4923 24575,'27'-1'0,"0"0"0,-5 2 0,0-1 0,10 0 0,1-1-617,-6 1 1,1 0-1,-1 0 617,2 0 0,-1-1 0,0 1 0,-3-1 0,1 1 0,0-1 0,6 0 0,1 0 0,-7 0 597,-3 1-597,11-3 0,-2 0 306,-21 2-306,17-4 0,1 0 0,-19 4 0,13-2 0,-1 0 947,-16 3-947,23-1-1372,-22 1 1372,11-2 0,-16 2 0,1 0 0</inkml:trace>
  <inkml:trace contextRef="#ctx0" brushRef="#br0" timeOffset="3603">12723 4915 24575,'16'-1'0,"0"-1"0,6 0 0,-7 1-3277,17-1 0,-22 2 1638,13-1 1,1-1 1358,-6 2 280,7-1 0,1 0 0,-8 1 0,9 0 0,1 0 0,-6 0-1075,8 0 1,0-1 1074,-8-1-1361,5 1 0,-2 1 1361,-11-2 899,13 0 1,0 0-900,-9-1-930,5-1 0,-1-1 930,-7 2 994,5-2 0,-1 0-994,-5 3 0,12-4 0,1 0 0,-8 2 0,11 0 0,-2 1 0,-13 1-204,17 0 1,2 1 203,-6 1 1072,-5 0 1,5 0 0,-1 0-1073,3 0 0,0 1 0,-2-1 131,5 1 0,2 0-131,-6-1 0,4 0 0,-1 0 0,-7 0 0,6 0 0,2 0 0,7 0 0,-10 0 3276,-13 0-2635,12 0 1,9-1-1,-8 0-641,-4 0 0,1 0 0,5-1 0,-1 0-1592,3 0 0,-1 0 1592,-7 0 0,1 1 0,2-1 0,3-1 0,-6 1 299,-1 1-299,0 0 0,4-1 0,-5 1 866,-2 1-866,4-1 0,7 1 0,-8-1 0,-6 1 0,18 0 0,-2 0 0,-20 0 0,9 0 0,1-1 3276,-11 1-1638,14-1 0,-1 0-1414,-13 1-212,10 0 1,0-1-13,-4-4 0,4 3-820,-9-2 1,-13 4 0,3 0 0</inkml:trace>
  <inkml:trace contextRef="#ctx0" brushRef="#br0" timeOffset="5513">17087 4940 24575,'27'-1'0,"5"0"0,-11 0 0,-1 0 0,9 0-1639,2 0 1,-2-1-1639,-11 2 0,13-1 3736,-4-2-459,-4 1-1226,12-1 0,2-1 1226,-11 2 0,8 0 0,7 1 0,-6-1 0,0 2-578,-10 0 0,5-1 1,2 1-1,-4 0 578,4 0 0,1 0 527,-5 0 0,4 0 0,1 0 1,-1 0-528,-2-1 0,0 1 0,-1-1 0,0 1 0,8 0 0,0 0 0,1-1 0,-5 0 0,2 0 0,-2 0 0,-5 0 0,-5 0 0,0 1 0,4-1 0,4 1 0,1-1 0,-5 0 0,-6 1 0,0 0 0,3 0 0,5 0 0,1 0 0,0-1-824,5-1 0,1 0 0,-2 0 824,-8 0 0,-1 0 0,2 0 0,3-2 0,4-1 0,-2 0 0,-5 1 1301,-9 1 1,1-1-1302,15-1 0,6-2 0,-6 3 0,-1 1 0,-2 1 0,10-1 0,0 0 0,-8 1 815,-9 1 0,0 1-815,8-1 0,8-1 0,1 1 0,-7 0 0,-4 1 0,0 0 0,-2 0 0,3 0 0,1 0 0,-5 0 0,1 0 0,-1 0 0,0 0 0,5-1 0,0 1 0,-6-1 0,-2 1 0,0 0 0,2-1 0,3-1 0,1 0 0,-1 0 0,8 0 0,0-1 0,-2-1 0,-5 2 0,0-1 0,0 0 0,-1 1 0,1-1 0,0 1 0,-6 0 0,12 0 0,-9 1 0,4-1 0,-5 0 0,1 2 0,5-1 0,7-1 0,-4 1 0,-16 1 0,1-1 0,6 1 0,6 0 0,0 0 0,-6 0 0,9-2 0,-7 2 0,5 0 0,-7 0 1154,-4 0-1154,4-1 0,-1-1 0,-9 2 3276,19-5-920,-20 5-2356,8-2 178,-12 2 0,-9 0 1,0 0-1</inkml:trace>
  <inkml:trace contextRef="#ctx0" brushRef="#br0" timeOffset="8876">3835 8597 24575,'30'1'0,"0"1"0,0-1 0,-6 0 0,1 0 0,3 1 0,3-1 0,-3 1-1639,-3-1 1,-3 1-1639,10 0 2184,-7-1 1,3 0 0,-4-1-1237,2 0 1878,-1-1 1,6 1 0,-4-1 450,5 1 0,1 0 0,8 0 0,-7 0-434,0 0 434,-9 0 0,8 0 0,2-1 0,-1 1 0,-7 0 0,0 0 0,-1 0 0,4 0 0,6 0 0,1 0 0,-3 0 0,2 1 0,-1 0 0,-2 0 742,-7 0 1,0-1-1,1 0-742,6 2 0,1 0 0,-6-1 0,-3 0 0,-1-1 0,5 1 0,-6 0 0,-5-1 0,9 0 0,10 0 0,1 0 0,-8 0 0,4 0 0,-10 0 0,8 0 0,5 0 0,0 0 0,-4 0 0,-7 0 673,-2 0 1,0 0-674,5 0 0,9 0 0,4 0 0,1 0 0,-3 0 0,-7 0 828,4 0 1,-1 0-829,-5 0 0,6 0 0,3 0 0,0 0 0,-3 0 0,-6 0 0,-4 0 0,-5 0 0,5 0 0,1 0 0,5 0 0,2 0 0,0 0 0,-3 0 0,-5 0 0,2 0 0,-1 0 0,1 0 0,6 0 0,0 0 0,-4 0 0,-2 0 0,-3 0 0,0 0 0,1 0 0,0 0 0,4 0 0,3 0 0,4 0 0,2 0 0,-1 0 0,-6 0 0,-6 0 0,-4 0 0,5 0 0,0 0 0,7 0 0,3 0 0,1 0 0,-1 0 0,-3 0 0,-5 0-822,3 0 0,-5 0 1,4 0 821,-4-1 0,4 0 0,2-1 0,2 1 0,-2-1 0,-1 1 0,-5 0 0,8-1 0,-5 1 0,5-1 0,-4-1 0,4 0 0,3 0 0,0-1 0,0 0 0,-3 1-473,2-1 0,-1 1 1,0 0-1,-1 0 0,0-1 473,0 1 0,0 0 0,-1 0 0,1-1 0,0 1 0,-3 0 0,2 0 0,0-1 0,-2 1 0,-2 0 0,-6 1 167,2-1 1,0 1-168,3-1 0,7 0 0,4-1 0,-2 0 0,-4 1 26,-1 1 0,-3 1 0,4-1-26,-3 0 0,3-1 0,3 0 0,0 0 0,-1 0 0,-2 0-66,-3 1 1,-1 1-1,-1-1 1,-1 1 0,-1-1-1,11 0 1,-2-1 0,-3 1-1,3 1 1,-1-1-1</inkml:trace>
  <inkml:trace contextRef="#ctx0" brushRef="#br0" timeOffset="10873">15944 5928 24575,'-12'31'0,"0"0"0,0 2-1639,0-2 1,3-5-1639,6-16 1638,-5 13 1,-1 1 1010,6-12 628,-2 8 0,0 1 0,3-8 514,-2 10 0,1-1-514,2-9 0,-3 19 0,4-27 0,0 1 0</inkml:trace>
  <inkml:trace contextRef="#ctx0" brushRef="#br0" timeOffset="20026">29838 7313 24575,'-17'3'0,"4"1"0,-22 5 0,16-1 0,0-2 0,0 1 0,-10 9 0,8-2 0,-8 10 0,11-3 0,5-3 0,1 0 0,-4 5 0,6-5 0,2 0 0,5-7 0,-7 23 0,9-16 0,-1 1 0,1 2 0,6 1 0,1-1 0,-1 8 0,13 4 0,1-2 0,-11-19 0,13 10 0,8 6 0,-5-7 0,-3-7 0,-1 0 0,4 4 0,0-2 0,2-4 0,-1-1-308,-8-2 0,2 0 308,12 3 0,6 0 0,-8-2 0,-4-1 0,0-2 0,9 1 0,0 0 0,-6-2-781,-7-1 0,0 0 781,8 1 0,6 0 0,4 0 0,-2-1-820,-1 0 1,1-2 0,-1 1 0,-2-1-110,4 1 1,-2-1 0,2 0 928,-7-1 0,4 0 0,-1 0 0,-2-1 0,-7-1-175,-4 1 1,-2-2 174,16 1 0,6 0 0,-8-1 0,-7-1 0,8 1 0,7-1 0,-7 0 0,-4-1 0,-7 0 0,5 1 0,-2-3 0,2-2 0,-3-2 0,-6 0 0,-1 0 0,10-5 0,-4-1 369,-7-2-369,2-2 0,0 1-1501,-10 5 1501,13-14 3276,-15 5-1223,-1 0-1581,2-2-472,-7-11 0,-3 27 0,-6-18 0,-3-3 0,-2 7-716,-1 2 0,-5-6 0,-1 0 0,2 4 716,4 4 0,-4-1 0,-1 2 0,-5-5 0,-4-3 0,-3-1 0,-2-1 0,1 1 0,1 1 0,3 5-656,-3-1 1,3 3-1,0 2 1,-2-1 0,-4-3 558,9 5 0,-2-1 0,-2-1 0,-3-1 0,0-1 0,-1 0 0,-1 0 0,1 0 1,0 1-1,2 0 0,1 2 0,2 0 0,3 3-483,-10-5 1,5 2 0,2 2 0,-3 0-1,-6-1 580,9 5 0,-4-1 0,-3 0 0,-2 0 0,-2-1 0,-1 1 0,-1-1 0,1 2 0,1-1 0,1 2 0,3 0 0,2 1 0,4 1-415,-8 0 0,5 1 0,2 2 1,-2 0-1,-4-2 415,6 1 0,-3 0 0,-2-1 0,-3 0 0,0 0 0,-1 0 0,1 0 0,2 1 0,2 0 0,4 0 0,3 2 0,-14-2 0,7 2 0,2 0 0,1 1 0,1 0 0,0-1 0</inkml:trace>
  <inkml:trace contextRef="#ctx0" brushRef="#br0" timeOffset="20979">26509 11179 24575,'-12'5'0,"-2"-2"0,-1 0 0,-11 1 0,14-3 0,-12 3 0,14-1 0,-3-1-3277,-8 7 0,13-8 2540,-18 9 737,16-7 0,-16 9 0,13-6-1639,-4 3 1,0 0 546,8-3 650,-12 7 0,0 2 442,12-6 0,-11 10 0,0 1 0,10-10-679,-9 16 0,1 1 679,8-14 846,-6 14 1,1 0-847,5-10 388,-1 12 1,0 4-389,4-5 0,2 2 0,-3 1 0,2 3 0,2-7 0,2 1 0,3-1 0,4 5 0,2-2 1638,-3-1 0,4-1-1419,11 3 0,4-4 1799,2-3-2018,1-9 0,9 1 0,0 0 0,-7-2 518,-8-3 0,1-1-518,5-1 0,9 2 0,4 0 0,1 0 0,-4-2 0,-7-2-1136,1-3 0,0-1 1136,-4-1 0,7 2 0,4-1 0,1 1 0,-1-1 0,-4-1 0,-6 0 0,7-3 0,-1-1 0,-5 0 0,6 1 0,5-2 0,0 1 0,0-1 0,-4 0 0,-6 0-767,0-1 1,-6 0 0,5-2 766,2 0 0,6-1 0,3-1 0,0 0 0,-3 0 0,-6 1 0,-2-1 0,-4 1 0,3-5 0,-4 0 0,4-4 0,3-1 0,0-3 0,1 0 0,-1-1 0,-3 1 0,-3 2-778,4-6 0,-5 1 1,0-1-1,4-4 778,-6 5 0,3-3 0,1-2 0,2-2 0,-1 0 0,0-1 0,-1 2 0,-4 0 0,-2 4-174,0-4 0,-3 1 0,-3 2 0,0-1 0,1 1 0,5-9 0,0-1 0,-2 2 0,-4 5 0,-6 5 0,0 0 0</inkml:trace>
  <inkml:trace contextRef="#ctx0" brushRef="#br0" timeOffset="22985">22915 13159 8191,'-4'25'0,"0"-1"0,2-8 1638,-2 14 0,2 3-559,7-2-1079,2 4 0,2 1 0,-2-13 0,1 0 132,4 4 1,2 1-1,0-5-132,7 1 0,-6-8 0,5 2 0,3-2-388,6-3 1,5-2 0,2-2 0,-5 0 387,-5 1 0,-3-1 0,6 0 0,-1-3 0,5 0 0,5 0 0,1 0 0,1-1 0,-3 0 0,-4-2 0,-8 0 957,6-1 0,-1-2-957,-3 0 0,8 0 0,4 0 0,3-1 0,1 0 0,-3-1 0,-4 0 0,-7-1 0,0-1 0,-6-1 0,5-2 0,2-1 0,6-1 0,2-1 0,1-2 0,-4-1 0,-6 0-933,3-9 0,-7-2 0,0 2 933,0 3 0,-1 0 0,-4 0 555,-3-7 1,-7 0-556,-8-7 0,0 20 0,-1-17 0</inkml:trace>
  <inkml:trace contextRef="#ctx0" brushRef="#br0" timeOffset="23781">19822 14041 24575,'-25'5'0,"8"-2"0,-4 1 0,-1 2 0,3 2 0,2 0 0,-1-3 0,-1 1 0,-5 5 0,3 0 0,8-6 0,-7 6 0,-6 4 0,5-3 0,2-2-777,-2 3 0,-5 4 0,5-3 777,2 1-1093,6 7 1,-2 7 0,3-4-1643,-2 0 1834,9 1 0,3 6 0,4-7 901,7-9-231,10 9 0,6 1 231,-5-11 0,1-1 0,0 0 14,7 6 1,5 0-15,-4-5 0,7 0 0,2 1 0,-2-2 0,-5-2 514,3 1 1,2-1-515,-8-3 0,6 1 0,4 2 0,2-1 0,-1 0 0,-1-2 0,-5-2-237,2-1 1,-4-3 0,0-1 0,6 1 236,-8 0 0,4 1 0,3 1 0,2-1 0,0 1 0,0-1 0,-2 0 0,-3-1 0,-4-1 0,6 0 0,-4 0 0,-1-2 0,5 0 0,-3 1 0,6-1 0,3 0 0,2-1 0,0 1 0,-1 0 0,-4-1 0,-5 1 0,-8-1 0,3 0 0,-1 0 0,7-1 0,11-2 0,1 1 0,-7-1 0,-17 2 0,-17 0 0,12-5 0</inkml:trace>
  <inkml:trace contextRef="#ctx0" brushRef="#br0" timeOffset="26726">4612 12919 24575,'27'-10'0,"-17"7"-1639,21-10 1,1-1-1639,-18 7 2457,8-4 1,7-3 0,2-1 0,-9 4 1554,-2 0-735,3-1 0,7-4 0,-1 1 0,-8 3 1801,-9 4-1801,12-7 0,7-5 0,-7 3-291,-11 6 291,10-8 0,2 0 0,-2 0 0,-8 7-142,8-7 142,-20 17 0,1-1 0,-4 2 0</inkml:trace>
  <inkml:trace contextRef="#ctx0" brushRef="#br0" timeOffset="29654">30128 7636 24575,'-28'12'0,"-1"-1"0,8-2 0,-1 0 0,0 0 0</inkml:trace>
  <inkml:trace contextRef="#ctx0" brushRef="#br0" timeOffset="30356">13986 15234 24575,'22'-6'0,"-2"-3"0,0-1 0,-2 0 0,11-9 0</inkml:trace>
  <inkml:trace contextRef="#ctx0" brushRef="#br0" timeOffset="33541">5814 15049 24575,'9'5'0,"-1"-1"-3277,5-2 0,-8 1 104,23-2 3173,-19 1 0,27 0 0,-20-2 648,6-2 1,7-2-649,1-6 0,2-5 0,1 1-1093,0 1 1,-1 0 0,4-4 1020,-9 2 1,3-2 0,1-3 0,1 0 0,0-1 0,-3 2 0,-2 2 71,0-1 0,-3 3 0,0-2 0,6-4 0,-8 5 0,3-3 0,3-3 0,3-1 0,1-2 0,1-1 0,1 0 0,0-1 0,0 1 0,-2 0 0,-1 2 0,-2 2 0,-3 2 0,-3 2-455,5-3 0,-5 4 0,-2 1 0,2-2 0,6-5 455,-10 8 0,3-2 0,2-3 0,2-1 0,2-1 0,1-2 0,1 0 0,2-2 0,0 0 0,0 0 0,0-1 0,0 1 0,0 0 0,-2 1 0,0 1 0,-1 0 0,-2 2 0,-2 1 0,-3 2 0,-1 2-299,10-9 0,-5 4 0,-3 2 0,0 1 0,1-2 0,4-3 299,-4 4 0,2-1 0,2-3 0,2-1 0,0 0 0,1 0 0,-1-1 0,-1 2 0,-1 0 0,-2 3 0,-3 1 0,-3 3 0,12-11 0,-6 5 0,-3 3 0,3 1 0,0 0 0</inkml:trace>
  <inkml:trace contextRef="#ctx0" brushRef="#br0" timeOffset="36183">7450 15278 24575,'-27'5'0,"6"-2"0,-1 0 0,-11 3-1639,-2-2 1,3-1-1639,17-3 1638,-19 1 1,-1-1 175,18 0 623,-20 0 1,0-1 839,19-1 0,-8 0 0,-9 0 0,7 0-179,3 0 179,-3-1 0,-10-1 0,-1 0 0,9 2 2791,-4-1-2791,7 1 0,-7-1 0,-4-1 0,4 1 0,9 1 0,-2 0 0,-2 0 0,-9-1 0,-1 0 0,9 1 0,-1 1 0,5 0 0,-5-1 0,8 1 0,6 1 0,-3 0 2227,18-1-2227,1-3 819,1-5 0,0 5 0,0-3 0</inkml:trace>
  <inkml:trace contextRef="#ctx0" brushRef="#br0" timeOffset="37790">6409 15128 24575,'0'27'0,"0"-12"-3277,-3 14 0,3-22 733,-6 27 2544,4-25 0,-4 21 0,4-21 1800,-1 12-1800,3-9 0,0 2 0,0-3 3276,1-7-22,1-2-2486,-3-12-768,2-1 0,-8-12 0,4 9 0,-6-8 0,-1-3-3101,3 9 3101,-2-5 0,3 11 0,-1 1 0,1-1 0,4 4 0,8 7 0,6 1 0,7 1 0,-5-1 0,10 1 0,-18-3 0,30 6 0,-24-4 0,7 2 0,-1-1 0,-9-1 3101,8 2-3101,-20 5 0,2-1 0,-19 13 0,14-12 0,-8 3 0,-3 0 0,-4 4 0,-1 0 0,-1 1 0,20-14 0,-3 3 0,15-7-3277,5-5 0,-1 1 2321,16-10 956,-19 11 0,21-11 0,-12 7 0,-7 3 0,-12 8 3276,-15 7-127,3 0-2064,1-4-1085,9-5 0,-3-1 0,1 0 0,-1 0 0,-1-3 0,-8-7 0,1-1 0,-1-1 0,4 3 0,20 0-3277,13-3 0,-4 3 3047,8 1-590,-4 0 1,-14 4 0,10-4 0</inkml:trace>
  <inkml:trace contextRef="#ctx0" brushRef="#br0" timeOffset="39644">12145 10685 24575,'0'6'0,"1"20"0,0-1 0,-1 5 0,1-1 0,0 1 0,-1 0-954,1 1 1,0 4 0,-1 4 953,-2-9 0,-1 3 0,0 3 0,-1-1 0,1-3 0,1-4-1639,0 9 1,-1 1 1341,0-7 0,-1 7 0,-1 3 1,1 0-1,-1-5 0,2-8 297,-1-3 0,1-4 0,-2 6 0,0 2 0,0-3 0,2-3 0,0-2 0,-3 9 0,2-3 1633,4-2-1633,-3-3-1639,14-36 1,3-8 213,-7 7 1425,5-6 0,3-4 0,-2 3 492,-1-2-492,7-4 0,0 1 3276,-5 2-3243,1 5 1,3-3 0,0 2-34,-4 3 0,-1 0 0,6-6 0,-1 1 0,-3 2 0,-3 3 0,-6 6 3276,2-3-2457,-6 11 0,-1 2 0,-1 1 0</inkml:trace>
  <inkml:trace contextRef="#ctx0" brushRef="#br0" timeOffset="39946">12059 11493 24575,'29'13'0,"1"-1"0,-4-1 0,6 1 0,-2-1 0,-5-5 0,-2 5 0,11 1 0,-11 0 0,3-3 0,-5-4 0,-10-4-820,7-5 1,-12 3 0,4-4 0</inkml:trace>
  <inkml:trace contextRef="#ctx0" brushRef="#br0" timeOffset="40596">12486 11375 24575,'8'7'0,"8"15"0,-6-8 0,2 5 0,0 1 0,-3-6 0,6 12 0,-13-18 0,3 4 0,-5-6 0,1 2 0,2-17 0,-1-2 0,7-12 0,2-2 0,-3 2 0,5-3 0,1 2-3277,4 0 0,-4 5 3047,5 1 230,-11 19 0,10 28 0,-9-10 0,0 5 0,-1 1 0,-4-7 0,3 1 0,6-16 0,0-5 0,15-7 0,-7-4 3276,2 0-492,-9 0-2784,10-9 0,-14 13 0,7-16 0,-16 21 0,-1-4 0,0 7 0</inkml:trace>
  <inkml:trace contextRef="#ctx0" brushRef="#br0" timeOffset="40946">12880 11382 24575,'1'6'0,"3"-2"0,0-2 0,10-7 0,-8 3 0,17-13 0,-16 11 0,15-13 0,-16 12 0,10-7 0,-12 7 0,7-3 0,-5 10 0,2-1 0,1 10 0,-4-5 0,3 8 0,-4-9 0,2 5 0,-4-7 0,-2 3 0,-10 4 0,6-5 0,-6 3 0</inkml:trace>
  <inkml:trace contextRef="#ctx0" brushRef="#br0" timeOffset="41294">12435 11753 24575,'12'-4'0,"7"-4"0,1-1 0,4 3-976,6-6 0,5 0 976,-6 3 0,2 1 0,0 0-469,-4 0 0,1 1 1,1 0 468,1-2 0,2 0 0,-1 1 0,-5 0-1639,-1 3 1,-3 0 801,1-1 0,-2-1 837,5-5 0,-4 1 0,8-3 625,-4-11-625,-3-4 0,-1-1-656,-9 12 1,-1 3-1,-7 5 1,2 2 0</inkml:trace>
  <inkml:trace contextRef="#ctx0" brushRef="#br0" timeOffset="42186">13693 10950 24575,'-17'27'0,"2"5"0,3-9 0,2 10 0,7-20 0,-1 18 0,3-16 0,3 9 0,1-15 0,5 7 0,4-4 0,8-3 0,-6-3 0,4-9 0,-9 1-3277,10-8 0,-11 7 2725,8-7 1,0-1 551,-7 4-1639,8-7 1,-1-1 668,-11 8 883,10-16 87,-12 15 3276,3-19-2348,-5 6-928,-1-5 864,-3 0-864,-5 6 0,3 3 0,-7 0 0,5 12 0,-8-6 0,8 8 3276,-5-2 0,-1 5-2905,6 0-371,-5 2 0,11-1 0,1 2 0</inkml:trace>
  <inkml:trace contextRef="#ctx0" brushRef="#br0" timeOffset="42617">13842 10880 24575,'6'25'0,"4"7"0,-7-25 0,5 12 0,1 0 0,-5-7 0,13 19 0,0-20 0,-4-4 0,12-3 0,-7-14 0,4-7 0,-6 0 0,4-12 0,-15 20 0,9-20 0,-10 24 0,0-11 0,-2 8 0,-2 1 0,-2 1 0,2 5 0,-1 1 0</inkml:trace>
  <inkml:trace contextRef="#ctx0" brushRef="#br0" timeOffset="42883">14076 10770 24575,'28'-5'0,"0"1"0,9-2 0,-5-1 0,-17 3 0,13-5 0,-3-1 0,-16 5 0,8-6 0,-1 2 0,-11 5 0,11-18 0,-12 15-3277,3-20 0,-5 16 2457,-1-15 1,-1 18 0,0-3 0</inkml:trace>
  <inkml:trace contextRef="#ctx0" brushRef="#br0" timeOffset="43184">14271 10401 24575,'-5'23'0,"0"0"0,-2 8 0,1-3 0,3-12 0,-2 14 0,-1 0 0,3-6-1639,-2 11 1,0-2-1639,4-17 1638,0 17 1,1-2-1639,0-19 3648,5 16 1,0 0-372,-2-15-1344,3 5 0,-1 0 1344,-1-9 2688,5 13-2688,-7-16 3276,4 8-2533,-4-12 819,3 1-1562,2-6 0,-2 1 0,-1-1 0</inkml:trace>
  <inkml:trace contextRef="#ctx0" brushRef="#br0" timeOffset="43382">14352 10836 24575,'7'9'0,"-1"-4"0,-6-7 0,0 0 0</inkml:trace>
  <inkml:trace contextRef="#ctx0" brushRef="#br0" timeOffset="43569">14343 10779 24575,'5'0'0,"-1"0"0,-2 0 0,-1 0 0</inkml:trace>
  <inkml:trace contextRef="#ctx0" brushRef="#br0" timeOffset="44117">14485 10376 24575,'8'6'0,"8"4"0,-10-4 0,14 14 0,-13-13 0,6 16 0,-8 8 0,-2-9-1639,-1 5 1,-1-2-1639,-1-10 1638,-2 12 1,0-1 148,0-15-27,-2 20 0,0 2 1517,3-19-677,-1 11 1,0 7 0,0-7 676,2-7 544,0 14 1,0-3-545,2-19 2567,2 12-2567,0-16 3276,-3 1-3135,-4-7 0,1 0 0,-2-1 0</inkml:trace>
  <inkml:trace contextRef="#ctx0" brushRef="#br0" timeOffset="44583">14698 10716 24575,'10'5'0,"6"1"0,-6-4 0,12-1 0,-12-1 0,6-5 0,-14 3 0,4-8 0,-6 6 0,1-8 0,-8 4 0,4 1 0,-13-3 0,3 7 0,1-1 0,0 4 0,5 3 0,3-2 0,-7 12 0,9-8 0,-4 25 0,6-19 0,0 25 0,2-26 0,8 21 0,-1-21 0,2 7 0,0-10 0,3-11 0,-3 1 0,8-14-820,-14 10 1,3-5 0,-7 11 0</inkml:trace>
  <inkml:trace contextRef="#ctx0" brushRef="#br0" timeOffset="44781">14849 10716 24575,'16'23'0,"0"0"0,-8-19 0,-2 1 0,10-13 0,-11 4-3277,19-22 0,-19 18 3047,9-12 230,-7 4 0,-3 10-433,5-11 1,-7 15-1,-1-1 1</inkml:trace>
  <inkml:trace contextRef="#ctx0" brushRef="#br0" timeOffset="45019">15041 10617 24575,'8'13'0,"3"5"0,-4-5 0,3 0 0,-3 2 0,-2-11 0,1 6 0,-4-6 0,1 3 0,-3-3 0,0 6 0,-14 1 0,-4 0 0,0 4-656,-2-1 1,0-2-1,9-8 1,5 1 0</inkml:trace>
  <inkml:trace contextRef="#ctx0" brushRef="#br0" timeOffset="47138">12792 11780 24575,'12'-2'0,"24"-5"-919,-18 2 919,6 1 0,9-1 0,2-1 0,-8 2-1362,-8 1 1,1 0 1361,9-1 0,8-1 0,3 0 0,-2 0 0,-8 0 0,-6 1 0,0-1 0,1 0 0,6-2 0,4 0 0,3-1 0,-2 0 0,-2 1 0,-6 0-1093,3 0 1,-4 0 0,4-1 1058,-3 0 1,4 0 0,4-2 0,2 1 0,0-1-1,-2 0 1,-4 1 0,-4 1 33,6-1 0,-6 1 0,4-2 0,-2 2 0,4-2 0,3-1 0,1 0 0,-2 0 0,-3 2 0,-5 0 0,-1 1 0,-4 0 0,4 0 0,3-1 0,6-2 0,3 0 0,-1-1 0,-3 2 0,-7 1 0,-1 0 0,-2 0 0,7-2 0,7-2 0,-2 1 0,-10 1 0,-6 0 0,3 0 0,5-3 0,-7 3 0,-4 1 0,7-6 0,0 0 0,-11 7-1639,6-6 1,-1 0 718,-8 10 920,15-14 1001,3 7-1001,-2 2 0,1 1 0,-9 0 0,2 0 0,10-2 0,6-2 0,-9 3 3276,-7 2-3258,5-2 1,7-3 0,-8 3-19,-9 4 0,11-6 0,-2 0 3276,-17 6 0,18-14-3175,-21 15-3378,5-15 166,-8 15 3111,5-21 0,-5 16 0,7-24 0,-7 21-1639,3-8 1,0 0 378,-4 11 580,6-18 0,0 0 680,-3 10 1638,5-13 0,1-3-1389,-4 8 1,0 1-1878,1 4 0,-1 1 1628,-2 1 0,0-1 1638,0-2 0,-1 0-1242,-1-2 0,1 0 684,1-1 0,0-2-1080,-1-11 0,-1 4 110,-1 18-110,1-10 0,-1 0 0,-3 16 3276,1-12-816,-5 10-2460,0-8 0,0 11 0,-10-19 0,10 22-1639,-8-9 1,0 0-1639,7 11 0,-24-13 1875,23 14 1402,-9-3 0,-16 4 0,20 1-1517,-23 1 0,-2-1 1517,20 1 0,-8 1 0,-11 0 0,-1 0 0,8 1 992,8-1 0,0 0-992,-2 0 0,-7 0 0,-3 0 0,-3 0 0,1-1 0,1 1 0,1-1 0,0 1 0,-1-1 0,1 0 0,0 0 0,2 0 339,1 0 0,2 1 1,1-1-1,-2-1 1,-3 1-340,2 0 0,-5 0 0,-1 0 0,-2-1 0,2 1 0,2-1 0,5 1 0,5 0 0,-3-1 0,1 1 0,1 0 0,-8-1 0,-2 1 0,-1-1 0,5 1 0,6-1 0,5 1 0,0 0 0,-10 2 0,-7 0 0,1 1 0,9-1 0,3 2 0,-4 1 0,-6 0 0,-2 1-812,6-2 0,-1 0 0,1 0 0,2 0 812,-6 1 0,-2 1 0,7-1 0,-7 0 0,-3 0 0,1 0 0,3 0 0,8-1 1025,0-2 0,1 1-1025,-2 0 0,-7 1 0,-4 1 0,1 0 0,3-1 0,7-1 0,2-1 0,1 0 0,-2 0 0,-7 2 0,-1-1 0,3 0 0,10 0 0,1 0 0,-8 1 0,-8 1 0,8-1 1115,13-1-1115,-8 2 0,-7 2 0,5 0 0,0 0 0,-3 2 0,-7 2 0,5-2 423,11-5 1,1 1-424,-5 2 0,-2 1 0,0 0 0,-9 5 0,3-1 0,14-5 0,-1 0 0,-6 6 0,-4 1 0,7-3 3276,7-3-2296,-13 10 0,0 0-980,15-9-1639,-8 7 1,0 0 1150,13-8 69,-6 5 0,1 1 419,5-4-1341,-1 6 1,0 0 1340,2-6-1412,3 8 1,0 0 1411,3-10 2823,-1 14-2823,2 9-2397,-2 3 2397,1 2 796,-2-9 0,1-1-796,0-8 0,-1 10 0,0 0 0,2-8-1278,0 9 0,0 0 1278,1-15 61,2 20 1,1-1-62,-1-19-428,3 16 1,-1 0 427,-2-17 814,1 11 0,0-1-814,-2-10 3001,-1 24-3001,-3-11 3276,1-5-2383,-3 14 2383,5-28-1049,-4 26-2227,4-26 0,-6 29 0,6-26 0,-6 26 0,6-25-1639,-2 8 1,1 0-119,1-10 500,-3 27 1257,3-29 0,7 16 0,7-8 0,-2-2 0,15 10 0,-18-19 3276,20 19-391,-1-1-1005,-8-7-1880,4 3 0,-2-3 0,-9-8 0,15 5 0,3-2 0,-4-5 0,8-1 0,5 0 0,-14-3 0,1-1 0,-2 1-1639,2-1 1,-1 0-1,5 0 1,-2 0-1462,6 0 3100,-16 0-1639,9 0 1,-1 0 1329,-12 0 127,5 2 1,0 1 181,-9-2 3111,18 5-3111,-19-6 2647,5 0-2647,-7 0 0,20-20 0,-4 2 0,1-5 0,-9 9 0</inkml:trace>
  <inkml:trace contextRef="#ctx0" brushRef="#br0" timeOffset="47771">13283 10287 24575,'7'-15'0,"4"-5"0,2 0 0,3-3 0,1 2 0,4-4 0,-4 5 0,-2 6 0,9-8 0,9-8 0,-8 8-1429,-7 8 1429,3-1 0,6-6 0,1 0 0,-6 5-1650,7-1 1650,-6 3 0,8-5 0,3-1 0,-1 0 0,-4 3-897,-3 1 1,-3 2-1,3-2 897,3-1 0,5-2 0,1-1 0,-2 2 0,-6 1 0,4-3 0,-3 1 0,2 2 0,2-2 0,-7 4 0,-6-2 0,8 0 0,-4 2 135,-18 10 1,9-5-1,-13 8 1</inkml:trace>
  <inkml:trace contextRef="#ctx0" brushRef="#br0" timeOffset="48137">14242 9568 24575,'-6'30'0,"1"-1"0,2-8 0,1-2 0,-2 5 0,5-18 0,-3-8 0,1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42:27.18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5745 9254 24575,'6'13'0,"3"3"0,-1 0 0,4 3 0,2-6 0,-4-4 0,2-5 0,-7-2 0,7-2 0,-6-1 0,10-3 0,-3 2 0,-2-1 0,14-4 0,-18 6 0,12-8 0,-15 8 0,3-4 0,-5 4 0,1-2 0</inkml:trace>
  <inkml:trace contextRef="#ctx0" brushRef="#br0" timeOffset="3991">1909 12157 24575,'5'0'0,"0"0"0,6-5 0,-6 4 0,15-7 0,-14 5-3277,14-4 0,-13 5 0,14-4 1787,-16 6 4121,16-5-2631,-16 5 0,18-4 0,-16 3 1746,8-2-1746,-1 2 0,19-4 0,-9 3-1639,7-2 1,0 0 431,-17 3 1207,6-2 0,1 0 3276,12 3-2068,4-2-1208,-8 2 0,1 0 0,-11 2 0,-1 0-940,5-1 1,-1 1 939,4 4-1639,6-2 1,-1 0 1054,-3-1 584,-2 0 0,8 1 0,1 0 0,-6-2 1269,-7 0 0,1-2-1269,7 2 0,7 0 0,0 0 0,-5 0 0,-3-2 0,0 0 0,6 0 0,3 0 0,-4 0 0,-8 0 0,-3 0 0,6 0 0,-5 0 0,-14 0 0</inkml:trace>
  <inkml:trace contextRef="#ctx0" brushRef="#br0" timeOffset="5424">4118 12123 24575,'19'-2'0,"5"-1"0,-1 1 0,5 1 0,0 0 0,6-1-1639,0 2 1,3 0-1,-15 0 1,1 0 1585,4 0 1,2 0 0,1 0 273,1 1 1,1 0-1,1 0-221,3 0 0,1 0 0,-1-1 0,-8 1 0,-2 0 0,1 0 0,1 0 0,0-1 0,0 1 0,6 0 0,-2 1 0,-4-2 0,1 1 0,8 2 0,-2 0 0,-2 0 0,0 0 0,2-1 0,-14 0 0,-1-1 0,10 0 0,-2 0 0,7 0 0,-6-1 0,-13 2 0,-4-2 0,-11 0 0</inkml:trace>
  <inkml:trace contextRef="#ctx0" brushRef="#br0" timeOffset="6737">2153 13339 24575,'24'-3'0,"9"-2"0,1 0-2250,1 0 2250,-4 1 0,5 0 0,-7 1 0,-2-1 0,0 2 0,9-2 0,1 1 0,-6 0-1160,-6 1 0,1 0 1160,4 0 0,6-2 0,2 1 0,-2 0 0,-7 1 0,-6 1 0,1 0 0,4-1 0,7 0 0,3-2 0,-4 2 0,-8 0 0,9 0 0,-4-1 0,10 0 0,-2-1 0,-11 1 1037,-6 0-1037,15-1 0,-3 0 0,-23 2 0,19 1 0,-22 1 0,14 1 0,-16 0 0,2 0 0</inkml:trace>
  <inkml:trace contextRef="#ctx0" brushRef="#br0" timeOffset="8030">4448 13385 24575,'21'-8'0,"14"-3"-1639,-11 5 1,0 1-1,-4 1 1,1 1-1,10-2 1,-1 0 2966,-3 1-1328,1 2 0,1 0 0,1-3 0,-1 3 0,0 1 1719,1-1-1719,2 0 0,6 0 0,-9 1 0,3 0 0,-2 0-793,5 0 1,1-1 792,-6 1 0,3 0 0,0-1 0,-5 1 0,-1 1 0,0 0 0,1-1 0,5 0 0,0 0 0,-4 0 0,3 0 0,-1 1 0,5 0 0,2-1 0,-4 1 0,-10 0 0,-1 0 0,14-1 0,-1 1 0,1-1 0,-6 0 0,-2-1 0,-5 2 3276,12-1-552,-26 1-2724,-1 0 0,13 0 0,-9 0 0,7 0 0,2 0 0,-3 1 0,0-1 0,-1 0 0,-4 2 0,10-2 0,-18 0 0,3 0 0,-8 0 0</inkml:trace>
  <inkml:trace contextRef="#ctx0" brushRef="#br0" timeOffset="9467">6410 12782 24575,'0'17'0,"-2"0"0,3-15 0,1 2 0,15-15 0,-6 7-1639,14-15 1,0-1-1639,-9 9 2302,3-3 1,1-2-464,3-6 1438,-8 10-1639,4-12 1,0 0 1424,-6 9 84,4-16 0,-2-2 130,-6 4 0,-2 7 0,0 2 0,-4 3 0</inkml:trace>
  <inkml:trace contextRef="#ctx0" brushRef="#br0" timeOffset="11399">4683 13781 24575,'-28'12'0,"12"-9"-1639,0 10 1,1 1-1639,8-9 0,-13 16 0,5-2 2909,8-9 2195,-10 19-1827,12-19-2925,-2 22 2925,4-21 2073,6 16-2073,-2-23 3276,10 13-2600,-5-13-233,9 5-443,-3-3 0,0-3 3276,2 3-423,-5-8-2853,0-1 0,-4 1 0,-4-1 0</inkml:trace>
  <inkml:trace contextRef="#ctx0" brushRef="#br0" timeOffset="12228">4907 13802 24575,'-13'3'0,"4"-1"0,-1 3 0,1 2-3277,-2 8 0,4-5 1448,-4 12 1829,10-16 0,-5 13 0,6-12 0,2 9 0,3-7 0,2-2 3276,-1 1-560,1-7-325,7-1-2391,4-6 0,-3 2 0,0-6 0,-11 9 0,8-11 0,-4 1 0,-1 0 0,1-9 0,-7 15 0,4-11 0,-4 12 0,2-3 0,-3 9 0,2-1 0,6 12 0,-3-9 0,8 9 0,-11-9 0,6 0 0,-3 1 0,-1-5 0,3 6 0,0-4 0,-1 1 0,4-3 0,-8 0 0,2-2 0</inkml:trace>
  <inkml:trace contextRef="#ctx0" brushRef="#br0" timeOffset="12533">5051 13771 24575,'12'0'0,"6"0"0,1-6 0,-3 3 0,10-8 0,-17 8 0,8-10 0,-2 2 0,-6 0 0,2-5 0,-12 8 0,3 1 0,-3 1 0</inkml:trace>
  <inkml:trace contextRef="#ctx0" brushRef="#br0" timeOffset="12850">5111 13607 24575,'8'16'0,"3"7"0,-6-12-3277,8 18 0,-10-20 0,8 26 0,-10-28 3619,5 14 1,0 0-343,-2-10-1335,4 8 1,-1-1 1334,-4-9 2669,9 13-2669,-10-15 3276,5 4-2561,-5-6 933,1 0-1648,-3-2 0,0-2 0,0 1 0</inkml:trace>
  <inkml:trace contextRef="#ctx0" brushRef="#br0" timeOffset="13501">4712 14245 24575,'22'-8'0,"0"1"0,2 0 0,10-2 0,0 0-1639,-9 3 1,-1 0-1,5-2 1,0 0-1,-2 1 1,-3 2 2847,1-3-1209,2 1 0,6-1 0,-7 1 1736,-8 1-1736,15-4 0,-2 0-738,-20 5 738,18-7 3276,-16 8-183,-2-5-3093,10 1 0,-14 1 144,8 1-144,-13 3 0,5 0 0,-4-6 1111,-1 5-1111,4-9 0,-5 10 0,1-3 0</inkml:trace>
  <inkml:trace contextRef="#ctx0" brushRef="#br0" timeOffset="13966">5357 13633 24575,'16'11'0,"-8"-7"0,12 19 0,-15-18 0,9 18 0,-10-17 0,6 14 0,-6-9 0,0 0 0,-1-4 0,-3-4 0,-2 2-3277,-20 8 0,11-8 3047,-16 9-330,9-7 1,0 0 559,-17 6 0,15-5 0,1-1 0,-2-1 0</inkml:trace>
  <inkml:trace contextRef="#ctx0" brushRef="#br0" timeOffset="22848">11716 13824 24575,'0'9'0,"2"3"0,2 15 0,-1-10 0,5 17 0,-4 3 0,2-5 0,-3 4 0,0-14-3277,-2 2 0,2-8 3047,-1 6 230,1-9 0,-1 9-3277,-1-5 2572,1-1 705,-1 3 0,1 1 3276,1 13-1740,0 1-1536,-1-6 0,1-4 0,-3 1 0,1-13 0,-1 14 0,0-14 0,0 11 0,0-12 0,0-1 0,0-4 0</inkml:trace>
  <inkml:trace contextRef="#ctx0" brushRef="#br0" timeOffset="23929">11788 14450 24575,'-32'0'0,"4"0"0,-1 0 0,-1 0 0,20 0 0,-11 0 0,8 0 0,2 0 0,-7 0 0,6 0 0,-15-1 0,11 0 0,-3 1 0,-2-1 0,-7 1 0,-5 0 0,11 2 0,2 1 0,1 0 0,-1 0 0,1 0 0,3 1 0,-14 0 0,15-1 0,-12 1 0,18-4 0,-12 3 0,13-2 0,-27 3 0,20-2-1639,-8-1 1,1 1-1639,10-1 2624,-9-1 1,-2 0 652,6 0 0,-16 0 0,8 2 0,6-2 0,0 1 0,8-1 3276,7 5-300,-2 18-2976,2-11 1607,-1 23-1607,-2-11 0,6-4 0,-7 12 0,4-20 0,-5 18 0,2-8 0,1-3-3277,0 2 0,5-16 3047,-1 9 230,2-7 0,0 2 0,0-2 0,-2-3 0,2-4 0,-2 0 0</inkml:trace>
  <inkml:trace contextRef="#ctx0" brushRef="#br0" timeOffset="25365">11693 14514 24575,'7'-2'0,"-3"2"0,6-2 0,-5 2 0,12-1 0,-11-1 0,14-2 0,-6 2-3277,3-4 0,-6 5 2267,11-4 1010,-12 4 0,23-5 0,-23 4-304,23-1 304,-24 2 0,18-1 0,-19 2 0,15-1 0,-13 1 0,21 0 0,-18 0 0,24 1 0,-5 1 3276,-1-1-304,-5 1-1834,-16 1-1138,-1 3 0,4 3 0,-4 0 482,3-1-482,-8-2 0,5 7 0,-1 4 0,3 10 0,-5-7 0,2 11 0,-7-15 0,1 19 0,-2-15 0,0 0 0,0 0 0,0-5-1639,0 6 1,0 0-1639,0-12 2744,0 12 0,0-1 533,0-13 0,1 21 0,1-23 0,0 8 0,-1-8 3276,-5 1-2503,1-1 1,-1-2 0,2-2-1</inkml:trace>
  <inkml:trace contextRef="#ctx0" brushRef="#br0" timeOffset="26601">10820 14833 24575,'10'0'0,"11"-2"0,-13 1-1639,12-1 1,0 0-1639,-11 1 1638,23 0 1,0 2-1639,-20-1 2653,21 1 1,-2 1 623,-22-2 0,20 2 0,-11-1 0,-9 0 3034,18 1-3034,-13-2 0,0 0 0,7 1 0,-14-1 3276,13 6-2015,-13-5 2015,3 10 0,-6 2-6553,-1 17 2,1-12 1636,-3 2 1,-1-1 378,0-12 484,-1 16 1,1 1 775,-1-10-532,0 10 1,-1 0 531,2-5 1064,2 2 1,0 0-1065,0-5 3276,9 18-2255,-5-23 1624,3 7-2645,-2-7 2534,-4-3-2534,-5-8 0,-4-7 0,1 1 0,-1-1 0</inkml:trace>
  <inkml:trace contextRef="#ctx0" brushRef="#br0" timeOffset="27500">10851 14881 24575,'-15'3'0,"-9"4"0,-7-2 0,5 3 0,-6-3 0,8-2 0,4-2 0,-2 0 0,3 0 0,8-1 0,-10 0 0,0 1 0,12-1 0,-20 2 0,21-1 0,-8 0 0,13 3 0,0-2 0,4 15 0,-1 1 0,1 1 0,0 0 0,-1 6-1639,0-1 1,0-2-1639,0-8 1638,0 10 1,0-1 148,0-15 1490,0 20 0,-4-10 0,3-7-3034,-6 18 3034,6-23 0,-3 10 3034,1-9-3034,0-2 3276,-4-1-2015,1-11-1261,-1 0 0,1-3 0,4 8 0</inkml:trace>
  <inkml:trace contextRef="#ctx0" brushRef="#br0" timeOffset="29238">12241 14956 24575,'5'8'0,"1"5"-3277,0 7 0,-2-7 1638,1 6 1,0 0 1616,-4-7 22,3 8 0,0-1 0,-3-7 0,2 7 0,-1 0 0,-1-8 0,2 20 0,-3-25 1894,3 11-1894,-3-11 0,2 10 0,-3-6 3276,0 4-350,1-2-1169,0-3-1757,0 1 0,0-5 0,0 1 0,0-2 0,0-3 0,-7 0 0,-5-1 0,-18 1 0,12 3 0,-4-2 0,-3 1 0,-10 4 0,16-4 0,0 1 0,-4 0 0,0 1 0,-10 4 0,10-4 0,1-1 0,-12 4 0,-2-2 0,26-4 0,-22 1 0,24-3 0,-20 1 0,14 1 0,-1-1 0,3 1 0,6-2 0,4 1 0,-2 1 0,4 20 0,0 7 0,0 3 0,0-11 0,0-1 0,0 5 0,0-2 0,-2 5 0,2-22 0,-6 15 0,5-16 0,-5 6 0,6-5 0,-1 0 0,-1-2 0,13-14 0,-10 7 0,10-8 0</inkml:trace>
  <inkml:trace contextRef="#ctx0" brushRef="#br0" timeOffset="29952">12283 15347 24575,'9'19'0,"-5"-9"0,6 16 0,-9-19 0,4 8 0,-3 1 0,0-4 0,-1 21 0,-1-4 0,0-4 0,2 7 0,-2-27 0,4 16 0,-2-14 0,1 7 0,-1-7 0,-8-11 0,5 1 0,-5-7 0,6 6 0</inkml:trace>
  <inkml:trace contextRef="#ctx0" brushRef="#br0" timeOffset="30639">12313 15383 24575,'24'0'0,"-1"0"0,-2-1-1639,9 2 1,-3 1-1639,-19-2 1638,21 1 1,0 1-1639,-16-2 3793,11 1 1,-2-1-517,-12 0 0,16 0 0,-14 0 3276,9-1-2389,-9 1 2389,-3-2-326,7 15-2950,-11-6 0,12 20 0,-13-17 0,4 8 0,-2 1 0,-3-1 843,3 5 0,0 2-843,-4 11 0,2-5 0,-1-8 0,0-2 0,-1-6 0,3 5 0,0 2 0,4 1 0,3 5 0,-4-14 0,-2-5 0,-6-8 0,0 4 0,-2-3 0,2 1 0</inkml:trace>
  <inkml:trace contextRef="#ctx0" brushRef="#br0" timeOffset="32692">12763 15831 24575,'4'19'0,"-1"0"0,4 17 0,-2-20 0,-2 0 0,7 8 0,-6-9 0,4-3 0,-7-3 0,1-6 0,-2 2 0,0 1 0,0 0 0,0-1 0,0 0 0</inkml:trace>
  <inkml:trace contextRef="#ctx0" brushRef="#br0" timeOffset="33911">12814 16233 24575,'-5'7'0,"-5"10"0,4-4 0,-3 14 0,6-17 0,0 6 0,3-1 0,0-4 0,3 6 0,3-6 0,7-2 0,-3-4 0,22-10 0,1-4 0,-13 3 0,1-1-705,2 0 1,-2-1 704,4-4-1639,-8 3 1,-2-1-1402,-2 2 3040,11-19 0,-17 14-3277,5-14 2329,-9 17 1578,-2-16-630,-7 8 0,2-3 3276,-13 1-2015,0 11-1261,-13-1 0,10 6 0,-11 2 0,12 7 0,1 0 0,-3-1 0,-12 10 0,23-1 0,1 0 3276,-1 14 0,9-2-3044,3-4-232,3-1 0,1-14-3277,11 1 0,-8-5 2817,10-2 0,1-2 460,0 0 0,4-4 0,-1-1 0,3-6 0,-5 1 0,-11-2 3276,-11 10-110,-5-9-3166,3 8 1032,-5-4-1032,-13 6 0,3 1-1639,-11 6 1,-1 2-1639,9-4 2516,-5 6 0,-6 3 0,6 0 761,3 0 0,-6 3 0,2 2 0,15 0 0,10-1 0,5-8 0,16-4 0,-9-6 0,13-1 0,1-2 0,-5-5 1638,4 3 0,-2-1 853,-11-2-2491,1 3 3070,-15 2-3070,-2 3 0,-2 1 0,-4-1 0,4 1 0,-7-1-3277,-4-8 0,7 7 3047,-3-10-590,8 3 1,4 4 0,-2-3 0</inkml:trace>
  <inkml:trace contextRef="#ctx0" brushRef="#br0" timeOffset="34780">12259 15806 24575,'5'-1'0,"5"-1"0,-2-2 0,2 0 0,-3 1 0,-7 1 0,0 2 0,-3 0 0</inkml:trace>
  <inkml:trace contextRef="#ctx0" brushRef="#br0" timeOffset="35434">11404 15388 24575,'-8'8'0,"16"-9"0,-5 3 0,17-12 0,-16 6 0,4-4 0,-11 7 0,2 1 0,-3 0 0,5 1 0</inkml:trace>
  <inkml:trace contextRef="#ctx0" brushRef="#br0" timeOffset="37869">11684 12187 24575,'24'-19'0,"0"0"0,0-1 0,-6 8 0,3-2 0,0-2 0,6-6 0,1 0 0,-1 1 0,-5 5-1390,-2 2 0,-1 2 1390,3-5 0,5-4 0,-1 0 0,-5 3-980,-6 6 1,0 0 979,8-9 0,1 0 0,2-5 0,-15 13 0,0 1 0</inkml:trace>
  <inkml:trace contextRef="#ctx0" brushRef="#br0" timeOffset="40156">11078 12826 24575,'18'-6'0,"2"0"0,-2 0 0,1 0 0,10-4 0,1 2 0,-2 0 0,-5 1 0,7-1 0,-4 1 0,-14 5 0,16-6 0,-22 6 0,-1 0 0,-2 1 0</inkml:trace>
  <inkml:trace contextRef="#ctx0" brushRef="#br0" timeOffset="41524">10586 13866 24575,'30'-16'0,"-1"0"0,-7 3 0,1-1 0,0 0 0,3-2 0,-1-1 0,-1 1-994,3-2 0,-2 0 994,-2 1 0,-1-1 0,-4 3 640,-3-1-640,-2-3 0,-2-1 0,-6 10 0,3-10 0</inkml:trace>
  <inkml:trace contextRef="#ctx0" brushRef="#br0" timeOffset="43459">17026 5500 24575,'2'36'0,"-4"-6"0,-1 5 0,1-5-3277,-1 0 2526,0-4 1,-2 4 0,0-5 750,-1-3-474,-4 0 0,0 1 474,3-2 0,-1 0 0,-5 8 0,1-1 0,-1 3 0,1-4 0,-1 1 0,-2 2 0,1 0 0,0 1 0,-4 1 0,4-5 0,-3-1 0,0-4 0,0-2 0,2-1 0,-2-2 0,-2 0 0,0-2 0,-2-2 135,1-2 0,-1 0-135,-2 2-3,-1 0 1,-1 1 2,6-3 0,1-1 0,-6 7 0,1 0 0,6-7 0,1 1 1215,-2 2 0,1-1-1215,-12 1 0,5-1 0,-7-2 0,17-7 2276,-12 0-2276,12-1 1498,-4 1-1498,9-1 7,4 2-7,-2-2 0,3-1 0,1-1 0,2 0 0</inkml:trace>
  <inkml:trace contextRef="#ctx0" brushRef="#br0" timeOffset="45800">16255 6442 24575,'9'20'0,"0"0"0,2 8 0,2 4 0,-9-20 0,2 7 0,1-1 0,-4-6 0,6 20 0,-4-19 0,-1 2 0,0-7 0,-4-11 0,0-20 0,-1 2 0,-1 1 0,1-1 0,-2-6 0,1 1 0,2 10 0,0 11 0,-12 7 0,3 4-1639,-9 3 1,0 1-1639,3 0 3162,-7 1 0,-1 0 115,2-1 0,-6 1 0,12-6 0,19-7 0,10-5 0,6 0 0,-2 0 3276,-3 1 0,-11 3-3044,-18 9-232,3-1 0,-14 6 0,14-7 0,8-1 0,6-5 0,5 1 0,13-7 0,-11 5 0,17-8 0,-20 10 0,0-3 0,-8 5 0,-11 4 0,5-2 0,-3 3 0,10-7 0,-9 6 0,6-6 0,-12 7 0,4-2 0,-3 3 0,8-3 0,-11 11 0,10-7 0,-11 15 0,10-7 0,-2-1 0,4-3 0,9-8 0,17-2 0,-4-2 0,20 2 0,-18 0-3277,9 1 0,-15-2 3047,5 1 230,-16-2 0,1 0 0,-9 0 0,11-13 0,6-11 0,3 3 0,7-7 0,-15 20 3276,3 1 0,-8 4-3044,-6 7-232,-1-2 0,-14 10 0,12-8 0,-5 6 0,16-11 0,-1 2 0,13-7 0,-4 1 0,6 0 0,-8 1 0,1 1 0,-8 2 0,-9 6 0,-12 10 0,-1-1-3277,-4 5 0,16-10 3047,0-1 230,7-4 0,0-3 0,10-2 0,0-6 0,2 3 3276,-13 4-2457,0 4 0,-6 1 0,6-2 0</inkml:trace>
  <inkml:trace contextRef="#ctx0" brushRef="#br0" timeOffset="53491">15382 12196 24575,'11'-12'0,"7"-7"-1639,2-3 1,0 0-1639,0-1 2184,0 1 1,3-3 0,-6 5 1295,-8 8-203,11-11 0,3-2 0,-8 6 0,3-2 0,2-1 0,4-3 0,1-1 0,-3 3 0,2-5 0,1 0 0,-2 5 0,5-3 0,2 0 0,-4 2 0,-6 6-21,0-1 21,1 1 0,7-3 0,-1-1 0,-8 7 0,-6 5 0,6-4 0,0-1 0</inkml:trace>
  <inkml:trace contextRef="#ctx0" brushRef="#br0" timeOffset="54683">17146 12238 24575,'21'-26'0,"-8"12"0,0-2 0,1 1 0,2 1-1639,3-4 1,1 0-1639,-3 3 1638,-1 2 1,1 0 1494,9-8 144,3 3 0,-4 0 0,0 1 0,7-1 0,-14 8 0,1 0 0,1 0 0,0 1 0,13-3 0,-6-1 0,2 0 0,-11 6 0,2 1 0,15-4 0,-1 1 1908,-7 3-1908,0 2 0,3 2 0,-6-1-291,-10 2 1,8 0 0,-3 0-1,-17 1 1</inkml:trace>
  <inkml:trace contextRef="#ctx0" brushRef="#br0" timeOffset="55967">15252 13269 24575,'3'8'0,"5"7"0,-3-10 0,3 6 0,-6-5 0,1-3 0,1 8 0,0-9 0,6 11 0,0 1 0,0-1 0,7 11 0,-2-10 0,0 2-3277,7-3 0,-14-10 0,28 6 1787,-26-7 850,19 3 1,3-1 639,-13-3-246,8 1 1,-1 0 245,-9-2 3276,11 0-3090,-15-3-186,8 1 0,-12-3 3276,15-3-1178,1-4-3737,4-1 1,0-1 1302,-2-1 336,-4 4 0,-4 0 839,-11 2-839,-3 0 0,1 2 0,-5 3 0</inkml:trace>
  <inkml:trace contextRef="#ctx0" brushRef="#br0" timeOffset="57351">16757 13259 24575,'6'9'0,"9"6"0,-8-3 0,12 7 0,-4-9 0,-3-1 0,8 3 0,-14-10 0,15 7 0,-12-6 0,16 5 0,-17-5 0,21 4 0,-18-5-1639,8 1 1,1-1-1639,-7 1 2365,24 1 912,-23-3 0,10 1 0,8 0 0,-1-2-1639,-4-2 1,0-1 604,-1 2 1034,7-4 3276,-5-3-2799,-10 4 0,1-1 200,14-3-677,-3 0 0,-2 2-756,-15 5 756,5-3 0,2-1 0,1 2 0,-6 1 0,21-1 0,-20 3 0,19 0 0,-19 0 0,19 0 0,-18 0 0,9 2 0,2-1 0,-3 0 0,9 1 0,-1 1 0,-7-2 0,0 0 0,6 1 0,-6 0 3276,-3-2-2769,8 1 0,0 0-399,2-1-108,-4-4 0,5 3 0,-19-4 0,-13 4 1015,8-4-1015,15-8 0,-8 3 0,6-2 0,1 1 0,-6 1 0,6-3 0,-16 9 0</inkml:trace>
  <inkml:trace contextRef="#ctx0" brushRef="#br0" timeOffset="62746">21451 13456 24575,'6'0'0,"1"-2"0,1-1 0,10-3 0,-9 2 0,8-4 0,2 0 0,-7 3-1639,9-5 1,-2 1-1639,-8 3 0,20-10 1787,-25 13-1544,19-11 3034,-21 11-2029,21-17 2029,-20 14 2029,19-17-2029,-8 5 2365,-3 4-2365,1-2 3276,8-11-2347,0 5 709,-10 8 0,0 0 901,12-5-5816,-6 6 423,-4 6 2854,8-9 976,-11 11-976,16-13 0,-5 5 0,-5 2 0,-1 0 0,-1 2 0,7-6 0,-7 5 0,4-1 0,6-4 0,-12 9 85,-1-1 0,-10 7 0,-5 0 1</inkml:trace>
  <inkml:trace contextRef="#ctx0" brushRef="#br0" timeOffset="63559">22051 12989 24575,'0'5'0,"5"18"0,0-12 0,6 20 0,-5-19 0,8 9 0,-8-11 0,6 6 0,-5-10 0,-1-1 0,-2-3 0,-3-4 0,-8-10 0,-7-4 0,0-1 0,-6-4 0,12 14 0,22-8 0,8 9 0,10-1 0,-9 5 0,-3 1 0,-2 1 0,15 0 0,-19 0 0,-4 2 0,-9 3 0,-19 14 0,-2 0 0,-3 7 0,10-10 0,20-7 0,10-7 0,0-3 0,2 0 0,-13 1 0,-10 1 0,0 2-3277,-25 3 0,18-2 2516,-23 6 761,24-7 0,-7 3 0,14-5 0,1-1 0</inkml:trace>
  <inkml:trace contextRef="#ctx0" brushRef="#br0" timeOffset="66981">27354 4847 24575,'18'15'0,"8"3"0,-8-6 0,2-1 0,-2-1 0,2 0 0,10 4 0,6 1 0,-7-2-3277,4 1 2184,-6-4 1,4 2 0,-4-2-277,-4-1 0,-4-3 3867,7 2-2498,8 3 0,-4 1 1451,-19-7-1451,16 9 0,1 2 0,-14-6-153,4 2 1,0 1 152,0 3 1638,-1-2 0,1 2-658,4 8 0,1 1-980,-6-9 0,0 1 0,6 10 0,-4-3 0,-13-17 0,11 20 0,1 1 412,-10-17-412,7 15 0,-1-1 0,-8-15 0,4 9 0,0 0 0,-1-4 0,0 3 0,-1 1 0,-4-3 0,1 5 0,0 0 0,-3-2 0,0 3 0,0 0 0,0-8 0,-1 19 0,0-18 0,1 19 0,-1-13 0,-1-2 0,1 0 0,-1 16 0,1-5 0,0 5 0,0-14 0,-1-5 0,0 10 0,0-16 0,0 16 0,2-14 0,-1 2 0,2-8 0,-1-3 0,4-3 0,-4 3 0,5 0 0,1 2 0,-4 1 0,1-3 0,-5 0 0</inkml:trace>
  <inkml:trace contextRef="#ctx0" brushRef="#br0" timeOffset="67565">28118 6075 24575,'9'-3'0,"4"-1"0,-2 1 0,13-1 0,13 5 0,-5-2 0,-5 2 0,1 0 0,-8 0 0,-1 0-1677,17 2 1677,-7-1 406,2-2-406,-7-5 0,6 2 0,-4-6 0,-16 5 0,0-1 0,-15 8 1271,-12 5-1271,5-2 0,-12 6 0,17-10 0,-14 6 0,12-6 0,-4 2 0,-2 0 0,0-1 0,-10 3 0,11-4 0,1 2 0</inkml:trace>
  <inkml:trace contextRef="#ctx0" brushRef="#br0" timeOffset="68467">28196 6111 24575,'4'5'0,"15"13"0,-9-10 0,4 5 0,1-1 0,-3-2 0,15 11 0,-4 0 0,-5-5 0,6 8 0,-19-19 0,16 16 0,-15-16 0,8 11 0,-9-11 0,2 3 0,-3-22 0,3-8-489,-6-2 489,2-3 0,1 13 0,0 2 0,3-3 0,-2 3 0,-2 5 0,-2-3 489,-9 9-489,-4 4 0,0-1 0,-1 4 0,11-5 0,0 0 0,12-6 0,-2 1 0,8-6 0,-7 6 0,-4-1 0,-11 7 0,-4 0 0,-4 4 0,-12 4 0,11-2 0,-6 1 0,16-7 0</inkml:trace>
  <inkml:trace contextRef="#ctx0" brushRef="#br0" timeOffset="81815">27405 4809 24575,'0'13'0,"0"-4"0,3 2 0,-1-3 0,3-1 0,-2 3 0,0-7 0,0 2 0,0-3 0,2-1 0,5 4 0,-4-3 0,14 2 0,-11 1 0,14 2 0,-13-1 0,13 6 0,-5-2 0,6 3 0,4 1 0,2-1 0,-1-1 0,-4 0 0,-1-1 0,4 0 0,-5-1 0,-11-5 0,7 3 0,-11-4 0,-2 1-3277,5 2 0,-7-3 3047,10 5 230,1 1 0,0 2 0,4 2 0,-3 2 0,-2-3 0,-1 6 0,-2-8 0,2 9 0,-8-14 0,7 9 0,-6-8 3276,1 3 0,-2-1-3044,4 6-232,-3-1 0,1-1 0,3 8 0,-8-14 0,7 16 0,-3-8 0,-1 5 0,1-6 0,-3 1 0,-1-7 0,1 14 0,0-3 0,0 4 0,3 1 0,-2-15 0,0 8 0,-2-10 0,-1 7 0,-1 2 0,0-3 0,3 7 0,-1-14 0,3 12 0,-1-7 0,0 2 0,0-2 0,0 1 0,-1-4 0,2 9 0,-4-10 0,4 4 0,1 6 0,3 0 0,-1 0 0,-4-3 0,0-8 0,0 7 0,3 1 0,-2-2 0,5 11 0,0-6 0,3 14 0,-4-13 0,1 5 0,-7-16 0,5 12 0,-5-14 0,7 15 0,-5-13 0,4 10 0,-1-9 0,-2 5 0,-1-7 0,0 0 0,-1 0 0,1-4 0,1 4 0,-3-6 0,-3 8 0,-9 0 0,3 1 0,-5-3 0,10-5 0</inkml:trace>
  <inkml:trace contextRef="#ctx0" brushRef="#br0" timeOffset="83001">28248 6056 24575,'6'0'0,"0"0"0,9-2 0,3-1 0,0-2 0,4 0 0,-9-1 0,-2 4 0,3-3 0,-9 4 0,5-2 0,-4 9 0,3 6 0,-2-1 0,0 5 0,-5-11 0,-1 1 0,-1 0 0,-1 2 0,1-1 0,-4 5 0,3-6 0,-3 2 0,2-5 0,-7-1 0,5 0 0,-5 3 0,4-3 0,2-1 0,0-5 0,1 1 0,1-1 0,-1 2 0,-3 5 0,2-1 0,-4 3 0,3-4 0,-5 1 0,0 2 0,3-2 0,-3 3 0,6-4 0,1-1 0,-1 0 0</inkml:trace>
  <inkml:trace contextRef="#ctx0" brushRef="#br0" timeOffset="97702">26606 2964 24575,'-5'-2'0,"-6"2"0,4 0 0,-13 6 0,2-3 0,2 2 0,-5 1 0,16-4 0,-21 6 0,16-2 0,-20 7 0,13 0 0,-7 5 0,12-4 0,-2 4 0,13-11 0,-6 7 0,5-9 0,-1 7 0,0-1 0,1-2 0,1-1 0,1 4 0,0 4 0,0-1-3277,2 14 0,-1-21 3047,3 8-242,-1 0 472,-1-7-3277,8 18 2174,-7-18 494,11 17 609,-8-17 3276,7 18-2472,2-4-804,-5-4-3277,11 6 2768,-16-20 2756,18 17-2247,-18-18 77,10 7 0,0 1-77,-4-8 0,22 13 0,-21-13-3277,20 5 2934,-23-7 343,12 1 3276,-2-2-2932,11-2 1663,-7 2-2007,2-4 0,-3-1 0,-7 0 0,8-2 0,1 0 0,-8 0 379,4 0 1,1-1-380,3-6 3276,1 4 0,1-12-3044,-10 1-232,3-8 0,-7 7 0,1-10 0,-12 20 0,10-20 0,-10 8 0,4 5 0,-5-1 0,0 7 0,0 6 0,0-16 0,0 17 0,-5-17 0,3 13 0,-7-16 0,1-4-3277,3 9 0,-2-1 2598,2 3 679,1 12 0,-6-18 0,4 15 0,-3-3 0,6 5 3276,-6 1 0,-3-2-2595,-4-3-681,-11-2 0,15 5 0,-7 2 0,0 0 0,-6 4 0,5-3 0,-9 4 0,23 1 0,-16 0 0,7 0 0,-4 1 0,3 1 0,7 0 0,1 2 0,-10 5 0,6-3-3277,-19 12 0,22-14 761,-15 12 2516,19-12 0,-7 3 0,9-6 0,-4 1 0,-7 9 0,4-6 0,-6 10 0,6-5 0,3-5 2286,-7 8-2286,12-11 0,2-4 0,12-11 0,-2 4 0,0-8 3276,-7 15 0,-5 6-3044,-1 3-232,-10 13 0,8-12 0,-6 6 0,28-22 0,-2 2 0,2-4 0,0 0 0,5 0 0,5-3 0,-20 10 0,-16 10 0,-11 5 0,-3 3 0,4-2 0,0 0 0,-11 6 0,3 0 0,10-5 0,-9 8 0,19-15 0,2 2 0,8-9 0,23-16 0,-11 10-1639,7-8 1,-1 1-1639,-9 9 1638,9-8 1,0 1 1061,-13 8 577,18-9 0,-25 11 0,-5 22 0,-8-4 0,0 3 0,1 1 0,-2-4 885,-2 1 1,1 0-886,8-9 0,-13 18 0,23-24 0,0 0 0,18-13 0,9-3 0,2-1 0,-1-2 0,-4 5 0,4-2 0,-7 4 1853,-10 4-1853,9-2 0,-1 0 0,-11 5 0,6 1 0,-20 15 0,-9 5 0,-5 3 0,0 0 0,0 1 0,0-2 0,-1 0 0,-3 0 0,3-6 0,10-10 3276,-10 10 0,19-14-3044,26-22-232,-5 11-1093,1-2 1,5-4 0,-4 4-2185,1 3 2184,0-1 1,4-1 0,-8 3-398,-10 3 1490,9-5 0,-4 4 0,-17 11 0,-14 15 0,1-2-1517,-9 5 0,1-2 1517,10-9 1517,-12 5 0,7-2-1517,20-10 3276,-7 5-2015,19-13-1261,15-1 0,-19 2 0,6 4 0,-14 13 3276,-3-1-1638,-3 6 0,-1 2-1580,-3 2 0,-1 3 0,2-17 0</inkml:trace>
  <inkml:trace contextRef="#ctx0" brushRef="#br0" timeOffset="98720">26605 3822 24575,'-7'17'0,"-6"6"0,2-4 0,-2 1 0,2-2 0,3-8 0,-2 8 0,0-2 0,4-7 0,-6 13 0,9-16 0,-2 6 0,20-42 0,-8 21-1639,8-19 1,1-1-1639,-8 17 2211,6-11 1,1 0 1065,-6 10 0,4-7 0,1-2 0,7-6 0,-2 2-1639,-5 10 1,-1 2 1008,-5 7 3906,16-12-2645,-11 13-631,2-1 1901,-3 3-1901,-7 3 0,9 11 0,-6-2 0,5 10 0,-1 0 0,-3-5-1639,1 9 1,1 0 378,-7-14 831,4 12 1,0 2 428,-5-10 0,2 6 0,1 2 0,1 7 0,-1-3 3276,4 1-2440,-4-15 2440,-2-1-403,-4-4-956,-7-8-1917,-6-1 0,-10-7 0,4 6 0,0 1 0,-5-3-1639,-3 0 1,3 2-1639,10 4 2621,-5-3 1,1 0-1,13 3 1,-6-2 0</inkml:trace>
  <inkml:trace contextRef="#ctx0" brushRef="#br0" timeOffset="99053">26652 3889 24575,'7'-1'0,"15"-5"0,-1 2 0,1-1 0,14-2-1639,-5-1 1,-3 1-1639,-13 4 0,13-7 2947,-23 9 2259,3-1-1929,-3 0 0,12 0 0,-8 1 0,13-1 0,-18 1 819,-4-2 0,-2 1 0,-3-1 0</inkml:trace>
  <inkml:trace contextRef="#ctx0" brushRef="#br0" timeOffset="101308">26635 3075 24575,'-9'6'0,"0"-1"0,-2 5 0,3-2 0,-9 14 0,9-11-1639,-4 5 1,0 0-1639,7-8 2319,-14 23 958,16-22 0,-5 17 0,10-11 0,-1-1 0,2-2 3276,-1-9-128,6 6-2060,4 0-1088,16 6 0,-6-4 0,10-1 0,-16-6 0,21-2 0,-8-7 0,6 3 0,-16-4 0,0-3 0,12-10 0,-2-2-1541,-13 6 0,-1 0 1541,-2 2-3277,2-12 791,-10 17 2446,2-16 40,-7 17 0,2-9 0,-2 10 0,-2-5 0,-2 5 2055,-4-4-2055,-1 4 0,-14-1 0,15 5-1639,-13 0 1,1 1 424,11 1 544,-14 3 1,-2 1 669,12-1-438,-9 6 0,-2 0 438,8 0 0,-1 2 0,2 1 0,7-1 0,-9 16 0,15-18 1651,-9 23-1651,10-23 1472,-3 20-1472,2-11 1270,2 3-1270,0-5 3276,6-6-936,13-7-2340,-6 2 0,6-5 0,1-2 0,-8 0-1629,9-2 1,-1 0 1628,-10 1 0,11-6-1194,-2 0 1194,-8 2 0,20-14 0,-22 14-411,4-7 1,-2-1 410,-6 7 0,5-26 0,-9 26 0,-2-12 0,-3-2 0,0 7 0,-2-5 0,0 2 0,0 7 0,-11-6 0,-3 11 0,0 0 0,0 10 0,1 3 0,5-2-148,-13 13 0,0 4 148,7-1-1618,-4 4 0,1-1 1618,8-4-1350,1 3 1,1-1 1349,9-12 1171,-5 11 1,4 0-1172,7-15 948,1 12-948,3-13 3276,15 2-2223,-1-4-1053,2-4 0,0-1 3276,0 1-1677,6-7 1,-3 0-2851,-14 6 1251,23-11 0,-16 3 0,-9 5 0,10-17 0,-16 17-31,4-21 31,-7 17 0,2-19 0,-2 20-3277,-7-18 505,4 21 2772,-12-13 0,9 17 0,-13-6 0,8 8 0,-10 5 0,-2 2 0,2 3 0,-8 7 0,0 1 1431,12-6-1431,-8 15 0,1 0-853,12-15 853,-2 8 0,2 0 3276,10-11-470,1 1-2806,5-1 0,13-5 0,-7-3 0,18-8 0,1-2 1334,-12 2-1334,5-3 0,6-3 0,-5 3 272,-7 4-272,9-9 0,-3 1 0,-14 10 0,9-9 0,-19 10 0,-5-1 0,-14 2 0,9 0 0,-10 4 0,-3 4 0,4-2 0,-2 3 0,-1 1 0,2-3 0,-3 10 0,1 1 0,8-5-656,-1 5 1,4-1-1,9-10 1,0 4 0</inkml:trace>
  <inkml:trace contextRef="#ctx0" brushRef="#br0" timeOffset="103078">26613 3106 24575,'-17'3'0,"-3"3"0,14-1 0,-10 7-3277,3 8 0,2-7 2813,1 16 464,10-18 0,0 15 0,7 1 0,-1-7 0,6 6 0,-2-16 0,-2-4 3276,11 3 0,-9-8-6553,22 4 236,-21-5 2843,11-3 1,-1-2 197,-6 0 0,3-1 0,0-1 0,-5 2 0,8-11 0,-5-2 0,0-4 0,-1-8 0,-7 3 0,-3 7 0,-7-15 0,0 25 3276,-13-21 0,0 16-3240,-1 0-36,-9 4 0,13 9 591,-16 0-591,12 5 0,-14 6 0,14 1 0,-1 1 0,-1 5 0,0 0 0,2 0 0,2 1-1639,0 5 1,4 0-1639,1-3 2008,5 5 0,1-1 1269,1-9-721,9 21 721,-3-29-3277,17 8 3020,-15-12 1357,16 0 0,3-2-1100,-6-4-914,13 2 1,-1-1 913,-12 0-147,11-1 1,-1-1 146,-14 1 1600,5-3 1,-1 1-1601,-11 0 1489,0-6-1489,-6 5 3276,-1-9-656,-1 5-644,-5-11-1976,-11 7 0,0-2 0,-2 11 0,0 2 0,-2 1-1639,-10 5 1,0 1-1164,11-1 2802,-8 3 0,-1 4-340,-1 12 340,11-6 0,0 1 0,3-1 0,2 2 0,3 5 0,3-2 0,3-2 0,7 8 0,-2-20-3277,18 1 2130,-14-4 1147,15-1-490,6-2 490,1 0 0,3-1 0,1-1 0,-4 2-386,10-5 0,-1-1 386,-12 1 1638,4-2 0,0-2-1115,-1-8 142,-7 5-665,-5-8 0,-10-4 0,-2 10 0,-4-13 0,-7 19 0,-1 0 0,-7 0 0,7 6 0,-24 5 0,21-2 0,-23 10 1063,10 12-1063,7-3 0,0 2 0,3-7 0,2 2 0,1 6 0,1 2 0,3-4 0,1-1 0,0 7 0,2-1 0,4-13 0,10 6 0,-3-16 0,25 0 0,-11-7 0,4-3 0,2-2 0,-4-2 0,-2-2 0,0 2 0,-2-1 0,-1-3 0,-4 1 3276,-6 2-15,1-22-3261,-10 19 0,1-19 0,-8 17 746,-2-4-746,-7 5 0,1 3 0,-14 2 0,18 9-1639,-9 4 1,1 2-1639,13-2 1638,-15 11 1,1 1 148,14-9 1490,-10 15 0,3 2 0,14-11 0,1 15 0,29-24 0,-11 0 0,17-11 0,-20 2 0,5-2 0,3-9 0,-10 5 3276,0-9-2015,-7 5-1261,-4 4 0,-7-7 0,4 14 0,-6-5 0,-5-2 0,4 9-3277,-18-14 2017,17 14 1201,-21-3 59,20 7 0,-10 3 0,12-1 3276,-3 8-2044,6 4-1232,-1-3 0,4 2 0,12-11 0,-8-1 0,8-1 0</inkml:trace>
  <inkml:trace contextRef="#ctx0" brushRef="#br0" timeOffset="105043">2440 18582 24575,'0'0'0</inkml:trace>
  <inkml:trace contextRef="#ctx0" brushRef="#br1" timeOffset="112980">26219 3169 24575,'-16'-4'0,"-3"-2"0,-3 0 0,2-1 0,-1 0-861,-9-2 1,-1-1 860,2 0 0,2 1 0,8 3 0,0 0 0,-3-3 0,1 0 0,-1 0-1639,3 0 1,1-1-1639,4 3 4180,-13-7-903,11 6 0,-4 0 0,3-1 0,0 0 0,-2 2 0,-9-3 0,-4-3 0,8 6 0,0 0 0,0-1-387,-8-1 1,0-2 386,1 1 0,-1 0 0,5 1 553,0 0-553,-6-4 0,1-1 0,10 5 0,-2-2 0,1-1 3276,8 3-1722,-2-2 0,-1 0-1554,1-1 0,-3-2 0,0 0 0,0 1 0,-7-6 0,0 0 0,1 3 0,3 1 0,-4-2 0,3 2 0,5 3 0,1 0 0,-8-4 0,-2 0 0,2 0 0,2 1 0,-4-2 0,6 4 0,1-1 0,1 0 0,-2-3 1208,10 5-1208,-3-1 0,5 0 0,-8-6 0,5 4 0,-2 1 0,0-1 0,-1-4 0,-4 1 0,-2 1 0,2 0 0,-1 0 0,-3 1 0,-6-4-1669,3 2 1669,4 4 0,14 8 0,-1 0 0,-1-2 0,6 5 0,2 1 0</inkml:trace>
  <inkml:trace contextRef="#ctx0" brushRef="#br1" timeOffset="114128">26983 2989 24575,'23'-19'0,"0"1"0,1-1 0,-10 3 0,1 2 0,16-6 0,-1 1 0,-10 4 0,4 3 0,1-1 0,2-4 0,-5 5 0,3-2 0,-5 3 0,2 0 0,6-4 0,6-4 0,-4 4-2573,4-2 2573,-10 5 0,5-3 0,1 0 0,-4 2 0,-1 3 0,1-1 0,-2 0 0,5-4 0,1 0 0,0 0 0,-4 3-1076,8-2 1,1 0 1075,-8 2 0,4-3 0,0-1 0,0 2 0,-5 2 0,5 0 0,0 0 0,-6 1 0,4-3 0,2 0 0,1-1 0,-3 2 0,5-1 0,-1 1 0,-1 0 0,1-1 0,1-1 0,0-1 0,0 0 0,-1 2 0,-5 2 0,0 1 0,-1 1 0,-2 0 0,0 0 0,-1 0 0,-2 0 0,6-1 0,-1 1 0,-2 0 0,0 1 0,0-1 0,-4 2 0,-8 3 0,7-2 0,3-1 0,-3 2 0,5-2 0,2 0 0,-3 1 0,-4 0 0,-1 0 1669,5-3-1669,-2 2 0,-10 2 0,-11 6 0</inkml:trace>
  <inkml:trace contextRef="#ctx0" brushRef="#br1" timeOffset="115144">27045 3325 24575,'20'0'0,"0"1"0,-3 2 0,6-1 0,10 2 0,2 0 0,-4 0-1639,3 1 1,2 2 1241,-8-3 0,4 1 0,3 0 0,2 1 0,-1 0 1,-3-1 396,0 2 0,0-1 0,-2 1 0,1 0 0,1 0 0,-2-1 0,1 1 0,0 0 0,0-1 0,-1 1 0,-2 0 0,3 0 0,-1 0 0,-2 1 0,0 0 0,-1 0 0,-1 1 0,0 0 0,-1 0 0,3 2 0,-1-1 0,0 1 0,3 1 0,2 0 0,-1 0 0,0-1 0,0-1 0,1 0 0,-3-2 0,0 1 0,0-2 0,-3 0 0,2-1 0,1 0 0,2 0 0,5 1 0,0 0 0,-6-2 0,-7-1 0,0 0 0,4-1 0,6 1 0,0 0 0,-6 0 0,-9 0 0,-1-1 0,7 0 0,2 0 0,-3 0 0,11 8 1342,0-5-1342,-10 0 0,-1 1 0,0 1 0,-4-3 0,-1 1 0,-2 0 0,16 2 0,-21-5 0,19 3 0,-18-4 0,23 4 0,-26-6-3277,23 1 1858,-27-1 1419,12 0 0,-17 0-614,-15-8 1,8 6 0,-12-7 0</inkml:trace>
  <inkml:trace contextRef="#ctx0" brushRef="#br1" timeOffset="115915">24056 1611 24575,'11'25'0,"1"0"0,0-3 0,-1 0 0,0-2 0,0 0 0,4 5 0,-2-4 0,-7-11 0,5 7 0,-1 1 0,-4-8 0,6 8 0,-6-10 0,-1 0 0,-4-6 0,-1-1 0,-1-1 0</inkml:trace>
  <inkml:trace contextRef="#ctx0" brushRef="#br1" timeOffset="116686">23984 1672 24575,'22'-13'0,"-3"4"0,4-8 0,-8 9-1639,10-5 1,1 0-1639,-5 5 1638,11-2 1,-1 2-1639,-17 5 3920,9 0 0,0 1-643,-12 1 0,8 5 0,2 2 0,-4 4 0,-1 1 0,1-1 0,-1 1 1638,2 4 0,-3 0-626,-4 2-1012,-11 11 0,-2-15 0,-21 8 0,14-14 0,-20 5 0,16-5 3276,-8 2-139,13-6-2016,4 0-1121,3-3 0,8 0 0,-1-2 0,16 1 0,-12 1-3277,24 2 0,-25 0 2211,24 11 1066,-24-6 0,19 17 0,-19-11-1639,4 5 1,0 0 655,-7-6 983,10 13 0,-14-10 0,-1 3 0,-5 2 0,-18 1 0,12-13-1238,-9 2 1,0-3 1237,11-4 0,-15 3 0,-2-1 0,16-4 0,-24 4 0,17-5 0,-12-7 0,7 3 0,-5-6 1134,5-6-1134,7 7 1280,-1-7 1,0-1-1281,2 4 0,-1-6 0,8 13 0</inkml:trace>
  <inkml:trace contextRef="#ctx0" brushRef="#br1" timeOffset="117483">24112 1613 24575,'-23'8'0,"4"0"0,2-1 0,3-3 0,-8 6 0,1-1 0,12-5 0,-24 13 0,23-10 0,-9 8 0,12-8 0,-5 9 0,10-10-3277,-10 14 0,11-13 1328,-5 6 2860,1 5-911,3-8-3277,-5 24 2285,7-25-436,2 17 1,1 0 1427,-1-14 0,6 15 0,1-3 0,-6-18-834,15 17 0,2 0 834,-10-16 0,16 18 0,2-1 0,-18-20 490,20 12 1,3 1-491,-5-7 697,-4-2 0,5 0 0,-2 0-697,3-2 0,-2-2 0,0 1 0,0-2 0,9-5 0,-4-3 0,-11 0 0,11-6 0,-1-2 3276,-15 4-3139,13-8 0,1 0-137,-10 4 0,5-5 0,-2 1 3276,-8 4-2260,-3-3 1,-1 0-1017,-3 0 0,-3-9 0,-2 0 0,-1 6-1548,-3-10 0,-1 2 1548,-1 13-1639,-3-15 1,0-1 1143,2 14 495,-1-6 0,-1-1 0,-5-1 0,-2-5 0,-1 3-1517,-4 7 0,1 4 1517,6 8 0,-4-5 0,-5 1 0,-12 4 0,-1 3 0,4-3 0,0 3 0,-10 0 0,-5 1 0,2 0 0,7 1 0,-1 0 0,0 2-339,5 0 1,-7 1 0,-3-1 0,0 1 0,4 0 0,7 0 338,-1 1 0,2 0 207,0 1 1,-4 2 0,1 0 0,8-1-208,4 0 1197,-3 1 1,2 0-1198,11-1 3276,-1 3-3189,8-3 1,-1 0 0,3-2-1</inkml:trace>
  <inkml:trace contextRef="#ctx0" brushRef="#br1" timeOffset="118533">29838 1859 24575,'-30'-6'0,"5"1"0,2 1 0,5 1 0,-3 1 0,1 0 0,5 2 0,-15 0 0,0 6 0,4-3 0,6 3 0,1 2 0,-9 5 0,2 2-3277,0 3 0,20-9 3012,-8 9 265,8-9 0,0 4 0,0 6 0,4 1 0,1-1 0,0 0 0,1 1 0,8 12 0,-4-25 0,16 17 0,-14-20 0,10 13 35,3-8-35,6 4 0,-3-3 0,10 3 0,-22-9-3277,20 5 2017,-21-6 4536,18 0-2368,-16-3-1564,7-5 1,1-1-1,-8 3 1,11-8 0</inkml:trace>
  <inkml:trace contextRef="#ctx0" brushRef="#br1" timeOffset="119399">29643 1687 24575,'-10'3'0,"-17"4"0,-4 1 0,12-3 0,0-1 0,-10 5 0,-7 0-1639,18-3 1,-1 0-1639,-14 4 1638,6-2 1,4 1 148,15-4 1490,-24 6 0,16-1-3034,-14 9 3034,10-7 0,2 3 0,2-1 0,11-10 1156,-10 14 0,1 1-1156,9-8 0,-7 8 0,1 1 0,5-7 0,0 9 0,0 2 0,2-7 0,2 6 0,1 1 0,4-5 0,3 4 0,1 1 0,3 2-1397,5 0 0,0-1 1397,-5-9 0,15 7 0,0-2 0,-13-12 1284,8 6 1,5 1-1285,-3-5 0,3-1 0,1 0 0,2 1 0,0-1-4,-2-1 0,1 0 0,2 0 4,0-1 0,2 0 0,2-1 0,-2 0 0,-4-1 1267,7 0 1,-1 0-1268,-5-2 0,4 2 0,1-1 0,-1 0 0,-7-1 0,-1-1 0,0 0 0,6-1 0,6 0 0,0 0 0,-8 0 0,5-1 0,3 1 0,0-4 147,-14-5 1,-4-3-148,-3-2 0,0-2 0,10-9 0,-2-3 0,-11 10 0,-3-2-1506,-2-11 0,-3 3 1506,0 10-947,-2-11 1,-2 0 946,0 12 0,-6-15 0,-1 0 0,4 14-1015,-14-15 1,-1 2 1014,11 19 989,-7-7 1,-4-2-990,0 5 0,-3 1 0,-3 0 0,-5-1 0,0 0 0,2 1 896,-3-4 0,-3-1-896,4 5 0,-8-1 0,-3-1 0,-1 1 0,6 3 0,7 2 155,4 3 0,2 1-155,-5-3 0,-6-3 0,-2-1 0,0 1 0,5 3 0,1 2 0,3 3 0,0-1 1078,-1-2 0,0 0 0,0 0-1078,1 2 0,0 0 0,3 2 95,-10 4-95,15 16 0,11-11 0,-3 11 0</inkml:trace>
  <inkml:trace contextRef="#ctx0" brushRef="#br1" timeOffset="120100">29882 3606 24575,'3'23'0,"0"-10"-3277,1 15 0,-1-22 0,1 19 4605,0 8-1328,0 0 0,-1-14 0,0 0-1409,-2 1 0,0-2 1409,0-8 0,-1 12 0,1-12 0,1 1 3276,0 3-2015,-2-7-1261,-2 5 0,-1-3 0,1 1 0,1-3 0,1-6 0</inkml:trace>
  <inkml:trace contextRef="#ctx0" brushRef="#br1" timeOffset="120767">29708 3525 24575,'25'-6'0,"-13"4"0,19-1 0,2 1 0,-8 2-1093,6 1 1,7-1 0,-7 1-2185,-4 0 1638,3 0 1,0 1 1736,-1 6-98,-4 0-1152,0 1 1,-2 1 1151,-8-1-1399,5 3 1,-4-1 1398,-11-7 2797,20 20-2797,-18-15 0,11 13 0,-12-12 0,7 10 0,-7-10 0,8 17 0,-9-19 0,3 17 0,-7-20 0,-5 23 0,1-18 357,-4 7 1,-2 1-358,-11 10 0,4-8 0,0-1 0,-5 6 0,2-9 0,3-2 0,10-9-1517,-13 5 0,0-2 1517,13-5-910,-27 10 910,27-12 2583,-11 5-2583,12-5 3276,-1 0-2689,-9-2 2689,10 0-776,-27-12-2500,22 6 0,-6-5 0,0 1 0,6 2 0,-2-10 0,9 15 0,3-3 0</inkml:trace>
  <inkml:trace contextRef="#ctx0" brushRef="#br1" timeOffset="121939">29786 3388 24575,'-17'5'0,"-9"4"-3277,-4 2 0,8-4 1638,-5 1 1,1-2-1639,15-4 3478,-17 2 0,-1 1-201,15-1-1288,-8 0 1,0 1 1287,12 0 0,-19 9 0,23-10 2575,-12 10-2575,3-1 0,-3 5 0,1-1 0,-3 8 0,14-16 0,-8 18 0,9-15-1649,1 18 1649,2-21 0,2 10 0,0 0 0,0-11 0,2 13 0,0 1 0,-1-12-164,3 11 1,1 1 163,-2-6 0,5 7 0,2 0 0,-2-6 927,6 6 1,-1-1-928,-4-9 0,5 6 0,-1 0 0,-4-6 0,5 4 0,1 0 0,-6-7 0,13 14-2247,-1-9 2247,-10-5 0,19 7 0,1-2 0,-17-8-187,12 3 1,8 3 0,-5-4 186,-4-6 0,11 6 0,0-1 0,-14-7 0,4 1 0,-2 0 0,-12-2 2400,19 0-2400,-11-5-1122,14-9 1122,-9 4 0,2-6 0,-3 0 0,-14 10 1517,6-5 0,3-1-1517,10-7 0,-14 7 0,9-6 0,-2 0 3276,-15 11-2646,13-14 1,-1-1-631,-10 11 1638,4-9 0,-2-4 1638,-6-6-3044,0 1-232,-4 8 0,-1 2 0,-1 0 0,-2-11 0,-1 12 0,1-4 0,-1 1 0,0 1 0,1-2 0,-4-4 0,1 1 0,1 12 0,0-4 0,-1-2 0,-5-10 0,1 9 0,1 0 0,-7-10 0,4 13 0,1 2 0,1 3 0,-5 0 0,0 0 0,3 5 0,-17-12 0,16 15 0,1-3 0,-1 2 0,6 3 0,-14-1 0,-10-1 0,4 1-1639,4-1 1,1 0-1639,9 1 1638,-12-2 1,2 0 148,14 3 1338,-25-6 0,31 7 0,-4-1 0</inkml:trace>
  <inkml:trace contextRef="#ctx0" brushRef="#br1" timeOffset="131948">24696 1629 24575,'14'-15'0,"0"1"0,11-10 0,-1 3 0,-4 6 0,-6 3 0,-1 2 0,9-8 0,-12 12-3277,18-15 0,-20 16 1328,12-10 2524,-2 3-575,-5 4 0,3-3 0,2-2 0,0 3 0,-1-1 0,11-8 0,-5 4 0,1 0 0,-7 2 0,0 1 3276,11-6-1888,1-3 181,-3 6-1569,-2-1 0,5-1 0,-12 5 0,-1 2 0,-2 1 0,18-10 0,-21 12-3277,21-10 331,-24 11 2946,23-9 553,-16 7-553,4-4-1639,-1 3 1,-1 0 571,-5-1 746,12-2 1,0-1 320,-9 2 0,8-1 0,0-1 0,-6 2 0,7-2 0,0-1 0,-1 3 1638,2-3 0,2 0-887,3 2-213,-5-1-538,-4 5 3276,-16 4-263,8-1-1517,-5 0-1496,-1 1 0,2-1 0,-6 4 0,4-3 0,3 1 0,-3-3 0,11 0 0,-5-3 0,2 3 0,-5-1 0,-7 7 0</inkml:trace>
  <inkml:trace contextRef="#ctx0" brushRef="#br1" timeOffset="132970">26383 478 24575,'1'35'0,"-1"0"0,2-1 0,1-5 0,-1-12 0,5 7 0,-5-10-3277,7 13 0,-7-15 1328,5 6 1949,-6-10-2818,6 10 2818,-6-8-826,10 12 826,-8-17 3276,4 11-2425,-4-9-851,0 6 0,-1-6 0,-1 3 0,-4-4 0,3-2 0,-3 0 0</inkml:trace>
  <inkml:trace contextRef="#ctx0" brushRef="#br1" timeOffset="133755">26406 733 24575,'13'-1'0,"-5"-1"0,6 1 0,-5-1 0,9-1 0,-6 0-3277,14-6 0,-17 6 3047,15-8 230,-9 4 0,9-4 0,7-6 0,-8 5 0,-1-6 0,-8 1 0,-1-7 0,-5 7 3276,2-9 0,-9 9-3044,3 0-232,-4 2 0,0 9 0,0 5 0,4 17 0,-3-7 0,4 12 0,1-1 0,-3-11 0,4 14 0,0 0 0,-2-14 0,6 24 0,-8-27 0,8 20 0,-8-19 0,7 19 0,-7-17 0,3 14 0,-2-14 0,0 9 0,-1-11 0,-3 0 0,-10-9 0,5 1 0,-17-13-371,18 10 0,-5-4 0,9 6 1</inkml:trace>
  <inkml:trace contextRef="#ctx0" brushRef="#br1" timeOffset="135187">26365 325 24575,'-15'5'0,"-5"3"0,13-5 0,-16 6 0,16-6 0,-15 7 0,0 4 0,7-4 0,-12 12 0,20-16-3277,-16 17 0,16-18 3000,-14 22 277,13-19 0,-7 17 0,8-15 0,-2 16 0,5-11 0,0 4 0,1 1 0,1 9 0,-1 4 0,5-13 0,0-1 0,-1-4 0,9 21 0,-9-28 0,10 16 0,-9-18 3276,9 14 0,-2-2-3067,4 0-3486,4 5 0,-8-16 0,10 11 1857,-14-15 1209,19 17 211,-18-15 0,20 12 0,0-6 0,-3 0 1638,-1-4 0,1 0-482,12 1 2120,-1 1-1347,1 0-1929,-11-5 0,-5 0-1639,1-3 1,-1 0-948,-6 0 2404,8 0 1,0-1 181,-9 1 0,23 0 0,-25-1-3277,24-7 2460,-25 5 817,21-9 144,-17 7-144,2-2 0,8-5 0,-14 6 3276,19-13-2559,-22 11-353,17-8-364,-12 1 0,6-4 0,-5 5 0,4-11 0,-12 17 0,6-10 742,0-2-742,-1 1 0,2-7 0,-1 0 0,-6 11 188,2-8-188,-5 5 0,-5-10 0,2 6 0,-7-8 0,6 18 0,-6-17 0,6 16 0,-4-10 0,2 12 3276,-1-7 0,-7 3-3044,3-4-232,-9-3 0,-2 0 0,1 1 0,-6-5 0,5 7 0,-2-3 0,4 7 0,-7-3 0,0 6 0,2 1 0,-7-2 0,22 10-3277,-17-7 0,21 7 3040,-26-4 237,23 4 0,-28 1 0,22 1 0,-19 1 0,22 0 0,-11 3 0,9-2 3276,-2 2 0,-7 1-3037,-3-1-239,5 0 0,1 0 0,-7 1-588,-3 2 0,25-4 0,-3-1 0</inkml:trace>
  <inkml:trace contextRef="#ctx0" brushRef="#br1" timeOffset="136206">26364 826 24575,'0'0'0</inkml:trace>
  <inkml:trace contextRef="#ctx0" brushRef="#br1" timeOffset="138496">26710 2928 24575,'-2'-23'0,"-1"2"0,3 10 0,-4 0 0,2-7 0,-2 5 0,2-9 0,1 11-3277,-2-15 0,3 16 2751,-4-25 526,2 22-3277,-1-24 2115,1 25 1162,1-21 0,-1 8 0,-1-1 3276,1-7-2113,1 7-1163,1 3 296,0-12-296,0 4 0,1 3 0,0 5 0,0 2 0,2 2 3276,-1-8 0,-1 4-3044,0-8-232,1 4 0,0-7 0,-1 11 0,-1 7 0,0-1 0,0 5 0,0-2 0,0 1 0,0 2 0,-1 1 0,1 0 0,-2-12 0,2 13 0,-4-23 0,3 21 0,-2-7 0,0-1 0,2-2 0,-2-1 0,0 0 0,0-2-1639,0 4 1,1 2-1639,1 8 2972,-2-8 0,-1-2 305,3 1 0,-3-1 0,-1-2 0,0-14 0,2 12 0,-3-8 0,6 18 0,-2-7 0,-2-7 3276,3 12 0,-3-12-2664,2 12-612,2-13 0,-1 12 0,1-17 0,0 25-3277,0-24 0,0 25 2234,0-27 1043,0 24-3277,0-25 2287,0 27-1864,-2-20 2854,2 22 2854,-1-21-2854,1 19 543,0-15-543,0 7 3276,0 3-3275,0-1-1,0 1 0,0 6-3277,0-19 2435,0 21 842,0-17 0,0 18 842,0-5-842,0 7 3276,0-2-2015,0 2 2015,0-9-2457,0 5 0,0-3 0,0 6 0</inkml:trace>
  <inkml:trace contextRef="#ctx0" brushRef="#br1" timeOffset="142601">24066 1585 24575,'-6'0'0,"-9"4"0,-18 6 0,6-1 0,5-4 0,2 0 0,5-1 0,-18 2 0,21-1 0,-17 3 0,18-5 0,-1 0 0,6-1 0,-3 2 0,5-2 0,-12 5 0,9-5 0,-8 6 0,5-5 0,-5 6 0,7-4 0,-13 8 0,4 0 0,-2 2 0,0-2 0,12-5 0,-1-2 0,0 3 0,-2 8 0,3-7 0,-1 11 0,3-15 0,4 4 0,-3-2 0,4 1 0,-2 3 0,2-3 0,0 8 0,0-6 0,6 10 0,-5-9 0,4 3 0,-4-8 0,5 4 0,-3-3 0,6 1 0,-4-1 0,2 1 0,1 0 0,0-2 0,2 6 0,7-1 0,-4 1 0,8 2 0,-2-6 0,8 0 0,3 1 0,-5-4 0,3 2 0,-10-4 0,12 0 0,-11-1 0,5 2 0,-2 1 0,-5-2 0,15 6 0,-7-8 0,-5 4 0,1 0 0,3-4 0,-4 3 0,-1 0 0,-4-4 0,5 1 0,1 0 0,-4-2 0,3 0 0,0-1 0,-5 0 0,12-1 0,-11 1 0,2-1 0,3 0 0,-7 0 0,15 1 0,-5 1 0,0 0 0,-1 0 0,-6 0 0,-6 0 0,9 0 0,-9-2 0,14-2 0,-12 0 0,17-5 0,-17 5-3277,16-3 0,-19 5 3047,16-5 230,-18 4 0,11-3 0,-4-2 0,-1 3 0,7-8 0,-10 9 0,11-8 0,-7 4 3276,2-5 0,-2-2-3044,-6 4-232,2-8 0,-8 11 0,6-15 0,-6 8 0,1-2 0,0-1 0,-2 7 0,2 0 0,-2-5 0,-1 8 0,0-14 0,-1 10 0,0-11 0,-1 11 0,-3-13 0,-2 1 0,1 4 0,-1-3 0,4 17 0,-2-10 0,0 7 0,0-2 0,-5-4 0,-2 1 0,2 1 0,-7-4 0,6 7 0,-3 0 0,-1-2 0,3 4 0,-2 1 0,5 1 0,0 3 0,-3-1 0,-6-3 0,0 1 0,-9-3 0,13 4 0,-15-3 0,15 2 0,-11 1 0,11 0 0,0 2 0,2 1 0,-6-1 0,-2 3 0,-5-1 0,-3 1 0,1 0 0,7 0 0,-7 0 0,10 0 0,-1 0 0,-15-3 0,20 2 0,-16-3 0,17 2 0,-9 0 0,10 1 0,-4 1 0,1 0 0,6 0 0,-15 0 0,-4 0 0,3 0-1639,0 2 1,2 0-1639,8-1 1800,-20 6 1477,23-6 0,-13 4 0,13-3 0,-12 4 0,13-2 0,-16 4 0,4-1 0,3 1 0,-2-1 0,15-5 3276,-5 1-386,8-2-1025,-4 0-1865,0 4 0,-1-2 0,-6 5 0,3-2 0,-3 1 0,-5 5 0,10-6 0,-14 10 0,16-11 0,-17 14 0,14-11 0,-13 14 0,10-12 0,1 3 0,-4-1 0,11-7 0,-8 6 0,6-1 0,-1-5 0,-2 8 0,5-9 0,-2 6 0,3-5 0,-7 12 0,5-8 0,-4 6 0,5-7 0,1 3 0,-2 5 0,-3 4 0,5-6 0,-2 3 0,4-13 0,1 7 0,0-5 0,0 0 0,0 1 0,0-5 0,0 3 0</inkml:trace>
  <inkml:trace contextRef="#ctx0" brushRef="#br1" timeOffset="144316">21666 3275 24575,'8'-3'0,"2"0"0,-4 0 0,8-5 0,-9 4-3277,21-20 0,-20 17 2187,7-11 1,0-1 1089,-6 9-639,4-12 1,1-2 638,-4 6 0,5-8 0,0-1 0,-6 5 0,4-1 0,-1 0 0,-4 2-1639,6 0 1,-1 0 1447,-5 7 3122,15-17-2931,-17 26 0,12-16 0,-8 15 1648,8-14-1648,2 1 0,-2 0 0,-3 2 0,0 1 0,-2 4 0,2-3 0,1 1 0,-2 4 1413,7-9-1413,4 0 0,-12 9 0,6-4 0,1 0 0,-5 5 0,10-5 0,1-2 0,-8 4 1638,9-3 0,1-1-58,-7 3 0,-2 0-530,13-5-1050,-6 2 0,-1 1 0,-9 7 0,4-3 0,0 1 0,-7 1 0,13-3 0,-17 7 0,7-2 0,2 0 0,5 1 0,0 0-1639,-2 1 1,0 1-1639,-8 1 1638,11-2 1,0 0 551,-14 4 596,17-1 0,2 0 491,-13 2 0,10-1 0,-1 1 0,-11-1-2842,22 0 2842,-26 1 0,10 0 2318,-9 0-2318,-4 0 3276,6 0-3069,-2 0 1113,7-3-1320,-1-1 0,-4 1 0,-6 0 0</inkml:trace>
  <inkml:trace contextRef="#ctx0" brushRef="#br1" timeOffset="145968">22903 2213 24575,'-1'20'0,"0"0"0,1 0 0,0 5 0,0 1 0,3 0 0,-1-7 0,-1 0 0,3 7 0,0 6 0,-2-13-3277,1 7 0,-2-11 3047,-1-1 230,0-10 0,0-1 0,0-22 0,0 10 0,-1-22 0,-1 22 0,-4-19 0,1 1 0,-3-9 0,5 10 3276,-2 2 0,5 13-3044,-1-2-232,1 2 0,0 7 0,0-8 0,1 6 0,2-3 0,5 6 0,4 1 0,0 4 0,10 3 0,-11-2 0,15 3 0,-9-1 0,11 2 0,-13-1 0,4 2 0,-14-5 0,3 1 0,0 5 0,-4-5 0,1 7 0,-5-6 0,-9 18 0,0-7 0,-7 15 0,6-17 0,-5 11-2622,10-16 2622,-5 8 0,7-7 0,1-2 0,2-6 0,8-12 0,-2-3 0,2-8 2622,-5 13-2622,-1-2 0,-2 6 0,-7 5 0,-11 5 0,7-2 0,-5 3 0,14-8 0,8-13 0,-2 3 0,9-19 0,-3 15 0,-3-2 0,-5 12 0,-14 14 0,5-4 0,-6 7 0,10-10 0,2 1 0,2-15-820,1 4 1,1-7 0,-2 9 0</inkml:trace>
  <inkml:trace contextRef="#ctx0" brushRef="#br1" timeOffset="149454">22899 1268 24575,'30'17'0,"1"0"0,-2-2 0,0-2 0,-6-1 0,-1-2 0,8 2 0,-1-1 0,-11-2 0,-1-1 0,4-1 0,-2 1 0,-7 3 0,-4-8 0,1 6 0,1-4 0,1 2 0,2 0 0,-5-3 0,-2-4 0,-1 0 0,4-3 0,-5 3 0,3-3 0</inkml:trace>
  <inkml:trace contextRef="#ctx0" brushRef="#br1" timeOffset="151003">23330 1443 24575,'-12'12'0,"2"1"0,9-12 0,7-3 0,0-4 0,12-14 0,-12 13 0,9-14 0,-9 13 0,0-2 0,-3 7 0,-23 18 0,14-9 0,-9 7 0,0-1 0,10-9 0,-8 6 0,11-6 0,4-5 0,8-1 0,-1 1 0,0 9 0,-14 11 0,3 6 0,-4-5 0,3-2 0,2-6 0,0 1 0,1 2 0,0-7 0,1 0 0,1-5 0,5-2 0,3-4 0,-1 3 0,3-5 0,-6 6 0,1-3 0,2-3-3277,12-13 0,-10 9 3047,13-11 230,-24 20 0,0-2 0,-5 3 0,8-4 0,1 1 3276,4-4 0,-10 7-3044,2-3-232,5 0 0,1-4 0,2 3 0,-10 2 0,-6 4 0,2-1 0,2-1 0</inkml:trace>
  <inkml:trace contextRef="#ctx0" brushRef="#br1" timeOffset="152793">31322 3145 24575,'3'-2'0,"-7"23"0,-1-7 0,-1 6 0,-1 0 0,0-1 0,-2 1 0,0 1 0,-2 3 0,1-4 0,0-1 0,-1 1 0,0-3 0,-2 1 0,0-3 0,-1 0 0,0 0 0,-1-1 0,-5 0 0,0-2 0,5-5 0,-15 6 0,2-9 0,1 4 0,8-5 0,1-1 0,-2 0 0,0-1 0,10 0 0,0 3 0,-3-1 0,-6 1 0,1-2 0,2 0 0,3-2 0,2 0 0,3-3 0,2 2 0,6-2 0</inkml:trace>
  <inkml:trace contextRef="#ctx0" brushRef="#br1" timeOffset="153444">30796 3429 24575,'0'13'0,"-2"5"0,5-1 0,-2-3 0,0 7 0,-1-14 0,0 8 0,0-8 0,0-2 0,3-15 0,-3 4 0,3-10 0,-3 7 0,0 6 0,-15 10 0,7 3 0,-14 12 0,19-17 0,-1 1 0,9-9 0,-2 3 0</inkml:trace>
  <inkml:trace contextRef="#ctx0" brushRef="#br1" timeOffset="154488">30329 4224 24575,'17'11'0,"2"2"0,-10-3 0,6 7 0,-7-7 0,9 12 0,-12-14-3277,7 9 0,-10-14 1328,4 5 1949,1-6 1719,0 4-1719,1-4 0,0-1 0,0-8 0,-2-6 0,-1 2 0,-2-16 0,-3 18 0,0-13 0,0 16 0,0 0 0</inkml:trace>
  <inkml:trace contextRef="#ctx0" brushRef="#br1" timeOffset="156505">26709 3029 24575,'-8'7'0,"2"1"0,-5 6 0,3 0 0,-2 1-3277,-3 12 0,8-17 1638,-4 10 1,1 0 148,6-11 265,-9 25 1225,10-28-76,-2 19 76,3-17 3276,3 14-2660,6-8-616,-3-3 3276,4-1-731,7-5-2545,-8-2 1357,9 1 0,3-2-1357,12-4 0,-3-1 195,5-4-195,-23-3 0,7 1 0,-11-3 0,0 7 0,-7 3 0,-19 17 0,-2 12 0,6-11 0,0 1 0,-3 11 0,13-12 0,20-20-1639,1-3 1,1-1-1639,6-5 3162,-4 2 0,-1 1-440,-4 2 555,-2-2 0,2 1 0,-21 1 0,-11 3 0,-14 0 0,6 4 3276,2 1-43,24-6-3233,2 0 0,5 0 0,-1 2 0</inkml:trace>
  <inkml:trace contextRef="#ctx0" brushRef="#br1" timeOffset="164335">26113 3083 24575,'-10'16'0,"-1"1"0,-1-1 0,-6 13 0,15-22 0,-8 11 0,8-7 0,-4 4 0,5-7 0,0-5 0,2-3 0,5-13 0,-3 4 0,8-13 0,-6 14 0,6-10 0,-6 11 0,6-12 0,-6 11 0,2-4 0,-1 9 0,7 7 0,8 6 0,-3-1 0,4 4 0,-12-10 0,6 6 0,-7-5 0,2 4 0,0 0 0,-2-1 0,5 9 0,-7-10 0,2 6 0,-7-3 0,-13 0 0,5-1 0,-19 3 0,16-8 0,-7 4 0,-4 1 0,4-1 0,-2 1 0,7-2 0,22-9 0,-1-1 0,19-8 0,-7 2 0,-1 1 0,-10 3 0,-13 5 0,-6 6 0,-6 2 0,3 1 0,2-4 0,7-1 0,-2-3 0,-3 2 0,4-2 0,0 0 0</inkml:trace>
  <inkml:trace contextRef="#ctx0" brushRef="#br1" timeOffset="167184">28859 2116 24575,'0'6'0,"0"11"0,0-7-3277,0 20 0,0-19 1638,4 11 1,-1-1-1639,-1-11 2653,5 10 1,0 0 623,-5-14 0,14 23 0,-12-22 3034,-1-4-3034,-6-10 0,-15-24 0,9 14 1638,-2-2 0,0-2-377,-6-10-1261,-1-2 0,8 14 0,1 2 0,1 4-732,-6-10 732,11 17 0,3-3 0,16 5 0,-5 3 0,22-5 0,-24 6 0,16-2 0,-19 3 0,0 7 0,-9 9 0,-1-2 0,-2 14 0,4-18 3276,1 12-130,4-12-2052,2 1-1094,8-1 0,-4-9 0,9 0 0,-11-3 0,-4 1 0,-2 1 0,-6 3 0,9-4 0,-3 2 0,5-2 0</inkml:trace>
  <inkml:trace contextRef="#ctx0" brushRef="#br1" timeOffset="171419">27258 3316 24575,'0'9'0,"0"8"0,0-7 0,0 19 0,0-21 0,0 22 0,0-13 0,0 0 0,0-2 0,-5-22 0,-3-11 0,2 2 0,-5-16 0,9 18 0,-4-2 0,0 0 0,3 10 0,-2-3 0,4 9 0,12-7 0,9 7 0,-1-4 0,0 4 0,-27 3 0,-10 5 0,-1-3-3277,-4 7 0,18-10 3047,1 2 230,20-11 0,-3 4 0,16-10 0,-20 10 0,4-4 0,-39 19 0,19-8 0,-20 9 0,0 1 0,18-7 0,-8 4 0,2-1 0,11-7 0,-3 2 0</inkml:trace>
  <inkml:trace contextRef="#ctx0" brushRef="#br1" timeOffset="173964">29189 3810 24575,'-20'-4'0,"0"0"0,0 1 0,0 0 0,-1 0 0,0 0-1511,1 1 1,0 0 1510,-4 0 0,-3-2 0,-1 2 0,-3-1 0,3 0 0,5 1 0,0 0 0,-9 0 0,-4-1 0,4 1 0,12-1 0,0 0 0,-11 0 0,-5-1 0,5 1-1350,10-1 0,1 1 1350,-16-2 0,0 1 0,12 1 0,1 0 0,3 2 0,-2-1 0,-6-3 0,-4-1 0,5 1 0,-8 2 0,7-2 0,-1-2-225,10 3 1,1 0 224,-16-1 0,6-1 0,1-1 0,-2-2-1639,2 2 1,3 0 175,4 0 1463,-14-2 167,12 2-167,0 1 878,4 0 1,-3-1-879,0 2 0,0-1 0,-11-5 0,10 7 0,2 0 1372,4-4-1372,-17-2 0,18 5 1638,-5-4 0,-2 0 1460,-5-1-2976,0-1-122,4 4 0,5 1 0,-1 5 0,-3-6 0,-7 3 0,3 1 0,-10-6 0,11 6-3277,-5-8 140,21 10-140,-13-8 2765,19 7 512,-9-2 0,3-2-3034,-9-4 3034,6 4 2395,-17-5-2395,20 7 0,-23-2 0,24 3 3276,-8 1-2332,9-10-944,-2-14 0,4 3 0,-4-14 0,5 20 3276,0-6-242,2 10-1604,1-2-1430,2 11 0,-1-1 0,10 15 0,17 8 0,-2-8 0,2-1 0,-10-1 0,1-1 0,11-6 0,-5-2 0,-16-1-3277,20-10 0,-21 10 3047,7-6-1245,-4 0 1475,-5 5 0,5-8 0,-8 8 0,-1 3 0,-8 15 0,-6 7 0,0 5 1076,-3 1 1,0 0-1077,1-5-274,-5 7 274,13-18 0,-6 12 0,10-17 0,-2 3 0,4-10 3276,0-5-2726,-2-6 2004,1 1-2554,-2-3 0,0 8 0,-28 10 0,6 7 0,0 1 0,4-6 0,1-1 0,-6 8 0,11-4 0,18-11 0,8-4 0,-2-2 0,11-5 0,-10 2-3277,11-8 0,-12 11 3047,4-4 230,-7 5 0,2 2 0,-3-2 0,-2 5 0,-8 2 819,2 1 0,0 0 0,2-1 0</inkml:trace>
  <inkml:trace contextRef="#ctx0" brushRef="#br1" timeOffset="180211">26939 884 24575,'30'1'0,"-5"4"0,11 2-1639,-12 0 1,1 0 134,0 2 1,2 0 1503,6 1 0,3 2 0,-1 0 0,-11-4 0,-1 0 0,3 1 0,3 2 0,5 2 0,2 0 0,-3 0 0,-3-1 0,-5-2 0,-4-1 0,5 1 0,0 1 0,5 1 0,2 2 0,0-1 0,-1 0 0,-4-1-916,6 3 0,-4-2 1,3 2 915,-3-2 0,4 1 0,0 0 0,-1 0 0,-3-2 0,0 1 0,-3-1 0,2 1 0,3 2 0,3 1 0,0 1 0,-5-2 0,-5-3 0,-4-1 0,3 1 0,2 1 0,3 2 0,-1-1 0,-2 0 0,6 2 0,-1 0 0,-2-1 0,2 1 0,-4-2 0,-6-3 0,-1 0 0,7 3 0,2 1 0,-4-3 0,4 2 0,-3-2 0,1 1 1791,-1 0-1791,-3-2 0,1 0 0,1 2 0,-4-3 0,-2-2 0,-1 0 0,-2 0 0,1 2 0,11 8 0,-3 0 0,-9-5 0,-1-1 2662,-3-1-2662,2 1 0,2 0 0,-4-3 3276,18 8-1974,-15-11-1302,3 0 0,-4-1 0,-2-3 0,14 8 0,-6-3 0,1 2 0,-1 1 0,0 2 0,1-1 0,-1-1 0,-6-1 0,9 6 0,-19-13 0,0 2 0</inkml:trace>
  <inkml:trace contextRef="#ctx0" brushRef="#br1" timeOffset="180915">29700 2508 24575,'4'27'0,"0"0"0,0 0 0,0 2 0,1 0 0,-1-4 0,4 6 0,-1 3 0,0-7 0,0-1 0,0 4 0,0 1 0,1 3 0,1-4 0,-1-1 0,-2-3 0,-1 0 0,4 12 0,-1-4-3277,-4-14 2886,0-1 0,-1 1 214,2 10 177,-2-9 0,-1 3 0,-1-2 0,1-6 0,-1 12 0,0-20 0,0 5 0,-1-8 2927,0 10-2927,0 18 0,0-7 654,1-3 1,-2 1-655,-5 0 0,2-2-3277,-15-8 0,10-12 2457,-26-4 1,27 1 0,-15-2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45:58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5005 5807 24575,'26'-25'0,"1"-1"0,-13 12 0,0 0 0,12-10 0,-3 3 0,-15 13 0,5-3 0</inkml:trace>
  <inkml:trace contextRef="#ctx0" brushRef="#br0" timeOffset="1899">2868 7608 24575,'0'0'0</inkml:trace>
  <inkml:trace contextRef="#ctx0" brushRef="#br0" timeOffset="2906">7957 7567 24575,'0'0'0</inkml:trace>
  <inkml:trace contextRef="#ctx0" brushRef="#br0" timeOffset="3792">4797 12769 24575,'0'0'0</inkml:trace>
  <inkml:trace contextRef="#ctx0" brushRef="#br0" timeOffset="8506">15631 7685 24575,'0'0'0</inkml:trace>
  <inkml:trace contextRef="#ctx0" brushRef="#br0" timeOffset="11373">13004 7201 24575,'5'15'0,"3"8"0,-6-13 0,4 10 0,1 1 0,1-2 0,1 12 0,-3-17 0,-6-4 0,4 2 0,0-1 0,-1-1 0,0 8 0,-2-10 0,2 20 0,-1-18 0,4 16 0,-5-14 0,4 13 0,0 6 0,-1-9 0,1 12 0,-5-20 0,3 16 0,2 0 0,-3-5 0,4 10 0,-6-10 0,1 7 0,-1-7 0,3 6 0,-2-15 0,3 20 0,-4-20-3277,4 17 0,-2-22 3047,2 12-415,-1-4 1,0 0 644,-1 3 0,3 8 0,0-1 0,-3-8-1639,2 4 1,1-1 805,-3-8 492,1 5 0,-1-1 341,-1-7 0,1 10 0,1 1 0,-2-3 0,3 3 0,0 6 0,-1-5 0,-1 1 0,2 5 0,1 7 0,-1-8 0,-2-5 0,1 9 0,0 0 0,-2-14 1638,0 1 0,-2 2-1390,1-1 0,0-2 487,0 14-735,0-1 0,0-15 0,0-2 3276,0 17-548,2 0-2728,-2-4-1639,3-3 1,0-3-3,-2-11 1123,2 11 0,-1 0 518,-1-8 0,0 6 0,0 0 0,0-1-1639,-1 3 1,1 0 1184,-1-7 88,0 12 1,0 1 365,4-6 1638,-3 3 0,1 2-1367,3-2 0,0-1-271,0 8 0,-2-6 0,1-2 982,1-8-982,-2 10 0,1 4 0,1-9 0,1-1 0,-1 7 0,0 1 0,1-1 0,1 0 0,1-2 0,0-1 0,-3-4 0,0 0 0,3 3 0,0-4 3276,-5-8-356,10 21-1146,-8-25-1774,5 12 0,1 2 0,-1-8 0,4 5 0,2 0 0,0-3 0,0-1 0,-1-2 0,0-1 0,7 2 0,1-2 0,11-5-251,-12-3 0,3-1 251,8-2 0,1-2-533,-13 0 0,0 0 533,5-1 0,3 0 0,-3 0 0,-5-1 0,1 0 0,8 0 0,5 0 0,-4 0 0,-7 1 0,1 1 0,3 0 0,4 0 0,0 0 0,-2 1 0,6 1 0,-1 2 0,1-1 0,2 0 0,-4 0 0,-3 0 0,-3 1 0,-1 2 0,-5-1 0,-6 0 0,10 6 0,-17-2 0,6 3 0,0 9 0,-6-10 0,6 7 0,4 4 0,-1-2 0,8 3-1093,-2 0 1,5 5 0,-6-6-1895,-1-4 2987,6 5 0,-1 1 182,-9-5-182,-1-2 0,4 2 0,2 0 0,4 0 0,1 1 0,1-1-233,-4 0 0,0-1 0,2 0 233,-1-2 0,3 1 0,0-2 0,-2-1 0,1-1 0,-2-2 0,1 0-1093,4 2 1,0 0 0,-2-1 721,3 0 1,-2 0 370,-5-4 0,0 1 0,-1-3 617,3-1 1,-1-1-618,1 2 0,2-2-12,-3-3 1,2-2-1,-2-1 12,1-5 0,-2 0 0,0 2 0,-1-1 546,1-6 0,-4-2-546,-4-2 0,-2 1 0,-1-2 0,3-8 0,-3 5 0,0-3 0,-4 2 0,1-2 0,-1 1 1638,2 0 0,0-1-1350,3-8 1,1-3-1,-3 6-288,3-4 0,-2 2 0,4-6 0,-3 5 0,-6 14 0,0 0 0,6-13 0,3-6 0,-3 3 0,-3 2 0,-1 1-148,-2 7 0,1 1 0,-1 0 148,0-7 0,-2-1 0,-4 7 0,0-1 0,-1-1-1093,0-3 1,-2 0 0,1 0 462,1-7 1,-1-3 629,-1 9 0,0-6 0,-1-1 0,1 3 0,-1 6-553,1 3 0,0-1 553,-1-1 0,0-6 0,1-3 0,-1 2 0,0 5 0,1-3 0,0 1 0,1 5 0,0-4 0,1 0 0,-1 3 0,1-2 0,-1-1 0,1 0 0,1-6 0,0 1 0,-2 7 0,1-9 0,-1 8 0,-1-8 0,0 1 0,1 8 0,-1-3 0,-1 2 0,0-9 0,0-4 0,1 1 0,-1 7 0,0-1 0,1-2 0,0 10 0,1-7 0,-1-4 0,1-2 0,0 0 0,1 1 0,-1 4 0,0 6 0,1-3 0,1 5 0,0-4 0,1 0 0,0-6 0,1-2 0,0 1 0,0 4 0,-1 8 0,1 5 0,0 1 0,6-17 0,-1 3 0,-3 12 294,-4 1 1,0 0-295,3 2 0,-6 1 0,1 12 0</inkml:trace>
  <inkml:trace contextRef="#ctx0" brushRef="#br0" timeOffset="13544">9868 10356 24575,'23'-14'0,"0"3"0,3 0-1639,4 3 1,0 0-1,-7 0 1,1 0 545,4 1 1,3 1 0,-9 2 2420,-10 1-1328,16-1 0,12 0 0,-8 0 1266,-5 1-1266,-1 0 0,8-1 0,-1 1 0,-8 0 0,-3 1 0,7-2 0,7 0 0,-8 1 0,-5 1 0,0 0 0,6-1 0,-6 1 3276,-1 2-1638,8-2 0,5 1-1636,-10 0 1,0 1 0,0-1-592,4 0 0,2 0 589,1 1 0,5-1 0,-1 1 0,-8 0 0,3 0 0,-2-1 0,8-1 0,2 0 0,-3 0 0,-2 0 0,-1-1 0,-2 1 0,-1-1 0,-1 0 0,1 1 0,7-1 0,1 0 0,-11 1 637,-14 2-637,14-1 0,0 0 0,-10 1 0,6 2 0,0 1 0,-8-2 0,6 1 0,0 1 0,-3-3 0,11-1 0,1-1 0,-7-2 0,8-2 0,0-2 0,-6-3 0,5-3 0,0 0 0,-4-1-1639,4-2 1,-1 1-1466,-15 7 3511,9-4 1,4-1-408,4 3 0,2-5 0,-10 9 0,-4 1 0,-9-1 0,17-4 0,4 0 0,-8-3 0,0 3 0,5-3 0,-5 3 0,-1-4 0,-1 1 0,3-2 0,-4 1 0,-2 0 0,9-6 0,-1 0 3276,-11 9-1638,8-4 0,0 2-1406,-14 6-232,12-1 0,-1 0 0,-12 5-3277,25-8 0,-24 8 1638,12-6 1,0 0 148,-12 4 464,18-12 1,1-1 1025,-15 6-23,13-11 1,3-3 22,-11 8 0,-1 1 0,0-1 0,1 0 0,4-3 0,-3 3 0,-9 9 0,6-8 0,-2 0 0,-9 11 2038,13-11-2038,-6-13-1488,-3 12 0,-1-1 1488,-1 0 0,0 0 506,4-17 0,-1 3-506,-5 11 0,1-1 0,2-5 0,-2 4 0,0 2-788,0-2 0,1-6 0,-1 6 788,-3 6 1163,4-5 1,-1-5-1164,-3 3 0,-1-1 0,0 0 0,1-1 0,0-5 0,-1-2 0,0 5 0,0-1 0,0 5 0,1-5 0,-1 5 0,1-4 0,-1 6 2012,2 6-2012,-2-15 0,-1 1 3276,0 16-2657,0-21 0,-2 0-619,1 17 0,-1-10 0,0-2 3276,0 11-1638,-2-7 0,-1 0-1441,1 4-197,0-7 0,-2-2 0,-2 10 0,1 1 52,3 3 1,0-1-53,-8-12 0,-1 3 0,6 13 0,-11-15 0,-1 0 0,9 16 0,-8-5 0,-5-4 0,3 4-569,3 3 569,-7-2 0,-8-4 0,-2 0-820,8 9 1,-1 0 0,-1 1 0,2 0-274,-3-2 1,2 0 0,-4 0 1085,4 3 0,-5-2 0,-2 1 0,1-1 0,3 2 0,4 2-975,-3-2 1,0 1 981,2 1 0,-6-3 0,-5-1 0,-1 0 0,2 0 0,3 1 0,6 4 0,-6-2 0,-1 0 0,7 2 0,-7-2 0,-3-2 0,-2 1 0,3 0 0,4 3 0,7 2 0,4 3 0,0 1 0,-9-4 0,-8-3 0,2 0 0,9 3 0,5 3 0,-7-5 0,3 2 81,16 7 0,-7-4 0,16 6 0</inkml:trace>
  <inkml:trace contextRef="#ctx0" brushRef="#br0" timeOffset="16247">10860 12919 24575,'-7'-9'0,"-3"-1"-1639,-5-4 1,-1-1-1639,2 2 2184,-6-2 1,-7-4 0,7 4-2185,6 4 2965,-5-3 0,-7-4 1,-1 0-1,7 3 312,-2-3-508,-1 1 1,-8-6 0,-1 0 0,9 5 507,1-1 0,1 3 0,-6-6 0,0 0 0,7 6 0,3 1 1014,-4-4 1,-2-1-1015,9 5 0,2 1 0,-2-2 0,-5-10 0,-1-2 0,8 10 0,1-4 0,-1-5 0,0 5 0,-1-2 931,3 1 1,-1-4-1,1 0-931,0-7 0,1 1 0,-1 3 0,0 0 314,4 2 1,1-1 0,1 5-315,-3-3-1634,4-3 1,1 2 1633,0 11 377,3-6 0,0-6 1,0 5-378,0-3-807,2 0 0,3-5 0,-2 6 807,0 0 605,1 4 1,2-5 0,2 3-606,3-1 0,0 2 0,-4-1 0,1 0 0,4 0 0,3 0 0,-3 5 3276,-5 5-3192,5-6 1,5-5-1,-3 4 2860,-1-1-2944,6-3 0,5-6 0,-4 5 0,-1 1 0,2 1 0,6-6 0,-5 7 0,-2 6 0,-1 0 0,4-3 0,-5 4 3276,-1 3-1638,11-8 0,-2 1-1307,-18 12-331,10-4 0,7-4 0,-6 3 0,-5 5 0,15-8 0,0 0 0,-14 9-1639,12-6 1,0 0-1639,-13 6 1638,18-8 1,2 0 780,-10 5-223,0-2 0,6-2 0,-5 2 1081,6-1 0,-2 1 0,5-4 0,-5 3-214,-1 0 214,2 0 0,8-2 0,-8 1 0,-2-2 0,2 3 0,7-1 0,-6 1 0,-14 3 0,-1 1 0,11-3 0,5-1 0,-2-1 0,4-3 0,-4 0 0,-6 5 0,0 0 0,3-2 0,2-2 0,-6 3 0,-4 0 0,2 1 0,5-2 0,0 1 0,5-1 0,-2 0 0,-5 1 0,1 0 0,0 3 0,3 0 0,-7 2 3138,-3 0-3138,11 0 0,0 1 1282,-17 4-1282,20-2 0,-8-1 0,-12 5 0,9-1 0,0 0 0,-7 2 0,11 0 0,0 1 0,-11 1 0,20 1 362,-4 4-362,-13-1 0,0-1 0,0-1 0,2 0 0,13 5 0,-3 0 0,-10-5-653,3 1 1,5 2 0,-5-3 652,-4-1 508,5 0 0,5-1 0,-5-1-508,-3-1 0,12 0 0,-2 0 0,-13 0-1639,3-2 1,-1 0 1377,-10 1-203,9-2 1,0 0 463,-11 3 1539,10-1 1,2 1-1540,1 1 0,0 1 0,-1-2 0,1 1-442,8 1 0,5 1 0,-6-1 442,3 0 0,0-1 0,7 1 0,-3-1 0,0 0 0,-2-1 0,1 0 0,2 0-616,-1 0 1,1 0 0,-7 0 615,-6 0-630,9 1 1,9-1-1,-8 1 630,-7-1 0,6 3 0,7 0 0,-8-1 0,-8 0 0,11 2 0,-3 0 0,-20-1 314,8 0 0,0 1-314,-10 0 1084,8 0 0,4 2-1084,0-1 0,0 0 3276,8 2-3173,8-1 1,-4-2 3172,-22-3-2310,18 1 0,4-1-966,-1-4 0,-12 2 0,0 0-1014,7-1 1,-2-1 1013,-9 0-1639,10 1 1,-1 1 378,-14-1-257,19 2 0,2 1 1517,-16 3 0,19 1 0,2 1 0,-5 4 0,-12-5 0,0 0 3034,14 9-3034,-16-3 0,-1 1 0,15 6 0,-1 2 0,1 0 0,-4-5 0,-2-1 0,-5-2 0,0-1 0,1 1 0,-1-2 3276,5 5-2646,-7-2 1,0 0-631,12 6 0,-9-5 0,3 2 0,-6-5-3277,-5-3 3119,9 4 1,4 2 157,1-5 0,0-2 0,-10-2 0,2 1 0,4 1 0,5 1 0,2 0 0,-2 1 0,3 3 0,-1 1 0,-1-1 0,-1-3 0,-1 0 0,0 1 0,5 5 0,1 3 0,-5-1-963,-6-2 0,-2-1 963,-1 0 0,0 2 0,0 3 0,-4-1 0,-7-5-1355,1 10 1,0 0 1354,-3-13-256,3 22 1,-1 0 255,-4-21 1228,3 20 0,0 6-1228,-1-2 0,-2-15 0,-1 1-645,-3 6 1,-2-4 644,-2-11 0,0 16 0,-1 2 0,0-13 0,1 6 0,0 6 0,1-5 0,-1-2-677,1 5 1,0 7 0,0-7 676,2-5 1014,-1 5 1,0 1-1015,1 1 0,0-9 0,0 1 0,0 10 0,0-6 0,0-3 0,0-12 0,0 9 0,0-1 0,0-9 3034,-3 23-3034,-3-9 3276,1-2-2646,-3 0 1,1-2 2645,4-11-1638,-6 16 0,-1 1-1406,6-12-232,-6 11 0,-1 2 0,-6 6 0,2-4 0,3-6 0,1-3 0,7-9-1639,-6 10 1,0 0-1639,5-11 2417,-6 12 1,-1 2 859,3-12 0,-7 12 0,0 0 0,5-9-1639,-12 11 1,1-1 871,11-10 82,-12 14 0,1 2 685,11-9 1638,-3 5 0,0 2-1594,5-10 0,2-2 1195,-7 12-1239,6-9 0,1-3 0,3-9 0,-10 24 0,11-25 0,-13 25 0,12-23 3276,-14 20-907,4-13-2369,-2 1 3276,-13 3-3113,-1-4-163,6-3 0,0 1 0,7-5 0,0 1-1639,-8 5 1,2 0-1639,11-8 2186,-13 8 0,-2 2 1091,10-7-1639,-13 6 1,0 1 1025,11-6-688,-8 5 0,0 0 1301,14-9 0,-13 10 0,1-1 0,15-9-578,-14 9 0,1 0 578,14-9 664,-14 10 0,0 0-664,11-9 0,-5 5 0,2 0 0,6-6 0,-10 9 0,12-11 0,-16 12 0,19-12 0,-15 5 0,0 1 0,11-6-266,-11 5 1,0-2-1,15-6 1,-9 3-1</inkml:trace>
  <inkml:trace contextRef="#ctx0" brushRef="#br0" timeOffset="24467">18118 8181 24575,'24'7'0,"6"2"0,-5 1 0,5 3 0,-3-1-1084,-3-1 1,0-1 1083,1 2 0,5 3 0,-1-1 0,-1 1 0,-3-1 0,-1-1 0,1 2 0,7 3 0,1 2 0,-1-2 0,-10-4 0,0-2 0,0 2 0,8 5 0,2 1 0,-1-1 0,-2-2 0,-1-2 0,0 1-455,-2-1 1,0 0 0,1 0 454,7 2 0,2 0 0,-7-4 821,-5-3-821,2-1 0,-3 0 0,-13-5 0,11 3 0,-19-7 0,1 1 0</inkml:trace>
  <inkml:trace contextRef="#ctx0" brushRef="#br0" timeOffset="24982">19087 8572 24575,'-11'3'0,"-9"4"0,9-1 0,-6 3 0,0 2 0,6-5 0,-16 13 0,24-16 0,-1 3 0,21-11 0,-6 2 0,11-3 0,1-1 0,-3 2 0,3-1 0,2 1 0,1-1 0,10 3 0,-17 2 0,0 7 0,-13 0 0,-1-1 0,-10 6 0,-15-1 0,5 2-1639,-3-3 1,1-2-1639,7-3 3047,-24 9 230,11-2 0,-1-2 0,2 4 0,18-10 0,6 0 0,15-3 0,-9 0 0,9-1 0</inkml:trace>
  <inkml:trace contextRef="#ctx0" brushRef="#br0" timeOffset="26328">23758 7909 24575,'-12'6'0,"4"-2"0,-12 6 0,9-5 0,-5 5 0,0 0 0,-3 1 0,-10 8 0,0 1 0,3-6-1639,-4 7 1,1 0-631,6-5 2269,-4 5 0,1 0 0,1 0 0,4-5 0,-3 4 0,4-4 0,-3 5 0,1-3 0,-4 4 0,3-4 0,-6 5 0,5-5 0,-7 5 0,-2 0 0,4-2 0,9-7 0,1-1 0,-3 4 0,1-2 0,-5 4 0,-3 3 0,-1 0 0,-1 1 0,2-1 0,3-3 0,5-3 0,-2 2 0,4-4 0,-3 3 0,-4 3 0,-6 6 0,-1 1 0,0-1 0,6-4 0,9-7 0,3-3 0,-5 5 0,-5 5 0,6-5 0,8-5 0,-15 11 0,-1-1 0,13-9 0,-9 6 0,1 0 0,9-10 142,-5 4 0,0 1-142,2-4 0,-8 6 1172,12-9-1172,6-4 0,17-18 0,-1 1-1639,6-6 1,0 0-514,-6 5 2152,8-10 0,-15 22 0,1-3 0</inkml:trace>
  <inkml:trace contextRef="#ctx0" brushRef="#br0" timeOffset="26526">22413 8886 24575,'10'18'0,"3"0"0,-6-15 0,0 1 0,-8 4 0,1-6 0,-5 7 0</inkml:trace>
  <inkml:trace contextRef="#ctx0" brushRef="#br0" timeOffset="35280">28435 7487 24575,'-15'0'0,"-7"0"0,-1 0-2599,-2 0 2599,2 0 0,-1 0 0,1 1-1639,-2 2 1,0 0-1639,-4 1 2354,3 2 0,-5 2 0,7-2 923,7-1-945,-8 3 0,-7 3 0,6-2 945,9-3-543,-9 4 1,-6 4 0,5-4 542,7-2 233,-5 3 1,-6 3 0,6-3-234,4-1 1177,-11 4 0,-2 2-1177,9-3 0,1 1 0,2-2 0,0 1 0,0-1 0,-1 2 0,0 1 0,-5 5 0,5-2 3276,8-6-3143,-11 9 0,0 0 3143,12-10-2603,-7 7 1,-6 6-1,6-5-673,7-4 0,-6 5 0,-6 6 0,8-6 3276,8-8-2700,-12 17 0,-1 1-576,12-12 0,-7 9 0,1 3 0,6-8 0,1 1 0,-3 10 0,0 0 0,4-10 0,1 0 0,0 10 0,0 0 0,2-5 0,0 0 0,2-5 0,0 2 0,0 2 0,0 2 0,0-6 63,1-1-63,1 2 0,0 6 0,1-6-3277,-1 1 2088,1-2 0,1 2-450,0 5 1,2-3 4,-2-10 541,2 10 1,1 6 0,0-7 1085,0-9-473,2 7 1,1 6-1,-1-5 480,1-4 0,5 11 0,1-1 0,-5-14 975,8 9 1,4 3-976,1-6 0,0 0 0,-4-3 0,1 0 0,3 0 0,4 2 0,-1-3 0,3 1 0,0-1 0,-1 1 0,2 1 0,0-2 0,3 1 0,-7-3 3276,-5-1-3198,7-1 1,7 2-1,-5-1-78,0 2 587,1-4 1,6 3 0,1-1-588,-2-1 0,1-1 0,-3-1-1077,-6-3 0,-2 1 1,1-2 1076,5 2 0,2 0 0,-1-3 0,-2-3 0,-2-1 0,3-1 0,5 2 0,3 0 0,-1 0 0,-5-1 0,0-1 0,3 1 0,-3 0 0,4 0 0,1 0 0,-3 0 0,-7 0-426,-4-1 1,0 0 425,6 1 0,6 0 0,4 1 0,0-1 0,-3 1 0,0-1 0,-2 0 0,-1 0 0,-1 0 0,5 1 0,-1-1 0,2 0 0,-3-2 0,4 1 0,1-1 0,-5-1 0,-8-2 0,4-3 0,-2 1 0,10-2 0,-1 0 0,-9 0 0,-4-5 0,4 0 0,8-4 0,2 0 0,-9 3 0,-11 2 0,0 0 0,10-4 0,8-2 0,0-1 0,-8 3 0,-11 5 0,0-1 0,6-4 0,6-4 0,-1 0 0,-6 3 0,6-6 0,-3-1 0,5-5 0,-7 4 0,-5-1 0,0-5 0,3-6 0,-4 5-1693,-3 2 1693,-3 6 0,2-5 0,0 1 0,2-11 0,-1 3 0,-6 11 0,1-2 0,0-3 0,3-5 0,-1-2 0,-2 2-205,-2-5 1,-2 1-1,0 2 205,1 7 0,0 0 0,-2-2 0,-3-8 0,-2-5 0,-2 2 0,1 11 2714,-1 2-2714,-2 1 0,-3-8 0,1 1 0,1 8 0,2 5 0,-4-3 0,-3-9 0,-2-1 0,2 7 101,2 8 0,-2 0-101,-5-10 0,-5-7 0,-1 0 0,4 8 0,7 12 0,-2 0 0,-5-2 0,-6-6 0,-3-2 0,-1 0 0,2 2 0,4 4 298,-5 0 0,-1 0-298,5 4 0,-4-3 0,-4-1 0,-1-1 0,1 0 0,1 3 0,5 2 0,-3 0 0,3 2 0,-5 0 0,4 3 0,-5-1 0,-4-1 0,-2 0 0,-1 0 0,0 0 0,3 1 0,3 1 0,6 2 432,-7-3 1,6 1-1,-7 0-432,8 4 0,-4-2 0,-5 1 0,-3-2 0,-2 1 0,0 0 0,1 0 0,1 0 0,3 2 0,4 0 0,6 2 0,-6 0 0,6 2 0,-6-1 0,2 0 0,-7 0 0,-5-1 0,-1-1 0,1 1 0,2 1 0,4 0 0,8 1 0,-6 1 0,1 1 0,5 1 0,-6 1 0,-3-1 0,-1 2 0,2 1 0,3 2-820,-1 4 1,3 2 0,1 1 0,-2-2 797,0-2 0,-1-1 1,0 0-1,0 2 22,-1 5 0,-1 2 0,3 0 0,9-4 0,5-3 0,-7 9 0</inkml:trace>
  <inkml:trace contextRef="#ctx0" brushRef="#br0" timeOffset="36714">29937 9675 24575,'-31'2'0,"5"1"0,-2-1-599,3 1 1,-3 0 598,-5 1 0,-5 2 0,6-2 0,-2 0 0,2 3 0,-5 1 0,7-2 0,8-1 0,-2 2 0,-6 4 0,6-3 391,3 0-391,-7 4 0,0 2-1639,12-2 1,0 0-1469,-12 5 1468,8 1 1,2 0 512,12-11 363,-12 14 1,0 1 762,8-10-1220,-9 10 1,1 1 1219,6-11 549,-8 13 1,-1 3-550,8-8 912,1-1 0,-3 5 1,1-1-913,3 0 0,1 1 0,-1 0 0,-1 4 0,0 1 0,0-1 0,-3 6 0,2-1 0,2-3 0,1 0 0,3-6 2138,2-9-2138,-1 11 0,-1 7 0,1-4 0,3 6 1092,0-10 0,1 5 0,0 0-230,3 8 0,0-1 776,0-13 0,1 0-1550,1 2 0,0 3 0,1-7-88,0-7 272,3 14 0,1 4-272,-1-6 0,0-2 0,1-1 0,2 2-1093,0-2 1,2 2 0,-1-4-2185,6 4 2184,-1-5 1,3 3 0,-3-4 101,0-1-21,6 3 1,7 5 0,-6-5 1011,-2-3-508,-2-3 1,7 4 0,-1 1 0,-5-6 507,0 0 0,3-1 0,7 3 0,0-1 0,-7-4 0,1-4 0,1 0 0,11 4 0,3 1 0,-3 0 0,-8-5 0,-9-2 0,1-1 0,4 1 0,7 1 0,5 2 0,1 0 0,-1 0 0,-5-1 0,-7-2 0,-3 0 0,1-1 0,5 1 0,10 0 0,4 1 0,0 0 0,-4-2 0,-8-1 0,-3 0 0,0-2 303,2 2 0,6-1 0,3 1 0,-1-1 0,-4-1-303,1-2 0,-2-2 0,-1 1 0,0 2 0,-1 0 0,1-1 0,5-5 0,1-2 0,-7 1 0,-5-1 0,-1-1 0,7-2 0,1-1 0,-1-1 0,-4 0 0,-1-1 0,0 0 0,0 0 0,7-2 0,0 1 0,2-3 0,-7 2 0,2-2 0,0-1 0,-2 0 0,-4 1 0,-3 0 0,-4 0 0,2-1 0,4-6 0,2-3 0,0-1 0,-3 4 0,0-2 0,-2 0 0,-3-7 0,-1-3 0,-4 9 2780,-4 10-2780,1-9 0,3-7 0,-2 7 3276,-2 7-3066,1-10 1,2-9 0,-1 8-211,-1 7 0,-2-6 0,1-7 0,-3 2 0,-3 4 0,-1 1 0,1-1 0,-2 0 0,-2 4 0,-3-1 0,-1 3 0,-4-2 0,-2 2 0,3 1 0,-1 0 0,-6-3 0,-4-2 0,5 7 0,2 4 0,-10-7 0,-6-8 0,6 8 2762,9 10-2762,-3-2 0,-4-4 0,-2 1 0,-4-2 0,-2 1 0,4 1 0,4 3 0,-3-1 0,-1 2 0,-6-4 0,-5-2 0,0 1 0,2 2 0,7 3 0,3 3 0,5 2 0,-5-1 0,-2 0 0,-7-1 0,-2-2 0,-2 1 0,1 0 0,5 2 0,5 2 0,-6-3 0,1 3 0,1 1 0,-6-1 0,-2 0 0,5 1 0,8 2 1379,0 1-1379,-5 0 0,-9 0 0,8 1 0,6 3 0,2 0 0,-5 0 0,6 0-596,-2 1 596,0 3 0,-8 1 0,-1 0 0,6-1-1004,9-1 0,-1 0 1004,-7 3 0,-10 2 0,-3 1 0,-1 0 0,5 0 0,8-3 0,7-1 0,2-1 0,-11 4 0,1-1 0,-1 1 0,1 0 0</inkml:trace>
  <inkml:trace contextRef="#ctx0" brushRef="#br0" timeOffset="38314">26891 9988 24575,'-35'0'0,"9"-1"0,-4 1 0,5 0-2343,3 0 2343,-2 1 0,-10 0 0,-3 2 0,0-1 0,8-1-1358,1 1 0,0 1 1358,-1-1 0,-7 1 0,-3 0 0,-1 0 0,4 0 0,7-1 0,0-1 0,1 1 0,-3 1 0,-6 1 0,-3 1 0,3 0 0,9-1 0,5 1 0,2 0 0,-6 1 0,-4 1 0,-2 0 0,4 1-1639,-5 6 1,3-1 1101,3-4 1,-2 1 536,7 1 0,-3 1 0,-1 1 0,2 0-1093,-7 6 1,1 0 0,0-1 962,3-3 0,0-1 0,0 2-406,-2 5 0,-3 3 1,3-1-1,9-4 536,3-1-292,0 1 1,-6 5 0,0 1 0,7-5 291,1 3 0,-2 1 0,-3 6 0,5-7 0,10-7 966,-7 16 1,2 6-967,10-12 0,0 0 0,-2 1 0,-1 1 0,3 2 0,2 2 0,-1-6 2986,0-7-2986,1 7 0,1 6 0,0-8 3276,1-10-2682,2 20 1,0 0 2681,-1-20-1638,3 19 0,0 1-1190,-2-20-448,8 20 0,-1-1 0,-5-20 0,9 16 0,2 2 0,-5-10 0,4 6 0,1 0 0,-4-8 0,9 10 0,-1-2 0,-10-13 0,5 4 0,6 4 0,-4-3 0,-3-3 0,13 6 0,0-1 0,-13-7 0,12 4 0,0-1 0,-5-3 0,-2-2 0,4 2 0,-4-3 0,6 2 0,1 0 0,4 3 0,-5-4-533,-3-3 533,5 2 0,11 3 0,1 1 0,-10-5-1485,0 0 1485,-7-3 0,9 3 0,3 0 0,-4-1 0,-9-3 0,0-1 0,2 1 0,10 2 0,-1 0 0,-8-2-3277,-4-3 1981,9 3 1,5 1 1295,0-2 0,-4-2 0,-1-1 0,-2 1 0,9 0 0,-1 1 0,-8-1 0,-2-2 0,-3 1 0,9 0 0,3 0 0,-2 0 0,-7-1 0,-2 0 0,-1-1 0,2 1 0,6 0 0,2 0 0,0-1 0,-4 0-275,3-1 0,-4 0 0,3-1 275,-2 0 0,1-1 0,0 1 0,-2-1 0,9-1 0,-3-2 0,1-2 0,-2-4-1639,-12-1 1,-2 0 1226,11-5-336,-7-1 1,3-3 0,-6 4 747,-8 6-38,11-8 0,6-5 0,-7 7 38,-11 8-543,11-7 1,7-7-1,-6 6 543,-8 5 53,5-4 1,5-4-1,-5 4-53,-6 3 182,2-3 0,5-5 0,-5 3-182,2-2 0,-3 0 0,3-3 0,-3 3 0,5-2 0,-5 1 0,1-4 0,-3 3 2379,3-2-2379,-2-2 0,3-6 0,-5 6 3276,-5 5-3183,2-5 1,2-7 0,-2 6-94,-3 2 1638,0-5 0,-1-3-918,-3 3 0,0 1-720,-1-5 0,0-1 0,0 3 3276,-2 21-2401,-2-20 0,0 0-875,0 17 0,-3-22 0,1 2 0,1 22 0,-4-22 0,0 1 0,3 20 0,-3-8 0,-2-8 0,-1 4 0,0 8 0,1 2 0,0-7 0,-1-1 0,-9-3 0,3 6 0,9 12 0,-10-10 0,0 1 0,8 10 0,-10-10 0,-3 0 0,2 2 0,1 2 0,-4-4 0,-2 2-1093,-8 1 1,-2 2 0,1 0-1,10 1 1,1 1 0,-5-1 1059,1 3 0,-7 0 0,-3-1 0,-2 0 0,2 1 1,4 1-1,6 1-1294,-5-1 1,0 1 1326,4 2 0,-7-1 0,-6 0 0,-2 0 0,0-1 0,2 1 0,6 1 0,7 1 0,-4-1 0,1 1 0,5 1 0,-7 1 0,-4 0 0,-3-1 0,1 2 0,1-1 0,5 1 0,7 0 0,-9 1 0,1 1 0,5 1 0,-6 0 0,-3 0 0,-1 2 0,0 0 0,3 1 0,-1 3 0,1 2 0,1 0 0,0 0 0,2-1 0,0-1 0,2-2 0,-1 1 0,-3 2 0,6 0 0,-4 2 0,-2 2 0,-2 1 0,0 0 0,2 0 0,2-2 0,5 0 0,5-3-1639,-7 3 1,2 0 1595,2 0 1,-7 4 0,-3 1-1,2 0 1,6-3 0,9-4-1,6-2 1,-6 8 0</inkml:trace>
  <inkml:trace contextRef="#ctx0" brushRef="#br0" timeOffset="53001">20151 7569 24575,'0'0'0</inkml:trace>
  <inkml:trace contextRef="#ctx0" brushRef="#br0" timeOffset="55066">20119 7620 24575,'-11'5'0,"-11"5"0,12-4 0,-15 10 0,10-5 0,1 0 0,-2 1 0,6-2 0,3-3 0,-5 6 0,9-9 0,-8 10 0,7-8 0,-6 9 0,2-2 0,-2 5 0,1-2 0,0 6 0,-1 0-3277,0 7 0,4-9 0,-3 5 1787,8-20 1318,-4 19 172,4-14 0,0 15 0,0 1 0,-4 7 0,3-9 0,-4 7 0,6-25 57,-5 20-57,5-18 0,-3 16 0,3-18 0,0 20 0,0-19 0,0 22 0,0-11 3276,0-1-2072,0 5-1204,0-17 0,0 12 0,0-12 3276,0 9 0,0 0-2872,0 5-404,0 7 0,0-10 0,1 9 0,5 9 0,-2-11 0,-1-2 0,0 0 0,-2 3 0,4 7 0,0 2 0,7-3 0,-6-12 0,5 3 0,-9-17 0,4 9 0,-3-11 0,-1 5 0,-1-7 0</inkml:trace>
  <inkml:trace contextRef="#ctx0" brushRef="#br0" timeOffset="57718">20200 7556 24575,'3'-6'0,"-1"-5"0,0-1 0,-2 1 0,0 0 0,0 4 0,-5-4 0,3 4 0,-7-11 0,1 2 0,1-1 0,-4-8 0,6 16-3277,-8-16 0,10 19 2749,-11-19 528,8 19 0,-9-16 0,-1 9 0,6-4 0,-6 6 0,10 5 0,-7-1 0,-8-8 0,7 5 0,-17-12 0,18 13 0,-11-6 0,13 8-137,-15-5 137,14 8 0,-18-8 0,17 10 0,-21-10 0,0 5 0,1 0 0,9 2 0,2 1 0,7 1 0,-9 0 0,0 0 3276,11 1-1638,-17-1 0,-2-1-1622,16 3-1655,-18-3 1,1 0-1218,16 3 1716,-17-1 1,0 1 1139,13 1-1639,-11 0 1,0 0 1133,14 0 259,-12 0 1,-1 0 245,10 0 0,-4 0 0,1 0 0,3 0 1638,0 1 0,-3 1-1507,-3 1 0,0 2-131,2-1 0,-1 1-1057,-8 2 1,3 0 1056,10 0 0,-9 3 0,2-1 0,13-5-746,-19 8 1,-1 1 745,19-7 0,-12 4 0,1 0 0,15-4-252,-6 1 0,0 0 252,7-4 0,-7 5 0,0 0 0,5-4 0,-11 9 0,0 1 0,12-9 0,-13 9 0,0 0 0,12-7 1628,-3 2 1,-2 1-1629,-9 2 3276,5 0-1683,6-5-774,15-4 0,5-3 0,2 0 0</inkml:trace>
  <inkml:trace contextRef="#ctx0" brushRef="#br0" timeOffset="58684">18430 7403 24575,'0'0'0</inkml:trace>
  <inkml:trace contextRef="#ctx0" brushRef="#br0" timeOffset="60240">20195 7656 24575,'-5'-1'0,"-2"2"0,-7 4 0,4 0 0,-21 8 0,16-6 0,-2 1 0,-2 0 0,-12 11 0,13-7 0,0 0 0,-11 6-1639,10-1 1,3-1-1639,6-9 2367,-8 10 1,1 2 909,7-9 0,-6 5 0,0 3 0,-3 7 0,6-7 0,1 0 0,-3 8 0,2 3 0,9 6 0,1-12 0,3 0 0,0-1 3276,1-6-1916,2 9 1,1 1-1361,-3-7 0,3 8 0,0 1 0,-2-11 1188,3 5 0,0 2-1188,5 8 0,-4-14 0,1 0-1639,0 3 1,-1-3-1639,0-6 2794,4 21 483,-5-20 0,1 22 0,4-2 0,-4-13 0,1 0 0,5 12 0,7-2 0,-13-19 0,9 5 0,-11-9 0,5 0 3276,-5-2 0,-2 1-2791,0-4-485,-2 4-3277,-4 5 2457,0-7 1,-2 7 0,4-11 0</inkml:trace>
  <inkml:trace contextRef="#ctx0" brushRef="#br0" timeOffset="65710">21765 9127 24575,'13'15'0,"0"0"0,0 2 0,4 0 0,-2-1 0,-9-9 0,11 11 0,0 0 0,-8-8-1639,5 6 1,-2-1-1639,-7-9 0,10 12 0,-13-12 5064,9 6-1787,-9-7 0,6 7 0,-6-6 3276,2 0-2015,-5-26-1261,0 9 575,-1-17 0,1 24 0,0-1 0</inkml:trace>
  <inkml:trace contextRef="#ctx0" brushRef="#br0" timeOffset="66054">21932 9180 24575,'-18'13'0,"0"0"0,-3 0 0,6-1 0,1 1 0,-5 5 0,4-4 0,-5 7 0,14-12 0,0 0 0,3-3 0,3-4 0</inkml:trace>
  <inkml:trace contextRef="#ctx0" brushRef="#br0" timeOffset="67554">21782 9001 24575,'0'29'0,"0"-1"0,0-15 0,0-3 0,0 2 0,0-2 0,1 5 0,0-2 0,0 10 0,-1-11 0,0 1-3277,0-33 0,0 14 1638,-2-20 1,0-2 1252,-1 17-1253,0-8 1,0 0 1515,2 12 43,-2-17 80,2 16 3276,0-6-3193,2 16-83,4 14 0,-3-4 3276,4 15-3159,-3-14-117,-1 1 3276,2-2 0,-4-9-2883,3 6-393,3 11 0,-2-8 0,5 10 0,-7-21 0,2-10 0,-4 5 0,2-9 0</inkml:trace>
  <inkml:trace contextRef="#ctx0" brushRef="#br0" timeOffset="69775">21654 6651 24575,'6'6'0,"18"8"0,8 2 0,-5-5 0,3-1 0,3 2-547,-7-1 1,4 1 0,1 0 0,1 1 0,-1-1 0,-2-1-274,3 0 1,-3-2 0,1 0 0,4 3 409,-3-1 0,3 3 1,4 1-1,1 0 1,-1 1-1,-2-2 0,-4-1 1,-6-2 120,0 0 0,-5-3 0,3 2 289,4 2 0,6 3 0,2 2 0,-1-1 0,-4-2 0,-9-3 0,6 4-957,-2 0 1,-1 0 956,-5-2-311,3 2 1,-2 0 310,-9-4 0,10 6 0,1 0 0,-3-3 0,1 0 0,-1 0 0,-3-2 0,1-1 0,1 0 0,-4-2 1638,3 1 0,2-1-1324,1 0-314,0 0 1777,-7-3-1777,-6-2 3276,3 3-304,3-1-2972,-7 0 1617,4-1-1617,-7-2 0,4 2 0,1 2 0,-2-4 0,3 5 0,-5-6 0,1 2 0,-3-2 0,-1-1 0,-1-1 0</inkml:trace>
  <inkml:trace contextRef="#ctx0" brushRef="#br0" timeOffset="71495">21648 6726 24575,'5'36'0,"-2"-23"-1639,2 11 1,0-1-1639,-2-16 0,6 29 0,-7-28 2653,7 24 1,2 2 623,-7-19-391,3 8 1,2 7-1,-2-7 391,-3-9 0,2 9 0,2 6 0,-2-4 0,0 2 0,0 3 0,1 2 0,-3-8 0,-1-3 0,2 6 0,1 10 0,-1-1 0,-2-18 0,3 17 0,-1-1 0,-2-22 586,3 18 0,0 5-586,-4-15 0,0 0 0,1 5 0,0 1 0,-2 5 0,-1-2 0,0-6 0,0 5 0,0 1 0,0 7 1517,-1-17 0,0 2-1517,1 7 0,0-2 0,0-5 0,2 9 0,0-1 3276,0-8-2646,0 8 1,-1-1 2645,-1-9-1638,0 14 0,0 1-1406,0-19-232,0 17 0,0-1 0,0-18 0,0 13 0,0 2 0,0-12 0,0 16 0,0 2 0,0-12 0,0 7 0,0-3 0,-1-10 0,0 21 0,0-24 0,1 6 0,0 1 0,0-1 0,-2 13 0,0 1 0,1-3-1639,-2 4 1,0-3-1639,3-16 1638,-3 12 1,1-1 148,1-14-27,-1 14 0,1-1 1517,1-15-241,-3 13 0,0 1 241,2-11 1244,-3 7 1,0 0-1245,0-3 0,-4 17 0,3-14 1638,1-1 0,-1 1-886,1 12 2524,0-8-529,-2 12-2747,5-29 0,-3 11 1553,4-7-1553,0-3 744,0 10-744,0-9 0,0 7 0,0-10 0,0 2 0,0-7 0,0-17 0,0 9 0,0-10 0,0 15 0</inkml:trace>
  <inkml:trace contextRef="#ctx0" brushRef="#br0" timeOffset="72926">21446 6659 24575,'1'16'0,"12"13"-3277,3 1 0,0-4 12,11-1 3265,-19-21 1890,20 13-1890,-10-13 0,3 2 0,16-11 0,-18 1 0,3-3 0,3-2 0,6-9 0,2 0 1638,-17 5 0,-2 1 1303,0-7-2941,-2 4 0,-3-7 0,-7 14 1712,0-12-1712,-7 5 0,-6-4 0,-2 6 0,-17-3 0,-2 10 0,0 0 0,-3 7 0,18 2 0,-1 7 0,-1 1 0,10-2 0,-7 3 0,1 1 0,5-6 0,-14 14 0,20-19 0,1 2 0</inkml:trace>
  <inkml:trace contextRef="#ctx0" brushRef="#br0" timeOffset="73311">21717 6598 24575,'18'-19'0,"-5"7"0,-3-4 0,0-3 0,1-1 0,-1-1 0,-2 4 0,-1-2 0,7-12 0,-1 3 0,-5 9 0,6-10 0,-1 1 0,-5 14 0,9-17 0,1 1 0,-9 16 0,12-12 0,0 2 0,-12 12 0,17-9 0,1 0 0,-10 9 0,7-5 0,1 0 0,2 6 0,-2-4 0,-7 10 0,-12 2 0,-3 3 0</inkml:trace>
  <inkml:trace contextRef="#ctx0" brushRef="#br0" timeOffset="75224">22328 5791 24575,'0'5'0,"0"-1"0,0 2 0,0 2 0,8 19 0,-6-14 0,5 5 0,2 0 0,0-1 0,4 2 0,3 3 0,3-7 0,-4-1 0,15 4 0,-11-15 0,1 4 0,9-7 0,-20 0 0,20-2 0,-21 1 0,21-5 0,-18 3 0,19-5 0,-22 5-3277,22-10 0,-22 10 2365,9-8 1,1-1 911,-7 5 0,7-7 0,-2 0 0,-6 4 0,4-6 0,0 1 0,-7 4-373,3-5 0,-2 0 373,-3 6-330,2-14 330,-7 17 0,1-11 0,-1 13 0,-3-12 0,3 12 0,-6-11 0,4 13 3276,-4-7-1089,-6 1-5464,-17-3 2543,12 0 734,-16 4 819,-1 3-819,13 4 0,-3 0 0,-6 1 0,0 1 0,10 0 0,2 1 0,-15 6 0,27-4 0,-17 14 0,15-10 398,-16 19-398,16-16 0,-4 4 0,13-10 0,10-8 0,-3 0 3276,7-4-2457,-8 7 0,-1-3 0,-1 3 0</inkml:trace>
  <inkml:trace contextRef="#ctx0" brushRef="#br0" timeOffset="75725">22582 5927 24575,'5'0'0,"-1"-2"0,-1 2 0,-1-1 0,0 1 0</inkml:trace>
  <inkml:trace contextRef="#ctx0" brushRef="#br0" timeOffset="79577">21579 6762 24575,'-22'9'0,"6"-2"0,-3 1-1639,-10 8 1,-1 1-1,9-6 1,-1 1-1,-12 8 1,4-3 2966,15-9-1328,-15 10 0,0 1 0,14-9 0,-11 8 0,-1 0 1719,13-8-1719,-14 9 0,0-1 0,15-10 0,-6 7 0,-5 4 0,4-3 0,3-4 0,-7 12 0,0 0 3276,5-6-2184,4-3 0,-3 4 0,0 0-976,-6 4 0,-1-1-628,-1 0 1,-1 1 511,3-1 0,-2 2 0,2-2 0,5-3 0,0-1 0,-1 2 0,-2 2 0,-2 2 0,0 1 0,1-1 0,-1 3 0,1 0 0,2-2 0,2-5 0,1-2 0,2 2 0,0 2 0,1 1 0,4-6 0,2-4 0,-6 16 0,1-2 0,10-18 0,-3 11 0,-2 8 0,2-5 0,3-7 0,-4 8 0,-1 6 0,2-7 1023,4-9-1023,-6 15 0,0 3 0,5-11 0,0-2 0,-1 4 0,1 1-1639,-1 4 1,1-4-1639,4-9 2189,-4 11 0,0 1 1088,3-9 0,-2 8 0,0 1 0,3-8 0,-2 6 0,-1 1 0,3 7 0,-3 0-3277,4-3 2662,0-24 3891,0 9-2660,0-8-616,0 1 1946,0-1-1946,0-2 0,-1-2 0,-1 0 0,0-3 0,1 0 0</inkml:trace>
  <inkml:trace contextRef="#ctx0" brushRef="#br0" timeOffset="80792">20158 8508 24575,'5'5'0,"2"-1"0,-2-2 0,2 1 0,-2-3 0,1-12 0,-4-6 0,1-1 0,-4-6 0,0 16 0,0-9 0,4 9 0,1-5 0,2 8 0,5-7 0,-7 11 0,9-6 0,-9 6 0,4 1 0,-5 1 0,-2 23 0,1-15 0,-2 11 0,0 3 0,0 2 0,0 3 0,-3 4 0,2-22 0,-4 12 0,3-15 0,-3 8 0,3-5 0,1-1 0,2-10 0,11-17 0,-6 4 0,4-2 0,0-1 0,1-3 0,3-9 0,-8 11 0,0 2 0,-6 10 0,-6 10 0,-8 13 0,2-1 0,-3 8 0,13-18 0,2-13 0,0 4 0,6-25 0,-6 21 0,5-15 0,-5 20 0,1-4 0</inkml:trace>
  <inkml:trace contextRef="#ctx0" brushRef="#br0" timeOffset="81942">21715 7928 24575,'-31'-8'0,"6"2"0</inkml:trace>
  <inkml:trace contextRef="#ctx0" brushRef="#br0" timeOffset="82310">21194 7796 24575,'-5'36'0,"0"0"0,0 0 0,0-2 0,-2 2 0,2-3 0,1-9 0,1-3 0,-2 15 0,1 0 0,5-19-1639,1 8 1,0 0-1639,1-12 2808,1 11 1,1-1 468,-2-8-1639,2 6 1,0-2 612,0-7 1026,6 16 0,10-11 3276,-8 3-2763,7-8 1,2-3-514,4-4-547,10 1 1,1-2 0,-7-1 0,-8-3 0,0 1 0</inkml:trace>
  <inkml:trace contextRef="#ctx0" brushRef="#br0" timeOffset="82499">22035 8423 24575,'1'-34'0,"0"-1"0,0 1 0,0-5 0,0 7 0,-1 10 0</inkml:trace>
  <inkml:trace contextRef="#ctx0" brushRef="#br0" timeOffset="82925">20646 8585 24575,'-28'-1'0,"0"0"0,0 0 0,-2 0 0,-3-1 0,0 0 0</inkml:trace>
  <inkml:trace contextRef="#ctx0" brushRef="#br0" timeOffset="83125">20173 8589 24575,'0'0'0</inkml:trace>
  <inkml:trace contextRef="#ctx0" brushRef="#br0" timeOffset="83324">20433 8520 24575,'8'0'0,"2"0"0,-6 0 0,6 0 0,-5 0 0,1 0 0,-3 0 0</inkml:trace>
  <inkml:trace contextRef="#ctx0" brushRef="#br0" timeOffset="85998">22346 14002 24575,'-8'18'0,"0"-1"0,-6 6 0,0 1 0,-3 5 0,2-5-3277,-4 2 1638,4-2 1,-4 2-1,-6-1 1,-3 0 545,6-6 1,-1 0 0,-1 1 995,0 2 1,0 0-1,-4 2 97,4-5 0,-4 1 0,-1 2 0,-1-2 0,3-1 0,4-3 190,-8 4 1,0-1-191,6-3 0,-5 4 0,-2 2 0,0-1 0,2-1 0,4-3 0,1-2 0,3-3 0,-2 3 0,-4 1 0,-3 4 0,-2 0 0,2 0 0,3-3 0,4-3 0,3-2 0,-2 2 0,-5 2 0,-4 3 0,1-2 0,5-2 0,2-1 0,2-1 0,-2-1 0,1 0 0,4-2 0,4-1 0,7-5 0,-9 6 0,14-6 3276,-8 1-2947,4-2 2947,-2-1-2725,4 0 1,3-2-1,0 0 1</inkml:trace>
  <inkml:trace contextRef="#ctx0" brushRef="#br0" timeOffset="86533">21029 14850 24575,'19'26'0,"-1"0"0,3-3 0,-1-1 0,4 3 0,-4-5 0,0-8 0,3 0 0,-8 0 0,-24-7 0,8 6 0,-21-4 0,-8-4 0,3 0 0,0-1-577,5 1 1,0-1 576,-5-1 0,10-2 0,28-3 0,10-3 0,-1 1 0,5 0 0</inkml:trace>
  <inkml:trace contextRef="#ctx0" brushRef="#br0" timeOffset="88100">20131 15973 24575,'28'1'0,"-10"0"0,3-1 0,2 1-1639,6-1 1,-1 0-1639,3 0 2184,0 0 1,6 0 0,-8 0 2227,-6 0-1135,5 0 0,7 0 0,-9 0 1746,-8 0-1746,7 0 0,9 0 0,-8 0 0,-5 0-1093,7 0 1,8 1 0,-5-1-113,3 1 1205,-9-1 0,6 0 0,3 1 0,3-1 0,0 0 0,-6 0 0,2-1 0,0 0 0,1 0 0,0 0 0,0 0 0,-1 0 0,0 1 0,-1 0 0,0 0 0,1 0 0,0-1 0,3 1 0,-3-1 0,3 0 0,1-1 0,2 0 0,-1 1 0,0-1 0,-3 1 0,-3-1 0,-4 1-497,10-1 1,-7 1 0,5-1 496,-4 1 0,4-1 0,3-1 0,1 1 0,-1 0 0,-3 0 0,-5 0 0,5 0 0,-5 1 0,3-1 0,-1 1 0,4-1 0,0 0 0,-1 0 0,-7 1 0,2 0 0,-3 1 0,6-1 0,2 0 0,-4 0 0,-12 1 0,0 0 0,9 0 0,3 0 0,-2 1-1252,-2 1 0,-2 0 1252,-4 0 0,1 0 0,13 0 0,-5-1 0,-18-1 515,10 0 1,-2 0-516,-13 0 1289,12 0-1289,-7-3 3276,0 2-2899,20-2-377,-21 3 0,20 2 0,-25-2 2668,7 3-2668,-10-3 0,-3 1 0,2-1 0,-3 0 0</inkml:trace>
  <inkml:trace contextRef="#ctx0" brushRef="#br0" timeOffset="88703">22918 15481 24575,'5'34'0,"-1"-12"0,-1-4 0,-1-12 0,0 13 0,1 1 0,0-11 0,-2 15 0,1-1 0,-1-12 0,2 14 0,-1 1 0,0-9-1639,1 12 1,1 0-1639,-2-15 3162,3 10 0,0-1 115,-2-12 0,4 9 0,-7-15 0,0-12 0,-2-3 0,1 1 0,1 0 0</inkml:trace>
  <inkml:trace contextRef="#ctx0" brushRef="#br0" timeOffset="89699">21538 15415 24575,'37'0'0,"-15"0"0,6 0 0,7-2 0,-6 2-2257,1-1 2257,-6-1 0,9-2 0,3 0 0,-2 0 0,-6 1-1460,-1 1 1,1-1 1459,1 0 0,6-2 0,5 1 0,-1-1 0,-3 0 0,-6 1 0,3 0 0,0 0 0,-4 0 0,6 0 0,4 0 0,-1 0 0,-5 0 0,-7 0 0,-7 0 0,0 0 0,8 0 0,9 0 0,2 0 0,-4 0 0,-9 1 0,1-1 0,5 1 0,6 0 0,-10 1 1156,-18 2-1156,13 0 0,-1 0 0,-11 0 0,19 0 0,-22 0 990,3 1-990,-7 0 3030,0 0-3030,3 0 0,0 1 0,1 0 0,0 1 0,6-3 0,-6 1-3277,11 1 0,-15-1 3219,6 1 1,-9-1-1,1-1 1</inkml:trace>
  <inkml:trace contextRef="#ctx0" brushRef="#br0" timeOffset="91341">23456 15990 24575,'6'-5'0,"2"2"0,-2-1 0,14-2 0,2 0-1360,-8 3 1360,7-3 0,3-1 0,0 3 0,0 1 0,10-1-680,-5 0 0,0 0 680,1 1 0,-11 2 0,-1-1 0,5-1 0,9 0 0,-1 1 0,-6 0 0,11 1 0,2-1 0,-9 2 0,-3-1 0,5-1 0,-1 1 0,-3 1 0,-2 1 0,2-1 0,5 1 0,0 0 0,2 0 0,2 0 0,2 0 0,-5 0 0,-11 1 0,1 0 0,13-1 0,4 0 0,-7-1 0,2 1 0,-4-1 0,5 1 0,-2-1-1639,-6-2 1,-3 0 335,-4 2 0,0-1 102,12-4 1,-2 0 1200,-10 4-935,4-2 1,6 1-1,-5 0 935,2 1 0,-2 1 0,8 0 0,0-1 0,-6 1 39,-6 0 1,0 0-40,13 0 0,6 1 0,-5-1 0,-12 0 0,-1 1 0,2 0 0,2 1 0,-3 0 0,0-1 0,-1 1 0,1 0 0,-1 1 0,11 3 0,-22-3 630,7 0 0,0 1-630,-4-4 0,8 2 0,0-1 0,-4-1 1638,6-2 0,2-2-1292,-7 1 1,0-1-347,-1 0 0,1 0-1639,5-1 1,-4 0 1607,-10 2 3307,25-6-2536,-24 7-28,24-8-712,-12 4 0,1-1 0,-5-12 0,-12-9 0,-5 2 655,-1 5 0,-3 1 1,0 10-1,-1-6 0</inkml:trace>
  <inkml:trace contextRef="#ctx0" brushRef="#br0" timeOffset="91757">25961 15419 24575,'6'21'0,"0"-1"0,2 6-1639,-2-1 1,-1-2-1639,-2-9 1328,1 22 1949,-3-13 0,0 6-2818,2 1 2818,-3-18 0,5 5 0,-5-15 0,1 2 0</inkml:trace>
  <inkml:trace contextRef="#ctx0" brushRef="#br0" timeOffset="92684">26460 15390 24575,'0'20'0,"0"-7"0,0 10 0,0 2 0,0 7 0,1-12 0,0 2 0,2 6 0,1-3 0,-1-9 0,1 4 0,-1 1 0,1 2 0,-3-10 0,3 9 0,-4-9 0,0-6 0,-2 12 0,0 0 0,1-8 0,-3 22 0,1-16 0,4-11 0,-2-13 0,4-21 0,-2 5 0,1 3 0</inkml:trace>
  <inkml:trace contextRef="#ctx0" brushRef="#br0" timeOffset="94018">26525 15367 24575,'24'-3'0,"-9"1"-3277,20-4 0,-26 5 1638,20-4 1,0-1-1639,-15 4 2861,12-3 1,8-3-1,-7 1 416,-9 2 0,5 0 0,8-1 0,1-1 0,-7 1 0,7-3-153,-7 5 1,6-1 0,3 0 0,-2 0 152,3 0 0,-1 0 0,3 0 0,-6 1 0,3 0 0,1 0 0,-1 0 0,-2 1 409,-3 0 1,-1 0 0,0 0 0,3 1-410,5-2 0,4 1 0,1 0 0,-4 0 0,-7 1 0,-4 1 0,-1 0 0,2 0 0,8-1 0,2 1 0,-3-1 0,-7 1 0,-5 1 0,-1 0 0,9-1 0,7 1 0,1-1 0,-2 0 796,2-1 0,-2-1 1,3 0-797,-8 0 0,2 1 0,1-1 0,-1 0 0,-3 0 0,6-1 0,-3 0 0,2 0 0,-5 0 0,4 0 0,0 0 0,-3 1 0,-8 0 0,5-2 0,2 2 0,10 0 0,2 0 0,-5 1 0,-7 0 0,-3 1 0,1-1 0,2 1 0,1 0 0,0 0 0,1 0 0,1 0 0,-2 0 0,1 1 0,-2 0 0,-6 0 0,3 0-2,-1 0 1,5 0 0,1 0 0,-2 0 1,7 0 0,-1-1 0,-2 1 0,-3 0 0,-1 0 0,2-1 0,-2 0 0,3 0 0,1-1 0,-4 1 0,-7-1 0,9 1 0,1-1 0,8 0 0,-9 1 1458,-13 1-1458,12 0 0,-3 0 0,-18 0-1376,14 1 0,-1 2 1376,-14-1 1638,19 3 0,9 1-1445,-12-5 1,0-1 0,0 1-194,6 2 0,1 0 0,5-4 0,4-2 0,-9 2 1342,-10 2-1342,6-3 0,7 0 0,-7 1 0,0 2 0,-1 0 0,5-1 0,-6 1 0,-2 0 0,3 2 0,6 3 0,-6-2 0,-1-2 377,-1 2 0,5 2 0,-5-1-377,0-3-1639,6 2 1,-2-1 270,-12-1-271,15 6 1,0 0 1625,-21-2 13,13 6 0,2 4 0,-3 13 2519,-2-8-2519,0 4 0,-3-2 3276,-10-14-2646,8 13 1,1-1-631,-9-11 0,2 9 0,-1 0 0,-3-10 0,-2 11 0,-1 1 0,-1-11 0,-5 19 0,-2 2 0,0-17 0,-2 8 0,-3 6 0,0-4 0,-9 6 0,9-10 0,-1 4 0,-1-1 0,-4 6 0,1-3 0,6-8 0,-1-1-1059,-6 13 1,2-4 1058,8-16-333,-4 7 1,0 0 332,7-11-3277,-14 12 2939,15-13 2277,-30 11-1939,25-12-966,-17 2 1,-1-2 965,11-2-382,-7 0 1,-8 0 0,4 0 381,-12-2 505,12 1 1,-6 0 0,-3 0 0,1-1-506,-2 0 0,0 0 0,0 0 0,1 0-1,-1 0 0,1 0 1,-4 0 0,6 0 0,-4 1 0,-3-1 0,-1 0 0,1 0 0,5 1 0,6-1 635,-6 0 1,-1 0-636,9 0 0,-7 0 0,-5-1 0,-3 0 0,-1 0 0,0 0 0,4 0 0,4 0 0,7 0-264,1 0 1,5-1 0,-7 0 263,4 0 0,-6 0 0,-4-1 0,-4 0 0,-2 0 0,-1 0 0,-1-1 0,2 1 0,2 0 0,2-1 0,6 1 0,4 1-714,-8-3 0,7 1 0,-5 0 714,5 1 0,-4 0 0,-2 0 0,-3-1 0,-1 1 0,0 0 0,1-1 0,1 0-171,-1 0 0,0 0 0,-2-1 0,1 0 0,1 1 0,2-1 0,3 2 0,3 0 171,-6 0 0,5 1 0,-9-1-50,13 1 1,-6-1-1,-5-1 1,-3 0-1,-3 0 1,-1-1-1,-1 0 1,0 1 0,0-1-1,3 1 1,2 0-1,4 0 1,5 1-1,5 1 50,-9 0 0,8 0 0,-7 1-31,6-1 1,-5 0-1,-5 0 1,-4 0-1,-1 0 1,-2-1-1,1 1 1,1 0 0,3 0-1,4 0 1,5 1-1,7 0 31,-7 1 0,2 0 0,0 1 0,-8 0 0,-4 0 0,-1 0 0,2 1 0,6 0 0,9-1 0,-8 3 0,1 1 0,-9 2 0,0 0 0,7-1 0,12-1 0,0 0 0,-9 2 0,-7 2 0,0 0 0,8-2 0,11-2 0,-1 0 0,-10 2 0,-9 1 0,1 0 0,9-2 0,-1 1 0,0-3 0,-9 1 0,0 0 0,10-2 0,2-1 676,-2 0 1,-6-1-1,6 0-676,1-3 0,-6 1 0,22-12 0,12 6 0,1-5 0,-2 9 0</inkml:trace>
  <inkml:trace contextRef="#ctx0" brushRef="#br0" timeOffset="95190">27387 13701 24575,'-28'7'0,"-1"0"0,11-2 0,0 1 0,-3-1 0,0 0 0,3 2 0,-9 0 0,14-3 0,-9 4 0,50 4 0,-29-2-1639,29 1 1,6-2-1639,-22-6 3162,6 2 0,1 1 115,0 3 0,7 11 0,-5-1 0,1 10 0,-17-19 0,-1 14 0,-5-22 0,-13 16 0,4-12-1639,-7 2 1,-1-1 378,6 1 727,-11-1 0,-1 0 533,10-2 0,-6-1 0,-1 0 0,5-2 1638,-5-1 0,0 0-905,-9-3-733,-4-2 0,7-5 0,10-10 0,8 4 3276,-3-6-2597,14 13 1,-2 2 0,1 4 0</inkml:trace>
  <inkml:trace contextRef="#ctx0" brushRef="#br0" timeOffset="95774">27511 13790 24575,'23'-9'0,"-13"6"0,12-5 0,2-1 0,5-2 0,-10 4 0,0 0 0,9-8 0,-16-2 0,-3 4 0,-2-9 0,-5 12 0,-2-7 0,-8 3 0,1 2-3277,-14 1 0,13 8 2387,-12 5 1,-1 2 889,7 2-488,-9 1 0,1 2 488,8 1-1639,-2 8 1,2 0 1215,6-6 1781,-4 13 0,2 2-1358,7-9-1253,1 7 0,0 1 1253,1-8 335,7 4 1,6 0-336,2-8 0,2-2 3276,7 14-2846,4-13 1,-3-5 776,-15-6-1207,15 1 0,1-3 0,-13-1 1638,8-2 0,0-2-819,-2-9 0,-1 6 0,-9-2 0</inkml:trace>
  <inkml:trace contextRef="#ctx0" brushRef="#br0" timeOffset="96444">27963 13593 24575,'-6'35'0,"1"-14"0,2 8 0,1-15 0,2-5 0,2-1 0,-4-9 0,6-2 0,-3 2 0,8-8 0,-7 5 0,5-9 0,-6 6 0,-2-5 0,-6 1 0,1 3 0,-10-1 0,1 9 0,2 0 0,-5 6-3277,5 9 0,4-7 2302,2 11 1,2 1 974,3-7 0,1 8 0,1-1 0,1-9-63,11 16 63,-5-19 0,14 11 0,-11-12-3277,20 7 2608,-22-11 3945,26 6-3134,-25-9 1491,17 1-1633,-13-1 0,-1 0 0,-6 0 0</inkml:trace>
  <inkml:trace contextRef="#ctx0" brushRef="#br0" timeOffset="97156">28248 13542 24575,'-32'4'0,"13"1"0,1 3-1639,2 6 1,2 0-1639,-9 5 1638,11 6 1,3 0 761,4-11 1870,0 7 0,1 1-993,11 10 0,1-10 0,10 11 0,-7-25 0,11 0 0,-2-8 0,1-4 0,9-18 0,-19 11-1300,7-21 1,-3-3 1299,-9 14-1012,1-8 1,2-7 0,-3 7 1011,-4 7-677,-4-11 1,-2-9 0,1 10 676,-1 11 306,-4-9 1,-3-7 0,2 9-307,3 10 1242,-4-9 0,1 9-1242,10 39 0,2 13 0,-1-14 0,0 2 414,4 11 0,1 7 0,1-4-414,0-1 0,1-2 0,0-5 0,0 2 0,1-3 1638,3 5 0,1-2-1111,-1 1 0,0-3-527,-3-10 0,-1-3 2891,0-6-2891,-3-10 0,2-2 0,7-6 0,-7 5 0,1 0 0</inkml:trace>
  <inkml:trace contextRef="#ctx0" brushRef="#br0" timeOffset="97441">28539 13586 24575,'35'-2'0,"1"0"0,-10 1 0,-4 0 0,4 1 0,-23 0 0,4 0 0</inkml:trace>
  <inkml:trace contextRef="#ctx0" brushRef="#br0" timeOffset="97689">28605 13800 24575,'4'2'0,"3"-1"0,10-9 0,-1 6-1639,3-5 1,-1 1-1639,-4 3 1807,9-5 1,-1-1 1469,-11 1 925,6-1 1,1-2-926,-6-6-757,0 4 0,-8 2 0,-4 9 0</inkml:trace>
  <inkml:trace contextRef="#ctx0" brushRef="#br0" timeOffset="98357">28856 13238 24575,'0'10'0,"-1"22"0,1-14 0,-2 1 0,-1 0 0,1-6 0,-2 6 0,2-9 0,1-1 0,17 6 0,-3-6 0,4 1 0,2 0 0,-1-3-1639,5 0 1,0-1-1639,-10-3 2788,8 0 0,-1-1 489,-14-1 0,9-2 0,-9-11 0,-1-3 0,3-17 0,-1 0 0,-1 7 3276,1-6-138,-4 17-2020,2-7-1118,-2 12 0,-1 2 0,0 26 0,3 11 0,1 4 0,-1-4 0,1 3 0,0-7 0,3 6 0,1 1 0,0-2 0,-2-5-210,-1 0 0,1-1 210,6 10 0,2 5 0,-3-14 0,-8-20 0,13 18 0,-5-25 0,1 3 0,1-17 0,-2-4 0,-4 8 0,9-17 0</inkml:trace>
  <inkml:trace contextRef="#ctx0" brushRef="#br0" timeOffset="98828">29251 13261 24575,'36'6'0,"-1"3"0,2-1 0,-14-2 0,0-1 0,8 2 0,2 1 0,-8-2 0,-9-2 0,14 4 0,-32 13 0,-3-4-1639,-7 12 1,-1 2-1639,5-8 2302,-6 10 1,3-3 2693,9-20-1719,-6 15 0,1 1 0,6-12 0,-5 22 0,6-24 0,0 0 0,0-6 0,4 0 0,-3-5 3276,13 0 0,-10-3-3044,18-1-232,-6 1-1639,10 1 1,1 1-1639,-5 0 3162,5-1 0,-1 2 115,0 4 0,-5-2 0,1 1 0,-19-2 0</inkml:trace>
  <inkml:trace contextRef="#ctx0" brushRef="#br0" timeOffset="105830">18781 16844 24575,'16'-2'0,"1"-1"0,-7 3 0,0-1 0,0-2 0,-4 2 0,10-3 0,-9 4 0,19-2 0,-13 1 0,22-2 0,-15 1 0,0 0 0,8 0 0,1 1 0,-7 0 0,2 1 0,15 0 0,-4 0-3277,-14-2 3247,5 2 0,-3 0 0,-19-2 1,1 2-1</inkml:trace>
  <inkml:trace contextRef="#ctx0" brushRef="#br0" timeOffset="114201">24366 1995 24575,'3'3'0,"-1"-1"0,-1 0 0,0 4 0,7 4 0,3 3 0,1 3 0,3 0 0,1 1 0,5 5 0,2 2 0,-1-1-976,-2-4 1,0 1 975,2 0 0,4 5 0,-2-2 0,-4-5 0,5 2 0,-2-3 0,8 6 0,4 3 0,-2-3 0,-6-5-1560,-1-3 1,0-1 1559,2 2 0,6 3 0,2 0 0,-2 0 0,-5-5 0,1-1 0,0-2 0,-2-2 0,5 0 0,3-1 0,-3 0 0,-6-1 0,-1 1 0,0-1 0,2-2 0,8 0 0,5 1 0,0-2 0,-4 1 0,-7-2 0,4-1 0,-1-1 0,-3 1 0,7-1 0,4 1 0,-1 0 0,-3-1 0,-7-1 0,1 1 0,-1-2 0,-2 1 0,6 0 0,2 0 0,-4 0 0,-8-1-656,8-2 1,2 2-1,-4 0 1,-19-2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48:06.8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4504 6937 24575,'10'0'0,"4"0"0,-5 0 0,13 0 0,-9 0 0,24-4 0,-18 0 0,2 1 0,-1-1 0,3-4 0,-1 2 0,0 1 0,4-6 0,1 3 0,-1-1 0,-6 2 0,-2 0 0,1 1 0,8-4 0,-6 3 0,-3 0 0,-1 1 0,-6 2 0,12-6 0,-19 7 0,6-4 0,-8 5 0,2-1 0,-4 2 0</inkml:trace>
  <inkml:trace contextRef="#ctx0" brushRef="#br0" timeOffset="7242">2084 10967 24575,'9'0'0,"13"-2"-1639,1-1 1,2 1-1639,10-2 2184,-7 2 1,6 0 0,-8 1 2150,-4 1-1058,2 0 0,8 0 0,1-1 0,-7 1 895,10 0-895,-12 0 0,6 0 0,3 1 0,-2-1-820,4 2 1,0-1 0,0 1 0,-4-1 519,-5 0 1,-2 0 0,4 1 299,0-1 0,6 1 0,3-1 0,-2 1 0,-4 0 0,-7-1 3080,11 0-3080,-8-1 0,8 0 0,4 0 0,0 0 0,-2 0 0,0-2 0,-1 0 0,0 0 0,-1-1 0,-1 2 0,0-1 0,0 0 0,1 0 0,3 0 0,3-1 0,-4 0 0,-9 1 198,0-2-198,-4 1 0,-4 1 0,-12 0 801,4-1-801,-9 3 0,7-8 0,-6 6 0,5-5 0</inkml:trace>
  <inkml:trace contextRef="#ctx0" brushRef="#br0" timeOffset="9158">3793 10858 24575,'6'-15'0,"-4"4"0,7-14 0,-7-4 0,3 8 0,-4-1 0,-1 2 0,0 12 0,0-16 0,0 0 0,0 15 0,0-11 0,0 2 0,0 9 0,0-5 0,0 8 0,0 3 0,4 0 0,4-1 0,2 2 0,5-1 0,-9 3 0,1 0 0</inkml:trace>
  <inkml:trace contextRef="#ctx0" brushRef="#br0" timeOffset="17757">2885 14987 24575,'34'-2'0,"-1"1"0,-2 0 0,1 0 0,-5 1 0,4-1 0,1 1 0,-1 0-820,-2 0 1,0 0 0,1 0 0,-1 0-1,0 0 1,-2 0 0,3 0 0,3 0 409,-4 0 0,4-1 1,3 1-1,1-1 1,0 1-1,-1 0 0,-2-1 1,-3 1-207,1 0 1,-3 0-1,-2 0 1,2 0 0,5-1 615,-3 1 0,4 0 0,3-1 0,3 0 0,0 1 0,0-1 0,-2 0 0,-2 1 0,-4-1 0,-5 1 0,11 0 0,-8 0 0,7-1 0,-7 1 0,5-1 0,3 0 0,2 0 0,0 0 0,-1 0 0,-2 1 0,-5-1-270,8 0 1,-5 1-1,-2-1 1,3 1 269,-1-1 0,1 0 0,1 0 0,-1 0 0,-1 1 0,-2-1 0,1 1 0,-2-1 0,-4 1 0,-6 0-2151,5 0 2151,1 0 0,-7 0 0,-20 0 0,-1 0 0</inkml:trace>
  <inkml:trace contextRef="#ctx0" brushRef="#br0" timeOffset="30891">28006 7767 24575,'14'17'0,"0"0"0,7 5-1639,-5-8 1,0-2-1639,-4-6 2033,5 3 0,0-2 1244,-3-5-1295,8 3 0,0-1 1295,-7-6 0,11-5 0,10-4 0,2-2 0,-9 1-939,-11 3 0,2-2 939,0 0 0,7-5 0,6-1 0,2-3 0,2-1 0,0-1 0,-2 2 0,-4 1 0,-4 2 0,2-4 0,-6 4 0,1-2 0,5-4 0,-6 7 0,3-3 0,2-2 0,2-2 0,2 0 0,0-2 0,1 1 0,-1 0 0,-1 1 0,-1 1 0,-4 2 0,-2 2-383,7-6 0,-5 5 0,-2 0 1,2-2-1,4-3 383,-7 5 0,2-1 0,2-3 0,1-1 0,2-1 0,0-1 0,1 1 0,-1-1 0,-1 1 0,-1 1 0,-2 2 0,-2 2 0,-3 2 0,10-8 0,-5 5 0,-1-1 0,4-3 0,-7 5 0,2-2 0,3-2 0,0-2 0,1 0 0,0-1 0,-2 2 0,-1 0 0,-3 3 0,-3 2 0,7-11 0,-5 4 0,0 0 0,2-1 0,0-1 0,-2 1 0,-3 1 0,-3 0 0,-5 7-764,-5 7 764,7-17 0,-10 25 0,-2 4 0</inkml:trace>
  <inkml:trace contextRef="#ctx0" brushRef="#br0" timeOffset="38888">28908 9655 24575,'27'-13'0,"1"-3"0,-12 5 0,0-1-1639,1-1 1,4-3 1056,1-2 1,6-4 0,2-3-1,0 0 1,-4 3-239,-3 4 1,-3 1 0,1 0 0,3-2 591,-3 1 0,3-1 0,1-1 1,1-1-1,0 0 0,1-1 1,-1 1 5,-1 0 0,2-1 1,-1 0-1,1 0 1,-1 0-1,0 0 1,0 2-1,-2 0 222,5-3 0,-2 3 0,-1-1 0,2 0 0,3-4 0,-8 7 0,2-3 0,1 0 0,2-2 0,1-1 0,1 0 0,-1 0 0,0 0 0,-1 1 0,0 0 0,-3 2 0,-1 1-141,7-5 0,-2 1 0,-2 1 0,0 1 1,0 0-1,1-1 0,-2 2 0,1-1 1,1-1-1,-1 1 0,-1 0 0,-1 2 0,-2 1 1,-1 1-1,-1-1 0,1 0 0,0 1 1</inkml:trace>
  <inkml:trace contextRef="#ctx0" brushRef="#br0" timeOffset="40498">28878 9655 24575,'27'-21'0,"0"1"0,-1-1 0,0 2 0,0-1 0,-1-1 0,4-5 0,1 0 0,-4 2-1093,-4 4 1,-2 1 0,3-2 472,2-3 1,3-3-1,1-2 1,-1 2 0,-4 3-474,-2 3 1,-3 3 0,1-3 1027,4-3 0,2-2 1,0-1-1,-3 2 65,-3 3 0,-1 1 0,-2 0 0,6-6 0,1-3 0,-6 8 0,1-3 0,0 1 0,-4 4 0,-2 2 0,-2 2 0,1-1 0,-1 0 0</inkml:trace>
  <inkml:trace contextRef="#ctx0" brushRef="#br0" timeOffset="45908">21597 11298 24575,'14'0'0,"-3"0"0</inkml:trace>
  <inkml:trace contextRef="#ctx0" brushRef="#br0" timeOffset="47188">30965 10114 24575,'18'15'0,"-4"-1"0,0 0 0,-1 1 0,0 0 0,3 7 0,0 0 0,4 3 0,-12-5 0,-2-3 0,-4-10 0,-2 13 0,-2 1 0,1-10-1639,-6 12 1,-1 1-1639,5-13 1638,-11 13 1,0 0 148,9-15 1490,-16 22 0,9-17 0,-1 1 0,-6 2 0,0 0 0,4 0 0,-2 1 0,-4 0 0,-2 1 0,4-3 0,2-1 0,-8 9 0,-1-1 3276,10-9-2646,3 5 1,1-1 2645,3-9-1638,-1 9 0,1 1-1406,4-12-232,-8 24 0,11-24 0,-5 23 0,6-22 0,-3 19 0,4-12 0,0 5 0,0-7 0,3 0 0,1 0 0,0-2 0,2 9 0,-2-8 0,4 9 0,-3-13 0,4 6 0,-6-13 0,1 1 0,-3-2 0</inkml:trace>
  <inkml:trace contextRef="#ctx0" brushRef="#br0" timeOffset="47840">31113 10590 24575,'0'16'0,"0"-9"0,4 27 0,2-17 0,1 8 0,3-10 0,-6-11 0,3 5 0,1-4 0,-3 1 0,7-3 0,-8-1 0,13-2 0,-12 0 0,16-4 0,-16 1-3277,15-10 0,-15 8 1886,16-18 1391,-15 16 0,10-23 0,-10 5 0,0 3 0,-4-6 0,-8 13 0,0 1 0,-6-3 0,6 13 0,-4-4 0,8 7 0,-2-1 0</inkml:trace>
  <inkml:trace contextRef="#ctx0" brushRef="#br0" timeOffset="48325">31291 10468 24575,'13'16'0,"0"-1"0,12 11 0,-12-10 0,1-1-3277,13 8 0,-22-20 1328,8 7 1949,-7-10 1719,-1 3-1719,4-6 0,3 0 0,-4-1 0,3-3 0,-7 3 0,-2-13 0,1 11 0,-3-7 0</inkml:trace>
  <inkml:trace contextRef="#ctx0" brushRef="#br0" timeOffset="48624">31427 10337 24575,'28'3'0,"-4"-1"0,-1 0 0,-9 0 0,14-1 0,1-3 0,-1-5 0,6-1 0,-12-3 0,-4-1 0,-5-2-1639,5-4 1,-1 0-1639,-10 6 2740,2-7 1,-2 0 536,-5 5-1639,1-9 1,0 1 657,-1 8 611,-2-7 0,0 2 1,0 14-1,0-12 1</inkml:trace>
  <inkml:trace contextRef="#ctx0" brushRef="#br0" timeOffset="48874">31669 10286 24575,'-1'33'0,"0"-10"0,1 2-1639,0 2 1,-1-1-1,1-6 1,0-1-1,2 14 1,0-6-1639,-1-16 3993,3 9 1,0-2-717,-1-8 0,3 8 0,-5-10 819,-2-4 0,0 0 0,-2-4 0</inkml:trace>
  <inkml:trace contextRef="#ctx0" brushRef="#br0" timeOffset="49727">31567 9502 24575,'-7'11'0,"-1"7"0,2 1 0,2-6 0,-4 13 0,-2 4 0,2-11 0,0-2-1639,1 1 1,0 0-1071,-6 10 3363,5-11 1,-2 1-655,0 0 0,0-1 0,0 3 0,-1 1 0,-4 5 0,1-4 0,7-11 0,-4 6 0,0-1 0,5-9 0,-4 9 0,8-17 0,-3-6 0,5 1 0,-1-5 0</inkml:trace>
  <inkml:trace contextRef="#ctx0" brushRef="#br0" timeOffset="50039">31333 9885 24575,'-7'18'0,"-1"-1"0,-1 4 0,-5 11 0,7-17 0,-1-2 0,3-1 0,4-11 0,1 3 0</inkml:trace>
  <inkml:trace contextRef="#ctx0" brushRef="#br0" timeOffset="55397">21971 15088 24575,'9'-23'0,"1"-1"0,-1 1 0,3-4 0,-1 0 0,-1 1 0,0-1-1639,4 0 1,-2 1-1639,1-5 2184,2 3 1,3-5 0,-2 3 994,-8 10 0,1-1 98,5-4 0,4-5 0,1-2 0,-1 0 0,-3 3 0,0-2 0,-1-1 0,1 2 0,-1 2 105,3-2 1,-1 2-1,2-4-105,-3 2 0,2-6 0,1-1 0,-1 0 0,-2 4 0,-4 5-801,0-1 0,-2 1 801,2-1 0,3-6 0,1-2 0,-1 2 0,-3 6 0,0-3 0,-1 1 0,1 1 0,2-6 0,1-2 0,-1 1 0,-2 6 599,-1 1 1,-1 4 0,0-3-600,1-2 0,2-4 0,1-2 0,-1 1 0,-2 4 0,1-4 0,-1 2 0,0 1 0,-2 6 0,1-1 0,0 1 0,-1 2 0,3-10 0,-2 3 0,1 5 0,-2 3 1179,-2 2-1179,3-2-705,-5 11 1,0 1-1,-2 8 1</inkml:trace>
  <inkml:trace contextRef="#ctx0" brushRef="#br0" timeOffset="56304">22792 12906 24575,'-12'34'0,"4"-12"-1639,-2 5 1,1-1-1639,2-10 1638,-4 7 1,0 0 1557,2-10 849,-2 3 0,0 0-768,2-2 0,-6 0 0,5-4 3276,3-6-557,8-20-2719,4-6 0,4-9 0,0-6 0,-3 5 0,0 0 0,0 4 0,0 0 0,0-9 0,-1 6 1781,-2 19-1781,1-13 0,0 1 0,0 13 600,-1-10-600,0 18 0,-3 4 0,3 0 0,20 25 0,0-10-343,-2 0 1,4 4 0,0-3 342,6 0 0,-1-3-968,-2 2 1,-1-1 967,-5-6 0,-2-1 0,2-1 0,-14 0 0,4 4 0,-37-1 0,14-4 925,-14 3-925,-4-1 0,7-1-1639,1 0 1,0-2 168,7 1 1470,-9 0 0,3-2 0,-7 4 0,5-3 0,5 2 0,15 0 0,16 14 0,0-7 0,4-2 0,2-1 0,1-4-1639,5-4 1,-2-2 1323,-7-1 0,13-2 0,-27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49:14.9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9858 4336 24575,'-1'17'0,"0"4"0,0 2-2321,0 0 2321,0 0 0,0 1-3277,1 1 0,0-9 1786,-1 13 1,1 0 1490,-1-13 0,1 7 0,-1 3 0,1 3 0,0 2 0,0-5 0,0 1 267,0 4 1,0 2-268,0 4 0,0-4 0,0-11 0,0 5 0,0 0 3276,0-12-2015,0 17 2015,0-18 0,0 6-3218,0-10 0,0-8 0,0 1 0</inkml:trace>
  <inkml:trace contextRef="#ctx0" brushRef="#br0" timeOffset="1834">9877 4304 24575,'22'-3'0,"1"-1"0,8-1 0,1 1 0,-6 0 0,2 0-1093,5 0 1,3-2 0,-7 3-2185,-3 1 2184,5-2 1,6-1 0,-8 1 2104,-5 1-1012,1-1 0,5 0 0,-5 0 1763,-2 1-1763,13-1 0,0 0-867,-18 3 867,10-1 0,3-1 0,-11 1 0,0 0 0,13-1 0,2 1 0,-10 0 0,2 1 0,9 0 0,3 0 0,-4 1 0,-11 0 0,-1 0 0,13-1 0,5 1 0,-7-1 0,-3 1 0,2-1 0,6 0 0,-8 0 0,-10 0 0,5 1 0,10-1 0,0 0 0,-7 0 0,-9 1 0,0 0 0,8-1 0,5 1 0,0-1 0,-6 1 3276,9 0-2295,-6 1 0,5-1 1,-6 1-982,-1-1-1639,6 1 1,0-1-945,-9 0 2583,1 1 0,2 1 0,9 0 0,-15 0 0,1 1 446,-1-2 0,-1 1-446,8 1 0,-5 1 0,7 0 0,-20-1-3277,22 0 1979,-23-3 2936,10 3 0,1-1-1638,-9-1 0,24 5 0,-26-6-420,18 2 420,-21-1 0,16-1 0,-6 3 0,-1-2 3276,5 1-563,-6 0-999,6 5-1714,-8-3 687,5 8-687,-5 7 0,-4-8 0,3 11 0,-2 2 0,-4-7 0,3 7 0,1 1 0,-5-8 0,2 6 0,-1 0 0,-2-6 0,1 6 0,-1-1 0,-2-8 0,-1 7 0,-1 0 0,-1-4 0,-1 5 0,0 0 0,-1-6-1639,0 6 1,0 0-1639,1-8 2904,1 9 1,0 1 372,2-11 0,2 19 0,-3-21-3277,3 9 2188,-3-15 1089,1 6 0,-1 2 0,-1 2 0,1 0 0,-9 14 0,6-19 0,-9 18 0,9-19 0,-10 6 0,9-9 0,-4 3 344,2-5-344,1 0 0,-13 2 0,9-4 3276,-18 2-2015,15-4-1261,-23 2 0,12-2 0,1 1 0,-7-1 0,0 1 0,-6-1 0,8 0 3276,7 0-2534,-4-1 0,-9 0 0,-1-1 1,9 1-743,-1-1 0,1 1 0,-10-1 0,1 1 0,6 0-559,9 1 0,0 0 559,-12 0 0,-5 0 0,5 0 0,-3 0 0,9 0 0,-4 1 0,3 0 0,8 0 0,-1 0-1093,-8-1 1,-3 1 0,6 0-1866,-1 0 2958,-1 0 0,-7-1 0,0 0 0,7-1-368,-3 1 368,4 0 0,-7 0 0,-4-1 0,2 1 0,7 0 0,5 0 0,0 0 0,-5 1 0,-4 1 0,0-1 0,7 0 0,-11 2 0,9 2 0,-4 0 0,7-1 725,10-2-725,-11 1 0,-6 2 0,5-1 0,9-2-1639,-19 3 1,0-1 627,19-1 1011,-19 2 3276,8-4-3171,8 2-1744,-5-1 1,0 1 1394,5 0-488,-6 3 0,0 1 732,9-4 1000,-6 2 0,1 1-1000,7-2-2542,-21 6 2542,26-7 0,-11 2 3225,8-2-3225,1-1 2020,-6 2-2020,3-1 1940,5-1-1940,-1 0 3276,3 2-2457,0-2 0,0 3 0,4-4 0</inkml:trace>
  <inkml:trace contextRef="#ctx0" brushRef="#br0" timeOffset="14690">3562 7666 24575,'25'3'0,"-12"-1"0,10-1 0,-13-7 0,-4 1 0,1-7 0,-1-4 0,-4 5 0,2-3 0,-4 5 0,-3 1 0,0 1 0,-2 0 0,-4 1 0,4 0 0,-6 1 0,6 2 0,-5 5 0,-7 13 0,-1 4 0,1-1 0,7-1 0,8-13 0,9-7 0,2-2 0,2-7 0,-2 6 0,-9 8 0,-2 2 0,-1 4 0,0 1 0,1-5 0,2 0 0,0-3 0</inkml:trace>
  <inkml:trace contextRef="#ctx0" brushRef="#br0" timeOffset="16764">4516 8978 24575,'12'2'0,"-3"-2"0,3 1 0,-2-4 0,2 3 0,-3-6 0,-6 5 0,-2-1 0</inkml:trace>
  <inkml:trace contextRef="#ctx0" brushRef="#br0" timeOffset="22153">7850 11023 24575,'0'0'0</inkml:trace>
  <inkml:trace contextRef="#ctx0" brushRef="#br0" timeOffset="25496">7756 10672 24575,'-20'19'0,"12"-13"-1639,-12 8 1,1 0-1639,13-10 1638,-18 11 1,0 1-1639,15-9 2653,-16 10 1,0 0 623,16-11 0,-9 7 0,0 1 0,5-1 0,-3 2 0,2 5 0,10-15 2674,-8 20-2674,8-14 0,-6 19 0,6-17 0,-6 23 0,7-24 0,0 8 0,0-1 0,3-9 0,0 24 0,2-28-150,2 23 150,-2-21 0,8 18 0,-9-18 0,13 17 0,-12-19 3276,8 10-2267,0 1-480,-5-11-529,15 21 3276,-15-22 0,19 18-3159,-17-18-117,22 12 0,-20-14-1639,9 3 1,1 0-1521,-7-4 3159,17 6 0,3-2 0,-13-2 0,1 0 0,15 3 0,-9-3 0,-3-1 0,-11-2 0,7-1 0,1 1 0,-7-1 0,6-1 0,0-1 0,-3 0 0,4-4 0,0-1 0,-8 2-1639,5-6 1,-2-1 378,-7 6 1260,9-10 3276,3-4-2015,-1-3-1261,-3 3 0,1 0 0,5-5 0,-12 6 0,-2 1 0,0 3-1639,-2-6 1,-1 0 378,0 10 741,0-13 0,1 0 519,-3 14 1638,2-9 0,-1-4-892,-1-6-746,3 3 0,-6-9 0,1 26 0,-5-18 0,2 21 0,-6-22 0,4 22 0,-3-20 0,4 19 0,-8-16 0,8 16 3276,-14-16-537,-3 8-417,4 1-2322,-15 0 0,23 12 0,-20-4 0,10 1 0,-4 0-3277,-1 2 0,17 0 2077,-26-2 1200,21 3-1639,-15-1 1,0 0 699,12 3 519,-14-1 0,1 0 420,15 1 1615,-7 0 1,-1 0-1616,9 0 831,-12 0-831,-1 2 0,6 0 0,-3-1 0,0 1 0,6-1 353,-13 1 1,20-2 0,5 0-1</inkml:trace>
  <inkml:trace contextRef="#ctx0" brushRef="#br0" timeOffset="27689">7702 10770 24575,'-25'21'0,"16"-13"0,-6 5 0,-3 0 0,-8 4 0,8-6 0,-6 4 0,1-2 0,12-5-1639,-7 3 1,0-1-1639,8-4 2483,-13 11 794,16-12 0,-8 6 0,12-9 0,0-1 0,1-1 0</inkml:trace>
  <inkml:trace contextRef="#ctx0" brushRef="#br0" timeOffset="34364">7835 11480 24575,'-2'11'0,"2"14"-3277,-4 4 0,3-3 1638,-3-2 1,1-2-1639,2-13 2734,-2 18 0,0 1 543,3-14-1041,-1 19 0,0-1 1041,1-15 0,1 18 0,0 1 0,-1-17 0,2 17 0,1 0 0,-2-19 960,0 2 1,1 3-961,-2 1 0,0 1 0,0 5 0,0 0 0,0-2 0,0 2 0,0 1 0,-1 2 0,1-6 0,0 2 0,-1-1 0,1 5 0,0-5 3034,0-4-3034,0 11 0,0-4 3276,0-20-2646,0 18 1,1 1-631,1-12 0,-1 9 0,-1-1 0,2-10-679,-3 9 0,-1-2 679,1-12 0,-4 25 0,4-28 0,-10 17 0,7-15 0,-4 5 0,5-9 0,1-11 0,-5-11 0,4 6 0,-3-4 0</inkml:trace>
  <inkml:trace contextRef="#ctx0" brushRef="#br0" timeOffset="35466">7685 11500 24575,'0'15'0,"-2"7"0,2-12 0,-3 13 0,0 1 0,2-4 0,-3 8 0,0 0 0,3-6 0,-3 1 0,1 0 0,2-3 0,-2 11 0,3-21 0,0 4 0,0-9 0,0-1 0,0-12 0,4-25 0,-1 7-1639,1-2 1,0 1-1639,-1 11 1638,1-5 1,0 1 148,-3 13 995,9-27 495,-8 26 0,11-22 0,0 8 0,-1 3 0,5-3 0,-11 17 0,15-8 0,-12 8 0,20-5 0,-15 8 0,7 0 0,0 0 0,-6 3 0,14-2 3276,-12 8-2260,-2 1-1016,8 10 0,-12-1 740,-4 12-740,-5-1 0,-7-10 0,-2 1 0,2 4 0,-13-6 0,-3-3 0,7-5 0,-17 4 0,-2 1 0,3-3-1381,0-1 0,0-1 1381,6 1 0,-9 3 0,24-9 3276,-4 3-2742,24-7 1,-6 0 0,7 0 0</inkml:trace>
  <inkml:trace contextRef="#ctx0" brushRef="#br0" timeOffset="36129">8192 11626 24575,'-3'9'0,"-6"10"0,8-10 0,-5 10 0,-1-1-1838,6-9 1838,-8 20 443,3 0-443,1 7 0,-2-2 0,7-7 0,2-3-3277,-1-12 3247,4 17-3247,1-11 2098,-2-12 1179,6 17 0,-6-19 0,2 6 0,5-14 2374,-3-2-2374,12-10 0,-12 6 0,9-13 0,-14 16 3276,4-9 0,-7 8-3044,0-1-232,-1 0 0,-8 2 0,1 5 0,-7 5 0,8-2 0,-7 7 0,5-3 0,-2 2 0,0 1 0,9-5 0,-2 1 0</inkml:trace>
  <inkml:trace contextRef="#ctx0" brushRef="#br0" timeOffset="36883">8484 11786 24575,'-7'5'0,"-1"3"0,-5-1 0,6 1-3277,-4 3 0,9-6 1328,-3 13 1949,10-3 0,-2-1 0,15 0 0,-12-13 1719,11 1-1719,-6-3 0,-1-5 0,1 3 0,-1-12 0,-5 9 3276,3-10 0,-5 7-3044,-2 0-232,-1 5-3277,2 23 0,-2-11 2911,1 13 0,1 1 366,-2-9 0,1 6 0,-1 0 0,0-8 0,-1 7 0,0 1 0,-1-2 0,-3 20 0,3-20-3277,-3 13 2183,4-21 1094,-5 10 0,-6-5 0,0-6 0,-4 6 3276,-5-5-2181,12-5-593,-8 4-502,9-5 3276,0-1 0,2-5-3044,3-2-232,1-10 0,2 8 0,2-4 0</inkml:trace>
  <inkml:trace contextRef="#ctx0" brushRef="#br0" timeOffset="37449">8655 11771 24575,'6'24'0,"0"0"0,4 11 0,-4-10 0,-5-8 0,1-5 0,-2 3 0,0-12 0,-2 2 0,1-21 0,-1 9 0,-1-28 0,3 26 0,-2-12 0,5 13 0,-1 1 0,5-2 0,3 3 0,0 2 0,-1 1 0,-3 3 0,0 4 0,-4-3 0,2 4 0</inkml:trace>
  <inkml:trace contextRef="#ctx0" brushRef="#br0" timeOffset="37792">8806 11796 24575,'6'15'0,"0"2"0,-3-11 0,0 4 0,2-4 0,-2-1 0,4 3 0,0-6 0,3-2 0,1-4-3277,5-10 0,-9 7 3047,7-12 230,-13 13 0,3-2 0,-4 5 0</inkml:trace>
  <inkml:trace contextRef="#ctx0" brushRef="#br0" timeOffset="38383">8986 11785 24575,'6'15'0,"2"5"0,-3-10 0,4 24 0,-5-21 0,1 20 0,-3-19-3277,1 12 0,-1-17 1328,1 9 1949,-1-11 1719,-1-1-1719,-1-3-3277,-6-35 2017,3 19 2898,0-16 0,-1-1-1426,2 11-1851,3-3 1,0 1 725,-1 6 913,7-9 0,-3 19 3276,5-3-2362,10 21 135,-7-2-1049,8 6 0,-13-9 3276,-1-4 0,-4 0-3218,-1-1 0,-1-2 0,0 1 0</inkml:trace>
  <inkml:trace contextRef="#ctx0" brushRef="#br0" timeOffset="38634">9200 11756 24575,'0'9'0,"4"3"0,1-6 0,3-1 0,-1-5 0,0-6 0,-4 4 0,0-4 0</inkml:trace>
  <inkml:trace contextRef="#ctx0" brushRef="#br0" timeOffset="38834">9302 11786 24575,'0'0'0</inkml:trace>
  <inkml:trace contextRef="#ctx0" brushRef="#br0" timeOffset="42181">18374 5755 24575,'-16'2'0,"-5"3"0,8-4-1639,-6 2 1,-1 0-1639,8-3 1638,-15 3 1,1 0-1639,16-2 3351,-13 2 1,0-1-75,15-2-1246,-11 3 1,0 0 1245,13-1 2491,-16 3-2491,8-2 0,5-2 0,-21 5 0,23-3 1089,-27 5-1089,26-7 0,-24 7 0,25-5 3276,-16 2-2304,17-1-972,-12 1 0,4 1 0,3 0 0,-10 0 0,16-4 817,-16 6-817,16-5 0,-17 9 0,15-6 0,-16 10 0,16-8 17,-11 9-17,6 2 0,2-6-3277,-5 17 2019,13-23 1258,-10 27 0,11-27 2,-5 14-2,4-4 0,1-8 0,-3 22 0,3-24 0,3 26 0,-2-26 0,4 23 0,-2-24-3034,5 23 3034,-2-21 0,2 10 1855,1-1-1855,-3-9 0,13 22 0,-14-23-2644,20 20 2644,-20-23 2644,12 11-2644,-2-6-1855,14 4 1855,-10-1 0,8-2 0,-2-3 0,-15-3 0,20 3 0,2 1 0,-15-7-465,10 5 0,7 2 0,-5-2 465,8-1 0,-10-1 0,7 2 0,0 0 0,-5-2 0,-7-1 0,0 0 0,8 0 0,6 1 0,0-1 0,-7 0 1949,9 1-1949,-2 0 0,6 0 0,-8-2 3276,-9-1-3266,5 2 1,6 1 0,-9-1-11,-9-2 0,12 3 0,10 0 0,-8 0 0,-4-1 0,2 0 0,7 1 0,-8-1 2947,-4 0-2947,2-1 0,6 2 0,-7-2 3276,-8-1-2233,11 2 1,9 2 0,-6-1-773,-8-2-271,2 0 0,8 2 0,0-1 0,-8 0 0,5 0 0,-5-2 0,7 0 0,5 0 0,-3 0 0,-6 0-1160,-2 1 0,1-1 1160,0 0 0,6-1 0,3 0 0,-3 0 0,-5 0 0,1 0 0,-2 1 0,0-1 0,4 0 0,1 0 0,-4 0-1639,6 0 1,-2 0 412,2 0 1,0 0 1225,0 0 0,-6 0-2053,-14 0 2053,15 0 421,6-6-421,-18 0 0,1-1 666,1 3 0,2 0-666,9-10 0,-2 0 0,-10 3 0,11-3 0,0 0 3276,-8 3-2125,9-2 1,0 1-724,-13 5-428,3-3 0,2 0 0,3-2 0,-7 1 0,1 0 0,10-4 0,-5-3 0,-3 0 0,-11 7 0,6-8 0,-2 1 0,-6 6-1639,3-8 1,-1 1-806,-4 10 2444,5-17-2391,-3 7 2391,-5 11-1067,4-10 0,1 1 1067,-4 9-152,5-26 152,-6 25 0,0-17 0,-1 18 0,-5-22 0,2 19 0,-9-21 0,7 24 3276,-8-12-3148,-2 5-128,3 1 0,-11-7 0,17 14 0,-23-16 0,21 17 0,-15-8 0,-2-2 0,9 6 0,-13-4 0,0 0 0,15 6-659,-14-2 1,0 0 658,15 5-1418,-18-5 1,0 0 1417,17 5-1015,-17-4 1,-1 2 1014,19 4 379,-18-4 0,-1 0-379,11 3 0,-10-3 0,-1 0 0,9 2 0,-10-3 0,0 1 0,14 3 0,-18-3 0,1 2 0,17 4 0,-15-2 0,0 1 0,18 1 201,-14-1 0,1 0-201,12 0 0,-11 0 0,0-1 0,12 1 0,-14-2 0,1 0 0,17 1 0,-8 0 0,-2 0 0,-11-7 0,13 8 0,-9-6 0,1 0 0,16 6-535,-14-4 1,-1 1 534,15 4 675,-11-2 0,0 0-675,11 3 0,-10-1 0,-1 0 0,10 1 0,-16 0 2743,-6 0-2743,13 1 0,-1 0 1274,1-1 1,0 0-1275,0 1 0,0-1-2641,-8 2 2641,10-2 0,-13 2 0,1 0 0,17-1-526,-21 1 0,-1 1 526,19 0-899,-16-1 0,-1 0 899,16 0 0,-14-1 0,1 1 0,19-2 1322,-7 0 0,-2 1-1322,-10 2 0,11-1-929,-10 1 1,2 1 928,15 0 1517,-13 1 0,-3-1-1517,-5-1 0,9 1 0,1-2 0,-8 0-655,2-1 655,22-1 3276,-17 0-2661,19 0-676,-19 0 61,15 0 0,-23 0 0,18 2 0,-12 2 0,-1 1 0,7 1-1093,-4 0 1,-7 1 0,7-1 1057,2 2 0,-2-3 1,3 1-1,16-3 1</inkml:trace>
  <inkml:trace contextRef="#ctx0" brushRef="#br0" timeOffset="53098">15115 11035 24575,'10'11'0,"-4"-6"0,11 12 0,-12-14 0,16 8 0,-15-9 0,12 3 0,-14-5 0,6 3 0,-8-1 0,1 0 0,-3-1 0</inkml:trace>
  <inkml:trace contextRef="#ctx0" brushRef="#br0" timeOffset="54437">15126 11389 24575,'0'0'0</inkml:trace>
  <inkml:trace contextRef="#ctx0" brushRef="#br0" timeOffset="55190">16425 9491 24575,'0'0'0</inkml:trace>
  <inkml:trace contextRef="#ctx0" brushRef="#br0" timeOffset="58626">17109 7117 24575,'13'20'0,"-4"-6"0,6 5 0,-4-7 0,-1-7 0,9 8 0,11 0 0,-2-1-1639,-3-5 1,-1-1-1639,-7-2 1328,17-2 2336,-4 0-387,-2-2-1639,0 0 1,-2-1 819,-4-2-550,11-2 0,-2-2 1369,-17 4 1341,11-4 1,1-1-1342,-11 1 0,5-1 0,-1-4 0,-14 7 0,2-2 0,-7 5 0</inkml:trace>
  <inkml:trace contextRef="#ctx0" brushRef="#br0" timeOffset="59738">18417 9248 24575,'0'27'0,"0"-17"0,2 24 0,-2-27-3277,6 15 0,-4-16 3047,4 7 230,7-1-3277,-1-2 2017,3 3 1093,14-3 167,-14-8 0,21 2 0,-14-4 0,-2-2 0,1-1 0,0 0 0,1-3 0,-1 0 0,-9 1 0,16-13 0,-21 13 0,7-12 0,-10 6 0,2-3 3276,-6-8-2097,1 9-1179,-4-4 249,-10 1-249,-2 3 0,-2-1 0,-14-6 549,9 6 1,2 3-1,5 5 1,4 2-1</inkml:trace>
  <inkml:trace contextRef="#ctx0" brushRef="#br0" timeOffset="61370">16951 7275 24575,'14'4'0,"11"1"0,3 1-2517,0 2 2517,1-2 0,10-1 0,0 0 0,-8-1-922,-12-2 0,1 0 922,2 0 0,9 2 0,5 1 0,3 0 0,3 0 0,-2 0 0,-2 0 0,-5-1 0,-7-1-1255,9 1 1,0-1 1254,-7 1 0,8 0 0,4 2 0,4 0 0,0 0 0,-1 0 0,-4-1 0,-7-1 0,-8-1 0,-4-1 0,-1 0 0,8 1 0,6 2 0,4 0 0,-1 0 0,-5-2-1093,0-1 1,-4-2 0,-1 1 476,8 3 0,-1-1 616,0-5 0,1-2 0,-11 1 617,-14 0-617,9-6 0,-1-3 0,-9 4-2434,15-22 2434,-16 19 0,5-12 1875,-6 2-1875,-3-1 0,0-15 0,-5 19-259,-11-12 259,3 18 0,-7-4 0,-2-2 0,-3 1 0,-6-1 0,-2 1 0,-1 3 0,8 4 0,-3-1 0,-1 1 0,-9 1 0,-1 1 0,13 2 0,0-1 0,-2 2 0,-10-1 0,-3 2 0,6 0 1638,12 3 0,1 0-1545,-3 0 1,-3-1-1,0 2-93,-8 3 0,1 2 0,7-2 0,-1 2-820,0 0 1,-5 1 0,0 0 0,3 0 394,-5 1 1,-2 1 424,6-2 0,-4 1 0,-3 0 0,2 0 0,3-1 534,0-1 0,3 0 0,-3-1-534,3 1 0,-4 0 0,-1 0 0,1-1 0,5-1 0,1 0 0,3-2 0,-1 1 0,-8 2 0,0 0 0,3-1 0,9-1 0,1-1 0,-6 4 0,1 0 289,-5-3-289,-2 5 700,3-4-700,3 4 0,19-7 3276,-8 6-1143,11-4-2133,1 1 0,1-2 0,-1-1 0</inkml:trace>
  <inkml:trace contextRef="#ctx0" brushRef="#br0" timeOffset="62892">19602 8173 24575,'-22'7'0,"8"-3"0,-7 4 0,6 0 0,1 4 0,1-1 0,1 4 0,0 0 0,3-5 0,-2 9 0,0 3 0,4 1 0,-4 10 0,8-12 0,2-1 0,-1 7 0,1 3 0,4-10 0,2-1 0,0-6 0,4 7 0,2 0 0,-2-6 0,5 3 0,1 0 0,0-1 0,1-1 0,0 0 0,4-2-1639,-1-2 1,-1-2-1639,-1-2 1638,12 3 1,0-2 148,-16-6 1490,6 2 0,2 0 0,2-2 0,2-3 0,3-1 0,-9-2 0,8-17 0,-12 10 0,0-1 0,3-1 0,2-2 0,3-2 0,-1 1 1105,-1 2-1105,5-5 3276,-5 0-2633,-14 9-788,12-19 145,-17 12 0,-1-3 0,-2-1 0,-1 1 0,-5-2 0,-4 1 0,-8-3 0,2 4 0,2 6 0</inkml:trace>
  <inkml:trace contextRef="#ctx0" brushRef="#br0" timeOffset="64918">13227 6513 24575,'17'-17'0,"-1"1"0,7-5 0,0 0 0,-7 5 0,-1 0 0,4-1 0,0 0 0,0-3 0,-2 2 0,2-1 0,-3 2 0,0 0 0,-6 6 0,-3 4 0,-1 2 0,2 4-1639,10 0 1,2-1-1639,1 2 3219,4 0 1,10 1-1,0-1 1,-7 0-776,-10 1 1,2-1 832,6 1 0,9 0 0,6 0 0,1 1 0,0-1 0,-5 0 0,-8 0-973,2 0 0,0 0 973,-5-1 0,6 1 0,5 1 0,3-1 0,1 1 0,-1-1 0,-4 0 0,-4 0 0,-7 0 0,4 0 0,-1 0 0,0 0 0,8 0 0,4 1 0,2 1 0,-2-1 0,-6 0 0,-7-1 0,-3 1 0,0-1 0,7 1 0,10 0 0,2 1 0,-3-1 0,-8 0 0,-7 0 0,-1-1 0,13 1 0,4-1 0,-8 0 0,-5 0 0,-6-1 0,-1 0 0,-8 2 0,13 1 0,-18-1 3276,7 2-1557,-3-4 369,4 2-2088,-3-2 3276,-4 1-3267,-11 6 0,1-3 0,-3 2 0</inkml:trace>
  <inkml:trace contextRef="#ctx0" brushRef="#br0" timeOffset="71844">14924 4700 24575,'-13'5'0,"-6"3"0,12-5 0,-19 7 0,14-6 0,-7 4 0,-1 1 0,5-2-1639,-6 5 1,0 0-1639,11-6 1638,-9 8 1,0 2 425,7-8 324,-8 13 1,0-1 888,7-9-478,-4 9 1,0 1 477,7-8 0,-6 13 0,5-7 0,2 0 0,2-1-672,-5 15 1,1 0 671,8-17 1319,-2 6 1,1 2-1320,5 8 0,0-10 0,1 7 0,2 3-944,2-6 0,0-1 944,-3-3 0,1-1 1514,2 0 0,0-2-1514,3-4 0,-4-7 3276,10 7-2025,0-10-1222,0-2-29,12-3 0,5-10 0,-10 6 0,4-7 0,-12 2 0,1-3 0,-1 0-3277,2-8 2017,-13 15 1260,9-15 0,-10 15 3276,7-15-2015,-8 6-1261,3-1 0,-6-1 0,-9 8 0,3-1 0,-22-1 0,20 8 0,-11-1 0,2 2 0,11 2 0,-13-1-1243,8 6 1243,7-5 0,-10 7 0,11-5 0,1 1 0,-1-3 0,3-1 0,1 0 0</inkml:trace>
  <inkml:trace contextRef="#ctx0" brushRef="#br0" timeOffset="72459">14029 5712 24575,'28'-8'0,"-10"4"0,10-5 0,1 0-1308,-8 4 1308,12-2 0,9-1 0,-7 2 0,-5 3 0,-5 0 0,9-1 0,4-1 0,-4 0 0,-7 2 0,-8 0 0,0 1 0,11-2 0,8-1 0,0 0 0,-11 1-3277,-3 1 2957,2-1 0,1 1 1486,4-2-1166,-3-2-1639,-1 1 1,-1 0-525,-5 0 2163,7-4-2737,-4 4 2737,-7 1-796,7-1 1,-2 1 795,-9 3-209,8-3 1,-1 0 208,-10 1 0,19-5 0,-23 4 0,4 0 3089,-7 1-3089,-2 0 819,5-3 0,-4 4 0,2-1 0</inkml:trace>
  <inkml:trace contextRef="#ctx0" brushRef="#br0" timeOffset="73628">15180 5330 24575,'-5'28'0,"2"-16"0,0 6 0,1 1 0,-1-8 0,-4 17 0,3-11 0,1-3 0,2 3 0,1-13 0,2-1 0,6-11 0,-2 0 0,15-14 0,-15 15 0,11-13 0,-14 19 0,-7 18 0,3-6 0,-8 20 0,7-22 0,1 6 0,1-9 0,0 2 0,7-5 0,-3-3 0,-9 29-3277,-5-4 1638,2-8 1,-1 1 1408,-8 13 230,14-26 0,-1 5 0,7-10 0,13-13 0,-7 6-3277,15-19 2017,-17 18 4536,11-17-2253,-13 18-1023,3-8 0,-6 10 0,-2 2 0,-13 7 3276,7-3 0,-10 8-3162,4-3-114,6-1 356,-7 4-356,30-30 0,-12 14 0,15-15 0,-27 20 0,-3 6 0,-1-2 0,4 1 0</inkml:trace>
  <inkml:trace contextRef="#ctx0" brushRef="#br0" timeOffset="105994">17878 16194 24575,'28'3'0,"0"-1"0,1 0 0,-1 1 0,6 1 0,0 0 0,1 0 0,-8-1 0,2-1 0,-1 0 0,0 0-1093,7 2 1,-1-1 0,-3 1-547,0 0 1,-2-1 1445,7 1 1,-3 0 1054,3 2-862,-12-4 0,4 0-1093,-2 0 1,3 1 0,-3-1 788,-3-1 0,2 1 304,10 1 0,6 0 0,-7 0-562,-1 0 562,-3 0 0,9 1 0,1 0 0,-5-1 121,1 0 1,2-1-122,-8 1 0,4 1 0,3-1 0,-3 1 0,-4-2 0,6 0 0,-1 0 0,-2 1 0,6 0 0,-1 0 0,-5 0 0,-1-2 0,1 0 0,-6 1 0,5 0 0,2 0 0,-2-1 0,-5 1 0,3-1 0,-1-1 0,-1 1 0,3-1 0,1 1 0,-5-1 0,3 0 0,1 0 0,-3-1 0,5 0 0,2 0 0,-1-1 0,-4 1-484,-2-1 1,-3 0 0,4 0 483,0-1 0,6 1 0,1-1 0,1 0 0,-3 0 0,-4 0 0,-1 0 0,-4 0 0,3 0 0,5 0 0,4-1 0,2 1 0,-2-1 0,-5 1 0,-5 1 0,-3 0 0,3 0 0,4-1 0,4 0 0,2 0 0,-3 1 0,-7 0 0,-4 0 0,0 0 0,4 1 0,6-1 0,-1 1 0,-8 0 0,-2 1 1209,9 0 0,1 0-1209,-10 0-1639,7 0 1,-2 0 1637,-11 0-777,4 0 1,-1 0 777,-13 0 371,15-2 0,-18 2 0,2-1 0</inkml:trace>
  <inkml:trace contextRef="#ctx0" brushRef="#br0" timeOffset="113851">23183 2178 24575,'9'3'0,"20"14"0,-13-9 0,2 4 0,1 1 0,-2-3 0,-1 0 0,7 8 0,-3-5 0,-3-1 0,-4-1 0,12 11-1225,-15-13 1225,9 9 0,-3 1 0,-1-4 0,-2 1 0,0-1 0,0-1 0,2 3 0,0 0 0,-5-3-1639,8 7 1,0 0-1263,-11-9 2901,13 11-335,-5-5 335,-8-9 0,14 12 0,-17-13 150,2-5 1,-5-1 0,-1-3 0</inkml:trace>
  <inkml:trace contextRef="#ctx0" brushRef="#br0" timeOffset="114523">23670 2165 24575,'-14'7'0,"5"-4"-3277,-14 20 0,15-17 0,-9 12 3642,-2 2-365,4-6-1207,-3 4 1,0-1 1206,4-5-1425,-5 6 1,1-2 1424,11-10 2849,-16 14-2849,4 2 558,-3 5-558,6-5 0,0-1 0,-7 6 1638,13-11 0,0 0-377,-5 6-1261,3-2 3276,-4 7 0,9-15-3044,-2 6-232,4-7 0,2-2 0,-1 2 0,0-3 0,-4 4 0,6-6 0,0-2 0</inkml:trace>
  <inkml:trace contextRef="#ctx0" brushRef="#br0" timeOffset="116950">22117 1639 24575,'-15'16'0,"10"-10"0,-9 6 0</inkml:trace>
  <inkml:trace contextRef="#ctx0" brushRef="#br0" timeOffset="117150">21897 1943 24575,'2'4'0,"-6"22"0,-8 4 0,4-2 0,-1-5 0</inkml:trace>
  <inkml:trace contextRef="#ctx0" brushRef="#br0" timeOffset="117368">21550 2578 24575,'-6'20'0,"0"-1"0,6-7 0,-2 0 0,2 7 0,0 1-2023,0-4 2023,0 1-820,0 10 1,0-18 0,0 16 0</inkml:trace>
  <inkml:trace contextRef="#ctx0" brushRef="#br0" timeOffset="117567">22110 3311 24575,'14'13'0,"-3"-1"0,-10-11 0,7 1 0,7-4 0,3-1 0,-3 1 0,-7-1 0</inkml:trace>
  <inkml:trace contextRef="#ctx0" brushRef="#br0" timeOffset="117739">22481 3255 24575,'14'-29'0,"-6"8"0,-2 1 0,1-6 0,-2 0 0,-4 16 0</inkml:trace>
  <inkml:trace contextRef="#ctx0" brushRef="#br0" timeOffset="117948">22427 2715 24575,'6'-21'0,"0"0"0,4-13 0</inkml:trace>
  <inkml:trace contextRef="#ctx0" brushRef="#br0" timeOffset="118134">22631 2385 24575,'20'-20'0,"-5"4"-1639,-3-2 1,0 0-1639,-3 4 2621,1-5 1,-1 1-1,-6 13 1,4-9 0</inkml:trace>
  <inkml:trace contextRef="#ctx0" brushRef="#br0" timeOffset="118322">22896 1952 24575,'19'-19'0,"1"0"0,-3 1 0,8-4 0</inkml:trace>
  <inkml:trace contextRef="#ctx0" brushRef="#br0" timeOffset="118503">23274 1693 24575,'5'0'0,"15"-3"0,9 3-656,-2-3 1,1 1-1,4 2 1,1-1 0</inkml:trace>
  <inkml:trace contextRef="#ctx0" brushRef="#br0" timeOffset="118670">23923 1751 24575,'5'8'0,"0"5"0,2 2 0,2 5-1639,4 3 1,1-1-1639,-1-1 2808,2 1 1,4 3 0,-5-5 0,-6-8 0,6 6 0,0 1 0</inkml:trace>
  <inkml:trace contextRef="#ctx0" brushRef="#br0" timeOffset="118837">24194 2606 24575,'3'21'0,"-1"-1"0,1 4 0,0-3 0,-2-9 0,1 10 0,-1-11 0,-1 4 0,0-4 0,0 15 0,-4 4 0,3-8 0,-3-2 0</inkml:trace>
  <inkml:trace contextRef="#ctx0" brushRef="#br0" timeOffset="118987">24150 3137 24575,'-2'3'0,"-7"0"0,-9-3 0,-1-5 0,1 1 0,-4 1 0,-3-6 0</inkml:trace>
  <inkml:trace contextRef="#ctx0" brushRef="#br0" timeOffset="119176">23135 3027 24575,'-8'7'0,"6"-1"0,-4-1 0,4-1 0,2-1 0,-1-2 0,1 1 0</inkml:trace>
  <inkml:trace contextRef="#ctx0" brushRef="#br0" timeOffset="119337">23281 3374 24575,'14'21'0,"3"1"0,-3-13 0,-1 1 0,8-5 0,3-2 0,8 2-1093,-8-2 1,3 0 0,0 0 732,3 2 0,0 1 0,-2-1 0,-1-1 1,-2 0-1,5 2 0,-1 0 0</inkml:trace>
  <inkml:trace contextRef="#ctx0" brushRef="#br0" timeOffset="119504">24101 3535 24575,'12'-2'0,"9"-5"0,-6 5 0,9-9 0,-6 2 0,2-3 0,0-2 0,1 0-1038,0 1 1,0-1 1037,10-11 0,-6 3 0,-14 12 0,3-4 0,1 0 0</inkml:trace>
  <inkml:trace contextRef="#ctx0" brushRef="#br0" timeOffset="119671">24621 3001 24575,'11'-6'0,"1"-8"0,-3 8 0,11-25 0,-16 21 0,12-20 0,2-2-821,-10 17 821,3-10 0,5-10 0,0-1 0,-4 10 0,-1 3 0,0-4 0,0 0 0,-1 0 0</inkml:trace>
  <inkml:trace contextRef="#ctx0" brushRef="#br0" timeOffset="119838">24837 2196 24575,'-3'-7'0,"-9"-16"0,6 6 0,-3-4-1093,-4-8 1,-4-4 0,3 3-547,2 3 1,1 1 1091,-4-4 1,0-2 0,3 10 0,6 12 0,-3-8 0</inkml:trace>
  <inkml:trace contextRef="#ctx0" brushRef="#br0" timeOffset="120005">24286 1313 24575,'-3'-4'0,"-24"-13"0,-1 4 0,-7-2 0,3 2-1639,4 0 1,-1-1 1273,2 3 1,-5-2 0,-1 0 0,3 1 0,8 4 0,-2 1 0,-3-3 0,0 1 0</inkml:trace>
  <inkml:trace contextRef="#ctx0" brushRef="#br0" timeOffset="120176">22833 1009 24575,'-11'18'0,"0"-4"0,-2 6 0,2-3-3277,-12 0 0,13-4 2789,-15 3 1,23-15 0,-5 1 0</inkml:trace>
  <inkml:trace contextRef="#ctx0" brushRef="#br0" timeOffset="120336">22722 1428 24575,'17'18'0,"0"-1"0,-9-9 0,7 18 0,-4-10 0,0 0-656,0 3 1,0 0-1,8 8 1,-10-16 0</inkml:trace>
  <inkml:trace contextRef="#ctx0" brushRef="#br0" timeOffset="120509">22927 1720 24575,'0'0'0</inkml:trace>
  <inkml:trace contextRef="#ctx0" brushRef="#br1" timeOffset="128125">27935 2078 24575,'-12'10'0,"2"-3"0,1 9 0,4-5 0,-6 7 0,3 4 0,4-12 0,-1 16 0,5-14 0,-2 2 0,3 7 0,1-14 0,1 11 0,7-8 0,-5-2 0,13 5 0,-3-5 0,0-3 0,0 2 0,6-5 0,-5 0 0,6-1 0,-6-1 0,-2-6 0,7-1 0,-3-1 0,6-4 0,-8 4 0,-1 0 0,-5-7 0,-8 10 0,1-9 0,-3 4 0,-1-4 0,-4 1 0,1 3 0,-3 6 0,4 2 0,-3 2 0,1 0 0,-7 0 0,6 0 0,-9 3 0,10-1 0,-7 3 0,3 1 0,-2-1 0,5 2 0,-2 5 0,5 2 0,0 1 0,1 10 0,4-15 0,2 9 0,4-14 0,-1-1 0,11-8 0,-4-3 0,5-3 0,6-11 0,-16 13 0,9-18 0,-16 18 0,3-14 0,-5 13 0,0-5 0,-5 2 0,3 4 0,-12-12 0,7 13 0,-18-10 0,18 14 0,-19-6 0,16 13 0,-4-3 0,3 8 0,8-5 0,-8 7 0,4 5 0,0-4 0,1 5 0,6-10 0,1-1 0,3 0 0,-1-4 0,6 0 0,0-8 0,3-1 0,-3-2 0,0-5 0,-7 9 0,3-7 0,-4 6 0,-3 0 0,2-1 0,-13 2 0,9 4-3277,-16 5 0,15-3 2347,-23 12 930,19-10-3277,-18 15 2249,20-14 253,-7 15 775,11-15 3276,-3 10-2631,6-8-645,2-2 637,1 0-637,-1-2 3276,6 0-373,3-6-2903,-1 2 1827,1-5-1827,-2 4 0,-5 0 0,6-5 0,-6 3 0,1-10 0,-3 7 0,1-8 0,-3 11 0,-5-3 0,-18 6 0,11 1 0,-8 5 0,0 0 0,13-2 0,-15 14 0,0 1 0,13-8 0,-9 10 0,2 0 0,13-12 0,-6 13 0,9-14 0,6 3 0,-2-5 0,21-2 0,-6 0 0,16-2 0,-2-5 0,-12 3 0,4-3 0,-2 0 0,-9-1 0,7 1 0,-6 0 0,-15 1 0,4 1 0,-12 3 0,5 2 0,2-2 0</inkml:trace>
  <inkml:trace contextRef="#ctx0" brushRef="#br1" timeOffset="128542">26667 2081 24575,'0'0'0</inkml:trace>
  <inkml:trace contextRef="#ctx0" brushRef="#br1" timeOffset="128776">26346 2459 24575,'22'28'0,"-1"0"0,-3-2 0,3-4 0,3 4 0,-5-7 0,-10-10 0,7 5 0,-1 0 0</inkml:trace>
  <inkml:trace contextRef="#ctx0" brushRef="#br1" timeOffset="128960">26685 2881 24575,'8'14'0,"2"-2"0,-3-1 0,-1-7 0,9 8 0,1 3 0,3 0-656,6 5 1,0 0-1,-9-7 1,4 3 0</inkml:trace>
  <inkml:trace contextRef="#ctx0" brushRef="#br1" timeOffset="129141">27672 3327 24575,'35'2'0,"-1"0"0,1-1 0,0 1 0,0 0 0,-6 1 0,-2-1 0,4 0-274,2 0 1,7 0 0,3 0 0,-1 0 0,-5 0 0,-10-1 0,-7 1 0,-2 0 0,17-1 0,1 1 0,-1-1 0</inkml:trace>
  <inkml:trace contextRef="#ctx0" brushRef="#br1" timeOffset="129309">28868 3362 24575,'9'-13'0,"-4"6"-656,8-14 1,-1-1-1,-5 12 1,12-21 0</inkml:trace>
  <inkml:trace contextRef="#ctx0" brushRef="#br1" timeOffset="129509">28828 3044 24575,'-9'0'0,"-21"-4"0,-4-2-3277,-1 2 3156,10-1 1,-8-4 0,-5-1-1,1 0 1,2 0 0,8 3-1,2 1 1,1 0 0,-9-4-1,0 0 1,0-1 0,0 1-1</inkml:trace>
  <inkml:trace contextRef="#ctx0" brushRef="#br1" timeOffset="129695">27270 2612 24575,'-15'-13'0,"0"-1"0,4 4 0,-12-10 0</inkml:trace>
  <inkml:trace contextRef="#ctx0" brushRef="#br1" timeOffset="129876">26794 2338 24575,'13'-7'0,"5"-2"0,-13 5 0,5-2 0,3-12 0,-5 7-1639,4-10 1,-1-2 818,-2 7 1,2-10 0,-10 22 0</inkml:trace>
  <inkml:trace contextRef="#ctx0" brushRef="#br1" timeOffset="130075">26896 1782 24575,'5'-21'0,"1"0"0,-1 1 0,0 2 0,-1 9 0,-2 1 0</inkml:trace>
  <inkml:trace contextRef="#ctx0" brushRef="#br1" timeOffset="130244">27029 1487 24575,'14'-3'0,"18"-5"0,-15 4-1639,15-2 1,2 0-1639,-16 2 2457,7 1 1,9 0 0,2 0 0,-6 0-334,-2 1 0,0 0 1153,-1 0 0,5 0 0,2 0 0,-2-1 0,-6 2 0,-1-1 0,-3 1 0,8-2 0,0 1 0</inkml:trace>
  <inkml:trace contextRef="#ctx0" brushRef="#br1" timeOffset="130427">28406 1409 24575,'31'-5'0,"-16"4"0,1-4 0</inkml:trace>
  <inkml:trace contextRef="#ctx0" brushRef="#br1" timeOffset="130613">29325 1479 24575,'16'31'0,"-9"-20"0,8 10 0,7 7 0,-4-5-3197,2-1 3197,-2-3 0,2 3 0,-4-4 0,-5-6 0,0 1 0</inkml:trace>
  <inkml:trace contextRef="#ctx0" brushRef="#br1" timeOffset="130779">29499 2031 24575,'-3'8'0,"-2"16"0,0-5 0,-2 12 0,2-19-3277,-7 10 0,9-15 2104,-10 9 0,-4 2 1173,-3 3 0,-5 2 0,0-2 0,3-2 0,-4 0 0</inkml:trace>
  <inkml:trace contextRef="#ctx0" brushRef="#br1" timeOffset="130942">29130 2562 24575,'1'7'0,"-2"-1"0,-15-2 0,9-2 0,-8 1 0</inkml:trace>
  <inkml:trace contextRef="#ctx0" brushRef="#br1" timeOffset="131112">28575 2655 24575,'-1'7'0,"-1"-1"0,3-2 0,26 19 0,-19-15 0,18 13 0</inkml:trace>
  <inkml:trace contextRef="#ctx0" brushRef="#br1" timeOffset="131295">28918 2993 8191,'0'5'0,"0"-1"3276,9-2-2383,13-1 1,2 1-1325,3-1 0,-3 0 0,-4 0 0,-13 0 0</inkml:trace>
  <inkml:trace contextRef="#ctx0" brushRef="#br1" timeOffset="131462">29437 3035 24575,'6'-2'0,"3"-2"0,-3 1 0,4-3 0,-6 5 0,25-20 0,-5 5 0,2-1-888,-6 4 1,0-1 887,4-4 0,2 0 0,-6 4 0,-8 7 0,14-15 0</inkml:trace>
  <inkml:trace contextRef="#ctx0" brushRef="#br1" timeOffset="131660">29796 2368 24575,'-2'-3'0,"-1"-1"0,-18-9 0,7 5 0,-6-2 0,-7-2 0,2 1 0,3 3 0,-2 1-820,-1-2 1,-3-3 0,-1 0 0,4 3-820,0 1 1,2 1 982,-9-7 1,5 2-1,17 7 1,1 1 0</inkml:trace>
  <inkml:trace contextRef="#ctx0" brushRef="#br1" timeOffset="131827">29290 2143 24575,'-10'-29'0,"-1"1"0,3 8 0,2 3 0,0 4 0</inkml:trace>
  <inkml:trace contextRef="#ctx0" brushRef="#br1" timeOffset="132026">29158 1722 24575,'0'-6'0,"-1"-5"0,-1 9 0,-6-15 0,4 11-1639,-10-10 1,-3-2-1639,7 8 2184,-17-8 1,-10-5 0,7 4-2185,5 5 3215,1 1 1,-4-2 0,9 4 0,13 7-1,5 2 1</inkml:trace>
  <inkml:trace contextRef="#ctx0" brushRef="#br1" timeOffset="132195">28631 1376 24575,'-8'0'0,"-26"2"-2139,20-2 2139,-13-2 0,-12-3 0,-3 0 0,9 2-1639,11 1 1,0-1 1169,-8-1 1,-6-2 0,1 0 0,11 3 0,11 2 0,2-2 0</inkml:trace>
  <inkml:trace contextRef="#ctx0" brushRef="#br1" timeOffset="132363">27513 1205 24575,'-35'-3'0,"8"0"0</inkml:trace>
  <inkml:trace contextRef="#ctx0" brushRef="#br1" timeOffset="132546">26796 1126 24575,'-7'5'0,"-3"0"0,3-1 0,-15 8 0,14-7 0,-7 5 0</inkml:trace>
  <inkml:trace contextRef="#ctx0" brushRef="#br1" timeOffset="132727">26608 1484 24575,'13'19'0,"-3"-5"0,-7-9 0,0 3 0,9 19 0,-4-8 0,4 8 0,0-2 0,-4-13 0,4 15 0</inkml:trace>
  <inkml:trace contextRef="#ctx0" brushRef="#br1" timeOffset="132897">26763 1884 24575,'-2'4'0,"-12"8"0,8-9 0,-25 14 0,25-15 0,-11 6 0</inkml:trace>
  <inkml:trace contextRef="#ctx0" brushRef="#br1" timeOffset="133087">26305 2310 24575,'-2'7'0,"1"-3"0,1 11 0,0-11 0,0 7 0</inkml:trace>
  <inkml:trace contextRef="#ctx0" brushRef="#br1" timeOffset="133265">26270 2630 24575,'-2'16'0,"0"4"-3277,1-4 0,0-2 0,1 8 2737,0-14-1503,0 25 2043,0-23-535,-1 17 1,1 0 0,-1-18-1,0 24 1</inkml:trace>
  <inkml:trace contextRef="#ctx0" brushRef="#br1" timeOffset="133432">26336 3144 8191,'6'6'0,"5"8"3276,-6-9-1489,8 13 1031,-10-15-2818,19 17 1719,-16-15-1719,21 11 0,2-1 3276,-16-9-3001,11 6 1,12 7-1,1 0 1,-10-5-1,-5-3 1,6 3-1,0 1 1,-1 0-1</inkml:trace>
  <inkml:trace contextRef="#ctx0" brushRef="#br1" timeOffset="133612">27386 3534 24575,'7'-26'0,"0"0"0,1 2-656,-2-5 1,-2 3-1,-2 16 1,-1 4 0</inkml:trace>
  <inkml:trace contextRef="#ctx0" brushRef="#br1" timeOffset="133776">27516 3096 24575,'11'0'0,"3"3"0,-5-3 0,5 5 0,15-12 0,-13 5 0,6-3 0,-3 0 0,-11 3 0,5-1 0</inkml:trace>
  <inkml:trace contextRef="#ctx0" brushRef="#br1" timeOffset="133934">27783 3067 24575,'-26'-19'0,"-1"-1"0,8 4 0,2 4 0,6 6 0</inkml:trace>
  <inkml:trace contextRef="#ctx0" brushRef="#br1" timeOffset="134197">26435 2110 24575,'-6'-22'0,"0"-1"0,-3-9 0,7 25 0</inkml:trace>
  <inkml:trace contextRef="#ctx0" brushRef="#br1" timeOffset="134362">26329 1831 24575,'-3'-28'0,"0"0"0,1-6 0,-2 14 0</inkml:trace>
  <inkml:trace contextRef="#ctx0" brushRef="#br1" timeOffset="134563">26338 1476 24575,'12'-7'0,"-5"5"-3277,14-16 0,-15 14 1638,16-12 1,1-2 647,-7 6 991,2-2 0,0 2 0,-10 5 0,-4 5 0</inkml:trace>
  <inkml:trace contextRef="#ctx0" brushRef="#br1" timeOffset="134730">26679 1253 24575,'14'-4'0,"4"-3"0,3 0 0,4-3-469,1 2 1,4 0 0,-6 1 0,-1 0 0,0 2 0,-1 0 0</inkml:trace>
  <inkml:trace contextRef="#ctx0" brushRef="#br1" timeOffset="134931">27460 1107 24575,'8'0'0,"22"0"0,-19 0 0,15 0 0</inkml:trace>
  <inkml:trace contextRef="#ctx0" brushRef="#br1" timeOffset="135113">27966 1162 24575,'12'9'0,"3"-4"-1639,12-3 1,3-2-1639,7 0 2621,-4 1 1,-4 0-1,-10-1 1,-11 2 0</inkml:trace>
  <inkml:trace contextRef="#ctx0" brushRef="#br1" timeOffset="135299">28791 1208 24575,'14'2'0,"11"1"0,5 7 0,3 1-1093,-10-3 1,3 3 0,-2-2-547,-7-1 1,1 0 982,5 3 1,6 2-1,2 2 1,-2 0 0,-4-3-92,-1 1 0,0 0 747,5 2 0,5 3 0,-1-1 0,-7-2-278,-7-5 0,-3-1 0,3 1 0,-3-2 0,-5-2 0</inkml:trace>
  <inkml:trace contextRef="#ctx0" brushRef="#br1" timeOffset="135463">29507 1668 24575,'0'27'0,"0"-13"0,0 7 0,0-18 0,0 9 0,-7 7 0,3-6 0,-13 7 0,-2-2 0,10-12 0,-20 16 0</inkml:trace>
  <inkml:trace contextRef="#ctx0" brushRef="#br1" timeOffset="135681">28674 2059 24575,'-5'13'0,"-1"13"0,-1 1-3277,3-14 2621,-1 13 1,1-3-1,4-21 1,0 4 0</inkml:trace>
  <inkml:trace contextRef="#ctx0" brushRef="#br1" timeOffset="135834">28850 2399 24575,'-1'12'0,"-3"8"0,1 3 0,-1-1 0,0 0 0,1-4 0,3-14 0</inkml:trace>
  <inkml:trace contextRef="#ctx0" brushRef="#br1" timeOffset="136015">28838 2836 24575,'2'8'0,"-1"6"0,-6 16 0,-3-4-1639,-4 0 1,-1 0 818,-2-3 1,-4 1 0,15-18 0</inkml:trace>
  <inkml:trace contextRef="#ctx0" brushRef="#br1" timeOffset="136182">28471 3316 24575,'-20'-3'0,"0"1"0,-11-3 0</inkml:trace>
  <inkml:trace contextRef="#ctx0" brushRef="#br1" timeOffset="136398">27665 3147 24575,'5'7'0,"0"2"0,-2 1 0,-1-2 0,-1-5 0</inkml:trace>
  <inkml:trace contextRef="#ctx0" brushRef="#br1" timeOffset="136581">27783 3298 24575,'10'3'0,"2"3"-1639,7 3 1,3 0-1639,6 3 2457,-3-3 1,7 2 0,1 0 0,-5-1 137,2 0 0,0 0 682,-4-1 0,5 1 0,1 1 0,-2-1 0,-6-2 0,-2 0 0,-3-1 0,10 2 0,1 1 0</inkml:trace>
  <inkml:trace contextRef="#ctx0" brushRef="#br1" timeOffset="136747">28571 3564 24575,'21'5'0,"1"-1"0,1-1 0,8 1 0,7 1 0,-7-1 0,-5-3 0,3 2 0,-1-1 0</inkml:trace>
  <inkml:trace contextRef="#ctx0" brushRef="#br1" timeOffset="136948">29088 3319 24575,'8'-6'0,"2"-4"0,-2 3 0,3-7 0,1-3 0,4-11 0,2 0 0,-8 10 0</inkml:trace>
  <inkml:trace contextRef="#ctx0" brushRef="#br1" timeOffset="137133">29364 2964 24575,'12'0'0,"1"-2"0,-1 2 0,8-1 0,2 0 0,8 1-1093,-2 0 1,5 0 0,-5 0 436,4 0 1,-3 0-1,-7 0 1,-19 0 0</inkml:trace>
  <inkml:trace contextRef="#ctx0" brushRef="#br1" timeOffset="137315">29852 2942 24575,'24'-29'0,"0"0"0,-7 4 0,1-5 0,-2 1 0,-3 7 0,0-3 0,1-8 0,0 0 0</inkml:trace>
  <inkml:trace contextRef="#ctx0" brushRef="#br1" timeOffset="137533">29909 1699 24575,'-20'7'0,"-1"1"0,4-2 0,-7 1 0,3-2 0,14-5 0,2 2 0</inkml:trace>
  <inkml:trace contextRef="#ctx0" brushRef="#br1" timeOffset="137739">28808 2031 24575,'-12'20'0,"-2"0"0,6-12 0,-2 1 0,6-8 0,-11-16 0,-2-5 0,-1-6 0,1 5 0,1 2 0,5 5 0</inkml:trace>
  <inkml:trace contextRef="#ctx0" brushRef="#br1" timeOffset="137932">28248 1591 24575,'3'-3'0,"-21"-18"0,-6 7 0,-2-7 0,7 13 0</inkml:trace>
  <inkml:trace contextRef="#ctx0" brushRef="#br1" timeOffset="138099">27720 1397 24575,'-6'2'0,"-12"-4"0,-5-3 0,-8-4 0,0 0 0,6 3 0,1 0 0,-2-2 0,0 0 0</inkml:trace>
  <inkml:trace contextRef="#ctx0" brushRef="#br1" timeOffset="138287">26831 1185 24575,'-6'22'0,"2"-8"0,-2 13 0,3-6 0,1-3-3277,-1 8 0,3-16 1638,1 11 1,1 0 148,-1-10 1252,4 24 1,-4-31-1,0 2 1</inkml:trace>
  <inkml:trace contextRef="#ctx0" brushRef="#br1" timeOffset="138449">26926 1795 8191,'2'8'0,"-2"1"3276,-7 6-2830,-1 4 1,-1-6 0,3-2 0</inkml:trace>
  <inkml:trace contextRef="#ctx0" brushRef="#br1" timeOffset="138649">26892 1984 24575,'0'0'0</inkml:trace>
  <inkml:trace contextRef="#ctx0" brushRef="#br1" timeOffset="142515">26270 981 24575,'0'6'0,"0"0"0,0-1 0,2 1 0,6 0 0,0 0 0,3-1 0,4 1 0,-9-6 0,10 3 0,-10-3 0,3 0 0,-2-3 0,4-6 0,-4 3 0,3-10 0,-8 12 0,3-9 0,-5 6 0,1-1 0,-1 0 0,0 5 0,-11 5-3277,1 4 0,-4 1 3047,0 6 230,8-5 0,-6 8 0,6-1 0,2-5 0,3 4 0,5-3 0,-2-1 3276,4 0 0,5-1-3044,0-3-232,2 1 0,6-2 0,-13-6 0,10 0 0,-10-2 0,-2 0 0,4-5 0,-7 4 0,5-10 0,-9-1 0,4 3 0,-8-6 0,4 14 0,-10-7 0,4 4 0,-3 0 0,0 1 0,3 7 0,3 0 0,-1 2 0,5 0 0,-2 0 0,4 0 0,3 0-3277,9 2 0,-5-3 2254,15 5 1023,-15-6-494,13 3 494,-14-4 0,4 0 0,-6 0 3276,-1-6-406,-3 5-1731,-2-5-1139,-1 6 0,-7 7 0,5-5 786,-5 6-786,6-5 0,1 9 0,1-6 0,1 10 0,1-12 0,1 5 0,1-7 0,1 1 0,6-5 0,-5 2 0,8-4 0,-4-1 0,-1-6 0,-2-1 0,-5-2 0,-1 4 0,-5 0 0,-2 5 0,-2-1 0,2 5 0,0 2 0,1 3 0,-3 4 0,2-3 0,2 4 0,3-2 0,5-2 0,0 0 0,6-5 0,0 0 0,-2 0 0,-1-1 0,-4-1 0,-2-1 0,-1-5 0,-8-1 0,-11-3 0,5 4 0,-2 5 0,16 4 0,4 0 0,-7-1-3277,-12 1 0,3 0 3047,-12 1 230,24-1 0,3-1 0,6-1 0,12-3 0,-4 1 0,-2-2 0,0 2 0,-12 1 0,1 2 0</inkml:trace>
  <inkml:trace contextRef="#ctx0" brushRef="#br1" timeOffset="146441">26425 446 24575,'-5'3'0,"-7"7"0,0 9 0,-1-2 0,-2 8 0,10-16 0,-4 10 0,7-13 0,-3 4 0,5-2 0,0-2 0,2 6 0,1-4 0,4 3 0,-3-5 0,13 7 0,-4-7 0,4 2 0,1 0 0,-2-3 0,10 1 0,-1-1 0,-14-5 0,11 2 0,0-1 0,-15-1 0,19-1 0,-12-8 0,2 1 0,3-8 0,1-6 0,-6 7 0,5-7 0,-14 13 0,4-9 0,-7 8 0,2-16 0,-6 7 0,1 1 0,-3 2 0,2 7 0,-3 0-3277,0-6 0,1 9 2724,-11-14 553,8 14 0,-23-11 0,6 13 0,-1 0 0,-11 4 3276,27 0 0,-15 0-2721,14 4-555,-1-2 0,1 7 0,11-7 0,-1 2 0,6-4 0</inkml:trace>
  <inkml:trace contextRef="#ctx0" brushRef="#br1" timeOffset="146876">26665 309 24575,'-11'24'0,"0"-4"0,-1 2 0,-6 4 0,6-11 0,-12 14 0,9-17 0,-1 2 0,-1 1 0,-3-3 0,0-1 0,3 2 0,-1 0 0,-6 2 0,2-2-2858,5-1 2858,-4 2-472,8-3 472,7-7 0,-6 5 0,13-7 0,9-11 0,19-1 0,-10-2 0,4 3 0</inkml:trace>
  <inkml:trace contextRef="#ctx0" brushRef="#br1" timeOffset="147739">26664 587 24575,'12'9'0,"8"8"0,-2-3 0,-2 1 0,-1-1 0,-1-4 0,13 11 0,-16-12-3277,11 6 0,-14-9 1328,13 7 1949,-12-8 1719,9 4-1719,-1-9 0,-8 1 0,8-7 3276,-8 3 0,15-8-3044,-10 5-232,19-7 0,-20 8-3277,18-6 0,-21 7 1288,14-5 1989,-19 7 0,6-5 0,-3 4 0,-6 0 0,5-1 3276,-9 6-639,-7 7-2637,1-3 0,-3 2 0,8-6 0</inkml:trace>
  <inkml:trace contextRef="#ctx0" brushRef="#br1" timeOffset="148136">26931 734 24575,'-15'17'0,"3"-2"0,-4 3 0,1 6 0,6-10 0,-7 11 0,10-16 0,-8 8 0,8-10 0,-12 8 0,5-3 0,-2-3 0,2-3 0,6-3 0,1-1 0,3-1 0,1 1 0</inkml:trace>
  <inkml:trace contextRef="#ctx0" brushRef="#br1" timeOffset="148559">26897 785 24575,'14'18'0,"-3"-3"0,12 5 0,-11-10 0,17 7 0,-14-12 0,1 3 0,1-7 0,-12 1 0,5-2 0,-1-2 0,-4 2 0,9-3 0,-9 3 0,1-1 0,-5 1 0</inkml:trace>
  <inkml:trace contextRef="#ctx0" brushRef="#br1" timeOffset="148921">26970 849 24575,'-13'31'0,"4"-11"0,0-2 0,6-11 0,-10 14 0,9-13 0,-5 9 0,7-9 0,-3 4 0,0-7 0,-4-3 0,-4 3 0,2-5 0,5 1 0,3-1 0</inkml:trace>
  <inkml:trace contextRef="#ctx0" brushRef="#br1" timeOffset="149555">26296 1019 24575,'0'0'0</inkml:trace>
  <inkml:trace contextRef="#ctx0" brushRef="#br1" timeOffset="154546">27227 767 24575,'5'0'0,"-1"0"0,12-1 0,-10 1 0,29-3 0,-26 2-1639,15 1 1,1-1-1639,-14 1 0,23 0 1518,-15 0 1759,-8 0 2062,22 0-2062,-12 0 0,1 0 0,4 1 0,-19 0 0,21 4 0,-15-4 0,23 8 0,-25-7 0,11 4 0,-1 0 0,-12-3 998,12 3 1,1-1-999,-13-2 0,17 3 0,-18-5 0,5 4 0,-6-3 0,4 4 0,9 7 3276,-8-8-138,9 12-6415,3-1 887,-14-5 1984,19 13 406,-25-20 0,17 22 0,-16-18 0,12 16 0,-13-17-3277,6 10 2152,-7-10 4401,8 15-2327,-10-14-949,6 14 0,-6-15-3277,3 17 2478,-2-18-975,2 22 1774,-2-22 3196,-1 21-3196,-1-20 141,0 15-141,0-12 0,0 9 0,0-10 0,0 12 0,0-14 3276,0 12-1301,0-6 1301,0 5-2681,-1 7-595,1-10 0,-2 3 0,2-12 758,0 10-758,-3-3 0,3 0 0,-5 6 0,5-13 0,-5 18 0,2-16-3277,-3 17 0,3-18 3047,0 14 230,1-7 0,1 3 0,-1 4 0,2-13 0,-2 13 0,1-15 0,1 16 0,-3-13-3277,3 13 2017,-2-14 4536,2 8-2015,0-7-1261,0 1 0,0 9 0,0 0 0,0-2 0,0 4 0,0-14 3276,0 8 0,0-6-3044,0 2-232,0 2 0,0 1 0,0-2 0,0 7 0,0-4 0,0 1 0,0-3 0,-7-7 0,-2-4 0,-8-5 0,7-3 0,1 1 0,8 1 0</inkml:trace>
  <inkml:trace contextRef="#ctx0" brushRef="#br1" timeOffset="157216">27838 1814 24575,'8'26'0,"-4"-9"0,1 9 0,-5-5 0,2-4 0,-1 6 0,2-11 0,-1-1 0,3-4 0,-5-11 0,0-9 0,0 4-3277,-5-16 0,5 19 2738,-6-18 539,5 19 0,-3-18 0,4 5 0,-2 2-3277,2-7 2119,0 18 4434,2-14-2117,-1 13-850,4-9-309,-2 10 0,6-3 0,9-2 0,-5 2 3276,13-5 0,-12 8-3044,-2 0-232,0 8 0,-7 10 0,1-3 0,-1 16 0,-4-19 0,1 25 0,-2-20 0,0 21 0,0-22 0,0 21 0,0-21 0,0 18 0,-2-21 0,1 14 0,-3-11 0,3 4 0,-2-8 0,2-6 0,-1-6 0,0-1 0,-1-4 0,-2 3 0,2 1 0,-2 0 0,-1 0 0,-2-1 0,-3-2 0,3 3 0,0 1 0,4-5 0,-3-10 0,3 3 0,0-7 0,3 14 0,1 1 0,-1 4 0,6 4 0,-4 1 0,0 19 0,-3-13 0,-1 15 0,3-18 0,4-1 0,3-5 0,0 2 0,1-5 0,-9 9 0,4-2 0,-8 3 0,5-1 0,3-3 0,-6-7 0,4 2 0,-8-9 0,3 10 0,-2-8 0,3 6 0,-4-8 0,3 7 0,-4-7 0,5 10 0,0-3 0,0 3 0,4 3 0,-2-2 0,5 2 0,4-1 0,-3 1 0,10-4 0,-11 2 0,6-3 0,-7 5 0,2-1 0,-1 13 0,0 2 0,-1 14-3277,0-3 0,-3-6 3047,1-4 230,1-4 0,-2-2 0,2 8 0,-2-10 0,1 4 0,1-8 3276,-1-1 0,2-4-3044,-4 1-232,1-1 0,-9 0 0,2-3 0,-1 2 0,3-2 0</inkml:trace>
  <inkml:trace contextRef="#ctx0" brushRef="#br1" timeOffset="160764">26668 839 24575,'-17'3'0,"-1"-1"0,5 1 0,-9-2 0,7 1-3277,-9-2 0,11 1 0,-16-1 1787,22 0 1022,-12 0 1,0 0 467,7 0 0,-19 0 0,-5 0 0,6 0 0,-2 0 0,-7 0 0,6 0 0,2 0 0,3 1 0,-5 0 0,7-1 0,7 1-1362,-12 0 0,2 0 1362,15-1 0,-9 0 0,1 1 0,15-1 622,-13 3 1,0 0-623,11-2-861,-18 4 0,0 1 861,13-4 0,-9 2 0,-7 3 0,6-2 0,8-2 1244,-8 2 0,-3 1-1244,5 1 0,2 0 1648,0-1-1648,-15 4 0,2 0 3276,17-6-2646,-14 5 1,2 1 2645,17-7-1638,-19 8 0,0 1-1406,17-6-232,-11 3 0,-3 2 0,-4 6 0,3-6 0,6 0 0,1 1 0,-4-2 0,1 2 0,5-4 0,1-1-3277,1 0 0,-7 6 3047,10-6 230,0 6 0,-7 6 0,5-4 0,-2 2 0,2-1 0,4-4 0,-5 6 0,-1 1 0,5-6-1639,-5 6 1,1 0 378,7-10 2222,-10 11 0,0 1-962,11-10-1639,-8 7 1,1 0 1244,9-10-6,-7 8 0,-2 0 400,6-5 0,-8 8 0,-1 0 0,9-10-574,-9 8 0,1 0 574,12-11 0,-13 12 0,-1 1 0,13-11-684,-11 10 0,0 0 684,12-11 726,-10 10 1,-1 2-727,7-8 0,-11 10 0,0 0 0,8-10 0,-13 13 0,-1 0 0,15-14 0,-7 5 0,-6 6 0,5-5 0,6-6-727,-16 12 1,2 0 726,18-14 462,-16 11 0,-2 0-462,16-10 0,-16 10 0,-1 0 0,14-11 842,-12 7 1,0 1-843,9-8 0,-4 3 0,1 0 0,7-5 0,-16 9 0,22-12 756,-16 11-756,17-9 3276,-11 6-2856,4-4-420,2-2 0,-6 5 0,13-9 0,-14 10 0,14-10 1334,-11 12-1334,8-6 3276,-5 3-365,6-3-1109,2-5-1802,6-1 0,-4 6 0,4-3 0,-2 9 0,1-6 0,0 1 0,0-4 0,0-3 0,1-14 0,1 2 0,1-17 0,-1 11 0,-1-3 0,-2 10 0,-2 4 0,-16 15 0,2-2-1639,-5 5 1,0 0-1639,3-3 1638,-8 6 1,3-1 148,13-9 1152,-9 7 1,0 0 337,10-8 0,-11 9 0,15-11 0,0 4 0,5-6 3276,14-4-2350,-1 0-926,6-3 0,0-1 0,-3 0 0,10-1 0,0 0 0,-9 2 0,6-1 0,0 0 0,-12 4 0,10-5 0,-16 7 3276,4-1-268,-3 2-1498,-4 2-1510,-10 12 0,0-6 0,-8 15 0,11-18 0,-4 8 0,15-12 0,9 1 0,-1-4 0,9-5 0,-18 3 0,1 5 0,-6-1 0,-4 7 0,-13 4 0,7-5 0,-11 6 0,18-9 0,-3 1 0,7-2 0</inkml:trace>
  <inkml:trace contextRef="#ctx0" brushRef="#br1" timeOffset="162084">27755 968 24575,'0'0'0</inkml:trace>
  <inkml:trace contextRef="#ctx0" brushRef="#br1" timeOffset="162963">25246 933 24575,'17'26'0,"-8"-10"-3277,8 12 0,-14-21 1259,9 18 2018,-6-13-2789,3 11 2789,-4-12-3020,3 11 3020,-5-17 3020,6 13-3020,-6-14 10,4 0 0,-4-1 0,1-3 0</inkml:trace>
  <inkml:trace contextRef="#ctx0" brushRef="#br1" timeOffset="165231">29614 596 24575,'-8'3'0,"1"-1"0,-3 1 0,3-1 0,-4 2 0,3-2 0,-3 4 0,4-6 0,-4 7 0,6-6 0,0 5 0,5-4 0,23 3 0,-6 1-1639,10 0 1,0 0-1639,-10-2 2798,10 4 0,-1-1 479,-11-4 0,17 7 0,-23-7 0,-6 0 0,-12 4 3276,1-4-129,-8 4-2058,5-2-1089,-3-2-3277,-5 2 0,8-4 3219,0 1 1,9-2-1,0 0 1</inkml:trace>
  <inkml:trace contextRef="#ctx0" brushRef="#br1" timeOffset="167621">27976 2188 24575,'0'0'0</inkml:trace>
  <inkml:trace contextRef="#ctx0" brushRef="#br1" timeOffset="168850">27410 408 24575,'3'2'0,"1"-2"0,-2 1 0,3-2 0,16-5 0,-2-4 0,8-2 0,3-2 0,-6 3 0,-1 0 0,2-1 0,0 0 0,0 3 0,-5 1 0,-8 2 0,8-3 0,-20 7 0,3 0 0</inkml:trace>
  <inkml:trace contextRef="#ctx0" brushRef="#br1" timeOffset="176399">24651 3798 24575,'0'0'0</inkml:trace>
  <inkml:trace contextRef="#ctx0" brushRef="#br1" timeOffset="177133">25218 4036 24575,'0'0'0</inkml:trace>
  <inkml:trace contextRef="#ctx0" brushRef="#br1" timeOffset="178180">25423 4098 24575,'0'0'0</inkml:trace>
  <inkml:trace contextRef="#ctx0" brushRef="#br1" timeOffset="180255">25317 3877 24575,'-6'0'0,"0"0"0,0 0 0,-4 3 0,5-3 0,-8 4 0,4-3 0,-2 4 0,3-4 0,-2 9 0,4-7 0,-9 8 0,7-4 0,-3 1 0,3-2 0,5-2 0,-2 1 0,1 4 0,0 2 0,-1-2 0,3-1 0,1 2 0,0 1 0,1 5 0,0-4 0,4 2-3277,1-2 0,2-4 3047,-1 2 230,1-5 0,-3 1 0,10 5 0,-11-6 0,10 4 0,-4-2 0,3-1 0,-1 1-1091,6-2 1091,-12-3 0,20 2 0,-13-4-3277,17-3 2378,-17 2 4175,20-6-3075,-23 7 829,15-5-1030,-16 4 0,1-3 0,2 1 3276,-7 0-144,6-3-1996,-8 4-1136,7-8 0,-6 7 0,5-10 0,-4 7 0,3-7 0,-1 0 0,-1 4 0,-1-7 0,-2 2 0,-1 2-3277,2-7 0,-2 13 0,3-13 2930,-4 13 347,3-13 0,-3 14 0,2-6 0,-2 8 3276,0 0-1449,-6 1 1449,-9 1-1477,-1 1-1799,-18-1 0,12 0-1639,3 1 1,0-1-1639,2 1 2727,-9 0 1,1 1 549,5 1 0,-3 0 0,1 0 0,14 0 0,-3 1 0,14-3 0</inkml:trace>
  <inkml:trace contextRef="#ctx0" brushRef="#br1" timeOffset="181563">25412 3858 24575,'-8'10'0,"-4"4"-3277,4-2 0,-2-2 0,0 6 3141,6-13-2071,-6 13 2207,7-13-491,-14 17 491,13-13 0,-16 13 0,15-14 0,-11 8 0,12-11 0,-15 12 0,14-12 803,-12 10-803,2-4 0,3 1 0,-13 3 0,18-9 0,-26 10 0,26-11 0,-18 6-978,6-1 978,8-6 3276,-18 10-2767,18-11-509,-3 5 0,0-5 0,-5 0 0,1 0 0,-13-1 0,19 0 0,-16 0 0,20 0 2271,-16 0-2271,17 0 0,-3 0 0,7 0 0</inkml:trace>
  <inkml:trace contextRef="#ctx0" brushRef="#br1" timeOffset="182863">25475 4142 24575,'4'13'0,"-3"-7"0,9 14 0,-9-14 0,7 16 0,-3-3 0,0 0 0,4 7 0,-5-17 0,6 17 0,-6-19 0,10 18 0,-2-15 0,-2 4 0,4-4 0,-12-8 0,10 4 0,-8-4 0,10 1 0,-6-2 0,4 1 0,-2-5 0,1-1 0,-1-2 0,0 0-820,-8 2 1,1 1 0,-5 3 0</inkml:trace>
  <inkml:trace contextRef="#ctx0" brushRef="#br1" timeOffset="183614">25497 4242 24575,'4'16'0,"-3"-5"0,3-1 0,-1 3 0,0 3 0,0 0 0,0 7 0,-3-17 0,-3 13 0,0-5 0,-8 7 0,5-4-3277,-15 10 0,15-18 1934,-14 9 1,-1 0 1342,9-7 0,-12 8 0,-1-1 0,12-9-1639,-12 6 1,1 0 1191,11-9 447,-8 4 0,2-1 0,11-7 819,-6 2 0,12-6 0,1 0 0</inkml:trace>
  <inkml:trace contextRef="#ctx0" brushRef="#br1" timeOffset="184167">25539 4409 24575,'5'6'0,"-1"6"0,0-5 0,3 13 0,-5-12 0,4 17 0,-4-17-3277,-1 20 0,-1-20 2744,4 22 533,-1-21 0,7 15 0,5-2 0,-2-2 0,7 4 0,-10-13 0,12 5 0,-13-10 0,7 6 0,-12-10 3276,-2 2 0,-7-4-3143,1 2 1,-2-2 0,4 0 0</inkml:trace>
  <inkml:trace contextRef="#ctx0" brushRef="#br1" timeOffset="184530">25625 4624 24575,'-8'31'0,"4"-15"0,-5 2 0,-2-1 0,4-8 0,-5 5 0,-1 1 0,-1 2 0,1-2 0,-1 2 0,9-13 0,-16 13 0,10-9 0,-5 2 0,-3 0 0,-10 5 0,0-5 0,-3 3 0,19-11 0,-6 2 0,12-1 0,-1-2 0,7 0 0</inkml:trace>
  <inkml:trace contextRef="#ctx0" brushRef="#br1" timeOffset="188013">27975 2277 24575,'0'0'0</inkml:trace>
  <inkml:trace contextRef="#ctx0" brushRef="#br1" timeOffset="191392">25680 4100 24575,'5'-2'0,"9"-5"0,-6 2 0,21-12 0,-7 2 0,1 1 0,2-6 0,-15 12 0,5-3 0,0-1 0,-1 0-1639,4-3 1,0 1-1639,-8 5 1638,9-7 1,0-1 701,-9 9 937,4-5 0,2 0 0,1-2 0,1 0 0,7-6 0,-7 8 0,-3-1 0,0 0 0,1-2-1609,1-3 1,0 1 1608,-4 6 0,7-10 0,-1 1 0,-9 13-185,13-16 0,1 0 185,-15 14-1015,18-15 1,0-1 1014,-17 17 0,7-7 0,6-5 0,-5 5 0,-8 6 0,10-7 0,6-6 0,-5 5 0,-8 4 385,5 0 1,4-4-1,-4 2-385,0 1 0,7-4 0,1 1 0,-4 4 923,-1-2 0,-1 2-923,-3 4 0,2-5 0,0 1 0,-4 6 0,13-13 729,-7 7-729,-10 5-861,10-3 0,-1 0 861,-11 7-56,14-9 1,0-1 55,-6 4 0,6-5 0,0 0 0,-2 1 0,5-4 0,2-1 0,-2 2 0,4-5 0,-1 1 2969,-9 11-2969,5-9 0,-1 2 3191,-14 14-3191,12-13 0,0 0 3276,-14 12-532,23-15-438,-26 16-2306,20-9-1041,-20 8 1041,13-5 0,-6 4 0,5-4 0,13-7 0,-11 7 0,11-8 0,-7 5 0,-6 3 0,3-2 0,-8 5 1041,-2-1-1041,5-1 0,-8 3 0,4 0 0,-4 2 0,11-9 0,-11 8-3277,10-8 0,-14 9 3047,12-6 230,-12 4 0,11-3 0,-10 4 0,12-5 0,-11 6 0,7-6 0,-8 5 0,9-7 0,-1-4 0,2 0 3276,0 1 0,3-2-3044,-4 5-232,13-13 0,-9 10 0,-3 0 0,-5 9 0,-9 7 0,0 2 0,-3-3 0,2 2 0,5-4 0,1 3 0,7-4 0,-10 3 0,-3 0 0,-5 3 0,-4 2 0,-3 2 0,-1 1 0,4-1 0,-2 0 0,9-5 0,-5 1 0,7-3 0,-1 0 0</inkml:trace>
  <inkml:trace contextRef="#ctx0" brushRef="#br1" timeOffset="193905">25126 3837 24575,'-2'-5'0,"-1"2"0,-6-5 0,-10-5 0,0-3 0,-8-3 0,10 7 0,-9-10 0,11 9 0,-7-14 0,9 10-3277,-8-11 0,12 14 1328,-9-9 2225,2 6-276,4 1-1639,-2 0 1,0 1 856,6 5 390,-13-12 0,-2 0 392,6 5 1430,-4-3 1,0-1-1431,3 1-1297,3 6 0,1 0 1297,2-1 0,-9-7 3276,10 5-3098,-1 3-178,-8-11 0,12 12 1178,-6-2-1178,3-1 0,-12-9 0,3 0 0,2 5 0,1 2 971,6 4-971,-9-7 0,-1 0 0,6 3 0,-5-3 0,0 1 0,5 5-1639,-4-6 1,1 1 794,10 11 844,-6-8 0,-1 0 0,3 4 0,-1-1 0,-4-6 0,6 7 0,-11-10 0,10 10 0,-11-9 0,11 10 0,-14-11 0,11 11 0,0 0 3276,-8-4-2646,3 1 1,2 3-631,9 6 0,-21-11 0,25 11-277,-21-2 277,20 3 0,-20-3 0,18 1 0,-10 1 0,13 3 3276,-8-1 0,7 2-2767,-13-6-509,1 2 0,-5-1 0,5 1 0,8 4 0,8 1 0,2 1 0,6 0 0,5 0 0,-5-2 0,4 1 0,-10-3 0,1 4 0,-1 0 0</inkml:trace>
  <inkml:trace contextRef="#ctx0" brushRef="#br1" timeOffset="195454">24923 3909 24575,'-10'4'0,"2"0"0,2-1 0,-6 10 0,4-3 0,-14 15 0,11-9 0,-1-1 0,0 0 0,1-1 0,-2 3 0,0-1 0,4-6 0,-8 15 0,10-16 0,2 10 0,2 13 0,5-4-1639,0-1 1,2 0 469,1-4-470,3 9 1,0-1-396,-2-11 2034,0 3 0,0 2-992,-1-6 0,-2-1 992,4 14-1448,2 4 1,0-1 1447,-3-8 0,1-3 0,2 2 640,-1-4 1,1 0-641,2 1 0,1 1 0,0 2 0,2 1 0,4-1 0,2 1 0,-1-4 0,-7-9 0,2 0 0,8 9 0,4 3 0,-3-5 0,-7-9 0,0-1 0,8 3 0,3 2 0,-3-3 2388,5 1-2388,-5-1 0,1-1 0,3-3 2144,-7-1-2144,2-2 0,1-1 0,0-1 0,1-5 0,5-1 0,-5-1 0,3 1 0,-1-3 0,5-2 0,-6-1 370,-4-3-370,0-2 0,5-3 0,-5 3-175,2-3 175,4-3 0,0-4 0,-11 3 0,-1-1-23,2-2 1,0-2 22,1 1 0,1-3 0,-3 4 1638,-5 5 0,-1 1-1131,5-5 0,-1-1-507,1-6 0,-2 2 0,-1-3 0,0 1 0,-3 0 0,-1 1 0,-1-6 0,0 4 0,-3 9 0,-1 0 0,2-10 0,0-4 0,-2 4 0,-2 9 0,-1 1 0,0-7 0,-1-3 0,-1 4 0,0 8 0,0-1 0,-5-17 0,-1 1 0,-4 12 0,-8-7 0,-1 1-1810,5 11 1810,-7-2 0,-5-2 0,2 8 0,-4 0 0,-1 0 0,0 1 0,-1 0 0,-1 0 0,0-1-360,1 0 0,2 0 1,-3 1-1,-3-1 360,7 4 0,-3 1 0,-3-1 0,-1 0 0,1 0 0,1 1 0,2 1 0,4 1 0,-10-3 0,5 2 0,-4-1 0,7 3 0,-3-1 0,-3 0 0,0-1 0,1 1 0,4 1 0,5 1 0,-9-2 0,5 2 0,-2 2 0,-1 0 0,6 1 0,2-1 0,1 3 0,5 0 16,12 1 1,2 0 0,2 0 0</inkml:trace>
  <inkml:trace contextRef="#ctx0" brushRef="#br1" timeOffset="196994">25989 5086 24575,'22'6'0,"-2"-1"0,-4-2 0,-7 0 0,-3-4 0,-6 2 0,2-3 0</inkml:trace>
  <inkml:trace contextRef="#ctx0" brushRef="#br1" timeOffset="198224">26122 574 24575,'-7'7'0,"3"0"0,-1 6 0,2-3 0,1 12 0,1-10 0,5 23 0,-2-22-1639,4 8 1,1-1-1639,-2-9 1638,6 10 1,2 0 148,-7-13 1123,9 9 0,1 1 367,-3-8 0,12 6 0,3 2 0,-8-8 0,2-1 0,9 6 0,5 1 0,-4-3 0,-10-4 0,0-2 0,4 2 0,5 2 0,-1-1 0,-6-3-1953,5-1 1953,2 2 0,3 0 0,-10-5 0,-1-2 578,-1 1 0,1-1-578,-1 1 0,1 0 0,1-2 0,-5 0 0,-10-2-1042,13-5 1,0-2 1041,-13 4-359,21-12 0,0-1 359,-18 11 649,8-6 0,1-2-649,6-11 0,-10 8 0,1-2 1517,-1 3 0,1-1-1517,2-11 0,-2 2 0,-5 7 0,0-7 0,-1 1 0,-7 13 1638,1-8 0,-3-3-377,-6-8-1261,2 0 0,-7 10 0,0 2 0,1 10-1639,-13-9 1,-1 0 378,8 9 1260,-7-3 0,-3 1-1517,-2 3 0,0 2 1517,-1-2 0,-6 1 0,-9-2 0,8 2 0,5 1-406,3 2 0,-8 0 1,-3 0-1,2 0 0,7 2 406,3 0 0,2 1 231,-6 0 1,-5-1-1,1 1 1,8 1-232,-4 3 2051,-7 6-2051,22-5 3276,3 8-3219,5-8 0,5 2 0,-3-3 0</inkml:trace>
  <inkml:trace contextRef="#ctx0" brushRef="#br1" timeOffset="199243">27935 672 24575,'17'-5'0,"13"-1"0,-19 1 0,9-1 0,-2 1 0,-13 3 0,14-4 0</inkml:trace>
  <inkml:trace contextRef="#ctx0" brushRef="#br1" timeOffset="202460">25275 4034 24575,'-1'17'0,"-1"-8"0,2 13 0,6-9-3277,1 9 0,1-11 0,20 6 1787,-20-12-27,15 2 0,0-1 1517,-15-4-1015,21 0 1,1-1 1014,-19-1 0,16 0 0,-1 0 0,-19-2 0,12 0 0,0 0 0,-12-1 1715,22-5-1715,-23 5 2878,12-7-2878,-6-5 3276,-2 5-2248,2-15 2248,-11 18-116,3-18-3160,-4 17 0,-4-19 0,2 21-3277,-20-22 821,15 21 2456,-14-12-3277,-4 6 2017,13 6 248,-10-1 1,-7-2 0,5 3 1011,7 2-465,-12-1 1,-11 0 0,9 1 464,8 5 1010,-13 0 1,1 0-1011,16 2 0,-1 2 0,16-4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53:00.86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5294 8012 24575,'10'-8'0,"0"0"0,5-9 0,5-4 0,-3 1-1639,0 0 1,0 0-1639,-3 3 2302,1-1 1,1 0 2414,-2-1-1440,-2 5 0,1-1 0,2-4 0,-2 1 0,4-3 0,-4 3 0,-1 2 0,-1-1 0,1-1 0,-5 9 0</inkml:trace>
  <inkml:trace contextRef="#ctx0" brushRef="#br0" timeOffset="807">6684 9189 24575,'4'5'0,"11"-11"0,4-6 0,-2-2 0,0-1-1093,4-2 1,2-2 0,-3 2-547,-3 1 1,-2-1-1,10-9 1,-3 1 1892,-4-1-254,-4 7 0,0 2 0,-2-1 0,-10 12 0</inkml:trace>
  <inkml:trace contextRef="#ctx0" brushRef="#br0" timeOffset="1465">5735 10707 24575,'2'7'0,"-1"-1"0,20-12 0,4-5 0,-8 4 0,1-1-1061,3-4 1,1-2 1060,0-1 0,-1 0 0,2-1 0,-1 0 0,0-3 0,-2 0 0,7-3 0,-13 8 0,-2 0 0,-4 6 0,2-5 0</inkml:trace>
  <inkml:trace contextRef="#ctx0" brushRef="#br0" timeOffset="2286">5469 12199 24575,'8'-1'0,"12"-4"0,7-8-1639,2 0 1,3-1 556,-7 0 1,2 0 1081,5-2 0,4-1 0,-3 1 0,-3-1 0,-1 1 0,-2 1 0,2-1 0,-4 2 0,5-5 0,-13 5 0,-1 1 765,1-5-765,4-7 0,-9 9 0,-6 6 0</inkml:trace>
  <inkml:trace contextRef="#ctx0" brushRef="#br0" timeOffset="2953">5125 13550 24575,'5'4'0,"-1"-2"0,1-2 0,1 0 0,6-1 0,15-9 0,-10 4 0,2-2-1093,5-5 1,4-2 0,-4 1-547,-6 4 1,0 0 1561,5-3 0,3-2 1,-4 2-905,1-6 981,-6 8 0,1-1-1639,-2-2 1,-1 0 703,-2-1 935,2-5 0,-10 8 0,0 1 0,-1 1 0,-2 6 0,-2 2 0</inkml:trace>
  <inkml:trace contextRef="#ctx0" brushRef="#br0" timeOffset="3787">6252 14841 24575,'7'0'0,"-1"0"0,-2 0 0,1 0 0,20 3 0,-15-3 0,21 3 0,-2-10 0,-13 4 0,9-6 0,-1-3 0,-3-5-535,-2 3 1,0-1 534,6-10 0,-4-2 0,-5 1-820,-8 8 1,-3 5 0,-5 10 0</inkml:trace>
  <inkml:trace contextRef="#ctx0" brushRef="#br0" timeOffset="6057">1105 7993 24575,'-3'12'0,"-1"0"0,-7 8 0,3-6 0,-10 11 0,4-3 0,0-3 0,-1 3 0,6-6 0,-2 4-3277,-1 4 0,6-9 1645,-2 4 1,2 0 1631,2-5-121,-3 7 0,0 1 121,-2 3 0,4-6 0,-1 2 0,0 3 0,1-2 0,-4 9 0,5-7 0,1-1-749,-4 6 749,3-10 0,0 2 0,1 2 0,0-1 0,0-3 0,1 1 0,3 14 0,3-1 0,0-4 0,2 1 0,2 1 0,9 0 0,-8-9 0,0 1 0,5 3 0,-1-1 0,3 8 0,-3-7 0,1 0 0,-3-6 0,0-1 0,2 5 0,1 1 0,0-3 0,-1-2 3276,2 3-2519,1 3 0,-2-1-757,-6-12 0,4 7 0,-1 0 3276,-4-8-2438,1-1-407,-1 1-431,-3-4 1473,0-2-1473,3 8 0,-1 0 0,3 2 0,-6-1 0,0-3 0,-3-6 0,1 0 0</inkml:trace>
  <inkml:trace contextRef="#ctx0" brushRef="#br0" timeOffset="6758">1267 9599 24575,'-21'18'0,"0"-2"0,4-3 0,1-1 0,0-1 0,-3 4 0,0 1 0,1-4-323,1 2 1,-1 1 322,-6 4-3277,-2 7 90,13-12 3187,-4 9 0,11-9 0,-4 11 0,-4 7-814,7-13 0,1 1 814,-6 16 0,2-10 0,2-1 0,1 0 0,-1-2 0,-2 3-1093,3 1 1,1 2 0,-1-4 881,2-5 0,-1 1 211,-1 12 0,-1 4 0,3-5 3261,3-1-3261,0-2 0,0 2 0,2-6 0,0-1 0,1-5 0,0 0 0,1 3 0,1 0 0,3 7 0,-2-10 0,1 1 0,0-1 0,2-1 0,0 0 0,1 1-166,1 1 0,1 0 166,3 3 0,0-1 0,-2-2 0,1 0 0,3 2 0,0 0-1309,-4-4 0,0-1 1309,6 7 0,4 3 0,-7-11 0,0-2 0,2 5 264,2-2 0,-1-2-264,-7-5 269,2 0-269,7 5 3276,-16-10-2018,9 7-1258,-8-5 0,-2-1 10,2 2-10,-3-1 0,1-4 0,0 1 0</inkml:trace>
  <inkml:trace contextRef="#ctx0" brushRef="#br0" timeOffset="7459">1253 11220 24575,'-10'3'0,"-2"0"0,1 5 0,-8 1 0,-5 6 0,5-5 0,-3 2 0,6 0 0,7-5 0,-15 14 0,13-10 0,-3 3 0,1 2 0,-2 5 0,5-4 0,1 1 0,-1 8 0,6-5 0,0 0 0,-3 16-1639,5-14 1,0-2-1639,-1 1 1638,2-2 1,1-3 148,0-8 1490,0 9 0,0 3 0,0 6 0,3 10-1517,-1-15 0,0-1 1517,2-1 2868,6 15-2868,-3-17 0,3 16 0,-2-15 0,0-1 0,-1 3-1490,6 1 1,0-2 1489,-6-11 1379,9 10 0,2 0-1379,-5-9 0,3 3 0,1-1 0,-1-2 162,2 2-162,-4-4 3276,-3-1-2127,-3-2 2127,-3 2 0,-1 1-3260,-1 1 1,1-4-1,-2-1 1</inkml:trace>
  <inkml:trace contextRef="#ctx0" brushRef="#br0" timeOffset="8612">1243 12343 24575,'-14'23'0,"5"-10"0,-4 9 0,-1-1 0,-4 6 0,5-9 0,1-1 0,-1 2 0,-6 8 0,10-15 0,-11 16 0,3-5 0,0 6 0,3-1 0,3-1 0,4-9 0,2 0 0,-1 1 0,-5 14 0,4-14 0,-6 9 0,-1 5-598,4-11 598,-2 10 0,4-8 0,1 7 0,3 0 0,2-9 0,2 3 0,5 2 0,-3 2 0,4-7 0,1 0 0,-2-2 0,2-2 0,1 0 0,5 1 0,-4-1 0,1 1 0,3-1 0,0 1 0,-2-1 0,0-1 0,1 2 0,0-2 0,1 1 0,2 2 0,-2 0 0,-5-9 0,5 6 0,0 1 0,-3-4 0,6 4 598,-5-5-598,4 1 0,-8-7 0,8 6 0,-5-4 0,3 1 0,-3-2 0,-4-2 0,-2 0 0,-4-4 0,0-1 0</inkml:trace>
  <inkml:trace contextRef="#ctx0" brushRef="#br0" timeOffset="9377">1297 13720 24575,'-24'24'0,"-2"1"0,15-14 0,-6 4 0,7-1 0,-4 1 0,-2 8 0,5-9 0,-4 7 0,6-9 0,-4 6 0,-1-1 0,-2 3 0,-2 5 0,6-8 0,-4 7 0,2 2 0,-4 7-1639,7-12 1,2-1-1639,-2 2 1638,0 2 1,0-1 934,1-7 585,0 8 1,-2 2 118,3-9 0,0-1 0,-5 16 0,6-14 0,0 0 0,-1 4 0,1-1 3276,2-1-2510,-3 4 1,2 2-1914,5-3 1147,0 2 0,3 5 227,5-6-227,1 6 0,2 1 0,0-10 0,-3 3 0,3-6 0,3 13 0,1-4 0,4 1 0,-8-15 0,7 11 0,-10-20 0,9 15 0,-5-11 3276,1 0 0,3 1-2945,-8-6-331,4 0 0,-9-3 0,2 0 0,-5-3 0,1 2 0,1-1 0</inkml:trace>
  <inkml:trace contextRef="#ctx0" brushRef="#br0" timeOffset="24974">23108 7675 24575,'-11'-2'0,"2"2"0,-2 1 0,1 0 0,4-1 0,-5 2 0,3-1 0,-6 2 0,1 0 0,-2 1 0,-1-3 0,-3 3 0,5-2 0,-5 3 0,1-1 0,-3 0 0,-6 4 0,9-2 0,5 2 0,3-4 0,5-1 0,-3 4 0,-3 0 0,4 1 0,-3 1 0,3-3 0,-4 8 0,2-1 0,1-2 0,0 3 0,0 2 0,3-5 0,-2 10 0,2-9 0,0 12 0,2-4-3277,0 7 0,3-15 3047,0 9 230,1-4 0,2 6 0,5 4 0,-1-3 0,4 2 0,-1 0 0,2-6 0,2 5 0,-5-14 3276,4 11 0,-4-9-3044,7 7-232,-5-7 0,8 9 0,-7-11 0,11 11 0,-3-6 0,9 3-802,-10-9 802,-1-3 0,2 1-1639,1-4 1,1 1-1603,10 4 3241,-3-3 0,-2-2-3277,-1-3 2195,2 2 940,-8-4 0,-1 0 142,2-2 0,-3 1 0,1-1 0,11-6 0,1 1 0,-3-3 0,-7 3 0,2-1 347,0 1-347,3-2 0,8 1 0,-13 1 0,12 0 0,-19 2 3276,19-4-2161,-13 1-1115,11-5 3276,-10 2-1638,-1 0 0,0-1-1625,7-8-13,-11 10 0,-1-1 660,4-2-660,-9 4 0,-4 1 0,4-4 0,-7 0 0,1 5 0,0-5 0,-1 2 0,1-8 0,-2-3 0,-2 5 0,0-7 0,0 5 0,0 2 0,-5-8 0,-4 9 0,-1-1 0,-4-2 0,3 9 0,-8-7 0,3 4 0,-6-2 0,11 9 0,-8-2 0,9 6 0,-7-4-820,5 4 1,4-1 0,5 3 0</inkml:trace>
  <inkml:trace contextRef="#ctx0" brushRef="#br0" timeOffset="26768">25232 7681 24575,'-11'0'0,"3"0"0,-16 1 0,-2 0 0,1-1 0,-3 1 0,0 1 0,7 1 0,0 0 0,10 2 0,-20 4 0,13-2 0,-13 3-3277,6-1 0,13-3 3047,-9 1 230,-1 3 0,-1 1 0,1-2 0,4 4 0,9-6 0,-4 1 0,1 3 0,2-3 3276,1 6 0,-8 10-3044,11-10-232,-7 6 0,7-8 0,-1-1 0,-2 11 0,5-10 0,-2 6 0,6-1 0,-1-7 0,-1 10 0,3 13 0,1-12 0,-1 0 0,0-1 0,3-4 0,-4-5 0,5 0 0,-2-4 0,2-1 0,3 4 0,3 4 0,3 0 0,3 2 0,3-2 0,4 1 0,3-1-1639,-8-4 1,-1 0-1639,1-2 3162,-1 0 0,-1 0-3162,3-3 3218,-1 3 59,8-2 0,-1-3 0,3 0 0,-9-1 0,1 1-1093,5-1 1,3-1 0,-5 0 937,1 1 155,6-3 0,-2 0 0,-12 0 1638,10 0 0,1-2-1606,0-4-32,7 2-594,-15-2 1,-2-1 593,-1 2 0,17-11 0,-9 1 0,-8 7 0,-1-2 0,1 0 0,-2 1 3276,2-3-2069,6-9-1207,-15 13 164,14-16-164,-10 10 0,4-4 3276,0-1 0,-2 0-6553,-2 3 2,-5 3 3275,-3 3 0,-3 1 0,0-2 0,-1-4 0,0 8 0,0-8 0,-6 3 3276,1-2 0,-12-3-3044,-2 1-232,-12-2 0,10 4 0,5 6 0,-4 0 0,-10 0 0,-6-1 0,2 1 0,9 2 0,1 1 0,-2-1-697,-6-1 0,-4-1 1,0 1-1,5 1 697,-7-1 0,4 2 0,1 2 0,2 0-7,9 2 0,2 0 7,-11 2 0,21 0 0,3 0 0</inkml:trace>
  <inkml:trace contextRef="#ctx0" brushRef="#br0" timeOffset="31676">27453 8970 24575,'-7'0'0,"-10"0"0,8 0 0,-16 0 0,12 0 0,-10 0 0,4 0 0,-4 2 0,-1 0 0,-7 1 0,9 0 0,-8 0 0,8 0 0,1 0 0,-3 0 0,-2 0 0,1 0 0,10 0 0,-18 1 0,11 0-1639,-9 3 1,-1 0-1639,9-1 3162,-11 4 0,4-2 115,20-5 0,-10 3 0,-2 2 0,-7 2-428,-2 0 428,-3 4 0,11-3 0,1 1 0,-9 7 0,7-7 0,3 1 0,7 0 0,4-4 0,0 8 3276,-1 1 0,1 3-3256,1 1-20,1 5 0,4-9 0,1 9 0,3-5 0,3 7 0,1-10 0,0 1-969,2 6 969,0-8 0,1 0 0,3 9 0,7 4 0,-5-7 0,1-1 0,-2-6 0,2 0-699,4 5 1,1-1 698,-3-6 0,-1 0 0,8 2 0,-2-1 0,2 4 0,-4-7 0,4 0 0,2-2 0,3-1 0,-1 0 0,-1-1 0,0 0 0,1 1 0,2 0 0,-1-2 0,1-2 0,-1-1 0,7-1 0,1-1 0,-10 0 0,1 0 0,1 0-1093,4-2 1,0 1 0,-3-1-164,-6-1 1,-2 1 1255,6-1 0,-1 0 553,3-4-553,8-1 0,-2-6 0,-8-2 0,-8 6-72,6-12 72,-10 8 0,15-12 0,-5 1 0,4 0 0,-10 5 0,4-2 0,-7 6 0,-1 1 0,1-2-1639,0-3 1,0 0 1535,6-9 103,-7 4 0,-1 0 3276,-4-3-3008,-1 6 0,0-2-268,1-10 0,-1-5 0,-4 16 0,1-11 230,-3 10-230,-2-5 0,-6-3 0,1 11 0,-6-8 0,-3 1 0,4 10 0,-2 0-894,-9-8 0,-2 1 894,-2 1 0,-3 0 357,-1 2 1,-5 0 0,1 0-358,3 4 0,0 1 0,-2 1 0,4 2 0,-3 0 0,-1 0 0,1 1 0,2 1-1093,-5-1 1,1 1 0,1 1 1027,-1-1 0,0 2 1,6 1-1,-8-1 1,29 7-1</inkml:trace>
  <inkml:trace contextRef="#ctx0" brushRef="#br0" timeOffset="35212">21373 10330 24575,'-13'0'0,"6"0"0,-10 0 0,-1 0 0,2 0 0,-13 0 0,-4-2 0,-1 1 0,8-2 0,1 1-3277,-11 0 0,8-1 3047,-6 3 230,13 0-1639,-8 2 1,-1 0 378,5-1 1156,-12 5 0,0 2 104,14 0 0,2-2 0,0 2 3276,-6 6-2118,7 2-1158,-3 1 0,3 1 0,0-1 3276,11-8 0,-11 9-2733,12-10-543,-7 6 0,9-4 0,-4 6 0,-1 1 0,2 4 0,0-4 0,0 0 0,0 5 0,1-4 0,-3 7 0,-2 3 0,4-10 0,0 0 0,-5 11 0,0-1 0,2-8 0,4 7 0,5-20 0,1 15 0,2-7 0,6 17 0,2-5 0,4 6 0,4-7 0,-7-10 0,7 6 0,-4-9 0,10 9 0,1-2 0,-4-5 0,8 2 0,6-1 0,-11-8 0,0 0 0,13 5 0,-5-8 0,-2-2-465,-11-2 465,17 1 0,6 1-1639,-10-2 1,0 0-1,-3 1 1,2-1 1612,6 0 1,4 1 0,-2-1-716,-11-2 0,-2 0 0,1 0 741,8 1 0,1 1 0,-1-2 0,-7 0 0,0-1 0,0-2 0,6-6 0,0-3 0,-3 2-28,-9 5 0,1-1 28,6-6 0,4-2 0,-7 3 0,-7 2 3276,7 1-1051,-1-3-2225,-12 10 3276,7-10-3245,-5-1-31,-2 1 0,5-7 0,-4 0 566,-1 6-566,4-8 0,6-9 0,-3-1-1639,-6 9 1,-3 0-1639,-1 0 1606,-7-11 1671,-1 21-46,-2-7 1,0 0 45,-3 0 0,-3-9 0,-3 7 0,3 2 3276,-2-3-527,-2-4-609,6 11-2140,-5-12 0,-2 6 0,-2-6-1639,5 11 1,-1 0-481,-1-3 2119,-8-3 0,7 5 0,-4 1 0,-4 0 0,11 10 0,-10 0 0,4 9 0,-4 1 0,6-1 0,5 0 0</inkml:trace>
  <inkml:trace contextRef="#ctx0" brushRef="#br0" timeOffset="47707">15122 12041 24575,'-23'4'0,"1"0"0,-1 0 0,0 0 0,-1-3 0,1-1 0,1 1 0,-2 0 0,-2-1 0,-3 0 0,3 0 0,7-1 0,0 2 0,-19 1 0,2 1 0,11 3 0,2 2 0,-2 3 0,5-2 0,2 0 0,-13 9 0,14-8 0,1 1 0,-4 8 0,-6 2 0,9-2 0,2-2 0,5 0 0,-5 6 0,0 3 0,4-4 0,1 4 0,2 4 0,5-7 0,2 6 0,5-9 0,0-3 0,7 8 0,2-2 0,7 4-1639,-5-9 1,-1-1-1639,3 1 3162,0-2 0,2 0-1032,5 2 1147,-1-1 0,2 1 0,2-1 0,2 0-828,-5-4 0,3 0 1,1 0 827,4 1 0,1 1 0,2-1-820,-3-1 1,2-1 0,0 1 0,-2-2 799,-3 0 1,-2-1 0,2 0 19,1-1 0,2 1 0,1 0 0,-1-2 273,3-1 1,0-1 0,0 0-274,-4-1 0,0 1 0,1-1 0,0 0 0,1 0 0,0 0 0,0-1 0,-3 0 0,8 0 0,-2-1 0,-7-1 0,1-1 0,-3 1 116,-4-2 0,0 0-116,15 1 0,-2 0 0,-15-1 0,-2 0 0,3-3 0,-2 0 0,3 1 0,4-5 1738,-5-2-1738,2 1 0,6-7 3276,-15 8-1836,11-10 1836,-20 13-1814,15-16-344,-13 11-1118,3-7-3277,-2 2 156,-5 6 3121,1-4 0,-1 4 0,-1-5 0,1-2 0,-1-5 0,-1 4 0,1-6 0,-4 3 0,-1-4 0,-4-9 0,2 14 0,-4-12 0,-2 13 0,-6-14 0,5 16 0,-1 0 0,-6-8 0,3 8 0,-1 2 3276,-13-10-2509,5 7 0,-3-1-1961,1 0 1,-3 0 1193,3 3 0,-2 0 0,0 0-926,2 1 1,0 0 0,-1 0 925,-7-2 0,0 1 0,2 1 0,3-1 0,-1 1 0,-1 2 0,-2 0 0,3 2 0,5 3 0,1 1 0,-4-2 0,-4-1 0,0 0 0,2 2 0,1 1 0,2 0 0,0 0 0,0 0 0,2 1 0,-2-1 0,4 2-356,-8-1 356,3 0 0,-2 1 0,5 1 0,-1 1-1639,-1-1 1,1 0 1540,-10 2 98,1 0 1173,14 0-1173,-9 3-2072,7 0 2072,8 1 0,7-1 0,7-3 0</inkml:trace>
  <inkml:trace contextRef="#ctx0" brushRef="#br0" timeOffset="52938">31829 13359 24575,'-25'-3'0,"-2"-1"-1639,3 1 1,0-1-1639,-2 0 2302,4-1 1,1 1 974,-5 2 0,0-1 0,0 0 0,-11 1 0,3 1 0,9 1 0,4 0 1719,3 0-1719,-10 0 0,-4 0 0,5 0 0,7 0 0,-2 0 0,0 3 0,1-1 0,-4 0 0,3 2 0,-1 0 3276,4-1 0,-13 5-3044,11-4-232,-4 4 0,11-4 0,-14 6 0,5 0 0,-9 5-3277,5-1 3006,5 1 271,-4-1-27,-2 7 27,10-9 0,0 1 0,-1 1 0,1 0 0,-8 8 0,5-4 0,6 0 0,-1-3 0,2 4 0,5-11 0,1 5 0,0-1 0,0 4 0,-1 2 0,2 2 0,3-4 3276,-2 3-3010,5-1-233,-3 7-33,4-2 0,0 4 0,3-2 0,-1-6 0,2 5 0,3-9 0,2 9 0,2-4 0,1 0 0,-4-8 0,4 1 0,-3-2 0,11 5 0,2 0 0,-6-6 0,0-1 0,6 2 0,-4-3 0,0 1 0,17 4-572,-17-6 0,2 0 572,4 1 0,-1 0 0,1 1 0,12-2-311,-4 0 311,-8-4 0,0 0 0,9 1 0,-9-2 0,-2-1 0,-6-1 0,3 0 0,1 0 0,13 0 0,2-3 0,-9 2 0,-1 0 0,-2-2 0,10 0 0,0-1 0,-4 0 0,-2-1 0,-1 1 0,-8 0 0,3 0 0,-5-2 0,-2 3 0,14-9 0,-7 3 0,10-8 538,-7 6-538,3-6 0,-5 7 0,8-9 0,-4 4 217,-2-1-217,-1-3 0,-11 8 0,8-10 0,-6 6 0,7-9 0,4-3 0,-9 6 0,-3 2 0,-1 1 0,-2 3 0,-1-3 0,-1 0 0,-3-1-1639,0 0 1,-1-1-1240,-2 0 2913,0 1 1,0 0-36,-2 4 0,-3-15 0,3 14 0,-7-13 0,4 12 0,-2-1 0,-1 0-2518,-5-15 2518,1 5 0,-3-2 3276,6 14-1015,-6-8-5538,3 7 1017,0 6 2260,-14-2 0,4 10 0,-10-4 0,2 5 0,0 1 0,6 1 0,2 0 0,-4-1 0,1 0 0,-2 1 0</inkml:trace>
  <inkml:trace contextRef="#ctx0" brushRef="#br0" timeOffset="61265">18920 14635 24575,'-14'5'0,"-12"5"0,19-5 0,-23 10 0,12-7-1639,0 1 1,0 1-1639,0-3 2037,0 3 0,1-1 1240,8-4 0,-18 9 0,9-2-3277,-3 2 2762,8-2 3791,-2 1-2760,-1 6-516,-2 2 0,0 1 2250,-1 6-2250,4-4 0,5-9 0,0 3 0,-4 14 0,0 1 0,3 1-273,2-7 1,1-1 272,7-3 0,1-7 0,0 10 0,1-9 3276,1 9-38,4-11-3238,-1 7 0,0-11 0,0 4 0,1 0 0,5 3 0,-1 0 0,4 0 0,3 0 0,11 4 0,-6-3 0,0-1 0,3-2 0,5-2 0,-9-6 0,1-1 0,13 5-1639,-3-2 1,-2-1-1054,-11-4 2393,5 2 0,1 0 299,1 1 0,5 1 0,2 0 0,-9-2 0,-1-1-542,7 0 0,0 0 542,-7-1 0,-2-1 0,3-1 0,0-1 0,-2 0 0,0 0 0,13 0-155,-11-2 0,4 0 0,-2-1 155,-5-2 0,0 1 1638,11 1 0,0-2-416,-6-4 0,-3 0-1222,-10 5 0,10-7 0,-1-1 0,-9 7 0,5-4 0,1-1 0,6-1 788,1 0-788,-9 1 0,0 0 0,8-4 0,-5 0 0,1-3 0,-4 1 0,-1 0 1629,9-8-1629,-7-6 0,-10 8 0,0 0 0,6-12-1639,-5 8 1,-1 2-209,-3 6 1847,5-7 0,-4 7 0,3-11 0,-3 11 0,0-3 0,-1 1 0,0-15 0,-2 9 3276,-2-8-634,-1 10-2642,-1 6 0,-3-2 0,-1-1 0,-1 2 0,-1-2 0,-1 0 0,-2 1 0,-1 2 0,-3-7 0,-4-1 0,-2 1 0,0 2-415,3 4 1,-1-1 414,1 2 0,0 2 0,1 1 0,0 0 0,-4 0 0,0-1 0,-2 0 0,0 0 0,2 3 0,-1 1 0,-5-4 0,0 2 0,-7-4 0,10 8 0,2 2 0,-7-4-3277,-4 5 45,15 1 3232,0 4 0,10 0 0,-12 2 0,-1 6 0,1 2 60,-7 1-60,-5 5 0,0 2 105,0-1-105,12-5 0,1-1 0,0-1 0,12-7 0</inkml:trace>
  <inkml:trace contextRef="#ctx0" brushRef="#br0" timeOffset="63779">8890 14857 24575,'-25'5'0,"0"0"0,5 0 0,0 0 0,-6 1 0,1 1 0,-8 9 0,12-3 0,8-2 0,-9 14 0,13-2 0,0-7 0,0 3 0,5 13 0,2-2 0,-2-4 0,9 8 0,7-1 0,1-19 0,1-2-332,1 7 0,2 1 332,5-3 0,4-1 0,-4-2-1043,2 1 1043,-2-4 0,9 3 0,4 2 0,2-1 0,-5-1 0,-6-4-1054,-6-1 1,2-1 1053,4 2 0,9 2 0,5 2 0,2 1 0,-2-2 0,-5-1 0,-9-4-1143,-3-2 0,-1-1 1143,4 1 0,7 2 0,1 0 0,-2-1 0,-7-2 0,9-1 0,-11-1 0,4-1 0,0-2 0,-1-6 0,0-4 0,-1 1 0,7-3 0,-1-2 0,-8 2 0,1 0 0,-5-3 0,-3-7 0,-6 1 0,-3 8 0,2-9 0</inkml:trace>
  <inkml:trace contextRef="#ctx0" brushRef="#br0" timeOffset="65653">25243 14730 24575,'-15'3'0,"-13"2"0,10 0 0,-4-1 0,-1 1 0,-10 0 0,7 0 0,0 2 0,5-3 0,2 0 0,-8 5 0,1 1 0,19-4 0,-20 8 0,4 5 0,-3 1 0,4-3 0,1 2 0,2 2 0,3 0 0,0 0 0,7-2 0,2-3-1639,2 5 1,1 1-1639,-1-1 3162,1 3 0,2 3 115,3 2 0,0-1 0,0-1 0,1 0 0,-1 2 0,3-1 0,1-8 0,3-1 0,5 1 0,2 1 0,9 6 0,0 0-190,-6-6 1,1 0 189,7-1 0,2-2 0,-9-9 0,-1-1 0,0 0 0,-1 0 0,8 2 0,-1-1 0,4-2 0,6 6 0,-1 0 0,-2-2 0,-1 0 0,-1-2 0,-11-1 0,11-6 0,-2-1 0,-7-3 0,3-9 0,2-5 0,-8 4 0,0-1-1639,11-8 1,-1 1 504,2-4 1134,-5 2 253,-8 2-253,0-5 0,-4 5 3276,-7-3-2015,-5-3-1261,-6-6-1439,3 10 0,-1 1 1439,-7-7 0,3 11 0,-1 0 0,-3 1 0,0 1 0,-2-6 0,-4 1 0</inkml:trace>
  <inkml:trace contextRef="#ctx0" brushRef="#br0" timeOffset="70071">10949 16024 24575,'-19'7'0,"0"1"0,-9 1 0,-3 1 0,1-1 0,-1-1 0,-4 1-547,8-3 1,-5 2 0,-3 0 0,-2 0 0,-2 0 0,1-1 181,6-1 1,-1-1 0,-2 0 0,0 0 0,-1 0 0,1 0 0,0-1 0,1 1 0,1 0-79,-1 1 1,1-1-1,1 1 1,0-1-1,0 1 1,-3-1-1,-3 0 443,7-2 0,-2 1 0,-3 0 0,-2-1 0,-1 1 0,-1-1 0,1 0 0,1 1 0,0-1 0,3-1 0,2 1 0,4-1 0,3 0-554,-7 1 0,6-2 0,1 1 0,-5 0 554,2-1 0,-3 1 0,-4-1 0,-1 1 0,-1-1 0,1 1 0,1-1 0,4 0 0,4-1-951,-12 1 0,6-1 0,0 0 951,2 0 0,-1 1 0,0-1 0,0 1 0,-1-1 0,-1 0 0,1 0 0,1 0-310,-3-1 1,2 1-1,1-1 310,-1 1 0,1 0 0,-1-1 62,5 0 1,-2 0 0,2-1 0,0 1-63,-1 0 0,1-1 0,0 1 0,-3-2 0,0-1 0,-4 1 0,8 0 0,-3 1 0,-1-1 0,-1 0 0,-1 1 0,0-1 0,3 0 0,-2-1 0,-1 1 0,1-1 0,-1 1 0,2 0 0,0 0-14,-5 0 0,2 0 0,0 0 0,-1 0 0,-1 0 14,4 0 0,-2-1 0,-1 1 0,0-1 0,2 1 0,2-1 0,3 1 0,-6-1 0,5 0 0,-3 0 0,1 0 0,-1-1 0,-2 0 0,-1 0 0,5 1 0,-2-1 0,-1 0 0,1 0 0,2 0 0,4 1 0,-1 0 0,3 0 0,-3-1 105,1 1 0,-4 0 1,-1 0-1,-2-1 1,0 0-1,2 0-105,-5-3 0,0 0 0,1 0 0,0 0 0,3 1 368,0 1 0,2 1 0,0 0 0,-3-1-368,4-1 0,-4-1 0,-1 0 0,2 0 0,3 1 0,6 1 0,0 0 0,4 1 1638,0-1 0,0 0-1514,-2 2 0,4 1-124,11 0 3276,-9 0-1282,8 0-634,-7 1-1360,4-1 3211,-4 1-3211,7 0 0,3 1 0,1 1 0</inkml:trace>
  <inkml:trace contextRef="#ctx0" brushRef="#br0" timeOffset="70609">5995 15952 24575,'-3'24'0,"0"-11"0,1 9 0,-1-18 0,2-2 0,-3-5 0,-3-13 0,-8-15 0,0 2 0,0-1 0,8 17 0,13 9 0,0 5 0,18 4-1639,-4 2 1,0 0-1639,5 0 3129,-2 1 0,-1 0 148,-8-4 0,3 3 0,-8-4 0,-5-1 0,-5-1 0,1 1 0,-9-2 3276,-4 6-1638,-9-3 0,0 1-2181,0 3 1,-13-1 0,32-5 0</inkml:trace>
  <inkml:trace contextRef="#ctx0" brushRef="#br0" timeOffset="73986">277 7833 24575,'-15'28'0,"8"-13"0,-2 6 0,1 1 0,5-6-1639,-1 8 1,1-1-1639,3-7 1655,1 9 0,0-2 1622,0-12 944,6 7 0,2 1-944,3-3-1639,14 0 1,1-1 751,-6-3 1169,16-4 0,0-3-282,-21-4 213,7-1 1,5-1 0,-3 0-214,9-2 0,-5-1 0,-1 0 0,-4-1 0,-9-1 0,11-18 0,-19 14 1638,12-15 0,-2-3-153,-13 6-1485,3 4 0,-1 0 3276,-13-5-784,-8 7-2492,-4-1 0,-7 4 0,-5 2 0,0 5 0,-3 0-1093,-1 0 1,-3-1 0,3 1-492,1 2 1,-1 2 763,4-1 1,-4 0 0,2 1 0,7 0-441,0 2 1260,-13-2 0,7 1 0,28 1 0,-2 0 0,3 2 0,-3 1 0,3 0 0,-1-2 0</inkml:trace>
  <inkml:trace contextRef="#ctx0" brushRef="#br0" timeOffset="74972">517 8863 24575,'7'33'0,"1"-1"0,2 6 0,-1-4 0,-6-15 0,0 0 0,3 12 0,1 6 0,-1-2 0,-1-3 0,0-1 0,-1-2 0,1 1 0,0-5 0,3 4 0,-5-18 0,4-3 0,-4-6 0,5-10 0,-2-20 0,-4 5 0,-2-2 0,0 0 0,-2-2-481,-3-6 0,-1 0 481,1 9 0,-1 1 0,-3-8 0,1 1 0,3 11 0,1 1 0,-2-3 0,0 3 0,1 3-3277,-7 11 88,6 1 2096,-12 14 1,-6 10 0,4-3 46,4-6 677,-8 6 1,-6 4 0,9-5 368,11-8 0,-16 6 0,17-6 3276,3-5-2776,-2 0 2776,-1 2-2684,0-4 1,-1 3 0,6-4 0</inkml:trace>
  <inkml:trace contextRef="#ctx0" brushRef="#br0" timeOffset="75809">181 10630 24575,'-6'-16'0,"4"3"0,-7-16 0,7 4 0,-4-8 0,4 3 0,1-4 0,5 10 0,1-4 0,2 12 0,11 0 0,1 2 0,-8 2 0,12 1 0,-1 3 0,-15 6 0,14 2 0,-10 0 0,0 3 0,-2 7 0,-4 16 0,0-6 0,-2 7 0,-1 3 0,0 5 0,-1-1 0,1-10 0,-1 0 0,0 3 0,-2 2 0,-1-5 0,-9 3 0,5-5 0,-2 1 0,-8 2 0,-2-2 0,6-2 0,-4-3 0,0-3 0,5-6 0,31 4 0,9 0 0,0 2-444,-7-8 1,6-1 0,3 0 0,-2 0 443,-1-1 0,1 0 0,-1 0 0,0 0 0,4 0 0,-1 0 0,1 0-547,1 0 1,1 1 0,-6-1 0,5 0 0,-26-3 0</inkml:trace>
  <inkml:trace contextRef="#ctx0" brushRef="#br0" timeOffset="76454">301 11516 24575,'5'0'0,"4"0"0,21-1 0,0 2 0,2 0-1639,-10-1 1,2 0 1431,7 2 1,5 2-1,-7 0 1416,-4-2-1209,-1 3 0,5 2 0,-5-2 0,-4 2 637,11 5-637,-44 11 0,5-14 0,-9 7 0,-5 3 0,-5-2 0,0-1 0,8-3 0,1 0 1025,-16 4 1,12 0-1026,43 14 0,-4-8-820,6-8 1,9 3 0,2 0 0,-6-3-820,-1-2 1,1 0 1592,-3 0 0,5 2 0,1 0 0,-2 0 0,-6-3 46,-5-2 0,-2 1 0,13 5 0,-6 1 0,-16-7 0,-15-6 0,-3 5 0,-1-2 3276,-6 2 0,-10 1-3160,8-6 0,0-2-116,-12 7 0,13-7 0,0 0 0,-10 2 0,12-1 0,-5-2 0</inkml:trace>
  <inkml:trace contextRef="#ctx0" brushRef="#br0" timeOffset="77240">266 13131 24575,'-7'21'0,"0"0"0,-4 12 0,1-3 0,2-11 0,-1 5 0,1 2 0,-2 7 0,6-8 0,8 1 0,10-19 0,-1-2 0,3-4 0,5-13 0,-5-1 0,1-3 0,12-6 0,-8 3 0,0 0 0,-3 6 0,-1 3 0,6-7 0,-4 8 0,0 5 0,-7 8-1639,8 15 1,0 4-1639,-6-2 3238,-5 0 1,1 9 0,1 4-1,-1 2 1,0-2 0,-3-7-1601,1 7 1,-1-1 1603,0-2 0,2 7 0,0 1 0,0-3 0,-2-6-788,-2-3 0,0-4 823,-1-3 0,1-1 0,3 10 0,-3-3 0,2 3 0,-4-5 3276,-1-2-3031,-3-5 1,2-7 0,-2 1 0</inkml:trace>
  <inkml:trace contextRef="#ctx0" brushRef="#br0" timeOffset="77849">408 14908 24575,'5'20'0,"3"7"0,-2-5 0,2-1 0,0 0 0,-2 1 0,0-1 0,1-1 0,0-3 0,-4 0 0,-2-20 0,-8-22 0,-3-6-505,2 7 0,0 0 505,1 5 0,-1 1 0,-1-2 0,0 2 0,0 0-45,7 2 45,14 14 0,15-2 0,6 1 0,-3 0 0,1-1-836,-1-1 0,2 0 0,-3 0 836,-3 2 0,-3 0 0,8-4 0,-27 7 0</inkml:trace>
  <inkml:trace contextRef="#ctx0" brushRef="#br0" timeOffset="78366">487 15116 24575,'32'13'0,"-5"-2"0,0 0 0,-1 2 0,-9-3 0,-1 0 0,9 3 0,1 3 0,-2 5 0,-3 1 0,-3 1 0,-9 3 0,-6-2 0,-11-11 0,-7 1 0,-2-2 0,1-6 0,-4-1 0,-1-1 0,-3-2 0,4-4 0,-1-1 0,-2-3 0,1-1 0,-12-5 0,10 4 0,0-2 0,3 0 0,2 0 0,-3 1-656,6-6 1,4 0-1,9 11 1,0-11 0</inkml:trace>
  <inkml:trace contextRef="#ctx0" brushRef="#br0" timeOffset="84547">2311 17875 24575,'34'5'0,"1"-1"0,0 1 0,-7-2 0,1 0 0,1 0 0,3 1 0,1-1 0,2 0-298,-7-1 0,3 0 0,1 1 0,2-1 0,1-1 0,0 1 0,0 0 0,0 0 1,-1 0-1,-1 0 0,-2-1-112,4 2 0,-3-1 1,-1 0-1,0 0 1,0 0-1,2 0 0,2-1 1,2 1 204,-8-1 0,2 0 0,2 0 0,1 0 1,1 0-1,1-1 0,1 1 0,0 0 0,1-1 1,-1 1-1,0-1 0,0 1 0,-2-1 0,0 1 1,-1-1-1,-2 0-93,5 1 0,-1-1 0,-1 0 0,0 0 0,-1 0 0,0 0 0,-1 0 0,0-1 1,0 1-1,0 0 0,0 0 173,1 0 0,-1 0 1,-1 0-1,0 0 0,1 0 1,-1 0-1,1 0 0,1 0 1,1 0-1,1 0 125,-3 0 0,2 0 0,1 0 0,2 0 0,0 0 0,1 0 0,-1 0 0,1 0 0,-1 0 0,-1 0 0,-2 0 0,-1 0 0,-2 0 0,-2 0-290,5 0 0,-2-1 0,-4 1 1,0 0-1,0 0 0,1-1 0,3 1 290,-2 0 0,2 0 0,1 0 0,1 0 0,1 0 0,-1 0 0,1 0 0,-1 0 0,-2 0 0,0 0 0,2-1 0,0 1 0,1 0 0,-2 0 0,-1 0 0,-1-1 0,-4 1 0,-2 0 0,7-1 0,-5 1 0,2-1 210,-1 1 1,4 0 0,0 0 0,-3 0 0,-8 0-211,5-1 0,-8 0 0,-2 2 0,-1-1 0</inkml:trace>
  <inkml:trace contextRef="#ctx0" brushRef="#br0" timeOffset="93831">453 8018 24575,'7'-25'0,"0"1"0,0-4-1093,-2-6 1,0-8 0,-1 7-2185,-1 1 2457,0 3 1,1-10 0,1 0 0,-1 8 1062,0 9 1,0 1-244,0-3 0,2-5 0,0 0 0,-1 4 0,2-3 0,1 0 0,-1 2 0,0-5 0,1 1 0,-1 4 0,1 0 0,1 0 0,0 3 0,1-5 0,0 1 0,-1 6 0,4-11 547,0 12 1,2-3-1,-2 4-547,1-4 0,7-4 0,-16 19 0</inkml:trace>
  <inkml:trace contextRef="#ctx0" brushRef="#br0" timeOffset="99263">9773 1578 24575,'6'0'0,"4"-1"0,9-4 0,6 2 0,3-2 0,-6 0 0,2 1-600,6 0 1,4 1 0,-1 0 599,-2-1 0,-2 0 0,1 0 0,-4 1 0,0 0 0,1 1 0,8-1 0,2 0 0,-8 0 434,-1-2-434,-2 3 0,4 0 0,-4 0 0,5-1 0,-5 0 0,5 0 0,-1 0 0,2 0 0,1 0 0,-6 0 0,4 0 0,-1 0 0,-1 0 0,-2 0 0,-1 0 0,-1 0 0,14-1 0,-4 1 0,-13 0 0,-6 2 0,-12 1 0,8 0 0</inkml:trace>
  <inkml:trace contextRef="#ctx0" brushRef="#br0" timeOffset="99926">10831 1322 24575,'0'11'0,"0"7"0,2 8 0,0-7 0,0 0 0,1 11 0,4 6 0,1-2 0,-2-9 0,0-6 0,0-1 0,0 7 0,2-5 0,-1 8 0,-5-24 0,1 5 0,-5-27 0,1 4 0,-4-14 0,3 18 0,-1 2 0</inkml:trace>
  <inkml:trace contextRef="#ctx0" brushRef="#br0" timeOffset="100820">10782 1305 24575,'8'0'0,"-2"0"0,24 1 0,-10-1 0,2 0-1639,10 1 1,2 0-1,-2-1 1,-1 0 1528,-2-1 1,0 0 109,5 1 0,-2 0 0,1-2 0,-8 2 0,-4 0 1963,-15 2-1963,1 0 1085,-12 8-1085,-9 7 0,1-3 0,-1 1 0,-6 4 0,-1 0 0,-3 2 0,-3 0 0,0-3 0,-2 1 0,2-1 0,2-1 0,0 0 220,-1-1 0,-2 0 1,6-2-221,3-1 0,-10 5 0,24-14 0,0 0 0,7-5 0,6-13 0,-4 5 0,12-19 0,-4 7 0,3-5 0,-5 8 3064,1 1-3064,-5 9 0,3-4 0,-6 5 0,0 4 0,-6 9 0,3 1 0,-5 11 0,5-8 0,-1 1 0,1-7 0</inkml:trace>
  <inkml:trace contextRef="#ctx0" brushRef="#br0" timeOffset="102420">17037 796 24575,'-29'12'0,"8"-4"0,3 0 0,6-1 0,-5 4 0,1 1 0,6-3 0,-9 15 0,17 13 0,2-6 0,2-6 0,1-2 0,8 3 0,6 4 0,-3-11 0,-1-2 0,0-2 0,4 1 0,9 0 0,1-3 0,-4-4 0,1 0 0,2-1 0,6-6 0,-2-2 0,4 0-544,2 0 0,1-2 544,-1-8 0,-13 3 0,1 0 0,11-6 0,-16 6 0,-1-2 0,13-13 0,-10 5 0,3-4 0,-16 6 0,-6 0 0,1 5 0,-10-21 0,2 22 544,-5-9 0,-2 0-544,-13-3 0,1 2 0,-2 0 0,7 6 0,-1 0-405,-4-1 0,-4-1 1,1 2 404,-4 1 0,1 0 0,3 2 0,0-1 0,2 2 0,-4 0 0,4 2 0,-4-1 0,18 5 0,3 5 0,1-1 0,-22 9 0,5-2-1639,1 1 1,1 1-655,2-2 2293,-3 5 0,21-11 0,-1 0 0</inkml:trace>
  <inkml:trace contextRef="#ctx0" brushRef="#br0" timeOffset="106260">18594 1102 24575,'32'-6'0,"-8"2"0,4-2 0,3 0 0,3-2 0,3-2 0,1 1 0,-2 0-700,-6 3 1,-2 0 0,2 1-1,4-2 700,-4 0 0,4-2 0,4-1 0,2 0 0,0 0 0,-1 0 0,-3 1 0,-3 1 0,-7 1 0,3 1 0,-6 2 0,4-2 0,1-1 0,6-1 0,4-2 0,1-1 0,0 1 0,-4 0 0,-6 2 0,-9 3 887,4-1-887,5-4 0,6-2 0,-9 2 0,-14 6 0,14-7 0</inkml:trace>
  <inkml:trace contextRef="#ctx0" brushRef="#br0" timeOffset="106655">19956 522 24575,'9'19'0,"1"0"0,2 3 0,0 1 0,4 6 0,-2-3 0,0-2 0,1 0 0,-1 2 0,1 5 0,0 0 0,-2-3-437,2-1 1,-1 1 436,-4-3 0,1 4 0,-1 1 0,-1-4 0,1 1 0,-2 0 0,1 8 0,1-1 143,-2-3 1,-1-13-144,-5-34 0,-1-6 0,-3 10 0,-1-20 0,-1 2 0,0 21 0</inkml:trace>
  <inkml:trace contextRef="#ctx0" brushRef="#br0" timeOffset="107161">19865 617 24575,'19'-6'0,"1"-1"0,4 0 0,0 0 0,4 0 0,2 1 0,5 0 0,1 1 0,-5 0 0,0 0 0,-2 1 0,9 1 0,2 1 0,-10 2 0,-13 3 0,-1 3 0,-16 25 0,-8 7 0,-3-4-214,4-6 1,-1 5 0,-4-4 213,-8-4 0,-2-3 0,7-6 0,-1-1 0,-14 8 0,-1-2 79,6-8 0,2-2-79,6-1 0,0-1 0,-12 5 0,35-14 0,5 0 0,20 4 0,7 2 0,-11-3 0,0-1 160,2 2 1,2 2 0,-1-1-161,7 4 0,-5 0 0,0 1 0,-9 0 0,-5 0 0,-12-6 0,-1 2 0</inkml:trace>
  <inkml:trace contextRef="#ctx0" brushRef="#br0" timeOffset="107523">20652 923 24575,'-22'9'0,"1"0"0,-10 9 0,8-2 0,13 4 0,8-12 0,21 14 0,2-21 0,2-3 0,-2 4 0,2 0 0,2-6 0,3-4 0,-2 0 0,9-5 0,-2 0 0,-6 3 0,-2 0 0,1-1 0,-6 1 0,-18 3 0,-6 2 0,-8-3 0,5 5 0,-4-3 0</inkml:trace>
  <inkml:trace contextRef="#ctx0" brushRef="#br0" timeOffset="109490">22702 6204 24575,'-8'23'0,"3"-5"0,-3 3 0,0 1 0,2-2 0,2 0 0,-2-1 0,2 3 0,2 11 0,1 6 0,2-5 0,0-9 0,2 1 0,0 8 0,1 4 0,2-6 0,3-8 0,0-4 0,1-1 0,0 0 0,7 3 0,3 1 0,7 0 0,1-2-506,-6-3 1,2 0 505,-1-3 0,3 1 0,0-3 0,8 2 0,-1-2 0,-7-3 0,1 0 0,-1-1 0,2 0 0,-3-1 0,-1-5 0,-1 0 0,2 1 0,0-3 0,4-9 0,-2-5 0,-7-4 0,-2-5 0,-1 1 0,2-4 0,-1 0 0,-1 2-648,2-6 1,-1 0 647,-4 5 0,1-2 0,1 0 0,-1 2 0,8-7 0,-2 4 0,-5 4 0,-1 0 0,4 0 0,-3 3 0,-12 11 0,-2-10 0,-1 1 0,-2-3 0,0-3 0,-2-2 0,1-2 0,0 3-392,0 3 0,-1-2 392,-1-7 0,-3-6 0,0-1 0,0 7-612,1 8 0,-2 0 612,0-6 0,-3-7 0,0 0 0,-1 4-410,-2 1 0,0 3 1,1 1-1,-1-6 1,0 2-1,1 8 0,-1-1 1</inkml:trace>
  <inkml:trace contextRef="#ctx0" brushRef="#br0" timeOffset="110259">21315 1119 24575,'29'-2'0,"-1"0"0,1 1 0,-1 0 0,3 0 0,2 1 0,1 0 0,-2 0-656,-1-1 1,0 0-1,0 1 1,2 0 0,3 0 290,-4 1 1,5 1 0,1 0 0,3 0 0,0 1 0,-1 0 0,-2-1 0,-2 1 0,-5-1-244,8 1 1,-5 0 0,-1-1 0,5 2 607,-8-1 0,3 1 0,2 0 0,1 1 0,1-1 0,-1 1 0,-1-1 0,-3 0 0,-4 0 116,8 0 0,-5 0 0,-1-1 1,2 1-117,-2 0 0,1 0 0,1-1 0,-2 1 0,-2-1 0,2 1 0,-3 0 0,1-2 0,1 1 0,0-2 0,0 1 617,3 0 0,1 0-617,-3 0 0,0 0 0,-2 0 0,-4-2 0,-2 1 0,4 1 0,-6 0 0,-15-2 0,10 1 0</inkml:trace>
  <inkml:trace contextRef="#ctx0" brushRef="#br0" timeOffset="111810">21304 1668 24575,'23'6'0,"1"1"0,5-4 0,6-1 0,2-1 0,2 0 0,-5-1 0,2 0 0,1 0 0,1 0 0,-1 0 0,-2-1-656,0 2 1,-4-1-1,1 0 1,2 0 0,7-1 462,-14-1 0,4 0 0,2 0 1,2-1-1,3 0 0,1-1 0,2 0 1,0 0-1,0 0 0,0 0 0,0 1 1,-2-1-1,-1 0 0,-3 1 0,-1 0 1,-4 0-1,-3 1-463,13-1 1,-8 2-1,-3-1 1,4 0 0,8-1 559,-15 2 1,3-2 0,4 0 0,2 0 0,2 0 0,2-1 0,1 1 0,2-1 0,0 0 0,1 0 0,0 0 0,0 0 0,-2 1-1,0-1 1,-1 1 0,-2 0 0,-3 0 0,-2 0 0,-2 1 0,-4 1-157,13-1 0,-6 1 0,-3 1 0,-1-1 1,1 1-1,5-1 252,-5-1 0,2 0 0,1 0 0,2 0 0,0-1 0,2 1 0,-1-1 0,0 1 0,-1 0 0,-1 0 0,-1 1-300,5 0 0,0 0 1,0 1-1,-1 0 1,-1 1-1,-1-1 1,-2 0-1,-1 0 300,3-1 0,-4 0 0,-1 1 0,1-1 0,4 1 12,-3-1 0,4 1 0,1 0 0,2 0 0,-1 0 0,-3 0 0,-3 0 0,-4 1-12,3-1 0,-4 1 0,0 0 0,3-1 0,1 0 0,0 0 0,-4 1 0,1 0 0,-7 1 0,-12-2 0,-7 0 0,-1 0 0</inkml:trace>
  <inkml:trace contextRef="#ctx0" brushRef="#br0" timeOffset="112441">24907 1428 23632,'-9'34'0,"4"-16"0,0 2 233,0-2 0,1 1-233,0 6 0,1-2 0,1-13 158,0 8-158,6-34 0,1-10 0,-1 0 39,1-8 1,-1-2-40,-1 3-1093,19 33 1,12 10 0,-7-4-2175,-3-7 3267,-2 6 0,10 4 0,6 4 0,3 1 0,-2 0 0,-5-3 0,-9-3-969,-4-2 0,-1-2 969,9 2 0,9 1 0,0 1 0,-6-2 0,-18-4 0,-13-2 0,0 2 0,-22 4 0,0-1 1638,-6 0 0,9 2-364,31 0 1,9 1-1275,-3 1 0,2-1 0,12 0 0,1-3 0,-10 0 0,0-1 0</inkml:trace>
  <inkml:trace contextRef="#ctx0" brushRef="#br0" timeOffset="136987">7166 7756 24575,'-3'5'0,"-3"5"0,3-2 0,-4 15 0,3 2 0,-1 3 0,4-8 0,0 1 0,0 5 0,1-7 0,0 2 0,0 14 0,1-5 0,2 3 0,5-9 0,-1-5 0,9 8 0,-3-8 0,4 3 0,0-11 0,1-2 0,10 3 0,-6-5 0,0-3 0,11-4 0,-1-18 0,-16 2 0,-1-2 0,5-13-1093,-8 5 1,0-5 0,-3 5-2185,0 1 2812,-1-1 1,2-4 0,-3 5 464,-3 4 0,1-5 0,-1-2 0,-5-4 0,-3 8 0,-1 1 0,-9-2 0,1 7 0,-1 1 0,-2 4 0,0 2 3276,-6-9-1810,-5 12 0,2 5 273,14 3-1739,-10 10 0,-7 6 0,7-3 0,10-4 0,-8 10 0,0-1 0</inkml:trace>
  <inkml:trace contextRef="#ctx0" brushRef="#br0" timeOffset="137782">7504 9131 24575,'2'33'0,"1"-1"0,0 1 0,-1-13 0,-1 1 0,3 11 0,1 8 0,-1-1 0,0-9 0,0-5 0,0 4 0,1 6 0,1-18 0,-1-21 0,4-13 0,-4-15 0,-2-8 0,0 15 0,0-1 0,0-1-150,0-3 1,-1-1 0,0 2 149,0-3 0,-1 3 0,0 8 0,-1 3 0,0 0 0,-8 13 0,2 8 0,-25 7 0,12 0 0,-14 2 0,16-4 448,1 1-448,2 7 0,5-8 0,0 5 0,8-11 0</inkml:trace>
  <inkml:trace contextRef="#ctx0" brushRef="#br0" timeOffset="138540">7385 10720 24575,'12'-21'0,"-3"4"0,3 0-1639,6-3 1,2 1-1639,2-11 1638,2 19 1,-2 8-1195,-15 9 3519,5 14 1,-1 4-687,-6 0 0,-2 5 0,-4 3 0,-8-7 0,-2-2 0,3-1 0,-3-1 0,-12 8 0,-2-3 0,9-11 0,-1 0 0,-9 9 0,1-1 0,1-1 3276,3-1-3086,24-14 851,3-4-1041,9 4 0,4 1 0,13 0 0,-8 2 0,-1 1 0,1-3 0,-9 1 0</inkml:trace>
  <inkml:trace contextRef="#ctx0" brushRef="#br0" timeOffset="139177">7301 11867 24575,'32'3'0,"-3"-2"0,3 1 0,-9 0 0,1 0 0,2 2 0,1 1 0,-5 0 0,2 6 0,2 13 0,-23-12 0,-11 4 0,-7 1 0,-2-3 0,-3-1 0,-8 10 0,-1 0-402,8-8 0,1-1 402,1 2 0,4-1 198,5-3-198,4 6 0,14 4 0,-1-4 0,9 10 0,-6-5 606,-4 0-606,-4-1 0,-6-4 0,-11 4 0,3-6 0,-11 12 0,1-5 0,5-2-820,-3 3 1,15-16 0,-1 0 0</inkml:trace>
  <inkml:trace contextRef="#ctx0" brushRef="#br0" timeOffset="139609">7097 13238 24575,'-6'25'0,"4"-14"0,1 11 0,2 8 0,1-5 0,4 3 0,1 0 0,2 7 0,1-6 0,10 3 0,-4-10 0,1-3 0,7-9 0,-10-7 0,-1-18 0,-4-4 0,-5 8 0,3-11 0,-1 2 0,-5 15 0,0-6 0</inkml:trace>
  <inkml:trace contextRef="#ctx0" brushRef="#br0" timeOffset="139775">7280 13524 8191,'3'23'0,"0"-1"0,2 8 0,1 0 1638,-1-6 0,0 3-1043,3 8 1,1 4 0,-2-9-596,-3-8 0,2 2 0,1 5 0,-3-4 0,-7 5 0,6-6 0,-7 0 0</inkml:trace>
  <inkml:trace contextRef="#ctx0" brushRef="#br0" timeOffset="140435">7097 14765 24575,'2'23'0,"2"10"0,0-2 0,-1-11 0,2 14 0,0 0 0,-3-15 0,1 7 0,-4-25 0,-4-7 0,-7-28 0,2 13 0,0 1 0,2 0 0,-1 1 0,-6-14 0,42 32 0,-5 0 0,5 5 0,2-1 0,-6-4 0,-2-2 0,10-2 0,-4-5 0,-22 5 0,-3 2 0</inkml:trace>
  <inkml:trace contextRef="#ctx0" brushRef="#br0" timeOffset="140927">7087 15090 24575,'8'17'0,"-2"-6"0,17 7 0,-4-10 0,0-1 0,1 0 0,3-1 0,4 5 0,-14 4 0,-3 2 0,-3 11 0,-4-10 0,-3 5 0,-3-11 0,-3 0 0,-28 2 0,13-8 0,-1-1 0,0 2 0,0-2 0,-13 0 0,2-4 0,5-4 0,7 2 0,1-3 0,7-8 0,9 2 0,6-5 0,-1 6 0,2 1 0,-3 5 0</inkml:trace>
  <inkml:trace contextRef="#ctx0" brushRef="#br0" timeOffset="143338">9152 16766 24575,'-10'0'0,"-13"-2"0,-1-2 0,-6-4 0,-1-1 0,10 2 0,0 0 0,-3-2 0,-1-2 0,2 1 0,-1-1 0,1 0 0,-2-1 0,-1 0 0,-3-1 0,3 1 0,0 2 0,1 2 0,-4 1 0,1 0 0,4 1 0,0 1 0,-8-1 0,-2-1 0,-1-2 0,4-2 0,2-1 0,3 2 0,-1-1 0,-7-6 0,9 8 0,6-2 0,-8 1 0,0 0 0,7 1 0,-3 0 0,-6-3 0,8 4 0,12 3 0,-18-6 0,-2 0 0,7 2 0,-5-2 0,-2 0 0,2 0 0,7 2 0,1-1 0,4 2 0,-10-7 0,14 6 0,-11-8 0,7 5 0,-8-6 0,-3-1 0,3 1 0,7 6 0,-1 1 0,-2-2 0,-6-5 0,15 10 0,-2-2 0,10 8 0,-3-1 0,-4-4 0,5 3 0,-8-5 0,10 4 0,-2 3 0,4-1 0</inkml:trace>
  <inkml:trace contextRef="#ctx0" brushRef="#br0" timeOffset="145167">7612 16031 24575,'9'18'0,"6"10"0,-7-12 0,1 2 0,-1-1 0,-1-1 0,1 2 0,-1 0 0,3 6 0,-1 1 0,0-1 0,-3-4 0,4 14 0,-10-30 0,0 6 0,0-11 0,0 2 0,-13-22 0,6 8 0,-12-16 0,9 15 0,-2-5 0,3 3 0,-1-4 0,6 8 0,-5-11 0,8 17 0,-3-8 0,4 13 0,1 0 0,18 0 0,-5 0 0,6 0 0,2-1 0,1 2 0,11 0 0,-5 3 0,-10-1 0,13 4 0,-18-3 0,-1 2 0,-10-3 0,-12 3 0,-10 10 0,1 1 0,2-3 0,0 2 0,0 3 0,1-1 0,-5 5 0,4-3 0,3-1 0,7-8 0,-7 13 0,10-17 0,20-5 0,-8-5 0,20-11 0,-18 0 0,-1 4 0,-5-3 0,-3 7 0,-11 9 0,5-3 0,-7 7 0,8-6 0,1 0 0,-2-10 0,2 5 0,-3-4 0,4 8 0</inkml:trace>
  <inkml:trace contextRef="#ctx0" brushRef="#br0" timeOffset="146861">11338 16464 24575,'7'24'0,"0"0"0,5 10 0,-4-7 0,-1-1 0,2 9 0,-2-2 0,-1 2 0,-4-6 0,0-1 0,0-6 0,0-1 0,-1 10 0,-1-4 0,1-11 0,-1 5 0,1 1 0,-1-8 0,0 1 0,-3-13 0,2-2 0,-1-3 0</inkml:trace>
  <inkml:trace contextRef="#ctx0" brushRef="#br0" timeOffset="147442">11324 16610 24575,'19'-10'0,"1"-1"0,12-5 0,1-1 0,-11 5 0,1 1 0,1-1 0,2 0 0,-2 1 0,1-2 0,-2 2 0,-2 3 0,-3 2 0,-6 0 0,11 21 0,2 7 0,-5-6 0,-1 1 0,8 8 0,-2 0 0,-8-7 0,-4-2 0,-5-6 0,-10 5 0,-6-9 0,-13 9 0,2-8 0,0-2 0,-2 3 0,-11-2 0,2-1 0,19-5 0,-23-2 0,33 0 0,1-3 0</inkml:trace>
  <inkml:trace contextRef="#ctx0" brushRef="#br0" timeOffset="148024">11857 16594 24575,'0'14'0,"6"3"0,0 3 0,4-4 0,2-1 0,-7-10 0,3 1 0,-5-6 0,5-2 0,0-4 0,-1 1 0,-1-7 0,-6 1 0,2 0 0,-4 0 0,-5 2 0,0 1 0,-21 2 0,6 3 0,-2 2 0,22 2 0,3-1 0,10 2 0</inkml:trace>
  <inkml:trace contextRef="#ctx0" brushRef="#br0" timeOffset="148588">11936 16589 24575,'19'-3'0,"10"-2"0,-16 3 0,16 2 0,-9 6 0,-5 0 0,1 11 0,-12-6 0,3 7 0,-3-34 0,1 10 0,6-29 0,5 19 0,0 12 0,7 23 0,-13 2 0,-2-1 0,-1 0 0,0 2 0,1-3-820,3-35 1,-8 12 0,4-24 0</inkml:trace>
  <inkml:trace contextRef="#ctx0" brushRef="#br0" timeOffset="148877">12308 16434 24575,'10'16'0,"1"0"0,-2 8 0,-1 2 0,2-5 0,-1 0 0,-3 4 0,-1-2 0,1-3 0,1-3 0,-1-8 0,4-8 0,6-22 0,-7 12 0,2-11 0</inkml:trace>
  <inkml:trace contextRef="#ctx0" brushRef="#br0" timeOffset="149199">12454 16562 24575,'22'4'0,"1"-1"0,-10-3 0,1 0 0,-7-5 0,-2 3 0,-4-3 0,-7 0 0,-8 7 0,-1 0-1639,-1 15 1,2 4-1639,3-5 3099,2 8 1,5-1 177,9-16 0,17 10 0,10-17 0,-3 0 0,-4-5 0,-18 2 0</inkml:trace>
  <inkml:trace contextRef="#ctx0" brushRef="#br0" timeOffset="150067">13142 16525 24575,'8'19'0,"0"0"0,-2-1 0,2 6 0,-1 1 0,-4 4 0,1-9 0,0 6 0,-4-14 0,2-27 0,-2 6 0,1-14 0,3-4 0,7-8 0,-3 14 0,2-1 0,2 2 0,2 2 0,4-4 0,0 4 0,-9 12-3277,3 21 0,-7-10 2764,4 15 0,0 3 513,-2-5 0,2 6 0,1 1 0,0-3 0,0 2 0,-6-11 819,-4-10 0,0 2 0,0-4 0</inkml:trace>
  <inkml:trace contextRef="#ctx0" brushRef="#br0" timeOffset="150557">13481 16537 24575,'0'22'0,"0"-3"0,0 1 0,0 9 0,1 7 0,8-15 0,-1-9 0,9 6 0,4-11 0,-4-9 0,0 2 0,-5-22 0,-7 8 0,4-19 0,-6-2 0,-4 9 0,-2-1 0,-8 15 0,2 9 0,-9 7 0,6 11 0,2 2 0,2 1 0,2 3 0,3 9 0,6-25 0,1-1 0</inkml:trace>
  <inkml:trace contextRef="#ctx0" brushRef="#br0" timeOffset="151497">13748 16602 24575,'21'-10'0,"-4"4"0,8-6 0,-13 7 0,-2 3 0,-7 3 0,10 9 0,-5 0 0,11 14 0,-13-8 0,2 0 0,-4-20 0,1-4 0,6-15 0,6 1 0,-2 5 0,-1 4 0,-5 10 0,-8 4 0,2 15 0,-4 19 0,2-11 0,13-14 0,-2-22 0,2-4 0,0 0 0,4 1 0,-1 14 0,-8 7 0,1 21 0,-3-2 0,2-3 0,0-4 0,-2-12 0,2-2 0,-3-9-820,1-4 1,-4 1 0,-2 2 0</inkml:trace>
  <inkml:trace contextRef="#ctx0" brushRef="#br0" timeOffset="152015">14234 16514 24575,'3'22'0,"-1"-1"0,0 10 0,-4 5 0,-1-15 0,-1-5 0,11-24 0,1-4 0,1-5 0,2-2 0,16-6 0,-10 7 0,10 20 0,-21 15 0,-1 1 0,0 4 0,-4 1 0,-1 1 0,0 11 0,-2-15 0,0-2 0,-2-6 0,-4-3 0,-4-6 0,-1-6 0,-12-12 0,12 8 0,-1-8 0,12 9 0,7 2 0,-4 0 0,3 3 0</inkml:trace>
  <inkml:trace contextRef="#ctx0" brushRef="#br0" timeOffset="152393">14487 16532 24575,'7'21'0,"1"-1"0,0 5 0,5 7 0,-9-23 0,5 13 0,-4-14 0,4-10 0,-5-3 0,6-17 0,-1-7 0,0 10 0,0 0 0,1-1 0,0 2 0,5-6 0,-5 12 0</inkml:trace>
  <inkml:trace contextRef="#ctx0" brushRef="#br0" timeOffset="152945">14753 16560 24575,'22'9'0,"1"-12"0,1-3 0,6 3 0,-6-5 0,-4-4 0,-11-3 0,-2 6 0,-5-1 0,-6 8 0,2 0 0,-13 2-3277,-7 10 0,7-7 2592,-8 12 0,-6 8 0,5-1 685,0 6 0,1-5 0,-3 3 0,6 1 0,14 3 0,6-2 0,-4 9 0,15-10 0,5-4 0,9-12 0,3-4 0,1-3 0,5-4 0,-7-2 0,-2-3 0,-4-4 0,0-10 0,-15 12 0,-5-5 0</inkml:trace>
  <inkml:trace contextRef="#ctx0" brushRef="#br0" timeOffset="162644">15458 16012 24575,'8'20'0,"1"0"0,-1-2 0,0 7 0,4 9 0,1 2 0,-3-6 0,-3-4 0,0 0 0,2 1 0,2 6 0,-1 1 0,-1 0 0,-2 1 0,-1 2 0,-2-2 0,1-3-1074,1 0 1,0 2 1073,-2-3 0,0 6 0,0 2 0,0-3 0,-2-4 0,0 4 0,0-2 0,0-4 0,0 2 0,1-1 0,-1-4 0,0-1 0,0-4 690,1 9-690,2 6 354,-4-24-354,1-1 0,-1-9 0,0-1 0,-1-1 0</inkml:trace>
  <inkml:trace contextRef="#ctx0" brushRef="#br0" timeOffset="163258">15355 16638 24575,'18'-11'0,"-1"1"0,4-2 0,2-1 0,-1 2 0,0 0 0,0-1 0,7-3 0,4-1 0,-4 1-680,-5 4 0,-1 0 680,7-5 0,2 0 0,2 1 0,-1 1 0,-10 3 0,0 1 0,1 0 0,2 0 0,-1 2 0,2 1 0,-2 1 0,-2 2 0,0 0 0,4-1 0,-1 1 443,3 2-443,-9-1 0,-10 3 0,-8 0 0</inkml:trace>
  <inkml:trace contextRef="#ctx0" brushRef="#br0" timeOffset="164094">16090 16323 24575,'9'30'0,"0"0"0,-2-6 0,4 11 0,-4-13 0,-13-40 0,6 15 0,-6-13 0,-2-4-3277,-6-6 0,5 10 3047,-1 0 230,16 15 0,12 5 0,1-1 0,2 1 0,-3 0 0,1-1 0,17 3 3276,-33 2 0,-18 4-3044,-10 1-232,1 1 0,0-1 0,12-8 0,-6 6 0,15-9 0,4-1 0,13-4 0,3-3 0,1 0 0,2-1 0,2-1 0,3 0 0,-18 5 0</inkml:trace>
  <inkml:trace contextRef="#ctx0" brushRef="#br0" timeOffset="169428">16075 16248 24575,'1'19'0,"0"1"0,-1 1 0,1-1 0,-1 0 0,0 9 0,0-6 0,1 9 0,1-10 0,1-3 0,-3-13 0,1-6 0,-2-2 0</inkml:trace>
  <inkml:trace contextRef="#ctx0" brushRef="#br0" timeOffset="178446">6473 7565 24575,'5'-3'0,"9"-8"0,-6-15 0,-2-8 0,-1 10 0,0-1 0,0 0-548,-1 0 1,-1 0 0,0-1 547,0-9 0,-2-2 0,1 2 0,0 6 0,0 1 0,0 1 0,1-7 0,0-4 0,0 10 0,0-5 0,0-2 0,0-1 0,1 3 0,-2 5-887,2-7 1,0-1 886,0 5 0,0-5 0,0-4 0,1 0 0,0 1 0,0 5 0,0 4 0,0 2 0,0 1 0,2-2 0,1-6 0,1-3 0,1 0 0,0 1 0,-2 5 0,0 4 0,-1 4 0,2-3 0,1 0 0,2-4 0,0-1 0,0 2 0,-1 7 0,0 4 0,-1 1 0,4-8 0,1-4 0,5 0-656,1 8 1,5 1-1,2-1 1,0 3 0,-5 1 40,-3 1 1,-3 2-1,5-1 615,2 0 0,5-2 0,4-1 0,1-1 0,-1 2 0,-3 1 0,-5 3-376,0 1 1,-3 3 0,2-1 375,7-2 0,5-3 0,2 0 0,-2 1 0,-4 2 0,-5 0 0,-3 2 0,1-1-1092,10-2 0,3 0 1,-7 2 1091,-13 4 0,-1 2-998,16-1 0,-4 4 998,-15 3 0,21 5 0,1 0 0,-22-3 0,5 2 0,0 0 0</inkml:trace>
  <inkml:trace contextRef="#ctx0" brushRef="#br0" timeOffset="178970">8154 5238 24575,'8'1'0,"7"2"0,19 3 0,5 0 0,-18-4 0,4 1-469,0-1 1,6 2 0,5 1 0,1-1 0,-1 0 0,-3 0 0,-7-1-1171,6-1 1,-1-1 1310,-2 1 0,7 1 0,2 1 1,0-1-1,-7-1 0,-10 0 1,-6-2-1,4 1 0,1-1 1</inkml:trace>
  <inkml:trace contextRef="#ctx0" brushRef="#br0" timeOffset="179478">8502 5299 24575,'0'35'0,"0"-9"0,0-2 0,0-3 0,0-3 0,0 2 0,0-1 0,0 0 0,-3 16 0,1-4 0,-11 0 0,0-14 0,-12 5 0,5-10 0,4-4 0,13-8 0,2-1 0,6-2 0</inkml:trace>
  <inkml:trace contextRef="#ctx0" brushRef="#br0" timeOffset="180128">8699 5536 24575,'-5'5'0,"0"2"0,4-2 0,5 12 0,0-8 0,12 5 0,1-11 0,12-5 0,0-3 0,-2 3 0,4-10 0,-5-1 0,-19 7 0,2-26 0,-14 24 0,-19-14 0,3 19 0,-2 2 0,-2-2 0,0 0 0,-4 3 0,2 0 0,-1 0 0,12 0 0,29 6 0,6 3 0,1 1 0,2 0 0,-4-1 0,-1 0 0</inkml:trace>
  <inkml:trace contextRef="#ctx0" brushRef="#br0" timeOffset="180714">8979 5432 24575,'10'11'0,"11"5"0,-3-6 0,1-1 0,2 2 0,1-1 0,12 5 0,-7-2 0,-3 0 0,-14-7 0,21 15 0,-35-17 0,-17 5 0,-4 1 0,4-3 0,1-1 0,6-2 0,3-2 0,20-7 0,-2 2 0,-4 1 0</inkml:trace>
  <inkml:trace contextRef="#ctx0" brushRef="#br0" timeOffset="181341">9363 5498 24575,'-30'10'0,"1"1"0,3-2 0,-2 2 0,6 0 0,20-8 0,10 11 0,12-7 0,2 0 0,5 2 0,-1-1 0,-1-1 0,1 1 0,3 0 0,4 1 0,-4-2 0,-6-1 0,-2-1 0,1 0 0,-2 0 0,-5 0 0,-8-4 0,-5 1 0</inkml:trace>
  <inkml:trace contextRef="#ctx0" brushRef="#br0" timeOffset="182278">6549 9671 24575,'6'1'0,"12"8"0,-11-5 0,13 4 0,9 4 0,-5-2 0,2-3 0,-1 1 0,3 3 0,-5-4-820,-6-3 1,-2 1 0,-11-4 0</inkml:trace>
  <inkml:trace contextRef="#ctx0" brushRef="#br0" timeOffset="182759">6930 9753 24575,'10'29'0,"-4"-1"0,1 5 0,-1-4 0,-3-10 0,1-1 0,2 11 0,2 8 0,-1-1 0,-2-10 0,0-7 0,2 12 0,0-7 0,-5-22 0,-7-26 0,3-8 0,-4 0 0,4 9 0</inkml:trace>
  <inkml:trace contextRef="#ctx0" brushRef="#br0" timeOffset="183082">7073 9763 24575,'24'13'0,"0"-1"0,-14 20 0,-1-12-3277,-34 5 0,17-19 2457,10 0 1,-1-7 0,7 0 0</inkml:trace>
  <inkml:trace contextRef="#ctx0" brushRef="#br0" timeOffset="183326">7292 9834 24575,'18'6'0,"5"-4"0,5 0 0,-7-4 0,-9-6 0,-14-1 0,-11-3 0,4 4 0,-5 2 0</inkml:trace>
  <inkml:trace contextRef="#ctx0" brushRef="#br0" timeOffset="184236">5274 11088 24575,'18'0'0,"4"-2"0,-2 0 0,-10 1 0,16-5 0,0 1 0,-15 3 0,20-5 0,-27 7 0,1 0 0</inkml:trace>
  <inkml:trace contextRef="#ctx0" brushRef="#br0" timeOffset="185040">5888 10874 24575,'7'36'0,"-4"-13"0,0-1 0,-2 5 0,0 6 0,0 1 0,0-3 0,0-3 0,1-1 0,10 1 0,-3-6 0,12 9 0,2-8 0,1-5 0,5-1 0,-4-16 0,-10-4 0,-3-2 0,-9 1 0,-3 2 0</inkml:trace>
  <inkml:trace contextRef="#ctx0" brushRef="#br0" timeOffset="185645">6155 11107 24575,'21'13'0,"-12"-7"0,22 8 0,2-1 0,-18-5 0,12 2 0,-5-1 0,-20-6 0,-4 18 0,5-6 0,-4 7 0,25-4 0,-9-16 0,5 1 0,0 0 0,1-7 0,0 2 0,-14 0 0</inkml:trace>
  <inkml:trace contextRef="#ctx0" brushRef="#br0" timeOffset="194069">16084 16208 24575,'9'29'0,"1"6"-3277,-10-13 0,3-4 2302,-2 9 1,-1 0 974,5-5 0,-4-1 0,0-1 1719,5-8-1719,-5-10 0,1-3 0,1-16 3276,-1 6 0,4-23-3044,-1 12-232,1 3 0,-1 1 0,0 1 0,2-1 0</inkml:trace>
  <inkml:trace contextRef="#ctx0" brushRef="#br0" timeOffset="194588">16177 16194 24575,'4'11'0,"18"9"0,3 1 0,-8-4 0,7-3 0,5 2 0,-13-1 0,-24 2 0,20 1 0,-24-5 0,-7 0 0,0 2 0,1-4 0,1 0 0,2 0 0,-5 1 0,19-11 0</inkml:trace>
  <inkml:trace contextRef="#ctx0" brushRef="#br0" timeOffset="202465">17311 16204 24575,'21'9'0,"10"2"0,3-1 0,-5-2 0,2-1-820,-1-1 1,6 1 0,1 0 0,-3-2 138,-1-2 1,-3-1 0,3-1 923,1-1 1,3 0-1,0-2 1,-5 1-244,4-1 0,-4-1 0,1-3 0,-6 0 247,-15 2 1,-9 3 0,-2 1 0</inkml:trace>
  <inkml:trace contextRef="#ctx0" brushRef="#br0" timeOffset="202935">17650 16388 24575,'5'2'0,"16"24"0,-4 1 0,-2 1 0,0 2 0,-7-11 0,-1 0 0,0 1 0,-4 2-1639,-12 5 1,-2-2-1639,5-2 2878,-16 3 1,-3-6 398,6-15 0,-2 1 0,-3-2 0,1-5 0,0-2 0,-14 0 0,14-2 0,0-2 0,-4-1 0,12 0 0,3 3 0,12 4 0</inkml:trace>
  <inkml:trace contextRef="#ctx0" brushRef="#br0" timeOffset="203414">17903 16510 24575,'-12'35'0,"8"-12"0,1-2 0,0 2 0,7 11 0,-2-22 0,26 12 0,-14-19 0,5 0 0,0-2 0,-2-10 0,5-12 0,-12-2 0,2-7 0,-9-8 0,0 12 0,-1 0 0,-2 17 0</inkml:trace>
  <inkml:trace contextRef="#ctx0" brushRef="#br0" timeOffset="203897">18184 16447 24575,'-10'4'0,"-1"3"0,3-2 0,5 6 0,16 1 0,3 1 0,11-1 0,2-2 0,-5-3 0,1 3 0,-14-3 0,2 6 0,-8-3 0,0 14 0,-5-14 0,0 4 0,0-13 0</inkml:trace>
  <inkml:trace contextRef="#ctx0" brushRef="#br0" timeOffset="204178">18404 16583 24575,'8'8'0,"8"0"0,-11-7 0,20 1 0,-12-3 0,22-3 0,-7-6 0,-2-2 0,-7 3 0,-14 3 0,-2 2 0,-3 1 0,0 1 0</inkml:trace>
  <inkml:trace contextRef="#ctx0" brushRef="#br0" timeOffset="206053">18581 16545 24575,'-4'29'0,"2"-9"0,2-16 0</inkml:trace>
  <inkml:trace contextRef="#ctx0" brushRef="#br0" timeOffset="207130">17136 16985 24575,'36'1'0,"1"1"0,-1-1 0,0 0 0,0 0 0,-4 0 0,2-1 0,1 1 0,2-1 0,1 0 0,0 0 0,2 1 0,-1-1 0,0 0 0,0 0-274,-3 0 1,-1 0 0,2 0 0,-1 0 0,1 1 0,0-1 0,0 0 0,0 0 0,0-1 0,0 1 0,-1 0 0,1 0-1,-2 0 1,1-1 0,0 1 0,0-1 0,0 1 0,0-1 0,0 1 0,-1-1 0,-1 0 0,0 1 0,-1-1 0,-1 0-43,5 0 1,0 0-1,-2 0 1,0 0-1,-1 0 1,-1-1-1,-2 1 1,-1-1 315,5 0 0,-1-1 0,-2 0 0,-2 1 0,-3-1 899,10 0 0,0 0-899,-2 1 0,5-2 0,-2 1 0,-12 1 0,-10 1 0,18-15 0,-4-5 0,-24 4 0,2-11 0,-2-3 0,-6 0 1092,-3 4 0,-1-5 0,-2 2 539,-1 3 0,-1 0-2724,0-1 1,-1-2 0,0 5-1673,-6-4 2765,4 7 0,20 17 0,-4 0 0,16 11 0,-15-4 0,2 6 0</inkml:trace>
  <inkml:trace contextRef="#ctx0" brushRef="#br0" timeOffset="208109">19301 16657 24575,'36'-4'0,"-8"0"0,-5-2 0,-1 0 0,7-6 0,2-1 0,-4-6 0,-15 12 0,17-14 0,3-1 0,-2 6 0,-9 3 0,2-2 0,0 1 0,5 1 0,-2 1 0,-1-1 0,1 1 0,4 1 0,-1 0 0,3-2 0,-1 9 0,-23 4 0,21-2 0,-4 4 0,2-2 0,-9 1 0,-11-1 0</inkml:trace>
  <inkml:trace contextRef="#ctx0" brushRef="#br0" timeOffset="209199">19948 16344 24575,'11'28'0,"-4"-9"0,-2 1 0,5 10 0,-6-8 0,0-1 0,1 0 0,-4 6 0,-1-19 0,-6-15 0,2-1 0,-9-27 0,4 18 0,-6-17 0,9 22 0,2-5 0,24 6 0,14 1 0,-15 3 0,1 1 0,2 0 0,-2 1 0,1 2 0,-6 0 0,-15 9 0,-6 2 0,-9 7 0,0 0 0,-1 1 0,3 0 0,0-1 0,-1 0 0,0 0 0,5 3 0,18-18 0,-2-1-3277,24-18 0,-24 16 3047,16-15 230,-24 19 0,0-3 0,-6 9 0,-1-3 0,1 1 0,2-4 0,4-1 0</inkml:trace>
  <inkml:trace contextRef="#ctx0" brushRef="#br0" timeOffset="-202997.73">1900 11206 24335,'36'2'0,"0"0"0,0 0 0,0-1 0,0 1 0,0 0 0,0 0 0,-3-1 0,2-1 0,0 1 0,1-1 0,1 0 0,0 1 0,0-1 0,0 0 0,-1 0 0,-1 1-365,2 0 1,-2 0 0,-1 1 0,1-1 0,-1 1 0,2-1 0,1 0 0,2 1 0,3-2 191,-11 1 1,3-1-1,2 0 1,2 0-1,2 0 1,1 0-1,1 0 1,0 0-1,0 0 1,1 0-1,-2-1 1,-1 1 0,0 0-1,-3 0 1,-2-1-1,-2 1 1,-3 0-1,-3 0 1,-4 0-189,11-1 1,-9 1 0,0 0 0,7 0 360,-5 0 0,7 0 0,4 0 0,4-1 0,2 1 0,1 0 0,0-1 0,-2 1 0,-2 0 0,-4-1 0,-5 1 0,-7 0 0,-7 0 2290,6 0-2290,4-2 0,6-1 0,-12 1 0,-17 0 0,10-3 0</inkml:trace>
  <inkml:trace contextRef="#ctx0" brushRef="#br0" timeOffset="-200509.73">1717 12787 23891,'35'-4'0,"0"0"0,0 0 0,1 0 0,-1 1 0,0-1 0,0 0 0,0 0 0,0 0 0,0 0 0,0 0 0,0 0 0,0 0 0,1 0 0,-1 1 0,0-1 0,0 0 0,5-1 0,-6 1 0,-2 1 0,0-1 0,0 0 0,3 0 0,6-1-173,-13 2 1,3-1-1,3 0 1,1 0-1,3-1 1,0 1-1,2-1 1,0 0-1,1 0 1,0 1-1,-1-1 1,0 0 0,-1 0-1,-2 0 1,-1 0-1,-3 1 1,-1 0-1,-3 0 1,-4 0-484,18-3 1,-6 0-1,-4 1 1,-1 0 0,-1 0-165,3 0 1,-1-1 0,-2 1 0,-1 0 361,3-2 1,-1 0-1,-7 3 1,-4 1-1,-9 0 1</inkml:trace>
  <inkml:trace contextRef="#ctx0" brushRef="#br0" timeOffset="-198512.73">2007 15475 24575,'34'-2'0,"0"0"0,0-1 0,-2 0 0,4-1 0,0 0 0,1 0 0,-1 1-656,-5 0 1,-2 1-1,1-1 1,1 1 0,1-1 108,3-1 1,2 0 0,1 0 0,1 0 0,-1-1 0,-2 2 98,-2 0 1,-1 0 0,0 0 0,-1 1 0,0-1 0,-1 1 447,1-1 0,-1 0 0,-1 0 0,1 0 0,1 0 0,4-1 0,1 0 0,0-1 0,-1 1 0,-3 0 745,4 1 1,-3 1-1,4-1-745,-7 0 0,4-1 0,3 0 0,-1 0 0,-2 1 0,-4 1 0,6 0 0,-5 1 0,3 0-526,-5-1 1,3-1 0,0 1-1,-3-1 1,-4 2 525,-3 1 0,-1 0-199,7-3 0,0 0 199,6-2-204,-1 0 0,-1 0 1,-9 0-1,3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57:12.20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9320 6223 24575,'28'-11'0,"0"-1"0,5-1 0,2-1 0,-3 0-1510,-1 1 1,2-3 1509,-7 2 0,4-4 0,4-2 0,1-2 0,-1 1 0,-3 2 0,-4 3-1093,0 0 1,-4 2 0,3-3 743,0-1 1,5-4 0,1-1 0,-1-1-1,-3 3 1,-5 3 348,2 0 0,-4 0 560,5-8 0,0-2-560,-7 9 0,0 0 0,-1 1 0,-4 2 0,0 0 0,9-9 0,-4 4 0,-13 15 0,10-12 0</inkml:trace>
  <inkml:trace contextRef="#ctx0" brushRef="#br0" timeOffset="699">18571 6293 24575,'8'-4'0,"4"-1"0,-6 0-3277,20-7 0,-17 7 2184,14-9 1,10-6 0,-5 2-547,-13 7 1,2-2 1718,5-4 1,7-5-1,2-2 1,0 0-1,-4 3-80,-3 1 0,-2 1 0,-1 0 0,0 0 0,2 0 0,-1 0 0,1 0 0,-1 0 0,5-5 0,0-2 0,-2 2 0,-6 6 0,-5 4 0,5-8 0,6-5 0,-6 7 3276,-8 9-3161,6-11 0,0 0 0,-10 15 0,4-10 0</inkml:trace>
  <inkml:trace contextRef="#ctx0" brushRef="#br0" timeOffset="1656">27026 6178 24575,'24'-20'0,"-1"0"0,1 0 0,1 0 0,1-3 0,-7 0 0,3-6 0,1-2 0,-3 2 0,-2 4-1639,1-2 1,0 0 1276,-4 4 0,3-5 1,1-3-1,0 1 1,-3 4-1,-4 5 362,-1 3 0,-3 0 0,4-15 0,2-6 0,-4 7 0,-3 2 0,-2 3 0,2-6 0,-3 4-547,-5 4 1,-1 2 0,2 2 0,0 2 0,-4-12 0</inkml:trace>
  <inkml:trace contextRef="#ctx0" brushRef="#br0" timeOffset="3074">10584 12212 24575,'25'-10'0,"-5"2"0,-1-1 0,2-4 0,9-3 0,6-3 0,-14 5 0,0-1 0,1 1-996,0 2 0,1 1 0,0-1 996,6-5 0,1-3 0,-2 3 0,-5 4 0,-2 2 0,0-1 0,5-4 0,-1-2 0,-1 3 0,0-2 0,-2 2-208,-3-1 1,-2 0 207,3-1 0,-1 0 397,-2 2 0,-2 0-397,-2 0 0,-3 6 0,-7 5 0</inkml:trace>
  <inkml:trace contextRef="#ctx0" brushRef="#br0" timeOffset="4401">17390 12243 24575,'26'-5'0,"-3"2"0,-5-2 0,0-1 0,3-1 0,4-6 0,6-3 0,-5 1 0,-10 4 0,1 1-744,7-4 1,3-3-1,-4 3 744,0-2 0,-6 3 0,0 0 0,4-3 267,-4 2 0,0 1-267,-5 2 0,3-1 0,12-3 0,-16 11 0,19-11 0,-25 13 0,6-5 0</inkml:trace>
  <inkml:trace contextRef="#ctx0" brushRef="#br0" timeOffset="5429">24471 12181 24575,'9'-7'0,"-2"-1"0,4-6 0,-1 2 0,6-10 0,-2 6 0,1-3 0,2-2 0,-4 4 0,1 0 0,-1 0 0,0 1 0,5-7 0,-16 17 0,-1 4 0,-1-1 0,0 3 0</inkml:trace>
  <inkml:trace contextRef="#ctx0" brushRef="#br0" timeOffset="8736">1961 8090 24575,'17'-1'0,"0"-1"0,11-1 0,1 1 0,-4 1 0,-2 1 0,-1 0 0,-8 0 0,11 0 0,3 0 0,0 0 0,6 0 0,-15 0 0,0 1 0,6-1 0,1 2 0,-6-1 0,0-1 0,17 0 0,-7 2 0,-1-2 0,-4 0 0,-11 0 0,9 0 0,0 0 0,-11 0 0,25 1 0,-26 0 0,25 0 0,-13-1 0,-3 0 0,5 0 0,-17 0 0,14 0 0,6-4 0,6 3 0,-8-4-3277,9 4 0,-28 1 3047,13-2 135,-17 2 0,0 0 0,-2 0 0</inkml:trace>
  <inkml:trace contextRef="#ctx0" brushRef="#br0" timeOffset="13670">3130 9231 24575,'12'-1'0,"7"-2"0,17-1 0,-3 1 0,-1 2 0,2 1 0,-21 0 0,23 0 0,-10-2 0,-6 2 0,6-1 0,-7-2-3277,11-1 0,-7 1 2454,-2 0 1,-1 0 822,-10 2-1639,10-1 1,0 0 847,-10 2-570,9-1 1,-1 0 1360,-10 1 2721,14 0-2721,4 0 946,-15 0-946,13 0 0,-1 0 3276,-14 0-2646,19 0 1,4 0-631,-10 0 0,8 0 0,4 0 0,-4 0 0,-1 0 0,7 0-1440,1 0 1,-2 0 1439,-18 0 0,13 0 0,0 0 0,-9 0-1639,14 0 1,0 0 1332,-17 0 306,9 1 0,8 0 0,-5 1-350,2 2 350,-4-1 0,6-2 0,-5 1 0,-10 0 0,0-1 0,8-1 0,5 0 0,-6 0 0,5 0 0,-4 0 0,4 1 0,-6-1 3276,-5 1-3209,17-1 0,-1 1 1185,-19-1-1252,7 0 0,3 0 0,-2 0 0,-2 0 0,8-2 0,-2 2 0,5 1 0,-6 0 0,-3-2 0,8 1 0,8 2 0,-7-1 0,-2 1 0,-2 0 0,4 1 0,-4 0 3276,3 0-2462,-8 0 0,3 1 1,-4-2-1541,1-1 726,0 0 0,2 1 0,8-1 0,-9-1 0,9 0 0,2 0 0,-5 0 0,-4-1 0,6 0 0,-6 0 0,7 1 0,-8-1 0,3 0 0,-6 0 0,-2 0 0,2 1 0,5-1 0,-4 0 0,5 1 0,-6 0 0,6 0 0,-1 0-1639,9 1 1,-3 0 1249,-9 0 1,-2-1 388,8 1 0,-2 0-2961,2 4 2961,-10-4-1269,6 0 1,-2 1 1268,-13-1-1157,9 0 0,-1 1 1157,-13 0 1306,25 4-1306,-25-6 888,27 5-888,-23-4 0,9 0 0,0 0 0,-10 0 1638,8 0 0,1-2-1512,1 1-126,2 0 1731,4 0-1731,-12 0 0,0 0 1696,-4 0-1696,-2 0 3276,-4 0 0,9 0-3044,-3 0-232,-1 0 0,0 0 0,-4 2 0,-1-2 0,-2 2 0,-2-2 0</inkml:trace>
  <inkml:trace contextRef="#ctx0" brushRef="#br0" timeOffset="15644">2082 10103 24575,'36'-4'0,"-1"-1"0,-7 1 0,2-1 0,2 2 0,4 1 0,-2-1-1093,-8-1 1,-1 1 0,-1 0-547,10 1 1,1 1 552,-7-2 1,1-1 0,-3 1 2163,-1 2 0,-1 1-1078,1-2 0,2 0 0,-1 1 0,2 1 0,-1 0 0,-6 0 0,0 0-1592,0-1 0,-4 0 1592,-8 1 0,12-4 0,-12 3 0,17-2 0,-15 2 0,3 1 0,-10-2 0</inkml:trace>
  <inkml:trace contextRef="#ctx0" brushRef="#br0" timeOffset="17204">15899 6574 24575,'19'-10'0,"1"0"0,5-4 0,0-4 0,3-3-1639,0-3 1,-1 0-1,-6 6 1,0 1-1,2-4 1,2-1 1969,2-1 0,0 0-331,-4 5 0,-1-1 0,5-5 0,1-1 0,1 0 0,-7 5-634,-13 10 0,17-13 0,-25 22 0</inkml:trace>
  <inkml:trace contextRef="#ctx0" brushRef="#br0" timeOffset="25966">23044 9235 24575,'13'-4'0,"-4"0"0,-1 4 0,-1-2 0,0 2 0,13-2 0,-12 1 0,11-1 0,1 0 0,-10 0-1639,15 1 1,0 0-1639,-13 0 3047,19 1-2767,-8 0 2997,-8 0-1639,8-1 1,-1 0 1371,-10 1-494,18-1 0,2-1 761,-13 0 0,7 1 0,6 0 0,-4 0 0,3 0 0,0-1 0,8 1 0,-3 1-406,2-1 1,-1 1 405,-11 0 0,1-1 0,0 1 775,1 0 1,1 1-1,-3 1-775,-3 0 0,1 1 0,4-1 0,3 1 0,-3-1 817,-5 2 1,1-1-818,8 1 0,6-1 0,1 0 0,-4-2 0,1 0 0,-1 0 0,-1 0 0,-2 1 0,-2 0 0,5-1 0,-4 0 0,5-1 0,4 1 0,1-1 0,-3 0 0,-5 0 0,-7 0 1109,-4 0 1,1 0-1110,0 0 0,7 0 0,5 0 0,4 0 0,1 0 0,0 0 0,-2 0 0,-4 0 0,-6 0-1030,5 0 1,-6 0 0,6 0 1029,-3 0 0,5 0 0,5 0 0,2 0 0,2 0 0,-2 0 0,-3 0 0,-3 0 0,-7 0 0,3 0 0,-7 0 0,7 0 0,-5 0 0,6 0 0,5 0 0,2 0 0,1 0 0,1 0 0,-3 0 0,-2 0 0,-5 0 0,-6 0 0,10 0 0,1 0 0,-12 0 0,7 0 0,4 0 0,4-1 0,1 1 0,0 0 0,-2-1 0,-3 1 0,-6 0 0,-5-1 0,6 1 0,-1 0 0,1-1 0,9 0 0,1 0 0,-4 0 0,-9 1 268,4-1-268,2 0 0,-4 0 3276,-17-1-3160,21 0 0,-31 1 0,6 1 0</inkml:trace>
  <inkml:trace contextRef="#ctx0" brushRef="#br0" timeOffset="28132">28269 8691 24575,'12'0'0,"7"-4"0,14-3-1639,-11 0 1,2-2 103,3 1 0,4-2 1535,-4 0 0,3-2 0,2-1 0,0 1 0,-2 0 0,1-1 0,0 1 0,1-1 0,-2 1-656,-2 1 1,0 0-1,-1 1 1,1-1 0,2-2 614,-1 0 1,3-1 0,1-1 0,0-1 0,0 1 0,-3 0 0,-3 3 40,7-5 0,-3 2 0,3-2 0,-7 4 0,3-3 0,2 0 0,1-1 0,0 0 0,-3 1 0,-3 2 0,1-2 0,-3 3 0,0-1 0,2-1 0,4-1 0,3-3 0,1 1 0,-3 1 0,-6 3 0,1-1 0,-4 1 0,4-2 0,1 1 0</inkml:trace>
  <inkml:trace contextRef="#ctx0" brushRef="#br0" timeOffset="29063">31061 9261 24575,'8'0'0,"2"0"0,14 0 0,-11 0 0,12 0 0,-19 0 0,9 0 0,-9 0 0,12 0 0,-5 0 0,-1 0 0,8 0 0,-14 2 0,4-2 0,-7 1 0</inkml:trace>
  <inkml:trace contextRef="#ctx0" brushRef="#br0" timeOffset="30215">22982 9871 24575,'37'0'0,"-19"0"0,8 0 0,0 0 0,-7 0 0,15 1 0,5 1 0,-12 0 0,1 0-1093,0 0 1,1 0 0,-2 0-547,-4 0 1,-1 0-1,13 2 1,-4-1-1639,-17-2 3783,15 4 1,1 0-507,-12-2-556,5 0 1,-1 1-1,-10-2 1,5-1 0</inkml:trace>
  <inkml:trace contextRef="#ctx0" brushRef="#br0" timeOffset="31539">24837 9897 24575,'30'-3'0,"-10"3"0,1-1 0,1 0 0,-1 0 0,-2 1 0,0 0 0,8 0 0,-2 0-3277,-8 0 1352,18 0 2404,-14 0 0,2 0-479,1 0 0,2 0 0,-1 0 0,1 0 0,0 0 0,1 0 0,-3 0 0,5 0 0,6 0 0,4 0-1451,-3 0 1,-1 0 1450,-5 0 0,0 0 0,-3 0 0,1 1 0,-4-1 0,9-2 0,-3 3 0,5 1 0,-6-1 0,1-3 0,-1 2 0,5 1 0,-1 0 542,-6 0 0,-1-2 0,0 1-542,4 1 0,1-1 0,2 1-224,-1-1 0,3 0 0,-1 0 0,-1 0 224,1 1 0,-1 0 0,-2 0 0,7-1 0,-3 0 0,0 2 0,-6-1 0,-13-1 0,11 1 0,0 0 3060,-16-1-3060,17 0 0,0 0 0,-13 0-1639,16 0 1,0 0 506,-14 0 1132,8 0 0,1 0 980,6 0-980,-8-1 0,0 0 0,11 0 0,-11-1 0,-3 0 0,-10 1 0,18-4 0,-20 5 0,10-4 0,-13 3 0,5 0 0,5 1 0,-3 0 0,3 0 0,-8 0 0</inkml:trace>
  <inkml:trace contextRef="#ctx0" brushRef="#br0" timeOffset="31977">27608 9721 24575,'6'-4'0,"-1"2"0,1 0 0,-2 2 0,0-2 0,-1 2 0</inkml:trace>
  <inkml:trace contextRef="#ctx0" brushRef="#br0" timeOffset="34047">28972 4483 24575,'6'25'0,"-1"0"0,1 12 0,1-10 0,1 1-864,-4-10 1,0 2 863,0 7 0,1 5 0,-1-2-1639,2 3 1,-1 2 1570,-3-8 0,0 3 0,0 0 0,0-1 68,1 1 0,1-1 0,-2 1 0,0-2 0,-1 2 0,0 0 0,0-2-1093,0-1 1,1-1 0,0 0 768,-2 1 1,1 1 0,-1-1 323,0 3 0,0 0 0,0-2-905,-1 8 1,0 1 904,1-8 0,0 3 0,0 1 0,0-4 0,-1 8 0,0-1 0,0-8 0,-1 3 0,1-2 0,0-4 0,1-4 0,-1-1 0,0 11 0,-1 4 0,0-6 283,2-5-283,-1 6 0,0 0 0,0-9 0,-2-1 0,0 0 0,3-2 0,-6 11 0,5-16 0,-3 2 0,4-8 1853,-3 1-1853,0-6 0,1-1 0,-1-1 0</inkml:trace>
  <inkml:trace contextRef="#ctx0" brushRef="#br0" timeOffset="35680">28879 6168 24575,'3'18'0,"0"-3"0,6 20 0,-5-19 0,6 14 0,-7-24 0,1 4 0,-1-8 0,-3-5 0,1-8 0,-2-15 0,-1 4 0,-2-13 0,0 19 0,0-12 0,2 14 0,1-3 0,1 8 0,1 2 0,3 1 0,2 0 0,3 0 0,-2 2 0,4 1-3277,4 5 0,-5-2 3047,2 3 230,6 0 0,-6 0 0,15 3 0,-14-4 0,7 2 0,-12-2 0,4 5 0,-4 8 0,-1-3 3276,0 12 0,-5-12-3044,-5 19-232,1-14 0,-6 16 0,5-13 0,0-2 0,1-4 0,2-11 0,-1 1 0,-4-4 0,0-2 0,-4-3 0,2 2 0,0-5 0,2 6 0,-4 3 0,-5 12 0,4-4 0,-6 7 0,13-12 0,-3-1 0,-5-21 0,2 4 0,-2-9 0,4 12 0,1 3 0,3 4 0,-1 2 0,10 11 0,-4 0 0,7 6 0,-5-11 0,-1-2 0,-2-3 0,-1-7 0,1 1 0,0-5 0,1 3 0,-1-1 0,0 3 0,-1 0 0,0 2 0,2 0 0,-2 5 0,1 8 0,-1 18 0,0-8 0,0 10 0,10-30 0,3-12 0,4-5 0,-6 2 0,-2 0 0,0-3-656,0-1 1,-1 0-1,-3 8 1,4-12 0</inkml:trace>
  <inkml:trace contextRef="#ctx0" brushRef="#br0" timeOffset="36400">29302 5367 24575,'-8'22'0,"3"-11"0,0 16 0,4-17 0,2 8 0,5-6 0,-2-4 0,4-4 0,-4-4 0,-1 0 0,9-7 0,-6 1 0,11-15 0,-8 3 0,2 2 0,-5-5 0,-4 16 0,-1-7 0,-1 16 0,1 8 0,1 4 0,1 2 0,0-12 0,0-1 0,6-10 0,-6 4 0,4-3 0</inkml:trace>
  <inkml:trace contextRef="#ctx0" brushRef="#br0" timeOffset="36949">29466 5413 8191,'6'34'0,"1"0"0,-1-4 1092,0 0 0,3 6 0,-1-5 321,4 4 316,-1-1-1729,-1-14 0,-8-16 1907,4-13-1907,0-5 0,-3-10 0,-1-4 0,1 9 0,-1-2 0,-2-6 0,-1-5 0,-1 3 0,-4-3 0,0 3 0,3-1 0,-1 1-1005,-8-3 1,1 5 1004,7 12 832,-7-19-832,8 27 0,9 0 0,-1 4 3276,5 1-983,-1 2 983,1 2-2885,1 7-391,8 8 0,-5 0 0,-2-1 0,0 1 0,-2 2 0,5 12 0,-13-11 0,2-4-3277,-10-5 0,4-9 3047,-7 5 230,5-6 0,-2 3 0,3-4 0,0 0 0,1 0 0,1 0 0</inkml:trace>
  <inkml:trace contextRef="#ctx0" brushRef="#br0" timeOffset="37434">29726 5314 24575,'11'22'0,"4"8"0,1 1 0,-4-7 0,-2 0 0,-1 0 0,2 5 0,-8-16 0,-5-17-3277,-7-21 0,6 9 2948,-5-6 0,-3-7 0,2 4 329,3 6 0,0 0 0,-6-13 0,1-1-1639,7 9 1,1 4 629,1 4 1009,7-7 0,3 15 0,0 1 0,14 0 0,-15 3 506,11 3-506,-1 8 0,-8-4 0,10 10 0,-15-9 3276,4 2-2015,-8-4-1261,-8 2 0,4-1 3276,-12 4 0,8-4-3044,-5 6-232,3-6 0,-11 11 0,11-9 0,-5 4 0,12-8 0</inkml:trace>
  <inkml:trace contextRef="#ctx0" brushRef="#br0" timeOffset="37950">29309 5921 24575,'17'5'0,"-2"-3"-1639,6-6 1,1-1-1639,-3 1 2457,2-6 1,8-5 0,0-1 0,-6 3-853,9-4 1672,-11 5 0,4-2 0,2-2 0,0 1 0,-1 1 0,1 0 0,-1 0 0,-2 1 0,7-4 0,2 0 0,-6 0 0,6-3 0,1-1 0,-3 2 0,-7 3 0,-6 5 0,-1 0 0,5-6 0,6-3 0,-1 0 0,-7 4 0,-2 2 0,9-9 0,-2 1 2055,-14 13-2055,4-8 0,-1 1 0,-8 6 0,15-12 0,-12 11 0,0 6 0,2-2 0,-7 6 0,0 0 0</inkml:trace>
  <inkml:trace contextRef="#ctx0" brushRef="#br0" timeOffset="42880">6121 15274 24575,'12'0'0,"3"-2"0,-1 0 0,10-4 0,10-2 0,-6 3 0,-4 1 0,0 1 0,10 2-975,-8 0 975,0 1 0,-2 1 0,7 0 0,0 0 0,-11-1 0,-1 0 0,-3 0 0,18 0 0,-17 0 0,9 0 0,-6 0 0,-1 0 0,12 0 0,-17 0 0,10 1 0,-5 0 0,-2 0 0,1-1 0,-11 0 0</inkml:trace>
  <inkml:trace contextRef="#ctx0" brushRef="#br0" timeOffset="43369">7525 15260 24575,'27'-1'0,"-10"-1"0,11 1 0,5-1 0,-9 1 0,0 0 0,3 1-820,4-1 1,2 1 0,2-1 0,-3 1-274,2 0 1,-1 0 0,1 0 272,1-1 1,3 1 0,0 0 0,-4-1-274,-5 1 1,-2-1 0,-1 0 993,0 1 0,0-1 1,-1 1 98,8-2 0,-7 1 2153,-13 0-2153,7-1 0,-11 0 0,0 0 0,-6 1 0,-2 1 0</inkml:trace>
  <inkml:trace contextRef="#ctx0" brushRef="#br0" timeOffset="43982">3502 15962 24575,'32'-3'0,"1"1"0,-14 1 0,2 1 0,13-3 0,6 0 0,-4 0-1445,-9 2 1,0 1 1444,0-1 0,6 0 0,2-1 0,-2 1 0,-5 0-1412,2 1 1,1 0 1411,1-1 0,6 1 0,3-1 0,-4 1 0,-7 0 0,-5 0 0,-1 0 0,5 0 0,6 0 0,0 0 0,-7 0 0,-6 0 0,-1 0 0,3 0 0,2 0 0,-1 0 0,10 0 0,-4 0 0,3 0 0,-10 0 0,-1 0 0</inkml:trace>
  <inkml:trace contextRef="#ctx0" brushRef="#br0" timeOffset="48746">20146 2169 24575,'31'2'0,"-11"-1"0,0-1 0,16 0-1093,-10-1 1,6-2 0,4-2 796,-4-1 0,4-2 0,3 0 0,0-1 0,-1 0 0,-5 2-524,-2 1 1,-3 1 0,1 0 0,3-1 596,-1-1 0,5-1 1,2-1-1,1-1 0,-1 1 1,-3 0-1,-3 2 223,2-1 0,-4 1 0,-1 1 0,0-1 0,3 0 0,-1 0 0,1-1 0,3 0 0,5-2 0,-4 1 0,-11 3 1898,-8 1-1898,7-2 0,-2 1 0,-16 5 0,5-2 0</inkml:trace>
  <inkml:trace contextRef="#ctx0" brushRef="#br0" timeOffset="49081">21101 2119 24575,'-1'23'0,"-1"0"0,0 14-1639,1-14 1,1-3-1639,0-3 1847,0 6 1,0 1 1429,0-8 920,-1 9 1,0 2-921,1 9 0,1-11 0,1-1 0,-1 6 0,4-12 819,-2-10 0,0-7 0,-1-1 0</inkml:trace>
  <inkml:trace contextRef="#ctx0" brushRef="#br0" timeOffset="49748">21471 2311 24575,'-22'3'0,"1"0"0,-6 2 0,1 1 0,-4 13 0,-1-2 0,17-2 0,2-1 0,4-2 0,-2 15 0,8-19 0,1 11 0,12-11 0,5 0 0,4-5 0,0-1-1282,2-1 1282,12-2-93,-13-3 1,-1 0 92,14-5 0,-11 3 0,-1-1 0,7-11 0,-18 8 0,2-13 0,-7 12 0,-3-16 0,0 24 0,-1 9 0,-2 10 1269,0 10-1269,1-6 198,6-3-198,3-2 0,0-5 0,5-8 0,-3-5 0,2 1 0,1-5 0,-2-3 0,0 2 0,4-9-820,-8 10 1,-2-2 0,-7 7 0</inkml:trace>
  <inkml:trace contextRef="#ctx0" brushRef="#br0" timeOffset="50081">21763 2339 24575,'11'18'0,"2"9"0,-3-10 0,-1 1 0,2 9 0,5 5 0,-13-24 0,0-8 0,0-10-3277,5-26 0,-4 18 3047,7-16-1170,-1 17 1400,-2 2 0,3 1 0,2-1 0,6-3 0,1 1 0,-5 6 0,-13 10 0,1 1 0,-5 0 0</inkml:trace>
  <inkml:trace contextRef="#ctx0" brushRef="#br0" timeOffset="50434">22110 2208 24575,'14'15'0,"1"0"0,-2-1-1639,0 4 1,-2-1-1639,-8-11 1638,7 16 1,1 3 279,-5-7 1733,4 11 0,-1 2-374,-6 0 0,0 1 0,-1 2 0,-1 3 0,-3-9 0,-2 3 0,0-5 0,2 2 0,-5-1 0,-2 6 0,2-6 0,1-1 0,-1-1 0,-1 3 0,1-4 0,1 0 0,0-3 0,0-1 0,4-13 0,0-8 0,-3-28 0,4 1 993,0 4 0,-1-1-993,3-11 0,0 13 0,-1 4 0</inkml:trace>
  <inkml:trace contextRef="#ctx0" brushRef="#br0" timeOffset="50648">22130 2277 24575,'9'2'0,"-5"-1"0,1 3 0,-5-3 0,0 1 0</inkml:trace>
  <inkml:trace contextRef="#ctx0" brushRef="#br0" timeOffset="51135">22399 2179 24575,'9'2'0,"2"1"0,-6-2 0,3 1 0,-1-2 0,3-3 0,-3-1 0,15-10 0,-8 0 0,4-2 0,-5-3 0,-11 12 0,3-4 0,-11 9 0,0-1 0,-19 11 0,-4 9 0,1 1 0,0 4 0,16-1 0,3-7 0,-1 11 0,8-13 0,0 7 0,7-6 0,-1-2 0,11 1 0,-8-8 0,17-2 0,2 0 0,-4-1 0,6-1 0,-1-1 0,-8-1 0,13-4 0,-19 1 0,5 0 0,-14 2 0</inkml:trace>
  <inkml:trace contextRef="#ctx0" brushRef="#br0" timeOffset="51385">22757 2128 8191,'7'0'0,"16"2"1028,-4-4 0,0-1-1028,12 0 826,-4-5 1,0 0-827,-7-2 993,5-4 0,-1-2-993,1-3 1638,-11 7 0,0-1-1245,0-21 1,-11 25-1,2-15 1</inkml:trace>
  <inkml:trace contextRef="#ctx0" brushRef="#br0" timeOffset="51699">22966 1769 24575,'-8'33'0,"2"-1"0,1 1 0,4-10 0,0 0 0,-1 4 0,0 1 0,2-1 0,0-3 0,-2-1 0,1 10 0,1 3 0,-1-11 0,0 0 0,0 12 0,0-1 0,2-15 0,-2-2 0,0 3 0,0-4 0,0-9 0,-5 14 0,6-19 0,-3 5 0,3-8 0</inkml:trace>
  <inkml:trace contextRef="#ctx0" brushRef="#br0" timeOffset="52248">23216 2105 24575,'-12'4'0,"6"-1"0,-11 4 0,5 2 0,0-5 0,-6 21 0,11-15 0,-1 8 0,1 1 0,2-4 0,1 6 0,2 0 0,2-10 0,0 17 0,4-24 0,10-4 0,5-11 0,2 0 0,6-14 0,-15 15 0,4-16 0,-11 20 0,0-13 0,-5 16 0,1-5 0,-2 8 0,6 1 0,-4 0 0,3-1 0</inkml:trace>
  <inkml:trace contextRef="#ctx0" brushRef="#br0" timeOffset="52548">23387 2033 24575,'8'20'0,"5"8"0,-7-14 0,10 18 0,-10-24 0,11 24 0,-9-21 0,10 17 0,-11-20 0,7 10 0,-12-13 0,5 9 0,-6-10 0,-3 11 0,-11 2 0,6-5 0,-9 2 0,-1-3 0,8-6 0,-9 4 0,0 1 0,5-4-302,-10 3 1,15-6-1,2-1 1</inkml:trace>
  <inkml:trace contextRef="#ctx0" brushRef="#br0" timeOffset="55345">32990 11776 24575,'-10'22'0,"0"0"0,2-4 0,-1 0-1639,-8 11 1,1-2-1639,2-6 1638,-3 7 1,-1-2 2966,3-8-1328,-6 7 0,-3 3 0,12-13 0,-1 0 148,-10 8 1,-4 5 0,-1-3-149,-2-2 0,0-2 0,-1 0-632,2 0 0,1 1 0,-5-1 632,7-6 0,-4 0 0,-1 1 0,0-2 0,2 0 0,5-3 0,-3 2 0,-2 0 0,2-3 0,-6 2 0,-4 1 0,0 0 0,2-2 0,7-2 1049,-6 1 0,1-1-1049,1-1 0,-5 2 0,-3 1 0,3-1 0,5-3 0,-3 0 0,0-1 0,3-3 0,-7 0 0,-2-1 0,3 0 0,8 0 0,5-1 0,0 0 0,-8 0 0,-8-1 0,0 0 0,8 0 0,4 0 0,4-1 0,-5 1 0,-2 0 0,0-1 0,-3 1 0,6-1 0,-5 1 0,2 0 0,-5-1 0,6 1 0,2-1 0,5 1 0,-4-1 0,4 1 0,-3 0-94,-10 0 0,24 0 1,4 0-1</inkml:trace>
  <inkml:trace contextRef="#ctx0" brushRef="#br0" timeOffset="56172">31142 12495 24575,'5'29'0,"0"-1"0,1 8-1639,-3-6 1,0-2-1639,-1-11 0,-1 15 4605,-1-6-1328,0-8 0,0 7 1719,0-19-1719,12-34 0,-3 1-1639,1-6 1,1-1 378,1 6 2795,-4-8 1,0 1-1536,1 11 0,-5-1 0,0 0 0,-1 12-3277,-38 20 2503,19 1 774,-7 3 0,-4 3 0,-7 1 0,1-2 0,13-4 0,-2 0-514,-4 2 1,-7 1-1,1 1 1,7-4 513,-6 3-320,3-1 1,-6 2 0,10-3 319,10-4 2559,-20 9-2559,39-15 0,20-10 0,-6 4 0,11-3 0,9-3 0,-3 2 857,-12 4 1,2 1-858,4 0 0,8-1 0,3 1 0,-2-1 0,-6 2 0,-6 1 0,-3 2 0,3-1 0,7 1 0,5 1 0,2 0 0,-3 1 0,-7-1 0,-2 1 0,-3 1 0,4 0 0,2-1 0,-9 2 0,-14 0 3276,-6-2-1876,-37 14-1400,13-6 0,-12 3 0,-4-1 1124,6-5 1,0-1-1125,4 0 0,-1 0 0,2-1 0,-2-1 0,4-1 0,1 1 0,6 0 3276,14 3-2891,5 5-385,12 13 0,1-6 0,1 0 0,3 5 0,3 0 0</inkml:trace>
  <inkml:trace contextRef="#ctx0" brushRef="#br0" timeOffset="58639">22761 15274 24575,'17'0'0,"-5"0"0,9 0 0,-11 0-3277,17 0 0,-18 0 1328,16 0 1949,-10 0 1719,9 3-1719,6-1 0,-9 2 0,12-1 0,-15-2 0,1 0 0,17 0 1638,-11-1 0,-1 0-44,2 2-1594,-3-2 0,1 0 0,-3 1 0,0 1 0,0-2 0,-1 0 0,0 1 0,0 1 0,2-1 0,-2 1-507,3 0 507,-1 0 0,0-1 1862,6 0-1862,-7 1 0,0-1 0,13 1 0,-3 1 0,-3 0 0,-9-2 0,9 0 0,3 0 0,-5 1 0,-1 0 0,-1-1 0,0-1-1129,8 4 1,0-1 1128,-12-2 0,1-1 0,6 1 0,3 1 0,-3-1-3277,9 0 2841,-3-1 1,2 1 435,-7-2 0,-3 1-253,-6-1 1,1 0 252,4-1 0,3 0 0,-3 0 0,4-1 0,1-1 0,0 0 0,-2 1 0,0 2 0,5-2 0,-5 2 0,9-1 0,-3 1 0,7 1 0,-5-1 0,-13 1 0,0 0 0,8 0 0,4 0 0,-1 0 0,5 1 0,-2 0 0,-4-1 0,-1 0-951,4 1 0,-4-1 951,-4 0-1248,-6 0 0,-1 0 1248,-4 0 0,10 0 2141,-3 2-2141,-2-2 209,2 1 0,3 1-209,5-1 0,-2 0 510,-10 0 0,0-1-510,9 1 0,-1 0 0,-5 0 0,6-1 1638,-8 1 0,0 0 1126,4-1-2764,3 0 851,-15 0-851,-7 0 0,0 0 0,6 0 349,-6-2 0,3 2 0,-7-1 1</inkml:trace>
  <inkml:trace contextRef="#ctx0" brushRef="#br0" timeOffset="59949">26179 15362 24575,'18'-2'0,"-6"0"0,14 2 0,2 0 0,-8 0 0,2 0 0,-2 0 0,-12 0 0,14 0 0,1 0 0,-15 0 0,27-1 0,-19 1 0,7-2 0,5 2 0,2 0 0,-5 0 0,-7 0 0,1 0 0,16 2 0,-10-2 0,3 1 0,0 1 0,-8-2 0,10 1 0,5-1 0,0 1 0,-1-2-234,-4 1 0,1 0 234,-3 1 0,3 0 0,-2-1 0,4-1 0,-2 1 0,0 0 0,2 1 0,-2-2 0,3 0 0,-2 0-1093,-5 1 1,-1 0 0,-1 0-547,10-1 1,-2 0 1600,-6 1 1,-1 0-48,-6 0 1,-2 0 84,14 0 0,-12 0 0,-1 0 0,11 0 0,-20 0 309,12-1-309,-12 1 0,12-2 0,-13 2-169,27-4 169,-20 3-1639,10-2 1,-1 0 492,-7 2 1146,18-1-334,-16-2 334,3 3 0,12-2 0,-17 3 3276,10 0-2293,0 0-983,-8 0 329,12 0-329,-13 0 0,-1 0 0,-1 0 0,-10 0 3276,6 0-22,4 0-2489,-3 0-765,7 0 0,-7 0 0,-4 0 0,-4 0 0</inkml:trace>
  <inkml:trace contextRef="#ctx0" brushRef="#br0" timeOffset="63485">30590 15377 24575,'12'-3'0,"12"-2"0,-6 1 0,1-1 0,11-2 0,-7 1 0,0 0 0,5-1 0,-5 1 0,0 0 0,4 1 0,9-5 0,-6 6 0,-10-1 0,5 2 0,-3 0 0,-13 3 0,12-3 0,-1 0 0,-14 2 0,29-3 0,-25 2 0,22 1 0,-14-2 0,-3 2 0,6 0 0,-12 1 0,9 0 0,-8 0 0,-2-1 0,-6 0 0,-2 0 0</inkml:trace>
  <inkml:trace contextRef="#ctx0" brushRef="#br0" timeOffset="64305">23381 16037 24575,'24'-1'0,"-1"-1"0,2 0 0,2 1 0,9 1 0,1 0-820,-5 0 1,1 0 0,3 1 0,2 1 350,-5-1 1,4 2 0,1 0 0,1 1 0,0-1 0,-1 0 0,-4-1-169,1 0 0,-2-1 0,-2 0 1,3 0-1,3 2 637,-6-1 0,3 2 0,3-1 0,2 2 0,1-1 0,0 1 0,-1-1 0,-1 1 0,-2-1 0,-4 0 0,-4-1-738,5 1 0,-6-1 0,0 0 0,6 1 738,-5-1 0,4 0 0,4 1 0,1 0 0,2 0 0,-1 0 0,0 0 0,-4 0 0,-2 0 0,-6-1 331,11 2 0,-7-1 1,4 0-332,-4 0 0,4-1 0,2 0 0,-1 0 0,-3 0 0,-7-1-1455,-1 0 0,-3 0 1455,9 1 0,4-1 0,-4-1 0,-3 0 0,-4-2 1803,11-1-1803,-8 1 0,8-2 0,0 1 0,-7-1 1345,-9 1 1,1-2-1346,10-1 0,10-3 0,2-1 0,-2 1 0,-11 2 0,3-3 0,3 0 0,0 0 0,0 0 0</inkml:trace>
  <inkml:trace contextRef="#ctx0" brushRef="#br0" timeOffset="73072">7586 5611 24575,'1'5'0,"1"8"0,0 10 0,1 4 0,-1 6 0,1-6 0,1 6 0,0-1-1639,0 6 1,0-2-1,0-6 1,0-1 417,-1 0 0,0 0 1221,0 4 0,0-2 0,1 5 0,-2-2 0,1 6 0,-1-8 1787,-1-3-1787,0 0 0,-1 5 0,-1-7 0,1-4 0,0 2 0,0 5 0,0-6 0,0-5 0,1 7 0,0 0 0,-1-6 0,3 6 819,-3-10 0,2-12 0,-2-2 0</inkml:trace>
  <inkml:trace contextRef="#ctx0" brushRef="#br0" timeOffset="74038">7559 6492 24575,'0'30'0,"1"-9"0,-1-1 0,1-5 0,1 9 0,1 1 0,1-4 0,0-2 0,0 0 0,-1-3-3277,4-1 0,-6-9 1328,3-1 1949,-4-8 1719,2-15-1719,-1-10 0,2 4 0,3-10 0,2 10 0,-2 3 0,5-11 0,-9 20 0,14-19 0,-8 18 0,8-10 0,-9 16 3276,8-2 0,0 5-3044,3 1-232,-1 2 0,-12 10 0,-3 23 0,-4-13 0,-2 14 0,-1-2 0,3-12-1639,-6 8 1,2-2-1639,4-12 2929,-4 6 1,0 1 347,2-9-1,-7 19 1,8-23 0,5-1 0,14-11 0,4-4 0,-6 4 0,3-3 0,0 1 0</inkml:trace>
  <inkml:trace contextRef="#ctx0" brushRef="#br0" timeOffset="74798">20210 5656 24575,'0'13'0,"-3"6"0,0 3 0,0 2 0,-2 12 0,0-9 0,0 4 0,0-4-800,4-8 0,0 0 800,-3 7 0,-2 5 0,2-6 519,2 7-519,-1 1 0,-1-1 0,3-5 132,0-2 1,0 1-133,-1 7-3277,2-6 2193,0-2-401,0-5 1485,0-10 0,-2 20 0,0-23 0,-3 7 0,3-10 0,1-2 0</inkml:trace>
  <inkml:trace contextRef="#ctx0" brushRef="#br0" timeOffset="75033">20076 6391 24575,'28'-1'0,"0"0"0,0 0 0,3 0 0,1 0 0,2-1 0,-4-3 0,2 0 0,2-2 0,1 0 0,0 1-547,-2 0 1,1 1 0,0 0 0,1-1 0,1 1 0,1-1 353,-4 0 0,1 0 0,2-1 1,-1 0-1,1 1 0,-2-1 0,-1 1 1,-2 1-1,4-1 0,-1 0 0,-2 1 1,-1 0-1,-3 0 0,0 0 0,0 0 1,1 0-1</inkml:trace>
  <inkml:trace contextRef="#ctx0" brushRef="#br0" timeOffset="75538">25414 5536 8191,'3'13'0,"3"14"1542,-4-8 1,1-1-1543,5 13 3002,-4 1-3002,0-24 0,-6 18 0,1-19 0,-1 9 0,2-15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2:58:35.48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1645 5111 24575,'25'0'0,"1"1"0,-1-1 0,9 1 0,-1 0 0,1-1 0,-1 0 0,-8-1 0,0 0 0,13 2 0,-2-1-3277,-4-1 3197,-6 2 1,4 0 0,-1 0 79,-1-1 0,-1 0 0,6 1 0,7 0-547,-9-1 1,6 0 0,3 0 0,1 0 0,-3 0 0,-5 0-53,-3 0 1,-4 0-1,8 0 599,-10 0 0,6 0 0,3 0 0,4 0 0,2 0 0,2 1 0,0-1 0,1 0 0,-2 0 0,0 1 0,-4-1 0,-3 1 0,-3-1-656,7 1 1,-5 0-1,-3 0 1,3-1 0,7 1 616,-13 0 0,3-1 0,2 0 0,2 0 0,1 1 0,3-1 0,0 0 0,1 0 0,1 0 0,1 0 0,-1 0 0,0 1 1,-1-1-1,0 0 0,-2 0 0,-1 1 0,-2-1-181,5 1 1,-2 0-1,-1 0 1,0 0-1,-2 0 1,1 0-1,0 0 1,-1 0-1,2 0 1,0 0-1,1-1 1,1 1 219,-2 0 0,0-1 0,2 0 0,1 1 0,0-1 0,0 0 0,1 1 0,0-1 0,0 0 0,0 0 0,-1 0 0,-1 1 0,0-1 0,-1 0 0,-2 1 0,0-1-123,5 1 1,-1 0 0,-1-1 0,-1 1-1,-1 0 1,0 0 0,-1 0 0,1 0-1,1 0 1,0-1 122,1 1 0,2-1 0,1 1 0,1-1 0,0 0 0,-1 1 0,-2-1 0,-2 0 0,-2 0 0,-5 0 0,-4 0 336,5 0 1,-7 0-1,5 0-336,0 0 0,7 1 0,3-1 0,2 0 0,1 1 0,-2-1 0,-4 0 0,-5 1 288,6 0 1,-6 0-1,6 0-288,-9 0 0,5 0 0,3-1 0,2 1 0,1 0 0,-1-1 0,-2 1 0,-3 0 0,-5-1 0,10 1 0,-7 0 0,6 1 0,-5-1 0,5 0 0,5 0 0,1 1 0,-1-1 0,-3 1 0,-6-1 0,-7 0 0,-4 1 0,1 0 0,1 0 0,8 0 0,5 1 0,3 0 0,0 0 0,-2 0 0,-4-1 0,-6 1 0,9 0 0,-1 0 0,-3 0 0,6 1 0,4 1 0,0-1 0,-4 0 0,-8-1 0,2 1 0,-1-1 0,-3 0 0,5 1 0,3 1 0,-1-1 0,-3 0 0,-6-1 0,-3 0 0,0-1 0,5 1 0,7 2 0,2-1 0,-3 0 0,-9-1 0,7 0 0,-2 0 0,6 1 0,-7-2 0,-5 0 0,8 0 0,-5-1 0,-21-1 0,10 0 0</inkml:trace>
  <inkml:trace contextRef="#ctx0" brushRef="#br0" timeOffset="1429">8238 5401 24575,'11'-4'0,"0"3"0,6-3 0,10 2 0,-10 2 0,4-1 0,0-1 0,-1 1 0,15-3 0,-4 1 0,0 0 0,2-1-1093,-9 1 1,4 0 0,-4 0 569,4-1 523,8-1 0,0 1-3277,-10 2 2406,-1-1 0,3 0 871,-6 2 0,0-1-222,7-3 222,-4 3 0,6-1 0,-6 0-665,0-2 665,0 2 0,2 0 0,-6 1 0,-1 0 0,15-4 0,-9 3 0,4 0 0,-3 1 0,-9 0 0,1 1 0,10-2 0,6 1 0,1 0 0,-8 1-1928,9 1 1928,-11-1 0,4-1 0,1 0 0,-3 1 0,0 0 0,-1 0 955,6 0 1,4-2-956,-5 2 0,5-1 0,2 0 0,-2 1 0,-5-1-1357,4 1 0,-1-1 1357,-7 1 0,2 0 0,2-1 0,2 1 0,-4-1 0,4 0 0,0 0 0,1 0 0,-2 0 0,-2 0 0,-1 0 0,-2 0 0,0 0 0,5 0 0,-3 0 0,5 0 0,3 0 0,2-1 0,-2 1 0,-2-1 0,-4 1 0,-6 0 0,6-1 0,-2-1 0,-2 2 0,7-1 0,1 1 0,-2-1 0,-7 1 0,-3-1 0,-1 1 0,6-1 0,7 0 0,-1-1 0,-6 1 0,-8 1 0,-1 0 0,11-1 0,0-1-421,-3 2 0,-1-2 421,-5 1 0,1 0 0,6-1 0,3 1 0,-3 0 0,-1-2 0,-2 1 0,-2 1 0,2 1 0,0 0 0,4-3 0,0 0 0,2 0 0,-2 1 0,2 0 0,0 0 0,-2 0 0,2-1 0,-1 0 0,-1 0 0,1 0 0,-1 1 0,-8 0 0,-8 1 0</inkml:trace>
  <inkml:trace contextRef="#ctx0" brushRef="#br0" timeOffset="4170">2380 7975 24575,'23'-17'0,"-2"3"0,9-7-879,-5 1 879,-5 4 0,3-2 0,-3 3-2460,7-7 2460,-5 4 0,6-6 0,4-2 0,-4 2 0,-6 6-1733,7-5 1733,-9 7 0,6-7 0,6-4 0,2-2 0,0 0 0,-1 1 0,-5 4 0,-6 6 0,1 0 0,1 1 0,-4 0 0,6-5 0,4-2 0,2-3 0,0 0 0,-1 1 0,-2 3 0,-4 4-274,1-1 1,-2 4 0,-2 1 0,1-1 0,2-3 0,0 0 0,0 0 0,-2 1 0,0 1 0,1 1 0,-1 0 0</inkml:trace>
  <inkml:trace contextRef="#ctx0" brushRef="#br0" timeOffset="5503">1121 9920 24575,'18'-12'0,"0"-1"0,0-1 0,5-4 0,4-3 0,3-3 0,2-2 0,1 0 0,0-1 0,0 1 0,-2 2-328,-3 2 0,0-1 0,0 1 1,1-1-1,0 1 0,0-1 1,0 0-1,0 0 0,1 0 1,0-1 53,-4 3 1,1-1 0,0 1 0,0-1 0,0 1 0,0-1 0,1 0 0,0-1 0,0 1 0,2-1 0,0-1 0,0 1 90,-3 2 1,1 0 0,1-1 0,1-1 0,2 0 0,0-1 0,0 0 0,0 0 0,0 0 0,0 0 0,-1 1 0,0 1 0,-2 0 0,-1 2 0,-1 0 0,-2 2 0,-2 1 0,-3 2-474,11-7 1,-7 5-1,-1 1 1,1-1 0,7-5 613,-9 7 0,4-3 1,2-2-1,3-2 1,1-1-1,3-1 1,0-1-1,2 0 1,-1-1-1,1 0 1,-2 1-1,0 1 0,-2 1 1,-2 1-1,-2 2 1,-3 3-1,-4 1 1,-3 3-1,10-6 1,-8 5-1,5-4 1,5-2-1,-1-1 0,0 0 1,1 1-1,-1-1 1,0 0-1,1 1 1,-1-1-1</inkml:trace>
  <inkml:trace contextRef="#ctx0" brushRef="#br0" timeOffset="6401">1574 11443 24575,'29'-19'0,"-1"0"0,0 0 0,0 0 0,1 0 0,-1 0 0,0 0 0,-3 2 0,1-2 0,6-5-219,-11 7 1,3-3-1,2-2 1,2-2-1,2-2 1,1-1-1,1-1 1,0 0-1,-1 0 1,1 0 0,-2 1-1,-1 1 1,-3 2-1,-1 2 1,-3 2-329,4-4 1,-4 4 0,-2 2 0,-1-1 0,4-3 0,4-5 403,-9 9 1,1-1-1,2-2 1,1-1-1,1-2 1,2-1-1,0 0 1,2-2-1,0-1 1,0 0-1,1-1 1,1-1-1,0 0 1,0 0 0,0 0-1,0 0 1,-1-1-1,1 1 1,-1 1-1,-1-1 1,-1 2-1,0 0 1,-1 1-15,0-1 1,0 0 0,-1 0 0,1 1 0,-1-1 0,0 0 0,0 0 0,0 0 0,-1 1 0,1-1 0,-1 0 0,0 1 0,1-1 0,-1 1 0,0-1 0,0 1 0,0 0 0,0 0 0,0 0 0,-1 1 0,1-1 86,2-1 1,0 0 0,-1 0 0,1 0-1,-1 1 1,0 0 0,0 0 0,0 0-1,0 0 1,0 0 0,0 0 0,0 0-1,0 0 1,1-1 0,-1 0 0,1 0-1,-1 0 1,2-1 69,-3 2 0,1-1 0,1-2 0,2 0 0,-1-2 0,2 1 0,-1-2 0,1 1 0,-1-1 0,1 1 0,-1 0 0,-1 0 0,0 2 0,-1 0 0,-1 2 0,-2 1 0,0 1 0,-3 3 0,-1 1 0,-2 3 0,-2 2 0,-2 2 0,11-15 0,-2 3 0,2-1 0,0 1 0,0-1 0,0 0 0,0 0 0</inkml:trace>
  <inkml:trace contextRef="#ctx0" brushRef="#br0" timeOffset="7337">2396 13069 24575,'26'-16'0,"-1"0"0,3-2 0,2-3-820,-9 5 1,1 0 0,1-2 0,3-3 350,-3 1 1,2-3 0,2-1 0,1-2 0,-1 1 0,-2 2 0,-2 2-352,2-1 1,-4 3 0,1-1 0,4-4 682,-6 4 1,4-4 0,2-2 0,2-3 0,1 0 0,0-1 0,-1 1 0,-1 1 0,-3 3 0,-3 3 0,-3 4 136,8-8 0,-1-2 0,-9 9 0,4-6 0,3-4 0,2-3 0,1-2 0,1 0 0,-2 1 0,-1 1 0,-2 3 0,-3 5 0,-5 5 0,3-6 0,-2 2 0,5-8 0,0-1 0,0 1 0,0-1 0,0 1 0</inkml:trace>
  <inkml:trace contextRef="#ctx0" brushRef="#br0" timeOffset="8103">2477 14719 24575,'0'7'0,"14"-20"0,4-7-899,-7 9 899,5-4 0,7-8 0,2-3 0,0 1 0,-6 5-555,-5 5 0,1 0 555,3-3 0,6-6 0,2 0 0,-3 1 0,-6 5 0,3-6 0,-1 2 0,4-3 0,-6 5 0,-6 7 0,2-2 0,0-1 0</inkml:trace>
  <inkml:trace contextRef="#ctx0" brushRef="#br0" timeOffset="8947">1497 16853 20682,'23'-25'0,"1"0"0,0 0 0,0 0 0,0 0 0,0 0 0,0 0 0,0 0 0,0 0 0,0 0 0,0 0 0,0 0 0,0 0 0,0-1 0,2 0 0,0-2 0,0 0 0,1 0 0,0 0 0,-1-1 0,1 1 0,0 0 0,-1 1 0,-1 0 0,0 1 0,-1 1 0,-2 1 0,0 1-410,4-4 0,-2 2 1,-2 2-1,0 1 1,-1 0-1,1-1 0,2-1 1,2-3 190,-5 4 1,2-1-1,1-1 1,1-1-1,1-1 1,0-1-1,1 0 1,-1 0-1,1 0 1,-1 0 0,0 1-1,-2 1 1,0 1-1,-2 2 1,-1 1-251,6-6 1,-2 3 0,-2 1 0,-1 2 0,1-2 0,2-1 0,2-3 451,-6 5 1,3-3 0,1-1 0,2-2 0,0 0-1,1-1 1,0-1 0,0 1 0,-1 0 0,-1 2 0,-1 0-1,-2 3 1,-2 1 0,-2 3 74,5-6 0,-4 5 0,-2 1 0,1-1 0,3-3-58,-2 1 0,2-3 0,3-3 0,1-1 0,0-1 0,-1 1 0,-2 1 0,-2 4 0,-4 4 0,-5 5 0,-1-1 0,-1 3 0,10-14 0,0-1 0,0 1 0</inkml:trace>
  <inkml:trace contextRef="#ctx0" brushRef="#br0" timeOffset="12989">25048 5572 24575,'13'7'0,"1"-1"0,11 16 0,-9-9 0,3 5 0,-1 1 0,-3-2 0,1 2 0,3 5 0,-2-3 0,0 3-1093,-1 0 1,2 4 0,-4-6-2185,-4-5 2184,2 6 1,2 7 0,-4-7-398,-3-7 705,3 10 0,4 8 0,-3-5 785,-3-5-74,1 3 1,3 6 0,0-2 73,0 3 0,-1-2 0,-2-8 0,1 0 0,-1 0 459,6 10 1,-1-3-460,-2-7 0,1-1 0,-1-3 0,-5-7 685,6 10 1,0-1-686,-6-11-2741,12 21 2741,-12-22 1573,9 12-1573,-12-16 0,5 6 0,-8-10 0,-1-1 0</inkml:trace>
  <inkml:trace contextRef="#ctx0" brushRef="#br0" timeOffset="14219">25489 6579 24575,'33'-9'0,"-8"4"0,4-2 0,-3 1 0,-7 1 0,0 0 0,14-3 0,6 0 0,-11 3-3277,-16 1 1638,7 1 1,1-1 2950,1 3-1312,-10 1 1169,-8 12-1169,-22 8 0,-6 3-1639,2-3 1,2-1-520,8-7 2704,-9 6 1,1-1-547,10-10-1639,-5 6 1,0-1 919,9-6 719,-8 8 0,37-24 3276,-17 11-2916,17-11 0,5-2-360,-10 6 815,2-1 1,1 0-816,0-1 3276,-11 4 0,-32 7-3044,8 0-232,-16 4 0,1 0 0,14-6 0,-6 3 0,1 1 0,11-4 0,-2 0 0,12-3 0,-1 0 0,-17 6 0,10-1 0,-16 7 0,28-8 0,-4-1 0,9-1 0,-6 10 0,-1 20 0,2-1 0,1-5 0,3 0 0,4-7 0,1-3 0,6 8 0,10-4 0,0-3 0,-16-11 0,16 8 0,0 1 0,-15-9 0,6 5 0,-10-6 0,-10-1 0,1-2 0</inkml:trace>
  <inkml:trace contextRef="#ctx0" brushRef="#br0" timeOffset="24046">18805 7224 24575,'-19'-4'0,"0"0"0,-6 0 0,5 2 0,1 1 0,-4-1 0,-3 2 0,-8-1 0,10 1-1639,1 0 1,1 0-1639,7 0 2653,-9 1 0,-1 2 624,7-1 0,-12 3 0,-1 1 0,7 0-1639,-10 3 1,2 0 715,18-4-481,-16 6 0,0 0 1404,18-8 426,-8 7 1,-6 3 0,4-2-427,3-3 260,-12 7 1,-2 3-261,12-7 0,1-1 1244,2-1 0,1 0-1244,0 0 0,-1 0 1638,2 1 0,1 1-945,-2 0 1,0 1-694,-3 3 0,-2 1 0,3 3 0,0 1 0,3-3 0,-8 7 0,7-5 0,-1 4 0,3-3 3214,-1 2-3214,3 3 0,0 1 0,-1 4 0,3-2 0,1-1 89,2-2-89,2 5 0,2 6 0,6 0 0,2 0 465,-4-4 1,1 0-466,3-4 0,2 4 0,1-1 0,0-2-1093,3-1 1,0-3 0,0 0 180,-2 0 0,0 0 0,2 0 912,5 4 0,3 3 0,0-3 0,-4-7-707,5 0 707,1 5 0,5 7 0,-2-7 0,3-5 0,0-3 0,6 3 0,-2-3 0,0-4 0,0-2 0,-7-2 0,0 0 0,2-1 0,9-1 0,1-1 0,-5-3 0,-11-3 0,1 0 0,7 2 0,6 1 0,2-1 0,-3-1-1093,3-2 1,-1-2 0,-2 1 844,-2 0 0,-1 1 1,1-2 247,1-1 0,3-1 0,-2-2 0,-6 1 0,-5-1 0,-2-2-776,10-3 0,4-2 0,-6 2 776,1 0 91,0-7 0,4-5 1,-5 4-92,-4 3-591,2-7 1,4-5-1,-7 4 591,-9 7 0,1-6 0,3-5 0,-4 6 2125,-6 7-2125,5-13 0,2-9 0,-2 7 2813,-4 9-2813,3-8 0,1-8 0,-2 7 0,-2 3 0,0-7 0,2-7 0,-2 5 1562,-4 17 0,-1-1-1562,0-11 0,2-8 0,-2 1 0,0 8 0,0-3 0,-3-1 0,-1-8 0,0 8 0,-1 10 0,-2 0 0,-2-8 0,0 0 0,0 6 0,-4-9 0,1 10 0,-1-6 0,-1 0 0,2 8 0,-4-3 0,-2 4 0,-5-6 0,-1-1 0,2 7 0,4 5 0,-1 1 0,-3-3 0,-5-3 0,0 0 0,5 5 3276,-8 1-1855,-4 1 0,0 2-1421,10 7 0,-9-3 0,1 1 0,12 5 0,-19 1 0,23 2 0,-1 1 729,4 1-729,6-1 0,0-1 0,2 1 0</inkml:trace>
  <inkml:trace contextRef="#ctx0" brushRef="#br0" timeOffset="24512">18924 7205 24575,'9'-26'0,"1"0"0,0 0 0,0-4 0,2 0 0,2 5 0,3 0 0,-2 2-713,-3 6 1,2 0 712,4-5 0,3-1 0,-3 4 463,1 2-463,4 0 0,4-3 0,-3 3 0,-2 2-1093,2 1 1,5-3 0,-5 4-325,-3 1-30,3 0 0,-2 0 1447,-9 7 0,12-11 0,-20 14 0,1-3 0</inkml:trace>
  <inkml:trace contextRef="#ctx0" brushRef="#br0" timeOffset="25621">19291 6635 24575,'12'20'0,"0"0"0,-3-5 0,8 10 0,1 0 0,2-4 0,3 5 0,1-4 0,-14-14 0,-3-5 0,-5-23 0,-3 10 0,-1-13 0,-1-3 0,-1 11 0,0-5 0,-1 0 0,0 8 0,-11-12 0,7 13 0,-6-5 0,10 10 0,4 4 0,4 2 0,12-3 0,-5 4 0,7-6 0,-10 2 0,-6 3 0,0-2 0,-4 3 0</inkml:trace>
  <inkml:trace contextRef="#ctx0" brushRef="#br0" timeOffset="25954">18704 6163 24575,'14'10'0,"-5"-4"0,13 3 0,-15-8 0,25 4 0,-20-5-1639,10-5 1,1 0-1639,-8 1 2184,5-5 1,6-4 0,-3 1 73,3-3 1685,-6 2 0,5-3 1,-4 1-667,-2 1 0,-2 0 0,-1-2 0,-2 0 0,7-3 0,-15 9 0,-3 8 0</inkml:trace>
  <inkml:trace contextRef="#ctx0" brushRef="#br0" timeOffset="36350">17479 8316 24575,'0'0'0</inkml:trace>
  <inkml:trace contextRef="#ctx0" brushRef="#br0" timeOffset="36715">17372 8490 24575,'24'-3'0,"1"1"0,0 0 0,3 0 0,-4 1 0,6-1 0,2 2 0,6-1 0,-7 1 0,-3 2 0,-2-1 0,8 0 0,0 1 0,-8-1 0,0 3 0,5-2 0,5 1 0,-8-1 0,-12-1 0,8 1 0,-2-1 0,-14-1 0,12 0 0,-18-2 0,2 2 0,-4-1 0</inkml:trace>
  <inkml:trace contextRef="#ctx0" brushRef="#br0" timeOffset="37883">16983 8525 24575,'0'19'0,"1"0"0,0 0-1639,1 15 1,0-1-1639,-1-16 1638,0 3 1,1 3 2050,-1 4 1,-1 2-413,1 1 0,-1 3 0,-2-4 0,0 5 0,0 0 0,1-5 0,0 3 0,0-1 0,-4 5 0,0 2 0,1-10 1789,2-14-1789,-1 11 0,-2 8 0,1-6 0,0-2 0,0 2 0,0 6 0,0-6 0,0-4 0,1 0 0,0 4 0,1-2 0,1-2 0,-1-1 0,0 2 0,0 0-1639,0 6 1,1-6 811,1-14 827,-1 9 0,0 1 0,7 3 0,-5 4-3034,14 2 3034,-12-21 2314,23 17-2314,-18-18 1638,8 3 0,4 1-734,10-6-904,-5 3 0,5-5 0,0-2 0,-11-2 1638,15 0 0,4-1-151,-9-2 0,-1-1-682,-3 1 1,1 0-806,5-2 0,-2-1 0,-5-2 0,-4 0 0,-9 3 0,-11 5 0</inkml:trace>
  <inkml:trace contextRef="#ctx0" brushRef="#br0" timeOffset="38670">17483 9662 24575,'0'20'0,"1"0"0,1 5 0,1-3 0,0-6-1639,3 8 1,0 0-1639,-2-11 1638,4 14 1,1 1 412,-2-13 340,1 7 1,1-2 885,-3-10 0,4 10 0,-3-21 0,9-21 0,-6 9 0,1-20 0,-1-1 0,-6 15 0,1-2 0,0-3 0,-6 2 0,-1 3 0,0 0-764,-5-12 1,-1 0 763,4 17 1017,-8-10 0,0 2-1017,9 14 0,-12-17 0,24 29 0,8 2 0,0 3 0,1 1 0,-1-2 0,-8-6 3276,9 7-2510,-25 10-766,-8 11 0,2-3 1638,1-6 0,2-2 1129,2-5-531,-1 6-2236,4-4 0,3-9 0,1 2 0,-2-7 0,3-1 0,-1-1 0</inkml:trace>
  <inkml:trace contextRef="#ctx0" brushRef="#br0" timeOffset="39586">18169 9661 24575,'0'22'0,"0"0"0,-1 15 0,0-3 0,1-14 0,1 8 0,0 8 0,2-2 0,0-3 0,1-1 0,-1-5 0,0 1 0,0 0 0,2 2 0,1 0 0,0-4 0,1 0 0,1 7 0,0-2 0,-3-15 0,9 20 0,-11-37-3277,4-32 0,-7 9 3231,-1-8 0,0 4 0,0 23 0,-1-12 0</inkml:trace>
  <inkml:trace contextRef="#ctx0" brushRef="#br0" timeOffset="39968">18151 9658 24575,'33'-6'0,"-6"3"0,-3 1 0,-12 1 0,15 2 0,1 1 0,-14 0 0,8 0 0,-1 1 0,-10 1 0,9 3 0,-15-3 0,2 2 0,-22 7 0,-11 2-1639,6-4 1,0 1-1,-5 4 1,0-1 1523,7-5 0,1-2-2496,-8 4 2611,12-5 0,-12 4 0,21-9 0,1-1 0</inkml:trace>
  <inkml:trace contextRef="#ctx0" brushRef="#br0" timeOffset="40301">18420 9687 24575,'9'19'0,"0"0"0,6 11 0,-5-13 0,-4-3 0,-1-13 0,-2 4 0,25-21 0,-6 3 0,1-1 0,-2 1 0,0-1 0,11-4 0,-4 3 0,-12 8 0,13-7 0,-25 12 0,4-3 0,-7 4 0,0 1 0</inkml:trace>
  <inkml:trace contextRef="#ctx0" brushRef="#br0" timeOffset="40551">18810 9707 24575,'25'3'0,"-5"-4"0,2-1 0,11 1-1639,-2-1 1,-3-2-1639,-15 1 2789,21 0 1,-31 1 0,5 1 0</inkml:trace>
  <inkml:trace contextRef="#ctx0" brushRef="#br0" timeOffset="41135">18879 10596 24575,'29'11'0,"-13"-3"-1639,9-5 1,-1-2-1639,-11 0 1638,20-5 1,1-1-601,-19 1 1547,17-5 0,0 1 692,-16 4-381,9-2 0,-1 0 381,-10 3 2888,15-6-2888,-23 7 0,0-1 0,-4 3 0</inkml:trace>
  <inkml:trace contextRef="#ctx0" brushRef="#br0" timeOffset="50503">4584 6381 24575,'5'0'0,"31"6"0,-10-1-1093,-1-1 1,4 1 0,-4 0-2185,3 0 2184,2 2 1,6 2 0,-9-1 2407,-10-3-1315,13 5 0,9 4 0,-7-3 1432,-6-1-1432,2 2 0,6 3 0,-7-2 0,-6-3 0,1 3 0,5 3 0,-7-2 0,-6-5 0,11 9 0,-1 1 0,-12-10 0,9 8 0,1 2 0,-2 2 1638,-4-8 0,-1 1 1132,7 9-2770,-10-9 0,2 2 0,7 9 0,1 2 0,-4-5 0,-1 0 0,6 8 0,-2-4 15,-9-8-15,2-1 0,0 0 0,-1-5 0,1 7 104,-4-12 1,-10-6 0,1-1 0</inkml:trace>
  <inkml:trace contextRef="#ctx0" brushRef="#br0" timeOffset="50986">5609 6984 24575,'-15'14'0,"-1"-1"0,-6 3 0,1 3 0,13-15 0,0 8 0,9-11 0,20-6 0,13-1 0,-5-3 0,-4 7 0,-2 2 0,-12 2 0,11 3 0,1 1 0,-11-1 0,21 11 0,-27-13 0,4 2 0</inkml:trace>
  <inkml:trace contextRef="#ctx0" brushRef="#br0" timeOffset="52005">6467 6772 24575,'3'5'0,"1"2"0,2 28 0,-2-13-1639,2 7 1,0 0-1639,-2-11 1638,1 11 1,1 0 1298,0-12-722,0 12 0,1-1 1062,-1-14-1356,0 7 1,0-3 1355,-1-11 677,2 16 1,-5-19 0,-1 4 0</inkml:trace>
  <inkml:trace contextRef="#ctx0" brushRef="#br0" timeOffset="52722">6370 6911 24575,'15'-7'0,"19"-6"0,-23 10 0,19-6 0,3 1 0,-7 5 0,-2-1 0,4-2 0,-5 2 0,2 2 0,5-2 0,-3 0 0,-17 3 0,15-1 0,-31 7 0,-12 12 0,-4-1 0,2-1 0,0 2 0,2-4 0,1 0 0,-10 7 0,4-3 0,18-13 0,2 0 0,1-1 0,5-3 0,20-2 0,-5 0 0,17 5 0,-15 1 0,8 8 0,-10 0 0,-1 1 0,-7 5 0,-12 5 0,-2-4 0,-15 13 0,3-16-1639,-4-1 1,0-1-1639,4-4 2566,-8 3 0,-1-1 711,5-2-44,-3 0 1,-1 1 43,-4-1 0,6-1 0,14-6 0,14-8 0,-1 4 0,1-3 0</inkml:trace>
  <inkml:trace contextRef="#ctx0" brushRef="#br0" timeOffset="53463">7021 7045 24575,'-9'0'0,"-15"1"0,3 2 0,3 1 0,-1 0 0,-3 3-3277,-3 5 0,16-7 3047,-8 9 230,9-1 0,-3 2 0,9 0 0,4-7 0,3-2 3276,8-2 0,-4-2-3044,12 0-232,-8-2 0,13-6 0,-7-1 0,2-1 0,-8-3 0,-10 8 0,1-2 0,-3 2 0,0 7 0,-1-2 0,0 11 0,4 9 0,-1-8 0,5 8 0,6-10-3277,-1-2 0,0 1 3219,4-6 1,-15-3-1,8 0 1</inkml:trace>
  <inkml:trace contextRef="#ctx0" brushRef="#br0" timeOffset="53794">7173 7104 24575,'12'20'0,"-7"-10"0,4 10 0,0 4 0,-6-4 0,0-1 0,2-1 0,1 2 0,-2 11 0,-1-2 0,-3-10-1639,1 4 1,-2-2-1639,-1-7 0,-7 10 1787,5-20 1490,-10 16 0,-1-15 0,-6 5 0,3-6 0,-12-4 0,7-17 0,0 11 0,9-10 0</inkml:trace>
  <inkml:trace contextRef="#ctx0" brushRef="#br0" timeOffset="54010">7173 6979 24575,'0'0'0</inkml:trace>
  <inkml:trace contextRef="#ctx0" brushRef="#br0" timeOffset="54378">7406 6959 24575,'-12'7'0,"-2"12"0,3-1-1639,4 3 1,2-1-1639,3-7 2275,0 6 1,1 0 1001,4-10 1727,-1 15-1727,2-18 0,-1 0 0,9-14 3276,-4-2 0,11-15-3067,-10 9-140,7-18-69,-12 16 0,3-3 0,-7 13 0</inkml:trace>
  <inkml:trace contextRef="#ctx0" brushRef="#br0" timeOffset="54541">7442 7003 24575,'7'17'0,"-3"-7"0,5 0 0,-6-8 0,7-1 0,-2-2 0,5-2 0,-6 0 0,0 1 0,-5 2 0,-1 0 0</inkml:trace>
  <inkml:trace contextRef="#ctx0" brushRef="#br0" timeOffset="55257">7685 6782 24575,'30'17'0,"-10"-4"0,-2-1 0,-2 0 0,0 1 0,1 2 0,0 7 0,0-1 0,-4 6 0,-11-12 0,1 5 0,0 1 0,-3 3 0,2 7 0,-1 0 0,-1-3 0,1 8 0,0 0-2354,-1-14 2354,-1 2 0,2 0 0,3 6 0,4 0 0,2 4 0,3-30 0,-2-25 0,-2-3 0,-4 0 0,-3 17 0</inkml:trace>
  <inkml:trace contextRef="#ctx0" brushRef="#br0" timeOffset="55507">8014 7142 24575,'9'18'0,"2"2"0,-2-6 0,-3 0 0,-7-29 0,0 12 0,-5-21 0</inkml:trace>
  <inkml:trace contextRef="#ctx0" brushRef="#br0" timeOffset="55678">8010 7074 24575,'6'0'0,"0"-2"0,-1 1 0,-2-2 0,0 3 0,-1 0 0</inkml:trace>
  <inkml:trace contextRef="#ctx0" brushRef="#br0" timeOffset="56560">8149 7119 24575,'24'14'0,"-4"1"0,5 4 0,-1 9 0,-15-20 0,7 16 0,-13-19 0,0 6 0,-2-9 0,-9-23 0,6 5 0,-8-18 0,8 12 0,1 7 0,3-3 0,-1 9 0,2 1 0,5 3 0,16 4 0,-4 3 0,8 4 0,-8 15 0,-9-9 0,6 16 0,-9-8 0,0 4 0,-3-6 0,-1-3 0,-3-8 0,-4 3 0,0-7 0,-1 1 0,2-4 0</inkml:trace>
  <inkml:trace contextRef="#ctx0" brushRef="#br0" timeOffset="57379">8600 7051 24575,'-6'3'0,"-6"5"0,0 0 0,-3 2 0,-8 8 0,11-5 0,-6 4 0,9-3 0,7 5 0,-3-6 0,7 8 0,1-12 0,20-9 0,-10-1 0,19-19 0,-19 6 0,1-3 0,-6 2 0,-5 8 0,-2-5 0,-1 8 0,0 7 0,0 3 0,0 13 0,0-7 0,6 7 0,13-10 0,-2-3 0,4-8 0,4-5 0,-4-1 0,1-1 0,4-2 0,-1 0 0,-6 3 0,-1 0 0,0-1 0,-14 8 0,-3-1 0</inkml:trace>
  <inkml:trace contextRef="#ctx0" brushRef="#br0" timeOffset="60648">9132 7879 21968,'29'-18'0,"0"1"0,-1 0 0,1-1 0,0 1 0,0 0 0,0-1 0,-1 0 0,-2 1 0,-1-1 0,1 0 0,2-1 0,2-1-328,-4 3 0,2-1 0,1-1 1,2-1-1,0 0 0,0 0 1,0-1-1,0 1 0,-2 1 1,-1 0-142,4-3 1,-2 1 0,-1-1 0,0 1 0,-1 0 0,2 0 0,1-1 103,-3 2 1,1-1 0,0 1 0,1-1 0,0 0 0,0 0 0,0 0 0,1 0 0,0 0 241,-3 2 0,1-1 1,0 1-1,0-1 1,1 0-1,-1 1 1,1-1-1,-1 1 1,-1 0-1,0 1 0,-2 0 143,4-2 1,-3 2 0,0 0-1,0 0 1,-1 0 0,1 0 0,1 0-1,0-1-20,1 1 0,1-2 0,2-1 0,0 0 0,1 0 0,-1 1 0,-3 1 0,-1 2 0,-4 1 0,-4 4 0,11-6 0,-3 3 0,-2-1 0,3-3 0,-2 1 0,-5 4 0,5 1 0,-25 10 0,1 3 0</inkml:trace>
  <inkml:trace contextRef="#ctx0" brushRef="#br0" timeOffset="61755">15357 6419 24575,'-21'27'0,"10"-9"0,4 0 0,9 9 0,6 2 0,3 0 0,6-20 0,1-2 0,-3-1 0,10-3 0,1-2 0,-7-3-1639,5-3 1,-1-1-1639,-5 3 3162,0-5 0,-2-2 115,-5 3 0,9-12 0,-14 9 0,-1-19 0,-4 14 0,-3-19 0,-15 9 0,9 8 0,-13 2 0,0 4 0,13 8 0,-18-6 0</inkml:trace>
  <inkml:trace contextRef="#ctx0" brushRef="#br0" timeOffset="62239">15258 6709 24575,'2'25'0,"0"1"0,2-4 0,1-3 0,2 3 0,22 2 0,-23-19 0,20 5 0,1-1 0,-17-6 0,21 2 0,-1-1 0,-18-3 0,14-3 0,1-3 0,-10-4 0,1-1 0,-1-1 0,-4-3-3277,3-19 0,-12 22 2704,1-14 1,-1-1 572,-5 9-1639,-2-8 1,0 1 682,-1 9 930,-14-15 26,12 23 3276,-15-7-2331,2 13-34,6 0-911,-18 14 0,21-4 0,-6 5 0,1 0 0,7-4 0,-4 6 0</inkml:trace>
  <inkml:trace contextRef="#ctx0" brushRef="#br0" timeOffset="62622">15671 6608 24575,'-12'8'0,"-3"10"0,12-12 0,-4 26 0,7-20-3277,3 21 0,-2-23 2487,14 17 790,-8-20 0,17 12 0,-10-14-1639,6-3 1,-1-1 563,-4-1 1075,11-4-519,0-10 519,-10 1 0,7-4 0,-2-2 0,-7 3-250,4-10 0,-3-2 250,-9 11 0,2-9 0,0 1 0,-6 10 0,-3-19 0,0 26 0,-2-7 0</inkml:trace>
  <inkml:trace contextRef="#ctx0" brushRef="#br0" timeOffset="63109">16049 6428 24575,'-13'9'0,"-6"13"0,12-14 0,-6 15 0,7 0 0,2 1 0,0 2-3277,4-4 0,1-14 3047,7 12 230,-2-14 0,11 10 0,3-10 0,0-1 0,6-5 0,-16-1 0,8-7 0,-11 1 0,1-10 0,0-2 0,-4 2 0,-4-9 0,0 0 0,-2 14-820,-13-19 1,12 27 0,-6-6 0</inkml:trace>
  <inkml:trace contextRef="#ctx0" brushRef="#br0" timeOffset="63609">16290 6414 24575,'-19'27'0,"5"-7"0,1 2 0,3-3 0,0 1 0,1 3 0,1 0 0,-3 12 0,16-9 0,8-10 0,1-4 0,3-7 0,4-5 0,2-9 0,1-4 0,-2 1 0,2-1 0,-2-1-231,3-3 1,-2-2 230,3-7 0,-4-1 0,-13 8 0,-3 0 0,0-3 0,0 0 0,-3-11-3277,-16 4 0,8 20 2528,-25-9 749,16 13 0,-8-2 0,14 5 0</inkml:trace>
  <inkml:trace contextRef="#ctx0" brushRef="#br0" timeOffset="64344">16519 5930 24575,'16'12'0,"1"1"0,5 4 0,-2-1 0,-1-3 0,5 6 0,-2 0 0,-9-7 0,3 4 0,1 1 0,-7-5-3277,6 17 0,-12-19 3040,7 22 237,-10-22 0,3 11 0,-5-9 0,-2-4 0,-5 10 0,-3-6 0,1 2 0,-6 3 0,9-13 7,-8 8-7,10-10 0,-2 3 0,5-5 0,9 0 0,-8 1 0,7-2 0,-8 4 0</inkml:trace>
  <inkml:trace contextRef="#ctx0" brushRef="#br0" timeOffset="65468">11897 7186 24575,'6'-3'0,"18"-8"0,-16 8 0,11-8 0,5-4 0,-2 3 0,1 0 0,2-5 0,2 0 0,2 3 0,4 0 0,-5 1-716,-8 4 1,1 0 715,14-2 0,-3 1 348,-14 3-348,3 4 0,-1 2 0,-5 2 0,15 0 0,-10 21 0,-9-16 0,-2 11 0,-2 0 1083,-4-11-1083,-1 29 0,-2-27-1639,-8 10 1,-1-1-1639,2-10 2304,-11 10 1,-2-1 972,7-9 0,-6 7 0,0 0 0,9-8-328,-12 10 328,19-13 0,-1 3 0,10 0 3276,4-4-779,19 5-2497,-8-5-1639,12 2 1,1-1 811,-11-2-618,13 1 0,-1 0 1445,-23-2-202,8 0 0,-1-1 202,-12 1 0,14-3 0,-7-2 0,-2 3 0,-3-2 0</inkml:trace>
  <inkml:trace contextRef="#ctx0" brushRef="#br0" timeOffset="65871">12776 7101 24575,'-17'20'0,"7"3"0,1-9 0,8 9 0,3-18 0,6 10 0,-2-12 0,13 7 0,-10-9 0,15-4 0,1-2 0,-6 0 0,13-10 0,-1 0 0,-14 5 0,5-8 0,-1 0 0,-12 9 0,3-7 0,-2 1 0,-9 9 0,3-15 0,-11 13 0,1-3 0,-19 8 0,17 2-3277,-27 9 0,27-6 1638,-9 6 1,0 2 148,12-6 1371,-15 10 119,19-11 0,-6 9 0,7-9 0,-3 6 0</inkml:trace>
  <inkml:trace contextRef="#ctx0" brushRef="#br0" timeOffset="66218">13080 7080 24575,'-12'9'0,"4"3"0,9 5 0,1-6 0,13 13 0,-9-17-3277,25 10 0,-24-13 1717,12 0 1,1-1 1559,-9-1 0,26-6 0,-27 2-1164,8-6 1,0-2 1163,-10 7 0,15-12-1418,-9 0 1418,-5 6 3276,14-19-3054,-18 14-222,5-2 0,-10 7 0,0 8 0</inkml:trace>
  <inkml:trace contextRef="#ctx0" brushRef="#br0" timeOffset="66669">13450 7064 24575,'-9'9'0,"5"-5"0,-3 8 0,6-9 0,3 7 0,0-5-3277,9 7 0,-6-9 3047,12 6 230,8-12 0,-4 1 0,0-4 0,-2-1 0,-2-3 0,3-4 0,0-1 0,-5 1 0,-1-1 0,-1 1 0,-6 3-3277,-1-10 2017,-5 15 1260,-6-11 0,0 12 0,-15-6 0,13 8 0,-14 3 0,-2 1 0,4 5 0,-1-2 0,2 0 0,6 0 0,7-2 0</inkml:trace>
  <inkml:trace contextRef="#ctx0" brushRef="#br0" timeOffset="67216">11780 7115 24575,'9'18'0,"-1"1"0,1 3 0,-1-2 0,-2-6 0,0 9 0,-1 2 0,-2 1-1639,1 10 1,0 0-1639,-2-11 2302,0 4 1,2-10 974,13-46 0,-1 14 0,-6-4 0,-2 0 0,2 1 0</inkml:trace>
  <inkml:trace contextRef="#ctx0" brushRef="#br0" timeOffset="67871">11935 7030 24575,'31'-7'0,"-1"0"0,1 1 0,-1 1 0,5-1 0,2 1 0,-1 0 0,-2 1 0,-5-1-1093,-2 1 1,-4 0 0,6 0 727,-4 1 1,4-1 0,3 0 0,3 0 0,2 0 0,0 0 0,0 0 0,-1-1 0,-3 1-46,2-1 0,-1 1 1,0-1-1,0 0 1,-1 0-1,1 0 0,-1 0 1,-1 0 64,3 1 1,-2-1-1,0 1 1,1 0 0,-1 0-1,1-1 1,0 0 344,1 0 0,3-1 0,1 0 0,-1-1 0,0 1 0,-4 0 0,-4 1 0,-6 0 1036,2 0 0,-2-1-1036,10-3 0,5-2 0,-9 2 0,-8 1 0,5-2 0,-2 1 0,-15 5 3276,12 0-3212,-8 1-64,3 2 3276,9 3 0,2 5-3066,-3 1-1849,-4 1 1,-2 0-1639,-9-2 1638,11 9 1,0 2 1149,-11-7-395,8 11 0,0 2 884,-10-8-1379,2 8 1,0 1 1378,-6-10 400,5 19 1,-1 3-401,-4-14 482,4 10 1,-1 0-483,-5-12 1433,3 15-1433,-4-23 3276,-1 6-2209,-4-15 2209,1-1-2528,-21 3-748,7-4-1093,-8 3 1,-7 1 0,2 0 916,4-3 1,-3 1 175,5-2 0,-6 2 0,-3-1 0,-2 1 0,-2-1 0,0 0 0,1 0-410,3 0 0,0-1 1,-1 0-1,-1 0 1,1 0-1,0 0 0,0 0 1,0 0 256,-2 1 0,1-1 1,1 1-1,-1-1 0,0 1 1,0 0-1,-1 0-227,-1 1 1,-3 0 0,-1 0 0,1 1 0,0-1-1,4 0 1,5 0 0,5 0 379,-4 1 0,3 0-438,-10 4 0,-3 1 1,12-4 437,17-4 583,-13 3 1,23-5-1,4 0 1</inkml:trace>
  <inkml:trace contextRef="#ctx0" brushRef="#br0" timeOffset="70275">14009 7047 24575,'26'10'0,"0"-1"0,-5-2 0,1 1 0,11 4 0,3 1-1093,-6-4 1,2 1 0,-2 0-547,-1-1 1,0 1 818,-2-3 1,2 2 0,1-1 0,-2-1-145,-1 0 0,-1-1 1,-1 0 963,8 2 0,-1 1 212,0-3 0,-5-1-212,-10 1 0,12-1 0,-11 3 0,0-6 3276,-2 3-3103,-8-3 0,-1 0 0,-3-1 0</inkml:trace>
  <inkml:trace contextRef="#ctx0" brushRef="#br0" timeOffset="70905">14731 7191 24575,'-3'30'0,"1"0"0,1-8 0,0-2 0,-3 10 0,3-20 0,0 7 0,1-11 0,0-2 0,4-14 0,0-24 0,1 14 0,-2-5 0,-1 3 0,-1 14 0,3-18 0,-4 25 0,6-3 0,9 12 0,7 6 0,11 0 0,1-1 0,-8 1 0,-1-2 0,2-2 0,2-1 0,-9-3 0,-12-5 0,13 5 0,-33-1 0,1 2 0,-5 1 0,4-1 0,9-2 0,0-1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3:00:03.67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2338 5296 24575,'21'0'0,"-1"0"0,6 0 0,0 0-726,-3 0 0,1 0 726,5 1 0,3 2-1093,-7 0 1,0 1 0,-1-1-547,-1 1 1,1-1 1281,7 1 0,3 0 1,-3 0 249,-7-1 1,-2 0 106,5-1 0,2 1-1093,3 1 1,3 1 0,-5-2 877,-10-2 0,0 0 215,8 1 0,6 1 0,1 0 0,-8 0 13,-8-2 1,0 1-14,14 0 0,5 1 0,-1 1 0,-1 1 0,-3 1 0,-6-3 0,1 0 0,7 2 0,3 1 0,-6-2 2893,3-1-2893,-4 0 0,8 1 0,0 0 0,-7-1 0,-14-1 0,1-1 0,8 1 0,8 1 0,2 0 0,0 0 0,-6-1 192,5-1 0,0-1-192,-5 2 0,6 0 0,2 0 0,-2-1 0,-6 1 0,1-2 0,0 0 0,-3 0 0,5 1 0,2-1 0,-4 1 0,-8-1 0,5 0 0,-4 0 0,10 0 0,3-1 0,-2 2 0,-8-1 0,-4 1 0,0 1 0,1-2 0,6 0 0,2 0 0,1 0 0,-1 0 0,-2 2 0,1 0 0,-1 0 0,0 0 0,-2-1 0,3 0 0,0-1 0,-2 0 0,1 1 0,1 0 0,2 1 0,-3 0 0,-7-1 0,0-1 0</inkml:trace>
  <inkml:trace contextRef="#ctx0" brushRef="#br0" timeOffset="2022">6286 5112 24575,'30'1'0,"-1"1"0,-1 0 0,3 0 0,0 1 0,1-1 0,1 1 0,-1-1-1093,-2 1 1,-1 0 0,1 0 428,3-1 1,0 0 0,-3 1 663,-2 0 0,2 1 0,-3-1 0,4-1 0,3 0 0,-2 0 0,-4 1 0,5 1 0,1 1 0,-3-3 0,4 0 0,3 0 0,-1-1 0,-6 1 0,-4-1 0,-3 0 0,2 0 0,3 0 0,3-1 0,1 0 0,1 1 0,-3-1-820,1 0 1,-2 1 0,0-1 0,-1 0 115,3 0 0,0 0 0,1 0 704,4 0 0,4 1 0,-2-1 0,-7-1 507,-5 0 0,0 0-507,-1 1 0,5 0 0,3-1 0,0 1 0,-3 0 0,2-1 0,-3 0 0,2-1 0,2 2-547,-1-1 1,4 1 0,1-1 0,0 1 0,-1 0 0,-3 0 514,4-1 1,-3 1 0,-1-1-1,1 1 1,1 0 0,3 0-1,-5 0 1,-9 0 0,-9 0 0</inkml:trace>
  <inkml:trace contextRef="#ctx0" brushRef="#br0" timeOffset="2536">10435 5177 24575,'30'-2'0,"-9"2"0,1 0-677,-3-1 0,2 1 677,5 0 0,6 0 0,0 0 0,-6 0-3277,8 0 3150,-8 0 1,6 0 0,2 0 0,-4 0-967,-2 0 1,-2 0 0,0 0 746,1 0 0,1 0 1,4 0 345,-1 0 0,6 0 0,2 0 0,1 0 0,-4 0 0,-6 0-637,6 0 1,1 0 636,-10 0 0,7 0 0,2 0 0,2 0 0,-2 0 0,-5 0 0,-6 0 0,-3 0 0,-1 0 0,7 0 0,6 0 0,0 0 0,-5 0 0,0 0 0,-3 0 0,1 0 0,-1 0 158,-2 0 1,-2 0-159,6 0 0,-13 0 0,-1 0 0</inkml:trace>
  <inkml:trace contextRef="#ctx0" brushRef="#br0" timeOffset="3056">12456 5107 24575,'6'0'0,"2"-2"0,1 2 0,23-2 0,3 2 0,3 0 0,-7 0 0,2 0-820,-4 1 1,3-1 0,2 0 0,-1 1 751,-3-1 0,0 0 0,0 0 0,-2 0 68,4 1 0,-1-1 0,3 1 0,-4-1 0,4 0 0,1 0 0,1-1 0,-3 1 0,-3 1 0,1-1 0,-3 0 0,2 1 0,1-1 0,2 0 0,0 0 0,-2 0 0,7 1 0,-2-1 0,-6 1 0,6-3 0,-9 2 0,4 0 0,-5 0 825,3-2-825,5 0 0,-3 0-1089,-12 1 1089,9-2 0,0 0 0,-10 0 0,2 0 0,-8 1 0</inkml:trace>
  <inkml:trace contextRef="#ctx0" brushRef="#br0" timeOffset="18414">30054 14738 24575,'3'-1'0,"2"0"0,18-7 0,8 5 0,-12-3 0,2-1 0,18 4 0,-3 0-3277,-12-4 1908,4 5 0,1 1 1369,-6-2 0,-3 1 1778,4 2-1778,11-2 0,-2 1 969,-20 1-969,20 0 0,-1 0 0,-19 0 0,16 0 0,0 0 0,-19 0 1634,11 0 0,3 0-1634,12-2 0,-3 1 0,-12-1 0,-2-1 0,-4-2 0,14-1 0,-13 2 0,2 0 0,-14 4 0,2-2 0</inkml:trace>
  <inkml:trace contextRef="#ctx0" brushRef="#br0" timeOffset="20167">23193 16160 24575,'20'-1'0,"-1"1"0,0-1 0,1 0 0,1 1 0,3 0 0,9 0 0,8 1 0,0-1 0,-6 1-1639,-5 0 1,1 0 1091,-4 0 1,6 0 0,2 1 0,1-1 0,-3 1 0,-6 0 30,2 2 0,1 0 516,-1-1 0,6 2 0,2-1 0,-2 0 0,-5 0 0,2 1 0,1-1 0,-1 0 0,6 0 0,3 1 0,-4-1 0,-10-1 0,6 3 0,-1-3 0,9 0 0,0 0 0,-9 0 0,2 3 0,-8-3 0,8-2 0,1 1 0,-2-1-1093,1 1 1,-1-1 0,-2 0 819,-5 0 0,-1-1 0,4 1 273,2-1 0,5 0 0,4 0 0,-1 0 0,-5 0 0,-7 0 342,-5 0 1,1 0-343,1 0 0,6 0 0,5 0 0,3-1 0,1 1 0,-2 0 0,-4 0 0,-5 1-642,2 0 1,-5 0-1,5-1 642,-2 1 0,4-1 0,4 0 0,2 0 0,0-1 0,-2 1 0,-3 1 0,-5-1 0,7 1 0,-7 1 0,6 0 0,-4-2 0,4 1 0,3 0 0,1 0 0,0-1 0,-1 1 0,-3 0 0,1-1 0,-2 1 0,0-1 0,-1 1 0,0 0 0,0-1 0,-1 2 0,1-1 0,0 0 0,1-1 0,0 0 0,3-1 0,1 1 0,-2-1 0,-4 0 0,-7 0 0,-3 1 0,-2-1 0,13-1 0,10-1 0,-2-1 0,-10 2 0,-1 0 0,-3-1 0,9-2 0,-1 0 0,-7 1 0,5-1 0,-5 0 0,6 0 0,-2 0-594,5-1 0,-3 2 594,-7 0 0,0 0 0,3 1 0,-1 1 192,8-3-192,-13 4-519,8-1 0,-1-1 519,-14 1-106,9 0 1,-2-1 105,-13 0 2631,13 0-2631,-17 1 3276,3 2-3198,-6-1 0,-1 1 1,-2-2-1</inkml:trace>
  <inkml:trace contextRef="#ctx0" brushRef="#br0" timeOffset="22990">22164 12705 24575,'19'0'0,"0"0"0,4 1 0,2 0 0,1 0 0,4-1-1093,3 2 1,3 0 0,2 1 272,-6-2 1,1 1 0,0-1 0,1 1 571,0 0 0,1 0 0,0 1 0,2 0 248,-3-1 0,2 1 0,1 0 0,-1 0 0,-3 0 0,-4-1-1093,-1 1 1,-5-1 0,3 1 973,5-1 1,4 0 0,2 1-1,-2-1 1,-4 0 118,-4 1 0,-3-1 0,1 0 303,6 0 1,1 0-1,1 1-303,2 0 0,0 0 0,-4 1 0,-10-2 0,-1 1-1639,13 0 1,-3 0 1611,-13-1 27,14 1 1367,-15-2-1367,-6 1 3276,9-1-2819,-10 2-457,-2-2 0,2 0 0,-7-1 0,-1 0 0</inkml:trace>
  <inkml:trace contextRef="#ctx0" brushRef="#br0" timeOffset="24969">11317 17956 24575,'-5'25'0,"0"-3"0,1-2-3277,1-6 832,-4 15 2305,6-6 140,-1-8 0,1 6 0,0 1 0,3-6-1639,0 6 1,0 0 932,2-11 706,2 15-1356,16-3 1356,-8-9 0,14 5 0,2 0 0,-4-7 0,6 0 0,0-1 1652,-12-4-1652,14 0 0,-1-1 0,-13-1 0,9-1 0,-1-1 0,-15-2 1018,11-1-1018,-13 0 3276,-1-1-633,-2-4-3463,-3-7 1,-2 5 0,0-3 0</inkml:trace>
  <inkml:trace contextRef="#ctx0" brushRef="#br0" timeOffset="25570">11760 18245 24575,'1'12'0,"4"14"0,-2-12 0,5 18 0,-4-16 0,1-1 0,1 2 0,-2-13 0,-1-3 0,-3-10 0,-2 1 0,4-1 0,8 11 0,9 3 0,-5-2 0,0 0 0,-11 0 0,-1-1 0,0-1 0,-4 2 0,-9 5 0,-8 6 0,1-2 0,-5 3 0,17-14 0,-3 5 0,8-6 0</inkml:trace>
  <inkml:trace contextRef="#ctx0" brushRef="#br0" timeOffset="26435">12347 18292 24575,'7'32'0,"-2"-17"0,2 7 0,1-1 0,0-11 0,10 10 0,3-1 0,-1-4-1093,2-1 1,5 2 0,-4-2-2185,2-3 2184,2-1 1,6 1 0,-1-2 347,4-4 0,-1-1 745,-10 1 0,0 0 0,2-1 921,3-2 1,2 0 0,-5-4-922,-4-3 0,-2-1 0,1 1 0,-2 0 1726,9-17-1726,-25-6 0,-2 6 0,-9-13 0,-2 18-1639,-3 0 1,0 1 394,3 2 1244,-11-7 3217,-2 6-3217,6 7 21,-5-3 0,-3-1-21,4 7 0,0 1 0,1-2 0,0 1 0,-6 3 0,0 2 0,2 4 0,2 1 3276,-11 2-1846,1 5 0,2 1-1430,13-4 0,-8 9 0,1 0 0,11-8 0,-2 10 0,0 0 0,9-9-3277,-7 23 1726,12-25 1046,4 10 505,2-13 0,25 8 0,-15-11 0,9-3 0,2-2 0,-2-2 0,8-7 0,1-2 0,-2-1-370,-4-2 0,-2 1 1,-12 4-1,-3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3:00:38.46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7490 7062 24575,'17'-6'0,"4"-1"-1639,5-4 1,1 0-1639,-2 2 1638,2-2 1,2-2 1112,-2 1 0,-1 0 526,-7 2 0,0 0 0,10-4 0,-1 0 0,-10 5 0,-1 0 0,4-2 404,1 0 1,0 0-405,5-2 0,5-5 0,-17 11 0,-7 3 0</inkml:trace>
  <inkml:trace contextRef="#ctx0" brushRef="#br0" timeOffset="6541">3424 8778 24575,'37'1'0,"0"0"0,-2 0 0,1-1 0,0 1-1093,-3-1 1,1 0 0,3 0 887,-6 0 0,3 0 1,3 1-1,-1-1 1,-3 0-1,-5 0-1434,6 1 1,-1-1 1000,-1 0 1,4 1 0,0-1 0,-6 1 637,-4-1 0,0 0-687,9 0 1,5 0-1,-4 0 687,-3 0 0,0 0-670,2 0 0,6 0 0,-2 0 1,-12 0 669,-7 0 68,6 0 0,7 0 0,-7 0-68,-8 0 1390,6 0 0,1 0-1390,6-2 3276,-1 0-3056,5 0 1,-25 0 0,7 2-1</inkml:trace>
  <inkml:trace contextRef="#ctx0" brushRef="#br0" timeOffset="7316">7348 8719 24575,'21'3'0,"2"-3"-1639,0 2 1,0 0-1639,1 0 1638,6 0 1,-3-1-1639,-13 1 4052,10-1 0,1-1-775,-7 0 0,15 1 0,3 0 0,-3 0-985,-2-1 0,5 0 0,-7 0 985,-7 0 0,8-1 0,9 0 0,-9 1 0,-5 2 0,0-2 0,7-1 0,0 0 0,-7 1 0,1 1 0,2-1 0,6 0 0,-10 0 0,-12 0-267,18 1 0,-28-1 0,-1 0 1</inkml:trace>
  <inkml:trace contextRef="#ctx0" brushRef="#br0" timeOffset="9548">12911 9426 16982,'30'-7'0,"0"0"0,0 0 0,1-1 0,-1 1 0,-2 1 0,-1-1 0,0 1 0,1-1-656,4-1 1,3-1-1,0 0 1,0 0 0,-4 1 89,3-1 0,-2 0 0,1 0 566,1 0 0,3 0 0,-2-1 0,-4 2 0,-1 0 0,-1 0 0,2-1 0,3-1 0,-9 2 1943,-7 1-1943,-1 0 0,-1 0 0,-13 6 0,-1 0 0</inkml:trace>
  <inkml:trace contextRef="#ctx0" brushRef="#br0" timeOffset="11710">4815 10766 24575,'35'6'0,"-19"-4"0,6 2 0,0 1 0,3 1 0,-1-1 0,0-1 0,-5-1 0,-1 0-1639,13 3 1,-2-1-1639,-4-4 1638,7 4 1,-1 0-231,-12-3 1869,1 0 0,4 1 670,8 1 0,1 1-670,-7-2 0,0 1 0,3-1 0,6 2 0,3 1 0,1-1 0,-2 0-685,-2 0 0,-1-1 0,2 0 685,-1 1 0,3 0 0,-1 0 0,-3-1 0,-3-1 0,-2-1 0,4 1 0,-1-1 0,6 2 0,2-1 0,1 0 0,-3 0 0,-4-1-163,4 1 1,-3-2 0,4 1 162,-8 0 0,5-1 0,3 1 0,0 0 0,-1 0 0,-4-1 0,-4 0 0,1-1 0,-4 0 0,3 0 0,1 1 0,4-1 0,3 1 0,1 0 0,0 0 0,-1 0 0,-6 0 0,1-1 0,0 1 0,0 0 0,0 0 0,0 0 0,0 0 36,-1-1 1,-1 1 0,1 0 0,-1 0 0,1 0 0,1 0 0,2 0-37,-1 1 0,1-1 0,2 1 0,1 0 0,-1 1 0,1-1 0,0 0 0,-1 0 0,-1-1-278,1 1 1,0-1 0,-1 1 0,1-1 0,-2 0 0,0 0 0,0 1 0,-2-1 277,4 1 0,-2 1 0,-1-1 0,0 0 0,1 0 0,0 0-13,-1 0 0,0-1 0,1 0 0,0 0 0,0 0 0,0 0 0,-2 0 13,3 0 0,-1 0 0,0 0 0,0 0 0,-2 0 0,-2 0-75,4 1 1,-3 0 0,0 1-1,4-1 75,-5-1 0,2 0 0,3 0 0,0 0 0,0 0 0,-3 0 0,-2 0 0,5 2 0,-3 1 0,-2-1 0,0 0 0,1-2 0,-2 0 0,2 0 0,2 2 0,3 1 0,-1 0 0,-7-1 0,-6-2 0,-1-1 0,5 2 0,5 1 0,0 0 0,-5-2 0,-4 0 0,1-1 0,5 1 0,5 0 0,1 0 0,-6-1 0,-3 1 0,0-2 340,7 1 1,4-1 0,-5 1-341,-9 0 0,0-1 0,6-2 0,4-1 0,-6 1 0,5-1 836,1-2 1,-4-1-837,-17 5 2182,13-6-2182,-18 5 3276,9-6-2309,-2-6-967,0 4 3009,4-18-3009,-6 5 0,-1 5 0,-1-3 0,-1 2 0,-3 0 0,4-13 0,-6 9 0,-1 4 0,0 0 3121,-1-9-3121,0 1 0,1-1 0,-3 5 0,0 1-697,1 3 1,-1 1 696,0-16 0,0 16 0,0 0 0,0-2 0,1-3 0,-2 0 0,-3-3 0,2 4 0,-6-3 0,5 15 0,-5-5 0,3 9 0,-8-14 0,-6 3 0,1 1 0,1 5 0,0 1 0,-5 1 0,-4-1 0,-1 1-1019,-8 1 1019,7 2 0,-6-1 0,-1 0 0,6 1-717,4 3 0,-1-1 717,-2 0 0,-7-1 0,-2-1 0,1 1 0,7 1 0,2 1 0,0 0 0,-3 0 0,-4 0 0,0-1 0,6 1 0,7 2 0,1 0 0,-10-2 0,3 1 0,12 3 0,3 0 0,2 0 0,8 0 0</inkml:trace>
  <inkml:trace contextRef="#ctx0" brushRef="#br0" timeOffset="13870">17993 7107 24575,'27'1'0,"0"1"0,-7-2 0,10 3 0,8 0 0,-8 0-2027,-10-1 2027,8-1 0,11 1 0,1 0 0,-7-1-825,-11-1 1,2 0 824,5 0 0,7 1 0,4 0 0,-4 0 0,-7-1 0,-7 1 0,0-1 0,4 1 0,7 0 0,4 0 0,0 0 0,-3 0 0,-7 0-998,-2-1 1,0 0 997,3 0 0,9 1 0,4-1 0,-1 1 0,-2-1 0,-8 0 0,1 0 0,0 0 0,-6 0 0,7 0 0,3 1 0,3-1 0,0 1 0,-2-1 0,-3 0 0,-7 1-1639,9-1 1,2 0 1620,-13 1 0,6-1 1,5 0-1,2 1 1,3 0-1,1-1 1,0 1-1,-2-1 1,-2 1-1,-3 0 1,-6-1-803,8 1 1,-7 0 0,0 0 0,7 0 812,-7 0 1,4-1 0,3 0 0,3 0 0,2 1 0,1-1 0,0 0 0,0 0 0,-2 1 0,-3-1 0,-2 0-1,-4 1-415,6 0 1,-6 1 0,-1-1 0,2 0 0,6 0 421,-11 0 0,4-1 0,3 1 0,2-1 0,1 0 0,2 0 0,1 1 0,0-1 0,0 0 0,0 0 0,-1 0 0,-2 0 0,-2 1 0,-2-1 0,-3 1-171,6 0 1,-3 0 0,-3 0 0,-1 0-1,1 0 1,3 0 0,3 0 170,-6-1 0,2 1 0,2-1 0,3 1 0,0-1 0,2 0 0,0 0 0,0 1 0,1-1 0,-2 0 0,-1 0 0,-1 0 0,-2 1 0,-3-1 0,-2 0-99,10 1 0,-5-1 0,-3 1 0,0 0 0,3-1 0,4 0 99,-8 1 0,3-1 0,2 0 0,3 0 0,0 0 0,1 0 0,1 0 0,-2 0 0,0 0 0,-2 0 0,-3-1 0,-2 1 0,-5 0 0,13 0 0,-7 0 0,-1 0 0,4 0 0,-5 1 0,3-1 0,3 0 0,0 0 0,1 0 0,-1 0 0,-2 0 0,-2-1 0,5 0 0,0-1 0,-3 0 0,-1 0 0,-4 0 0,1 1 0,-4 0 0,6-1 0,-4 0 0,5 0 0,4-1 0,2 0 0,-1 0 0,-2 1 0,-4-1 0,-7 1 0,4-1 0,-1 0 0,-1 1 0,7-2 0,1 0 0,-4 1 0,-8-1 0,-3-2 1014,10 1 1,-1 0-1015,-14 0 3034,1-1-3034,-11 1 3276,-5-22-2646,-3 5 1,0-1-631,1 3 0,0 0 1212,-5-14 1,1 2-1213,0 11-1639,-2-12 1,0 1-425,3 13 2063,-1-5 0,0 0-1804,0-5 1804,1 0-147,-1-5 0,1-4 147,1 3 0,1-1 0,-1 3 0,1-2 0,1 7 0,1-2 0,0 7 2348,1 4-2348,0-11 0,1 1 0,-1 14 0,2-6 0,1 1 0,-3 7 0,3 1 0,-3 9 0</inkml:trace>
  <inkml:trace contextRef="#ctx0" brushRef="#br0" timeOffset="18705">18099 8809 24575,'34'1'0,"1"-1"0,0 1 0,-9-1 0,1 0 0,1 1 0,4-1 0,2 1 0,0-1-820,-1 0 1,1 0 0,-1 0 0,-1 0-274,0 0 1,-2 0 0,3 0 955,1 0 0,3 1 1,1-1-1,-3 1 137,2 0 0,-3 1 0,-1-1 0,1 2 0,0 0 0,-1 0 0,2-1 0,-4 1 0,-4 1 0,0 0 0,-1-2 0,3 1 0,2-1 0,1 0-547,-2 0 1,1-1 0,2 1 0,1-1 0,-1 0 0,-1 0 329,0 0 0,0 0 0,-1 1 0,2-1 0,3 0 217,-7-1 0,3 1 0,2-1 0,1 0 0,1 1 0,-1-1 0,0 0 0,0 0 0,-3 0-231,4 0 1,-1 0-1,-1 0 1,0 0-1,0 0 1,-2 0-1,1 0 231,-1 0 0,-2 0 0,0 0 0,1 0 0,0 0 0,4 0-273,-2 0 1,4 0-1,2 0 1,1 0-1,0 0 1,-1 0 0,-3 0-1,-3 0 1,-4 0 272,6 0 0,-5 0 0,6 0-78,-10 0 0,5 0 1,4 0-1,2 0 0,2 0 1,0 0-1,1 0 0,-3 0 1,-1 0-1,-4 0 0,-4 0 78,7 0 0,-6 0 0,0 0 0,7 0 0,-8 0 0,3 0 0,4 0 0,2 0 0,1 0 0,2 0 0,0 0 0,0 0 0,-2 0 0,-1 0 0,-4 0 0,-2 0 0,5 0 0,-4 0 0,-3 0 0,1 0 0,1 0 0,5 0 0,-5 1 0,4-1 0,2 1 0,1-1 0,2 1 0,-1 0 0,1-1 0,-2 1 0,-1 0 0,-3 0 0,-2-1 0,8 1 0,-4 0 0,-1 0 0,0 0 0,5 0 47,-10 0 1,3 0-1,1 1 1,2-1-1,0 1 1,0 0-1,0-1 1,-2 1-1,-1-1 1,-3 1-48,4-1 0,-2 1 0,-1-1 0,-1 1 0,0-1 0,2 1 0,2-1 0,2 1 0,1-1 0,-1 0 0,-2 0 0,-1 0 0,5 0 0,-1 0 0,-4 0 0,-8-1 2263,-4 0-2263,7-1 0,-1 0 0,-11 0 1638,3 0 0,1-1-1528,0-3-110,7-1 0,-10 2 3276,-2-3-2830,-9-4 1,-1 5-1,-2-4 1</inkml:trace>
  <inkml:trace contextRef="#ctx0" brushRef="#br0" timeOffset="19003">23514 8624 24575,'0'25'0,"0"0"0,0 0 0,1 12 0,-2-3 0,-2-8 0,0-3 0,2 4 0,-5-5 0</inkml:trace>
  <inkml:trace contextRef="#ctx0" brushRef="#br0" timeOffset="19209">23458 9048 24575,'0'0'0</inkml:trace>
  <inkml:trace contextRef="#ctx0" brushRef="#br0" timeOffset="21354">6131 12730 24575,'35'-6'0,"-1"-1"0,0 1 0,0-1 0,1 1 0,-1 0 0,0-1 0,0 1 0,3-1 0,-6 0 0,2 0 0,9-3-157,-19 5 1,4-2 0,2-1 0,3 0 0,3-1 0,1 0 0,2-1 0,1-1 0,2 1 0,-1-1 0,2-1 0,-1 1 0,0 0 0,-1 0 0,-1 1 0,-1-1 0,-2 1 0,-1 1 0,-4 0 0,-1 1 0,-4 0-313,11-2 1,-7 1 0,-3 0 0,-1 1 0,1 0 0,5-2 0,7-2 358,-16 5 1,3 0 0,3-2 0,1 0-1,3-1 1,1 0 0,2-1 0,2 0-1,1 0 1,0-1 0,2 0 0,1-1 0,-1 1-1,2-1 1,-1 1 0,1-1 0,-1 0-1,0 1 1,-1 0 0,0 0 0,-1 0 0,-2 1-1,0 0 1,-2 0 0,-2 1 0,-2 0-1,-1 2 1,-3-1 0,-2 2 0,-3 0-23,21-5 1,-9 2 0,-4 1 0,-1 1 0,3-1 0,6-2 0,-10 3 0,4-2 0,3 0 0,3-2 0,2 0 0,2 0 0,1-1 0,0 0-1,-1 0 1,-1 1 0,-2 0 0,-2 1 0,-3 1 0,-4 2 0,-5 1 0,-5 1 0,-5 2 0,10 1 0</inkml:trace>
  <inkml:trace contextRef="#ctx0" brushRef="#br0" timeOffset="26007">2624 14966 22180,'35'0'0,"0"1"0,-1-1 0,-1 1 0,-1-1 0,4 1 0,3 1 0,-7-1 0,4-1 0,-15 1 0,-1 0 0,4 0 0,-5 0-3277,3 1 0,-15-1 3237,7 0 40,-6-2 0,14-1 0,-8-1 0,2 1 0,-12 1 0</inkml:trace>
  <inkml:trace contextRef="#ctx0" brushRef="#br0" timeOffset="26972">5369 14836 24575,'23'2'0,"5"0"0,-8-1 0,14 1 0,-17-1 0,7-1 0,2 1 0,-4 1 0,0-1 0,-2-1 0,1 1 0,7 1 0,0 1 0,-7-1 0,-1-1 0,0 2 0,1-1 0,9 1 0,1-1 0,-4-1 0,0 1 0,2 0 0,2-1-1093,-4 0 1,2-1 0,-1 1-547,-2-1 1,2 1 1561,4 0 0,3-1 1,-1 0-1017,-6 1 1,-1 0 0,0 0 672,-1-1 0,-1 1 0,1-1-592,1 1 1,1 0 0,-6-1 1011,-2 0-506,10 1 1,0 0 505,-13-1 0,8 1 0,1-1 0,-7 0 0,9 0 0,1 0 0,-11 0 0,10 0 0,8 0 0,-6 0 2272,1 0-2272,-6 0 0,6 0 0,1 0 0,-7 0 0,7 0 0,-3 1 0,7-1 0,-7 1 0,3-1 0,-4 1 0,5-1 0,-5 0 0,-3 0 0,-3 0 0,-1 0 0</inkml:trace>
  <inkml:trace contextRef="#ctx0" brushRef="#br0" timeOffset="27355">8975 14773 24575,'0'0'0</inkml:trace>
  <inkml:trace contextRef="#ctx0" brushRef="#br0" timeOffset="28288">6986 16372 24575,'11'0'0,"16"-9"0,12-8 0,-5 3-1639,-13 6 1,0 0 982,2-3 1,7-3-1,1-2 1,-1 0 0,-6 1 411,1-4 1,-1-3 243,0 2 0,3-4 0,3-1 0,-1-1 0,-4 4 0,-1 0 0,-3 1 0,3-1 0,-1-1 0,4-3 0,0-1 0,-2 2 0,-6 5 0,-2 4 0,-2-1 0,6-11 0,2-6 0,-4 5 0,-8 10 0,-1-1 0,5-9 0,2-5 0,-3 1 0,-2-2 0,-2 1 0,-2 4 0,0 1 0,-2 5 0,-1 4 0,-3 9 0</inkml:trace>
  <inkml:trace contextRef="#ctx0" brushRef="#br0" timeOffset="29780">8802 15676 24575,'14'21'0,"-3"-2"0,-5-2 0,5 15 0,-5-15 0,-1 5 0,0-3 0,-2-11 0,2 13 0,-4-15 0,2-8 0,0-9 0,1-5 0,1-9 0,2 8 0,-4 0 0,4 3 0,-2 6 0,-1 3 0,0 1 0</inkml:trace>
  <inkml:trace contextRef="#ctx0" brushRef="#br0" timeOffset="30157">9430 15600 24575,'5'31'0,"1"1"0,0-1 0,1-1 0,3-6 0,0-2 0,0 6 0,7 5 0,-13-25 0,5 8 0,-14-13-820,-25-15 1,14 9 0,-13-10 0</inkml:trace>
  <inkml:trace contextRef="#ctx0" brushRef="#br0" timeOffset="31231">8524 15646 24575,'-21'28'0,"8"-9"0,-9 10 0,14-18 0,-3 8 0,6-13 0,0 5 0,3-6 0,4 10 0,3-7 0,11 17 0,-1-13-1093,10 5 1,8 5 0,-3-3-547,-5-5 1,2 0 1592,0-1 0,5 2 0,3 1 0,0 0 0,-5-3-677,2 0 1,-3-2 0,4 0 722,-3-1 0,4 0 0,2 1 0,0 0 0,-1-1 0,-5-2-717,5 2 1,-4-1-1,4-1 717,-2 0 0,3 0 0,2 0 0,-3-1 0,-4-1 0,4-1 0,-1-1 0,-2 0 0,3-1 0,-2-1 0,-6-1 0,-2-2 0,-1 0 0,8-2 0,-1-2 0,5-3 0,-2-2 0,-15 3 0,0-2 0,4-3 0,2-2 0,-3 2 0,5-3 0,-5 1 0,3-5 0,-5 3-12,1-4 12,3-8 0,-1 0 0,-5 1 0,-7 0 0,-1 1 3276,-3 9-2595,-4-10 1,-2-1-682,-2 6 0,-4-11 0,-2-1 0,-3 4 622,0 3 0,0 1-622,-2 1 0,-2 4 0,0 2 0,-6-3 0,1 5 0,-1 1 0,-8 2 1268,0 3 0,-3 1-1268,4 5 0,-1 2 0,1-1-1524,-4-3 0,-1 0 1524,4 5 0,-1 0 0,-1 1 0,2 1 0,0 1 0,1 0 0,2 0 0,-3 2 0,1 0 0,-8 2 0,-3 1 0,0 0 0,3 0 0,8-1 0,3 0 0,-1 1 0,1-1 0,-7 1 0,-5 1 0,-4 1 0,-1 0 0,0 0 0,4 0 0,5-1 0,7-2-1394,-5 3 1,0 1 1393,6-3 0,-7 3 0,-4 0 0,-3 1 0,-1 1 0,2-1 0,2 0 0,5-1 0,7-1 0,-5 4 0,2 1 0,-1 0 0,-8 3 0,-3 1 0,0 1 0,5-2 0,8-3 0,6-2 0,2 0 0,-8 6 0,-5 4 0,0 1 0,10-6 0,6 1 221,-4 6 1,3 2-222,9-5 0,4 4 0,2-15 0,1-5 0</inkml:trace>
  <inkml:trace contextRef="#ctx0" brushRef="#br0" timeOffset="35295">22770 12796 24575,'27'-10'0,"0"1"0,-3 1 0,3-2 0,-3 0 0,-14 8 0,11-7 0,1-1 0,-7 6 0,15-9 0,-1 0 0,-15 9 0,9-5 0,-2-1 0,-11 6 0,9-3 0,-11 2 0,-2 3 0,-1-1 0</inkml:trace>
  <inkml:trace contextRef="#ctx0" brushRef="#br0" timeOffset="40941">25676 16546 24575,'28'5'0,"-10"-2"0,2-2 0,10-7 0,4-5 0,-4 2-1639,-7 5 1,0 0 818,3-3 1,3-3 0,1 0 0,-3 0-274,-3-1 1,-3 1 0,2-2 983,8-4 1,2-1-1,0-1 109,-9 4 0,1 0 0,0-1 0,0 0-685,6-4 1,1-2 0,0 0 0,-4 2 684,-5 2 0,-3 2 0,2-2 0,1 0 0,2-2 0,0 0 0,-5 2 0,-1 1 0,-2-1 292,0-4 1,0-2 0,-2 2-293,2-10-561,-6 8 0,-2 2 1,-4 8-1,-4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3:01:29.08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4558 6784 24575,'-25'22'0,"0"0"0,9-6 0,-3 2 0,-5 3 0,5-2 0,3 1-427,1-2 0,-1 1 427,4-3 0,0 4-820,-1 2 1,-1 5 0,1 2 0,1-4-820,-2 7 1,1 3 1399,3-11 1,-2 3 0,-1 3-1,0 1 1,1 0 0,1 0-143,-1 3 0,3 1 0,-1-1 0,1 2 0,-1 1 381,1-3 0,-1 1 0,-1 2 0,1 0 0,0-1 0,0 0 0,1-3 0,0 4 0,-1-3 0,1-1 0,1 2 0,0 1 0,1 0 0,0 2 0,0 3 0,1-1 0,0-2 0,1-5 0,2-5 0,-1 5 0,2-2 0,0-1 0,0 6 0,0 4 0,-1 0 0,2-4 0,0-7 0,0 0 0,2-2 0,-1 2 0,1 4 0,0 0 0,2-5-282,1-1 1,1 1 281,2-1 0,1 4 0,0 1 0,0-4-512,1 6 0,1 1 512,1-2 0,2 4 0,1-1 0,-3-6 0,-2-9 0,0-1 0,5 8 0,3 7 0,1-1 0,-4-6 0,-4-6 0,0 0 0,4 2 0,4 4 0,1 3 0,0-3 0,-5-5 0,-3-4 0,0-1 0,8 8 0,6 6 0,-1-1 0,-5-8 0,0-2 0,1-1 0,7 8 0,1-1 0,-5-5 1101,-4-7 1,1-1-1102,1 2 0,4 5 0,3 3 0,3 0 0,0 0 0,-1-2-90,-3-4 0,0 0 0,1-1 0,0-1 1,1 1-1,2 0 0,0 0 90,-2-2 0,1 0 0,2 0 0,0 1 0,1-1 0,0 1 0,0-1 0,-1 0 0,0-1 0,-2 0-353,1 1 0,0 0 1,-2-1-1,0 1 0,1-2 1,0 1-1,1-2 0,3 0 353,-3-2 0,2-1 0,2 0 0,0 0 0,1-2 0,0 1 0,0-1 0,0 0 0,0-1 0,-1 1 0,-2-1-178,3 0 1,-1-1 0,-1 0 0,0 0 0,0-1 0,-1 0 0,0 0-1,0 1 1,0-1 177,0 1 0,0-1 0,-2 1 0,0-1 0,1 1 0,1-1 0,2 0 0,2 0-81,-6-1 0,3 0 1,2 0-1,2 0 1,1 0-1,0 0 0,1 0 1,-1-1-1,-1 1 1,-1-1-1,-3 0 0,-3 0 1,-3-1-1,-4 0 81,12 1 0,-8-1 0,9-1 0,-12-1 0,6 1 0,3-1 0,4 0 0,3-1 0,0 1 0,1-1 0,-1 1 0,-1-1 0,-3 0 0,-4 0 0,-4 0 0,-5 1 97,3-2 1,-6 0 0,6-1-98,-2-1 0,5 0 0,4-2 0,4 0 0,2-1 0,2-1 0,0 0 0,-1 1 0,-1-1 0,-3 1 0,-5 1 0,-4 1 12,8-2 1,-8 1 0,0-1 0,7-2-13,-7 2 0,4-1 0,4-2 0,2 0 0,2-1 0,0 0 0,-1 0 0,-2 0 0,-3 1 0,-4 1 0,-4 2 0,7-3 0,-7 1 0,3-3 0,-2-1 0,4-4 0,3-2 0,0-2 0,-2 2 0,-5 2 0,-6 3 0,-2 1 0,-2-1 0,2-3 0,5-5 0,2-4 0,-1 1 0,-3 2 0,-6 5 0,-4 3 0,-2 0 0,8-11 0,5-8 0,-1 1 0,-5 7 0,-3-4 0,-3 8 0,3-6 0,1-4 0,-1 3 0,-4 8 0,-1-6 0,-2 3 0,2-9 0,2-5 0,0-1 0,-2 3 0,-2 7 0,-1-2 0,-2-2 0,-1 9 0,0-4 0,1-4 0,0-4 0,0 0 0,0-2 0,-1 1 0,0 0 0,-1 4 0,-2-1 0,0 0 0,-1 1 0,0 0 0,-1 0 0,0 1 0,1-1 0,0 1 0,0-4 0,1 0 0,1 1 0,-1-1 0,0 1 0,-1-2 0,-1 0 0,0 2 0,-1-2 0,0-1 0,-1-1 0,0 0 0,0 3 0,0 2 0,0 4 0,0 6 0,-2-12 0,-3 1-48,1 9 1,-1-6 0,-2-3-1,-1-3 1,-1 0 0,0 2-1,0 3 1,1 7 47,-5-4 0,0 6 0,-6-5-5,7 9 1,-3-3 0,-3-3 0,-1-2-1,-2-1 1,0 0 0,-1 0 0,1 2 0,2 1-1,2 4 1,2 3 4,-3-3 0,3 5 0,-1 1 0,-7-4 0,7 7 0,-5-1 0,-3-2 0,-3-2 0,-3 0 0,-1-1 0,-2 0 0,-1 0 0,1 0 0,-1 0 0,2 1 0,1 1 0,3 1 0,2 1 0,3 3 0,5 1 0,-11-5 0,9 4 0,-2 1 0,-10-4 0,16 8 0,-3-1 0,-4-1 0,-2-1 0,-2-1 0,-3 0 0,-1-1 0,-2 0 0,-2 0 0,0-1 0,-2 0 0,0-1 0,0 1 0,-1 0 0,1 0 0,0 0 0,1 1 0,1-1 0,1 2 0,1 0 0,2 0 0,2 2 0,3 0 0,2 1 0,2 1 0,-14-4 0,7 2 0,4 1 0,1 1 0,-2 1 0,-5-2 0,-7-1 0,18 4 0,-2 0 0,-2-1 0,-2 0 0,-3 0 0,0-1 0,-3 0 0,-1-1 0,-1 1 0,-1-1 0,-1 0 0,0 0 0,-2 0 0,0 0 0,0 0 0,0 0 0,0 0 0,0 0 0,1 0 0,0 0 0,1 1 0,0-1 0,2 1 0,1 0 0,1 1 0,1 0 0,2 0 0,2 1 0,2 0 0,2 0 0,3 1 0,-16-3 0,6 2 0,4 0 0,3 1 0,-1 0 0,-2 0 0,-4-1 0,-6 0 0,15 2 0,-3 0 0,-1 0 0,-3-1 0,-1 0 0,-2 0 0,-2 0 0,-1 0 0,-1 0 0,-1 0 0,-1-1 0,0 1 0,-2-1 0,1 0 0,-1 1 0,1-1 0,-1 1 0,1-1 0,1 1 0,0 0 0,1 0 0,1 0 0,1 0 0,1 0 0,2 0 0,2 1 0,1 0 0,2 0 0,3 0 0,2 1 0,-16-2 0,6 0 0,4 1 0,2 0 0,1 0 0,-1 0 0,-4 0 0,-4 0 0,7 0 0,-4 0 0,-3 0 0,-2 0 0,-1 0 0,-2 0 0,0-1 0,-1 1 0,1 0 0,0-1 0,1 1 0,1 0 0,3 0 0,2 1 0,4 0 0,2 0 0,5 0 0,-12-1 0,7 0 0,3 1 0,0 0 0,-2 1 0,0-1 0,0 1 0</inkml:trace>
  <inkml:trace contextRef="#ctx0" brushRef="#br0" timeOffset="1224">7031 12951 24575,'-29'7'0,"-1"1"0,1-1 0,4-3 0,-2 2 0,-1 2 0,-5 4 0,-4 2 0,2 0 0,4-1-1093,0 2 1,3 0 0,-2 0 436,3-2 1,-1 0-1,-2 0 1,1 1 0,2 1-165,-3 6 1,0 2 0,3-1 0,2-1 467,4-3 1,2-2 0,0 2 351,-3 2 0,0 2 0,0 1 0,3-3 0,-1 2 0,3 0 0,2 1 0,1 2 0,2 0 0,1 4 0,2 0 0,0 0 0,2 2 0,4-6 0,4 2 0,0-1 0,5 2 0,1 0 0,2 6 0,1 2 0,6-1 0,1-3 0,-4-12 0,1-1 0,6 4 0,4 1 0,-4-4 0,3 3 0,2-6 0,10 3 0,1 0 0,-6-5 0,-3-5 0,0-1 0,-1 1 0,6 1 0,2 1 0,-3-1 0,-5-2 0,0-2 0,0 0 0,2 0 0,7 2 0,-1 0 0,-5-2 0,-2-2 0,-1-1 0,1 2 0,5 2 0,0-1 0,-4-1 0,0-3 0,0-1 0,2 2 0,4 0 0,0 0 0,-6-1 0,9-1 0,-7-1 0,9 0 0,3 0 0,-1 0 0,-9-1 0,-2-1 0,-1-1 0,0 1 0,7-2 0,1 1 0,-1-1 0,-5 0 0,-4 0 0,-4 0 0,4-2 0,1-1 0,5-1 0,3-2 0,0 1 0,-1-1 0,-4 2-121,-3 0 0,-3 1 1,1 0-1,4-2 121,-3 0 0,3 0 0,2-2 0,3 0 0,0 0 0,0-1 0,-2 0 0,-1 0 0,-3 0 0,6-3 0,-3 0 0,-1 0 0,-1-1 0,3-1 0,-3 2 0,2-1 0,1 0 0,0 0 0,-1-1 0,-2 1 0,-3 0 0,3-3 0,-3 1 0,-1-1 0,-2 0 0,4-5 0,-2 0 0,-6 4 0,-3 0 0,1-8 0,-1-2 0,-6 6 420,-2 2 0,1-5 0,-2 1-420,0-2 0,-1-2 0,-2-3 0,1-4 0,-1 0 0,-1 0 0,-1-1 0,-1 2 0,1 6 0,-1 1 0,-1 0 0,0 0 0,0 1 0,-1 6 1877,0 4-1877,-4-17 0,3 21-1824,-9-18 1824,7 21-1639,-10-11 1,-2 1 1462,7 10 63,-13-6 1,-9-4-1,1 3 113,0 6 0,-3 2-440,1 0 1,-5-1-1,-3-1 1,1 1 0,5 2 439,4 2 0,4 0 0,-4 1 0,2 0 0,-4 0 0,-1-1 0,-1 1 0,0 1 0,3 0 0,-8 2 0,2 0 0,0 1 0,-1 0 0,2-1 0,0 0 0,-2-1 0,0 1 0,-3 1 0,7 0 0,-3 0 0,0 1 0,-2-1 0,1 1 0,0 0 0,1 0 0,2 1 0,-2 0 0,2 1 0,1 1 0,0-1 0,0 0 0,0 0 0,-4 0 0,-1 0 0,0 0 0,1-1 0,2 1 0,4 1 0,-5 1 0,3 1 0,5-1 0,6-1 0,-1 0 0</inkml:trace>
  <inkml:trace contextRef="#ctx0" brushRef="#br0" timeOffset="3927">11964 13552 24575,'-33'-6'0,"8"2"0,-10-1 0,7 5 0,-8 8 0,14-5 0,-7 5 0,1 2 0,9-5 0,-2 3 0,-5 2 0,2-1 0,0 1 0,-1 0-1093,0 0 1,-1 2 0,1-1-264,-1 1 0,1 1 1356,-1 0 0,0 1 0,3-1 0,-7 5 0,5-2 0,-7 5 0,-1 0 0,7-4 0,9-4 0,-1 0 0,-6 5 0,-7 4 0,1 1 0,6-5 0,8-4 0,0-1 0,-7 8 0,-3 2 0,3-2-317,8-9 1,0 2 316,-4 5 0,-1 4 0,3-3 0,0 3-1639,0 6 1,2 1 324,8-10 1314,-6 15-946,12-4 946,2-5 1564,2 5 1,5 1-1565,6-2 0,5-1 0,-6-7 0,3-1 0,3 1-820,7 0 1,6 1 0,0-1 0,-3-2 763,-7-5 1,-2-2 0,4 1 55,0-1 0,3 1 0,3 0 0,2 2 0,1-1 0,0-1 0,-1-1 0,0-1 0,0-1 0,1 0 0,0-1 0,0 0 0,-1 0 0,1 0 0,-1 1 0,-1 1 0,1-1 0,-1 0 0,1 1 0,2-2 0,1 0 0,-2-1 0,2-1 0,2 1 0,0-1 0,1 0 0,0-1 0,0 0 0,-1-1 0,-2-1 0,-1-1-292,3-1 0,-2-1 0,-1-2 0,0 0 0,-1 0 0,0 0 1,1 0 291,3 2 0,0 0 0,0 1 0,0-2 0,0-1 0,0-2-267,-3-3 0,2-2 0,0-1 1,-1-1-1,-1-1 0,-4 0 0,-3-1 267,3-5 0,-6-1 0,2-4 119,-3 3 1,4-3 0,0-2 0,0-2 0,-1-2-1,-3 0-119,-6 0 0,-2-1 0,-1-2 0,-1-1 0,0 1 0,-1-1 0,1 3 0,3-7 0,0 3 0,0 0 0,-2-2 0,-1-3 0,-4 5 0,-1-3 0,-1-2 0,0-1 0,-1 0 0,-1 2 0,-1 3 0,-2 3 0,0-1 0,-2 3 0,-1 2 0,0-2 0,1-6 0,0-2 0,0 2 0,-2 6 0,-5-8 0,7 30 0</inkml:trace>
  <inkml:trace contextRef="#ctx0" brushRef="#br0" timeOffset="4626">11908 11790 24575,'-18'20'0,"-2"10"0,2 1 0,4-2-1093,4-5 1,-1 4 0,4-5-1217,10 5 2309,5 8 0,1-1 0,0-9 0,8 1 0,6 4 0,-2-6 0,-7-12 0,2-1 0,6 1 0,6 4 0,6 2 0,2 0 0,-1 0 0,-2-2 0,-7-3-1093,-2-1 1,-4-2 0,6 0 1009,-3-3 1,4 2 0,5 1-1,3 0 1,2 0 0,1 1 0,2-1-1,-2 0 1,0-1 0,-3-1-1,-2-1 1,-5-2-369,7 0 0,-4-3 0,-3-1 0,3 0 1,4 1 450,-6 0 0,4 1 0,2 0 0,3 1 0,0-1 0,1 1 0,-1-1 0,0 0 0,-3 0 0,-2-1 0,-4-1-317,7-1 1,-5 0 0,-1-1 0,0-1 0,3 0 316,1 0 0,4-2 0,2 0 0,-1 0 0,-1 0 0,-3 0 0,-6 0 0,3-1 0,-6 1 0,2-1 0,2-1 0,4-1 0,1-1 0,-4 1 0,-6 0 0,-4-1 0,-3 0 0,17-7 0,-3-2 0,-6-3 0,-6-6 0,1-8 0,-4 5 0,-4-7 0,-5 8 0,0-7 0,-1-2 0,-4 6 0,-4 2 0,-4-1 0,-1 0 0,-1-5 0,-2-2 0,0 2 0,2 6 0,0-1 0,-1 2 0,-5-5 0,1 1 0,0-1 0</inkml:trace>
  <inkml:trace contextRef="#ctx0" brushRef="#br0" timeOffset="5348">17160 12435 24575,'-21'8'0,"0"0"0,-10 6 0,3 0 0,8-4 0,-12 9 0,1 2 0,15-8 0,-11 9 0,0 3 0,11-5 0,4 2 0,-1 5 0,3-3-1214,2 10 1214,3-6 0,0 5 0,2-6 0,8 3 0,4-7 0,5 6 0,1-1 0,-3-6-2681,7 5 2681,-2-10 0,6 5 0,6 3 0,1 1 0,1 0 0,-1-3 0,-5-5-1093,4 1 1,-2-5 0,7 2 957,-11-5 0,3 1 1,4 2-1,1 0 1,2 0-1,2 1 0,0-1 1,0-1-1,1-1 1,-2-2-1,-1-1-193,2-2 0,0-2 0,1-2 1,0-1-1,-1 0 0,1-1 1,-1 0-1,0 1 0,-1-1 1,0 2 246,1 2 1,0 0 0,-1 1 0,-1 0 0,1 0 0,-1-1 0,2-2 0,0-1-184,2-2 1,4-2-1,1 0 1,1-1-1,-2-2 1,-1 1-1,-4-1 1,-5-1-1,-7 1 264,5-4 0,-3-3-234,-1-2 0,5-3 0,1-3 1,-3 1-1,-6 2 234,-1-2 0,-4-2 0,-1-7 0,0-6 0,-1-2 0,-4 5 0,-6 0 0,-3-1-55,-1 4 1,-1-4 0,0-2 0,-1 2-1,0 4 55,-2-3 0,-2 0 0,-3-2 0,-4-5 0,0 3 0,2 8 0,-1 6 0,-3-6 0,0 0 0</inkml:trace>
  <inkml:trace contextRef="#ctx0" brushRef="#br0" timeOffset="5877">17100 10519 8191,'-32'7'0,"1"1"0,-1-1 0,1 1 0,-1-1 0,1 1 0,-1-1 0,4 0 0,5-2 0,-7 2 0,3 0 0,-7 1 0,-4 1 0,-3 1 0,-1 0 0,2 0 0,2-1 0,5-1 0,7-1 0,-9 1 0,1 0 0,6 0 0,-7 2 0,-3 1 0,-2 1 0,1 0 0,5-2 0,7-1 0,-4 0 0,1 1 0,3 0 0,-6 3 0,-1 0 0,3 0 0,10-4 0,3 1 658,-6 8 1,3 0-659,12-6 0,5 17 0,5 3 0,9 2 0,1-10 0,5 4 0,1 1 0,0-4 438,0-3 1,1-3 0,5 2-439,-3-4 0,5 2 0,3 0 0,1 1 0,1 0 0,-2-3 0,-3-1 101,4 0 0,-4-1 0,2-3 0,7-1-101,-7-4 0,5-1 0,4-1 0,3 0 0,1 0 0,2-1 0,0-1 0,0 0 0,-2 0 0,-2-1 0,-3 0 0,-4-1 0,7 0 0,-6-2 0,-1 0 0,2-1 0,5-2 0,-10 1 0,2 0 0,3 1 0,1-2 0,1 1 0,2-1 0,0-1 0,1-1 0,-1-1 0,0-1 0,0-2 0,-2 0 0,-2-3-124,-1-1 0,0-3 0,0-2 0,-1-2 0,0-1 0,0-1 0,0-1 0,-1 0 1,0 0-1,-2 1 0,1 1 0,-2 1 0,0 2 0,-1 2 124,9-4 0,-3 4 0,-2 1 0,0 1 0,0-1 0,2-3 0,1-5-66,-9 6 0,3-4 0,1-2 0,2-2 0,1-1 0,0-2 0,0 0 0,0 0 0,-1-1 0,0 1 0,-3 1 0,-1 2 0,-3 1 0,-3 2 0,-3 4 0,-4 2 66,7-18 0,-5 3 0,1 5 0,3-5 0,1 0 0,-2 2 0,-6 8 0,-2-5 0</inkml:trace>
  <inkml:trace contextRef="#ctx0" brushRef="#br0" timeOffset="6598">19308 13740 24575,'-16'27'0,"-1"-2"0,-3 4 0,2-2-1639,6-7 1,-1 2 1488,-2 2 0,-4 4 0,1 1 1,3-5 149,3-1 0,2 1 0,0 3 0,-2 5 0,0 0 0,2-4-926,1-2 0,1 1 926,2 1 0,-1 5 0,1 2 0,0-2 0,2-8 0,0-6 0,3 0 0,2 6 0,3 8 0,1 5 0,2 0 0,0-4 0,0-6-698,4 0 1,5-2 697,-1-2 0,4 4 0,3 3 0,2 2 0,1-2 0,1-2 0,0-5-547,2-5 1,1-3 0,1-3 0,0-1 0,1 0 0,-1 2 354,-1 1 1,1 1 0,-1 0 0,1-1 0,0-1-1,1-3 192,4 0 0,1-1 0,1-1 0,0-3 0,-3-3 0,-4-5-766,7-10 0,-5-7 0,0 0 766,1 5 0,-1-1 0,-2-8-218,-13 0 0,-1-6 0,-1-5 1,-1-1-1,-2-1 0,-1 3 0,-1 4 218,-1 0 0,-3 3 0,-1 0 0,1-5-73,0 3 1,0-5 0,0-3-1,0 0 1,0-1 0,-1 3-1,-1 3 1,-1 7 0,-1-11-1,-2 5 1,0 2 0,0-1 0,0 1-1</inkml:trace>
  <inkml:trace contextRef="#ctx0" brushRef="#br0" timeOffset="15466">19411 6166 24575,'5'2'0,"22"-2"0,-17-1 0,23-5 0,4-2-3277,-6-1 3095,-10 0 0,5-4 0,3-2 0,2-2 0,0-1 0,-2 2-474,2-4 1,-1 0-1,-1-1 1,1 0 0,0 1 129,1-1 1,0 1-1,0-1 1,-1 0-1,0 0 526,2-3 0,0-1 0,0-1 0,-5 4 0,-7 5 0,0-2 0,-2 2 0,-1 1 0</inkml:trace>
  <inkml:trace contextRef="#ctx0" brushRef="#br0" timeOffset="16267">20495 6703 24575,'33'-14'0,"-10"3"0,4-6 0,1-1 0,-1 0 0,-3-1 0,3-5 0,-4 6 0,0 1 0,-1-5 0,4-6 0,-6 7 0,-11 9 0,12-17 0,-1 1 0,-16 20-806,10-16 0,-14 22 0,2 1 0</inkml:trace>
  <inkml:trace contextRef="#ctx0" brushRef="#br0" timeOffset="16952">19646 7119 24575,'24'-10'0,"-1"1"0,1-1 0,10-4 0,1 0 0,-2 0-737,-8 3 0,-2 0 0,2-1 737,4-1 0,3-2 0,-1 1 0,-8 3 709,-2-2-709,10-5 0,-3 2 0,-19 11 0,8-8 0,-14 12 0</inkml:trace>
  <inkml:trace contextRef="#ctx0" brushRef="#br0" timeOffset="17598">20977 7586 24575,'27'-17'0,"-17"12"-1639,18-18 1,0-1-1639,-16 14 2184,6-6 1,6-6 0,-6 5-767,-6 5 1095,9-8 1,-1 0 763,-13 13 0,10-12 0,-15 18 0,3-3 0</inkml:trace>
  <inkml:trace contextRef="#ctx0" brushRef="#br0" timeOffset="18152">20427 8063 24575,'13'-3'0,"15"-12"0,7-6 0,-11 6 0,1-2 0,2 0 0,-2 0-1093,4-2 1,-1 0 0,2-1 1030,-4 2 0,4-2 0,0 1 0,-3 1 0,-6 4 1182,3-5-1120,-1 3 0,3-3 0,-7 5 0,-13 7 146,15-10 1,-21 16 0,1 1 0</inkml:trace>
  <inkml:trace contextRef="#ctx0" brushRef="#br0" timeOffset="18567">20289 8481 24575,'5'0'0,"9"-2"0,-3 1-1639,17-6 1,2 0-1639,-11 3 2457,6-6 1,9-4 0,1-2 0,-9 4 1510,-1-2-691,2-1 0,8-5 0,0-1 0,-8 3 0,2-5 0,-5 6 0,5-4 0,-3 0 0,-2-3 0,-2 0 0,-3 7 0,-1-1-510,0-2 0,-5 3 1,-10 11-1,0 1 0</inkml:trace>
  <inkml:trace contextRef="#ctx0" brushRef="#br0" timeOffset="21264">25824 7994 24575,'29'-10'0,"1"-1"0,-1 1 0,-6 0 0,7-4 0,5-3 0,0 0 0,-2 1 0,-8 4-1639,0 0 1,0-1 1228,-1 1 0,7-5 1,5-1-1,2-3 1,0 1-1,-2 1 0,-6 2 1,-6 3-14,1-1 1,-1 0 422,-2 2 0,7-4 0,4-1 0,0-2 0,-1 2 0,-4 1 0,-7 5 0,-2-1 0,-1 1 0,12-9 0,5-3 0,-9 6 0,-13 10 0,-1-6 0</inkml:trace>
  <inkml:trace contextRef="#ctx0" brushRef="#br0" timeOffset="21667">25816 9230 24575,'27'-4'0,"-13"2"0,13-3 0,12-1 0,2 0 0,-9 1-1639,-13 2 1,1 0 982,4 0 1,6-1-1,3-1 1,2 1 0,-1 0 108,-3 0 1,2 0 0,0 1 0,2-1 0,-1 1 0,1 0 77,-1 0 1,1 0 0,0 0 0,1 1 0,0-1 0,0 1 0,0-1 443,-3 0 1,0 0-1,2 0 1,-1 0-1,-1 0 1,0 0-1,-1 0 1,-2 1-1,8-1 1,1 0-1,-3 1 1,-4 0-1,-7 1 1,12 1-1</inkml:trace>
  <inkml:trace contextRef="#ctx0" brushRef="#br0" timeOffset="22167">26743 10545 24575,'35'-3'0,"1"0"0,-11 3 0,-4-4 0,10-4 0,5-1 0,3-2 0,0-1 0,-3 1 0,-4 2-820,-2-2 1,-3 2 0,0-2 0,6-3 584,-9 5 1,2-2 0,2 0 0,3-2 0,1 0 0,1-1 0,1 0 0,2-2 0,0 1 0,0-2 0,0 1 0,-1-2 0,0 1 0,-1-1 51,-5 1 1,2 0 0,-1-1 0,0-1 0,1-1 0,0 0 0,0-1 0,0 1 0,0-1 0,0 0 0,0 0 0,0 0 0,-1 0 0,0 1 0,0 0 0,-1 1 0,0 1 0,0 1 69,3-3 0,0 2 0,0 1 0,-1 0 0,0 0 0,0 1 0,-1 0 0,1 0 0,-1-1 0,0 0 0,0 0 0,0-1 0,1-1 0,0 0 0,2-3 0,1-2 0,1 0 0,0-1 0,0 0 0,-1 0 0,-1 1 0,-2 1 0,-2 2 0,-2 2 0,-5 3 0,-3 2 0,-4 5 0,13-6 0</inkml:trace>
  <inkml:trace contextRef="#ctx0" brushRef="#br0" timeOffset="29602">19996 13199 24575,'-15'3'0,"-7"2"0,-9 2 0,-3 2 0,16-6 0,-1 1 0,-7 2 0,-2 1 0,-6 1 0,-4-1 0,3 1-1639,5-1 1,0 0 545,-3 1 1,-2-1 0,4-1 117,7-1 1,2-1-435,-12 3 0,-2 1 1409,9-3 0,-1-1 0,-5 4 0,1 1 0,7-2 0,3 0 0,-12 1-1517,-2 6 0,3-1 1517,15-5 0,-3 3 0,-2 2 0,-1 2 0,1-1 0,7-5 0,-2 0 0,-8 5 0,-3 2 0,5-3 0,4-5-677,-9 5 1,-9 4 0,8-4 676,7-4 154,-7 4 1,-8 3 0,6-3-155,3 0 664,5-3 1,-4 3 0,1-1-665,-2 4 0,2 0 0,2-2 0,-1 2 0,3 0 0,-1 2 0,4-2 0,-4 6 0,5-4 0,-3 2 0,4-3 3246,1-2-3246,0 3 0,-3 3 0,4-4 1592,6-7-1592,-5 5 0,-2 3 0,-9 8 0,13-13-579,-12 11 0,1 0 579,13-13 0,-4 3 0,-1 2-3114,0 6 3114,4-10-742,-5 11 0,0 1 742,7-8 764,-6 14 1,-1 6-765,10-5 0,1 0 0,-2-5 0,0 2 0,4 2 0,2 2 0,1-7 3276,2-7-3185,2 9 0,0 8 0,0-8 3185,0-10-2599,3 7 0,1 5 0,-2-8 2599,-1-11-2804,9 17 1,2 0-473,-2-11 0,8 11 0,1-1 0,-5-9 0,7 0 0,7 3 0,-3-3-1174,-7-7 0,2 0 1174,4 1 0,7 1 0,3 1 0,2 0 0,-1-2-547,-5-1 1,0-1 0,1 0 0,0-1 0,2 1 0,2-1 336,-5 0 1,2 0-1,1-1 1,1 1-1,1 0 1,0 0 0,-1-1-1,-1 1 1,-2-1-260,2 0 1,-1 0 0,-2 0 0,1 0 0,-1-1 0,2 1 0,2-1 373,-5 0 1,3 0 0,2-1 0,1 1 0,0-1 0,-1 1 0,-1-1 0,-3-1 0,-4 0 0,-3 0-545,7 0 1,-7-2 0,7 2 638,-5-2 0,6 1 0,4 0 0,2 0 0,3 1 0,-1-1 0,-1 0 0,-3 0 0,-5 0 0,-5-1-313,6 0 0,-7-1 0,7 1 313,-9-1 0,6-1 0,4 1 0,3 0 0,2 0 0,1 0 0,0-1 0,-1 1 0,-2-1 0,-3 1 0,-4-1 0,-5 0 0,10 1 0,-8-2 0,7 1 0,-7-2 0,5 1 0,5-2 0,2 1 0,3-1 0,0 0 0,-1 0 0,-2 1 0,-4-1 0,-5 1 0,-6 0 0,10 0 0,-1-2 0,-5 0 0,7-2 0,5-1 0,3-1 0,-1 0 0,-3 0 0,-6 2 0,-8 0 0,-4 1 0,-2-1 0,5-3 0,7-2 0,2-2 0,-3 1 0,-9 2 2295,3-2-2295,-3-4 0,2-4 0,-5 4 3276,-8 3-3055,5-10 1,3-7 0,-4 4 2182,0 0-2404,-4 3 0,5-7 0,-1-1 0,-2 6 0,-4 7 0,0 0 0,3-9 0,3-6 0,0 0 0,-4 7-1540,3-5 1540,0 0 0,0-3 0,-8 10 0,-1-1 0,0-1-225,-1 1 0,0 0 0,0-3 225,-2-1 0,1-3 0,-2 0 0,1 3 0,1-6 0,-4 2 0,-6 3 0,-4 0 0,2 7 0,1 10 0,-8-12 0,-7-9 0,4 8-1227,-1 8 1227,1 3 0,-8-5 0,-4-3 0,-2-1 0,3 3 0,7 5-807,-1 1 1,-2 0 806,3 3 0,-6-2 0,-4-2 0,-4-2 0,-1 1 0,1 0 0,3 1 0,4 3 0,6 2 0,-6-1 0,-1 2 0,9 3 0,-7-2 0,-4-1 0,-4 0 0,-1-2 0,-2 1 0,1 0 0,2 1 0,3 1 0,4 1 0,6 2 0,-4-1 0,6 2 0,-6-1 0,3 1 0,-7-1 0,-4 0 0,-4-2 0,-2 1 0,0-1 0,0 0 0,2 1 0,4 1 0,5 0 0,6 2 0,-12-3 0,1 1 0,10 3 0,-7-2 0,-4 1 0,-3-1 0,0 0 0,1 0 0,3 1 0,5 1 0,8 0 0,0 0 0,1 0 0,-8 1 0,-7-1 0,-3 0 0,5 1 0,11 0 0,4 2 0,-9-1 0,5 1 0,21 0 0,-2 0 0</inkml:trace>
  <inkml:trace contextRef="#ctx0" brushRef="#br0" timeOffset="30934">20218 13408 24575,'25'-6'0,"-15"3"0,16-7 0,1 0 0,-14 5-1639,11-8 1,0 0-1639,-15 8 2302,5-7 1,-1-4 974,2-16 1719,-3 7-1719,-2-7 0,-3 2 0,-6 13 0,1-7 0,1-7 0,-2 5 3276,-1 4-2184,-2-4 0,-1-6 0,0 7-860,1 7-232,-6-11 0,-3-8 0,0 7-1483,-1 6 1483,2 1 0,-3-7 0,-2 0 0,3 7 0,-12-3 0,6-1 0,-3-5 0,-2 1 0,1 7 0,-1 1 0,2 1 0,5 2 0,2 0 0,-3 0 0,-4-2 0,-2-2 0,0 0 0,0 3 0,1 2 0,1 2 0,0 1 0,2-1 0,0 1 0,-2 0 0,-10-7 0,-1 0 0,5 6 0,6 6 0,0-2 0,-5-4 0,-1 0 0,5 3 0,5 4 0,0 0 0,-7-5 0,-6-3 0,-1-1 0,2 1 0,2 1 0,2 1 0,0 1 0,2 1 0,1 1 0,-2-2 0,0-1 0,-3-3 0,2 2 0,7 4 0,3 1 0,-8-6 0,-8-5 0,9 5 0,10 6 0,-6-4 0,-5-5 0,5 4 0,8 4 0,-14-15 0,1 1 1483,15 15-1483,-11-13 0,0 1 0,15 16 0,-11-15 0,-1-1 0,9 10 0,-8-11 0,1-1 0,5 10 0,-5-10 0,0 0 0,6 11-1639,-7-10 1,-1 1-1639,8 12 1638,-7-9 1,-1 3 148,9 12 363,-8-12 0,-1 1 1127,8 11 0,-8-10 0,-3-2 0,-7 1 0,-1-4 3276,8 8-3131,16 13-145,32 2 0,3 4 1638,-12-4 0,3 0-1153,9 4 0,5 3 0,-7-2 2791,2 1-3212,-6-1 0,10 3 0,4 0 0,-3 1 0,-8-2-64,-5-1 0,1 2 0,3 0 0,7 3 0,3 1 0,-3-1 0,-7-2 0,-4-3 0,-1 1 0,5 5 0,7 4 0,-1 0 0,-8-5 0,0-1 0,-1 3 0,8 7 0,-1-1 0,-9-5 0,-6-2 0,9 8 0,6 7 0,-8-7 0,-15-12 0,6 10 0,5 6 0,-6-6 0,-7-7 0,7 9 0,4 6 0,-4-7 475,-7-8-475,6 7 0,3 7 0,-2-6 0,-2-2 0,8 11 0,-1-1 1352,-7-10-1352,5 5 0,-1 0 0,-7-6-1639,2 4 1,-1 0-1639,-4-6 1638,4 13 1,0-1 148,-4-14 593,5 13 1,2 10 0,-2-6 896,-1-4-715,0 1 1,2 4 0,-2-6 714,-1-6 0,-2 2 0,-1-2 0,-3-14 0,0 30 0,-1-28-116,-2 11 1,0 0 115,-1-11 864,-1 11 1,-1 1-865,0-5 1442,-1 5 1,-1 1-1443,2 9 0,-2-6 0,3-2 0,1-3 0,1-11 0,-2 12 0</inkml:trace>
  <inkml:trace contextRef="#ctx0" brushRef="#br0" timeOffset="31368">20179 13354 24575,'1'7'0,"1"-4"0,-2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3:02:11.82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5024 12972 24575,'23'-21'0,"0"1"0,0 0 0,0-1 0,-1 1 0,1 0 0,0-1 0,0-1 0,-1 0-656,-1 0 1,-2 0-1,0-1 1,1-2 0,3-2 357,-3 4 0,2-2 0,1-3 0,2-1 0,1-1 0,0 0 0,-1 0 0,0 1 1,-2 1-1,-2 3 0,-2 2-522,6-7 1,-5 4 0,0 0 0,7-7 614,-11 13 0,3-3 0,1-3 0,3-1 1,1-3-1,1-1 0,1 0 0,0-1 0,0 0 1,0 1-1,-1 0 0,-2 2 0,0 2 0,-3 2 1,-2 3-1,-2 3-69,7-10 1,-5 7 0,-1 1 0,4-5 273,-2 2 0,4-4 0,2-3 0,2-1 0,-1 0 0,-1 2 0,-2 2 0,-4 5 0,-5 5 0,1-1 0,-3 6 0,8-11 0</inkml:trace>
  <inkml:trace contextRef="#ctx0" brushRef="#br0" timeOffset="532">12704 12277 24575,'36'-5'0,"1"1"0,-7 0 0,4 0 0,-1 0 0,-6 0-1639,-4 1 1,-2-2 545,5 1 1,3-1 0,4-3 623,-6 1 1,3-2 0,3-1 0,1-1 0,1-1 0,1 0 0,-1-1 103,-2 1 1,0-2 0,1 0 0,1-1 0,0 0 0,0 0 0,0 0 0,-1 1 0,1 0 323,-3 2 0,0 0 0,-1 1 0,0 0 0,0 0 1,1 0-1,2-2 0,0 0 0,2-1-14,-6 1 0,2-1 0,1 0 0,2-2 0,1 0 0,1-1 0,0 0 0,0-1 0,0 1 1,-1 0-1,-1 1 0,-1 0 0,-2 1 0,-3 0 0,-1 2 0,-4 2 55,9-5 0,-6 2 0,-2 2 0,2-2 0,7-2-120,-11 5 1,2-2 0,3 0-1,2-2 1,2 0 0,1-1-1,1-1 1,1 0 0,1 0-1,-1 0 1,1 1 0,-1-1-1,0 1 1,-1 0 0,-2 2 0,-1 0-1,-2 1 120,7-2 0,-1 1 0,-1 1 0,-2 1 0,1 0 0,-2 0 0,1 0 0,-1 0 0,1 0 0,-1-1 0,4-2 0,0 0 0,0-1 0,0 0 0,0 0 0,-1 1 0,-1 0 0,0 1 0,-1 1 0,5 0 0,1 0 0,1 0 0,-3 1 0,-4 2 0,-5 1 0,-10 3 0,-2 0 0,1 3 0</inkml:trace>
  <inkml:trace contextRef="#ctx0" brushRef="#br0" timeOffset="1035">21508 11849 24575,'23'-5'0,"4"-5"0,-7 1 0,5-8 0,-1-2-1271,-3 2 1271,-2 1 0,5-6 0,0 1 0,-5 4-1240,6-2 1240,-7 3 0,6-6 0,3-3 0,0 0 0,-1 2 0,-6 5-1048,2 1 1,0-1 1047,2-2 0,6-7 0,1-1 0,-2 2 0,-8 7 0,7-3 0,-4 1 0,4-4 0,-6 6 0,-8 6 0,10-11 0,-2-1 0,-15 16 0,10-13 0,-16 19 0</inkml:trace>
  <inkml:trace contextRef="#ctx0" brushRef="#br0" timeOffset="1810">27919 13003 24575,'3'-5'0,"11"-12"-1639,1-5 1,1-1-1,-4 8 1,1-1 545,5-11 1,1-4 0,-2 5 720,-1 0 372,-4 2 0,5-9 0,1-5 0,1-1 0,-2 3 0,-4 8-172,1 0 1,0-2 171,-5 8 0,3-6 0,2-6 0,1-3 0,0-2 0,1-1 0,-1 1 0,0 1 0,-2 4 0,-1 4 0,-3 6-880,1-3 1,-2 7 0,1-7 879,0 1 0,2-7 0,1-4 0,1-4 0,0 0 0,0 1 0,-2 3 0,-1 3 0,-3 7 0,0-2 0,-4 6 0,1-5 0,1-2 0,0-6 0,1-4 0,0-2 0,-1 2 0,0 4 0,-1 6 0,-1 2 0,-1 4 0,0-2 0,0-9 0,1 1 0,-1-1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3:02:18.10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2937 5432 24575,'26'3'0,"0"-1"0,-1 1 0,5 1 0,-2-1 0,6-1 0,-4 1-448,-6 1 0,-1 1 448,5 1 0,6 2 0,-1 0 0,-3-1-1639,1 0 1,0 1 1303,-3-1 1,3 1 0,0 1 0,-2 1 334,2 6 0,-3 1 0,-2-3 0,-3-4 0,0 1 0,4 3 0,4 4 0,1 2 0,-4 0 0,-5-1 0,-3 1 0,0-1 0,6 2 0,1 1 0,-1 0 0,-3 0 0,-1 0 0,0 1 0,0-1 0,0 2 0,0-1 0,-5-5 0,-4-3 0,0-1 0,5 5 0,3 3 0,1 1 0,-3-4-1639,-1 2 1,-1-3 1205,-2-3 0,1 0 433,7 10 0,-2-2-608,-6-8 608,5 6 0,-10-10 0,-7-8 0</inkml:trace>
  <inkml:trace contextRef="#ctx0" brushRef="#br0" timeOffset="328">4390 6121 24575,'-29'20'0,"-1"-1"0,2-1 0,-2 5 0,4-2 0,17-13 0,15-5 0,8-7 0,13 1 0,11-1 0,-4 1-1376,-15 1 1,1-1 1375,8 1 0,6 0 0,0 0 0,-5 1-547,-5 2 1,-2 0 0,0-1 0,-2 1 0,9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352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deck para las dos partes del clustering. Hoy (parte 1) llegamos hasta la slide de los clusters en PCA. El gráfico es el remate de la parte 1: el algoritmo nunca vio el default y aun así los segmentos lo separan.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deck está completo. Hoy hasta la slide 16. La parte 2 tiene su propio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no hay respuesta correcta que comparar. Eso cambia cómo se evalúa: por coherencia interna y por utilidad para el negocio. Los cuatro usos de la derecha son los que van a ver en un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los mismos id_cliente de cartera_tarjetas.csv. Edad, antigüedad y línea están en la base pero no se usan para agrupar: sirven para describir. El default lo traemos de la Clase 9 recién al final, para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usa la euclidiana al cuadrado; por eso solo funciona con numéricas y es sensible a escalas. Gower es la salida para bases mixtas con categóricas, y se usa con K-Medoids o jerárquico, no con K-Means.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gasto tiene desviación de S/ 2 638 y los porcentajes de 0.1 a 0.3. En la suma de cuadrados, el gasto es todo. Regla: siempre escalar con distancias. Y el logaritmo a montos y conteos sesgados, para que pocos clientes extremos no tiren de los centros.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índice de todo el tema. Partición: centros. Jerárquico: fusiones sucesivas. Densidad: zonas con muchos vecinos. Modelos: distribuciones de probabilidad. Grafos y otros: conexiones entre vecinos.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en la pizarra si hay tiempo. El paso 3 es el que le da el nombre: el centro es la media (mean) de sus clientes. Por eso K-Means es sensible a extremos: la media se mueve con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K-means++ elige centros iniciales separados. n_init repite y se queda con el mejor. Los supuestos son la razón de la parte 2: grupos alargados, de densidad distinta o con ruido piden otra familia.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Silueta: a es la distancia media a los de su grupo, b al grupo vecino más cercano. s = (b − a) / max(a, b). Entre 0.3 y 0.4 es normal en clientes. La silueta prefiere 4, pero la decisión la vemos en la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fila por fila: cada segmento se reconoce por una o dos celdas rojas. Dormido: meses sin uso +3.2. Premium: viajes +2.1. Efectivo: avances +1.9. Digital: online +2.0 y app +1.8. Revolvente: utilización +1.4 y pago −1.2. Cotidiano: supermercado +0.8 y el resto cerca de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nombres está en el ejercicio C.3. Dar ejemplos de acción por segmento: Premium, millas y seguros de viaje; Digital, campañas en app; Dormido, reactivación; Revolvente y Efectivo, alertas tempranas y refinanciación.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de la clase. El algoritmo agrupó por forma de uso y esa forma de uso está ligada al riesgo. Pero no reemplaza al score: el score se entrenó para predecir default y lo hace mejor. El segmento dice quién es el cliente para decidir cómo hablarle.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respuesta a la slide del codo. El grupo grande de k = 4 tiene 11.6 % de default, pero adentro hay 4.9 %, 21.7 % y 15.3 %. Una sola estrategia para los tres sería un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K-Medoids: el centro es un cliente real; sirve con cualquier distancia (Gower) y aguanta extremos; es más lento (scikit-learn-extra o kmedoids). Mini-Batch: para millones de filas; en nuestro caso ARI 0.80 contra 0.92 de K-Means completo. K-Prototypes: paquete kmodes. Bisecting: en scikit-learn desde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se encimen en el dibujo no significa que se encimen en 12 dimensiones. El aviso: en Digital joven la media del gasto es S/ 1 691 y la mediana S/ 663, con un máximo de S/ 29 766. Hay 45 clientes con patrones extremos que K-Means tuvo que meter en algún grupo. Esa es la puerta a la parte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parte 2. Recordar en dos minutos: escalado, K-Means con k = 6, seis segmentos, Revolvente con 21.7 % de default. La etiqueta real (segmentos_reales.csv) se comparte recién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dendrograma deja ver todas las soluciones a la vez: cortar a cierta altura da k grupos. La altura de la fusión dice cuán distintos eran los grupos que se unieron. Costo: necesita todas las distancias entre pares, n² en memoria. Con 6 685 clientes va bien; con un millón,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encadena: une grupos por su par más cercano y termina con un grupo gigante y varios mínimos, ARI 0.09. Ward minimiza el aumento de la varianza, como K-Means, y es el mejor aquí: 0.96, incluso por encima de K-Means.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Núcleo: tiene al menos min_samples vecinos a menos de eps. Borde: está cerca de un núcleo pero no tiene suficientes vecinos. Ruido: ninguna de las dos. No pide k, encuentra formas arbitrarias y marca ruido. Para elegir eps: el gráfico de distancia al k-ésimo vecino, buscando el codo.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OPTICS ordena los puntos por accesibilidad y deja elegir después. HDBSCAN construye la jerarquía de densidad y se queda con los grupos más estables; solo pide min_cluster_size. Está en scikit-learn desde 1.3. En nuestro caso: con 12 variables los segmentos se tocan y HDBSCAN los fusiona en 2, pero aísla como ruido a los 45 clientes atípicos.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GMM se ajusta con el algoritmo EM. predict_proba da la pertenencia a cada grupo, útil para clientes de frontera. El tipo de covarianza lo cambia todo: full estima muchas covarianzas y se rompe con variables discretas como meses sin uso; tied comparte una forma y gana. Para elegir k: BIC, más bajo es mejor.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Shift: mueve cada punto hacia la zona más densa cercana; no pide k pero sí un ancho de banda; aquí encontró 5 grupos, ARI 0.48. Espectral: grafo de vecinos; bueno para formas raras; caro. BIRCH: resume los datos en un árbol de subgrupos; escala a millones; aquí 0.96. Affinity Propagation: los clientes votan por representantes; no pide k; costo n², no lo corrimos con 6 685.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 1: grupos redondos, todos aciertan. Fila 2: medias lunas, solo la densidad las separa. Fila 3: un grupo denso, uno disperso y ruido: K-Means, Ward y GMM meten el ruido en algún grupo; DBSCAN con un solo eps rompe el disperso; HDBSCAN lo resuelve.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vida real no hay segmentos reales para calcular el ARI: aquí lo tenemos porque los datos son sintéticos. Ward y BIRCH ganan, K-Means muy cerca y mucho más simple de explicar y de aplicar a clientes nuevos. La densidad pierde como segmentador pero gana como detector de atípicos.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Silueta: más alto mejor. Davies-Bouldin: más bajo mejor, compara cada grupo con su vecino más parecido. Calinski-Harabasz: más alto mejor, varianza entre grupos sobre varianza dentro. Las tres favorecen grupos redondos: no sirven para comparar con DBSCAN. La estabilidad: volver a correr con otra muestra u otro mes y ver si los clientes caen en el mismo segmento.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5: un segmento que cambia cada mes no sirve para una campaña. Y en la 6: para asignar clientes nuevos, K-Means tiene predict; el jerárquico y DBSCAN no, y hay que entrenar un clasificador sobre las etiquetas.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preguntas 1 y 2 son de la parte 1; la 3, de la parte 2. Respuestas completas de la parte 1 al final del notebook Clase10_Clustering_Parte1.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6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566928"/>
            <a:ext cx="338785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566928"/>
            <a:ext cx="33878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CLASES 10 Y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clientes sin target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6 685 clientes de la cartera de tarjetas, 12 variables de cómo usan la tarjeta y ninguna etiqueta. K-Means en la parte 1; jerárquico, densidad y mezclas en la parte 2.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6 685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una fila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con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negocio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 Revolvente,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3.1 % en Premium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486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Sesiones 10 y 11 de 14</a:t>
            </a:r>
            <a:endParaRPr lang="en-US" sz="10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0" y="822960"/>
          <a:ext cx="530352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tema, dos clases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la idea y el algoritmo más usado. La próxima, las otras familias y cómo compararlas.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etiqueta-fondo"/>
          <p:cNvSpPr/>
          <p:nvPr/>
        </p:nvSpPr>
        <p:spPr>
          <a:xfrm>
            <a:off x="731520" y="2286000"/>
            <a:ext cx="191566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etiqueta"/>
          <p:cNvSpPr txBox="1"/>
          <p:nvPr/>
        </p:nvSpPr>
        <p:spPr>
          <a:xfrm>
            <a:off x="731520" y="2286000"/>
            <a:ext cx="1915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HOY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y K-Means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832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target: qué pregunta responde el clustering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y por qué hay que escalar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paso a paso; codo y silueta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Perfilar, nombrar y cruzar con el default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Variantes: K-Medoids, Mini-Batch, K-Prototypes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6172200" y="2103120"/>
            <a:ext cx="5513832" cy="4251960"/>
          </a:xfrm>
          <a:prstGeom prst="roundRect">
            <a:avLst>
              <a:gd name="adj" fmla="val 172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etiqueta-fondo"/>
          <p:cNvSpPr/>
          <p:nvPr/>
        </p:nvSpPr>
        <p:spPr>
          <a:xfrm>
            <a:off x="6400800" y="2286000"/>
            <a:ext cx="2967228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etiqueta"/>
          <p:cNvSpPr txBox="1"/>
          <p:nvPr/>
        </p:nvSpPr>
        <p:spPr>
          <a:xfrm>
            <a:off x="6400800" y="2286000"/>
            <a:ext cx="29672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PRÓXIMA CLASE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K-Means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3832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Jerárquico: dendrograma y tipos de enlace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OPTICS y HDBSCAN: densidad y ruido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Mezclas gaussianas: pertenencia con probabilidad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Shift, espectral, BIRCH, Affinity Propagation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algoritmos y métricas internas y externas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SIN TARGET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hay una columna que predecir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supervisado el dato trae la respuesta. En clustering hay que descubrir los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(Clases 2 a 9)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5176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target (default_3m). Se evalúa con AUC, Gini, KS contra la respuesta real.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502920" y="42519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 (hoy)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00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grupos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respuesta. Se evalúa si los grupos son compactos, separados y útiles para decidir algo.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5806440" y="2103120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numero"/>
          <p:cNvSpPr/>
          <p:nvPr/>
        </p:nvSpPr>
        <p:spPr>
          <a:xfrm>
            <a:off x="6016752" y="2331720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1675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212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comercial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y canales distintos por tipo de cliente.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5806440" y="3182112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numero"/>
          <p:cNvSpPr/>
          <p:nvPr/>
        </p:nvSpPr>
        <p:spPr>
          <a:xfrm>
            <a:off x="6016752" y="3410712"/>
            <a:ext cx="502920" cy="50292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16752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cobranza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morosos que piden gestiones distintas.</a:t>
            </a:r>
            <a:endParaRPr lang="en-US" sz="1300" dirty="0"/>
          </a:p>
        </p:txBody>
      </p:sp>
      <p:sp>
        <p:nvSpPr>
          <p:cNvPr id="23" name="tarjeta"/>
          <p:cNvSpPr/>
          <p:nvPr/>
        </p:nvSpPr>
        <p:spPr>
          <a:xfrm>
            <a:off x="5806440" y="4261104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numero"/>
          <p:cNvSpPr/>
          <p:nvPr/>
        </p:nvSpPr>
        <p:spPr>
          <a:xfrm>
            <a:off x="6016752" y="4489704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16752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y fraude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o transacciones que no se parecen a nadie.</a:t>
            </a:r>
            <a:endParaRPr lang="en-US" sz="1300" dirty="0"/>
          </a:p>
        </p:txBody>
      </p:sp>
      <p:sp>
        <p:nvSpPr>
          <p:cNvPr id="28" name="tarjeta"/>
          <p:cNvSpPr/>
          <p:nvPr/>
        </p:nvSpPr>
        <p:spPr>
          <a:xfrm>
            <a:off x="5806440" y="5340096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numero"/>
          <p:cNvSpPr/>
          <p:nvPr/>
        </p:nvSpPr>
        <p:spPr>
          <a:xfrm>
            <a:off x="6016752" y="5568696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16752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5449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complejidad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815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productos, comercios o variables parecidas.</a:t>
            </a:r>
            <a:endParaRPr lang="en-US" sz="13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EL CASO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de la Clase 9, vistos por cómo usan la tarjeta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segmentacion_tarjetas.csv · una fila por cliente · promedios de enero a junio de 2026 · datos sintéticos.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7406640" cy="34015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(12 para agrupar)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gasto_mensual_prom · num_transacciones_mes · ticket_promedio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pct_supermercado · pct_restaurantes · pct_viajes · pct_online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paga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utilizacion_prom · pct_pago_saldo · num_avances_6m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dónde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pct_operaciones_app · meses_sin_uso_6m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describen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· antiguedad_meses · linea_credito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571500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715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target.  </a:t>
            </a: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default de la Clase 9 se une por id_cliente solo al final, para ver si los segmentos sirven.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8183880" y="210312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6 685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foto en 2026 en la cartera de la Clase 9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8183880" y="4297680"/>
            <a:ext cx="3502152" cy="2057400"/>
          </a:xfrm>
          <a:prstGeom prst="roundRect">
            <a:avLst>
              <a:gd name="adj" fmla="val 355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área comercial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tipos de clientes tenemos, según cómo usan la tarjeta, y qué hacemos con cada uno?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DISTANCIAS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algoritmo: ¿qué significa que dos clientes se parezcan?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clustering descansa en una medida de distancia. Cambiar la distancia cambia los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√Σ (aⱼ − bⱼ)²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K-Means. La línea recta. Penaliza mucho las diferencias grandes.</a:t>
            </a:r>
            <a:endParaRPr lang="en-US" sz="1600" dirty="0"/>
          </a:p>
        </p:txBody>
      </p:sp>
      <p:sp>
        <p:nvSpPr>
          <p:cNvPr id="11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|aⱼ − bⱼ|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diferencias. Menos sensible a un valor extremo.</a:t>
            </a:r>
            <a:endParaRPr lang="en-US" sz="1600" dirty="0"/>
          </a:p>
        </p:txBody>
      </p:sp>
      <p:sp>
        <p:nvSpPr>
          <p:cNvPr id="15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443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Coseno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063240" y="44439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a·b / (‖a‖‖b‖)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la forma, no el tamaño: dos clientes con la misma mezcla de gasto, aunque uno gaste 10 veces más.</a:t>
            </a:r>
            <a:endParaRPr lang="en-US" sz="1600" dirty="0"/>
          </a:p>
        </p:txBody>
      </p:sp>
      <p:sp>
        <p:nvSpPr>
          <p:cNvPr id="19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4443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Gower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44439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de diferencias por variable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505663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bases mixtas (numéricas y categóricas). Se usa con K-Medoids o jerárquico.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572EE4-1492-E589-1439-93D5A2D9268C}"/>
                  </a:ext>
                </a:extLst>
              </p14:cNvPr>
              <p14:cNvContentPartPr/>
              <p14:nvPr/>
            </p14:nvContentPartPr>
            <p14:xfrm>
              <a:off x="1696680" y="2125080"/>
              <a:ext cx="8977320" cy="4640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572EE4-1492-E589-1439-93D5A2D926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7320" y="2115720"/>
                <a:ext cx="8996040" cy="465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ESCALADO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escalar, el gasto decide todo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con 6 grupos sobre los datos crudos: no encuentra tipos de cliente, corta rebanadas de gasto.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99.9 %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varianza total viene del gasto mensual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502920" y="429768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00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np.log1p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montos y conteos sesgados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StandardScaler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12 variables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069080" y="2011680"/>
          <a:ext cx="76352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CD4FF3-D19C-306D-BF69-5B646F4AD786}"/>
                  </a:ext>
                </a:extLst>
              </p14:cNvPr>
              <p14:cNvContentPartPr/>
              <p14:nvPr/>
            </p14:nvContentPartPr>
            <p14:xfrm>
              <a:off x="538920" y="1716480"/>
              <a:ext cx="10740960" cy="3810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CD4FF3-D19C-306D-BF69-5B646F4AD7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560" y="1707120"/>
                <a:ext cx="10759680" cy="382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756916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756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ALGORITMOS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familias de algoritmos de clustering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entiende «grupo» de otra manera. Hoy vemos la primera; la próxima clase, las otras cuatro.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304288"/>
            <a:ext cx="457200" cy="45720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es un centro.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K-Medoids · Mini-Batch · K-Prototypes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3" name="tarjeta"/>
          <p:cNvSpPr/>
          <p:nvPr/>
        </p:nvSpPr>
        <p:spPr>
          <a:xfrm>
            <a:off x="2761488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62656" y="230428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62656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962656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 grupos de a dos y deja un árbol.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962656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 (Ward, completo, promedio, simple) · BIRCH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962656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19" name="tarjeta"/>
          <p:cNvSpPr/>
          <p:nvPr/>
        </p:nvSpPr>
        <p:spPr>
          <a:xfrm>
            <a:off x="5020056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21224" y="2304288"/>
            <a:ext cx="457200" cy="45720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21224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221224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es una zona densa; lo demás es ruido.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21224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OPTICS · HDBSCAN · Mean Shift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221224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5" name="tarjeta"/>
          <p:cNvSpPr/>
          <p:nvPr/>
        </p:nvSpPr>
        <p:spPr>
          <a:xfrm>
            <a:off x="7278624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79792" y="2304288"/>
            <a:ext cx="457200" cy="45720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79792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479792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es una distribución de probabilidad.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479792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Mezclas gaussianas (GMM)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479792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31" name="tarjeta"/>
          <p:cNvSpPr/>
          <p:nvPr/>
        </p:nvSpPr>
        <p:spPr>
          <a:xfrm>
            <a:off x="9537192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38360" y="2304288"/>
            <a:ext cx="457200" cy="45720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73836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y otros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9738360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vecinos bien conectados.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738360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Espectral · Affinity Propagation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9738360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5D91EFB-9221-2A45-5905-409073EB4486}"/>
                  </a:ext>
                </a:extLst>
              </p14:cNvPr>
              <p14:cNvContentPartPr/>
              <p14:nvPr/>
            </p14:nvContentPartPr>
            <p14:xfrm>
              <a:off x="687240" y="96480"/>
              <a:ext cx="10590120" cy="6593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5D91EFB-9221-2A45-5905-409073EB44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880" y="87120"/>
                <a:ext cx="10608840" cy="661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K-MEANS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repite dos pasos: asignar y mover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ningún cliente cambia de grupo. Lo que minimiza es la inercia.</a:t>
            </a:r>
            <a:endParaRPr lang="en-US" sz="1400" dirty="0"/>
          </a:p>
        </p:txBody>
      </p:sp>
      <p:pic>
        <p:nvPicPr>
          <p:cNvPr id="7" name="Image 0" descr="/home/claude/c10/img/kmeans_p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11155680" cy="2928000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166360"/>
            <a:ext cx="5513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 = Σ ‖xᵢ − μ</a:t>
            </a:r>
            <a:r>
              <a:rPr lang="en-US" sz="1900" b="1" baseline="-400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c(i)</a:t>
            </a:r>
            <a:r>
              <a:rPr lang="en-US" sz="19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‖²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5715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las distancias al cuadrado de cada cliente a su centro. Baja siempre al agregar grupos.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6172200" y="5166360"/>
            <a:ext cx="5513832" cy="1188720"/>
          </a:xfrm>
          <a:prstGeom prst="roundRect">
            <a:avLst>
              <a:gd name="adj" fmla="val 615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82512" y="5257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KMeans(n_clusters=6, n_init=10, random_state=42)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lo eliges tú · 10 arranques, se queda con la menor inercia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4320A6-5435-BE86-23BA-91B1F93547FE}"/>
                  </a:ext>
                </a:extLst>
              </p14:cNvPr>
              <p14:cNvContentPartPr/>
              <p14:nvPr/>
            </p14:nvContentPartPr>
            <p14:xfrm>
              <a:off x="1032480" y="718200"/>
              <a:ext cx="10281240" cy="534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4320A6-5435-BE86-23BA-91B1F93547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3120" y="708840"/>
                <a:ext cx="10299960" cy="536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K-MEANS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K-Means supone, y cuándo falla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rápido y fácil de explicar. A cambio, tiene supuestos fuertes sobre la forma de los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334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los centros iniciales lejos unos de otros. Converge más rápido y mejor que al azar.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502920" y="3538728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675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69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del arranque y puede quedar en un mínimo local. Se corre varias veces.</a:t>
            </a:r>
            <a:endParaRPr lang="en-US" sz="1350" dirty="0"/>
          </a:p>
        </p:txBody>
      </p:sp>
      <p:sp>
        <p:nvSpPr>
          <p:cNvPr id="13" name="tarjeta"/>
          <p:cNvSpPr/>
          <p:nvPr/>
        </p:nvSpPr>
        <p:spPr>
          <a:xfrm>
            <a:off x="502920" y="4974336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111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bien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5046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proporcional a clientes × k × variables. Millones de clientes sin problema.</a:t>
            </a:r>
            <a:endParaRPr lang="en-US" sz="1350" dirty="0"/>
          </a:p>
        </p:txBody>
      </p:sp>
      <p:sp>
        <p:nvSpPr>
          <p:cNvPr id="16" name="tarjeta"/>
          <p:cNvSpPr/>
          <p:nvPr/>
        </p:nvSpPr>
        <p:spPr>
          <a:xfrm>
            <a:off x="5897880" y="2103120"/>
            <a:ext cx="5788152" cy="4251960"/>
          </a:xfrm>
          <a:prstGeom prst="roundRect">
            <a:avLst>
              <a:gd name="adj" fmla="val 172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2240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Supone, y si no se cumple, falla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2743200"/>
            <a:ext cx="5349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darle k: no decide cuántos grupos hay.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redondos (esféricos) y de tamaño parecido.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variables numéricas y en la misma escala.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extremos tiran de las medias: un puñado de clientes raros mueve un centro.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a todos: no puede decir «este cliente no se parece a nadie».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A040F6-C0E2-E257-09C5-E3866D9D591C}"/>
                  </a:ext>
                </a:extLst>
              </p14:cNvPr>
              <p14:cNvContentPartPr/>
              <p14:nvPr/>
            </p14:nvContentPartPr>
            <p14:xfrm>
              <a:off x="750240" y="2263680"/>
              <a:ext cx="10682280" cy="3168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A040F6-C0E2-E257-09C5-E3866D9D5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880" y="2254320"/>
                <a:ext cx="10701000" cy="318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ELEGIR K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codo no es nítido y la silueta prefiere 4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sobre las 12 variables escaladas, k de 2 a 10.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201168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846320" y="201168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arjeta"/>
          <p:cNvSpPr/>
          <p:nvPr/>
        </p:nvSpPr>
        <p:spPr>
          <a:xfrm>
            <a:off x="502920" y="5303520"/>
            <a:ext cx="8549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13232" y="534924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(b − a) / máx(a, b)   </a:t>
            </a: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distancia media a los de su grupo · b: al grupo vecino más cercano. Cerca de 1, bien ubicado; cerca de 0, en la frontera; negativo, en el grupo equivocado.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9326880" y="2103120"/>
            <a:ext cx="2359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0976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0.378</a:t>
            </a:r>
            <a:endParaRPr lang="en-US" sz="3200" dirty="0"/>
          </a:p>
        </p:txBody>
      </p:sp>
      <p:sp>
        <p:nvSpPr>
          <p:cNvPr id="13" name="Text 8"/>
          <p:cNvSpPr txBox="1"/>
          <p:nvPr/>
        </p:nvSpPr>
        <p:spPr>
          <a:xfrm>
            <a:off x="950976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con k = 4 · la más alta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9326880" y="3703320"/>
            <a:ext cx="2359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50976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0.335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9509760" y="4389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con k = 6 · la segunda</a:t>
            </a:r>
            <a:endParaRPr lang="en-US" sz="1200" dirty="0"/>
          </a:p>
        </p:txBody>
      </p:sp>
      <p:sp>
        <p:nvSpPr>
          <p:cNvPr id="17" name="tarjeta"/>
          <p:cNvSpPr/>
          <p:nvPr/>
        </p:nvSpPr>
        <p:spPr>
          <a:xfrm>
            <a:off x="9326880" y="5303520"/>
            <a:ext cx="2359152" cy="1051560"/>
          </a:xfrm>
          <a:prstGeom prst="roundRect">
            <a:avLst>
              <a:gd name="adj" fmla="val 695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491472" y="5349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proponen; el negocio decide.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2B51B1-7929-1833-1D50-03C4B6E1226C}"/>
                  </a:ext>
                </a:extLst>
              </p14:cNvPr>
              <p14:cNvContentPartPr/>
              <p14:nvPr/>
            </p14:nvContentPartPr>
            <p14:xfrm>
              <a:off x="1275480" y="102960"/>
              <a:ext cx="9526680" cy="5782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2B51B1-7929-1833-1D50-03C4B6E122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6120" y="93600"/>
                <a:ext cx="9545400" cy="580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PERFILAR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 los 6 grupos, en desviaciones frente a la cartera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Rojo: el grupo está por encima de la cartera en esa variable. Azul: por debajo. K-Means con k = 6.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3584448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súper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viajes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online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Revolvente · 1029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de efectivo · 1003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70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joven · 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8D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41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Cotidiano · 2133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Dormido ·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11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viajero · 1011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3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37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603504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6035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se reconoce por una o dos celdas fuertes. Así se les pone nombre: con reglas sobre el perfil, nunca con el número de cluster.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9F7238-1B35-128F-F313-D941C3CC0F27}"/>
                  </a:ext>
                </a:extLst>
              </p14:cNvPr>
              <p14:cNvContentPartPr/>
              <p14:nvPr/>
            </p14:nvContentPartPr>
            <p14:xfrm>
              <a:off x="45720" y="187920"/>
              <a:ext cx="11502360" cy="6276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9F7238-1B35-128F-F313-D941C3CC0F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60" y="178560"/>
                <a:ext cx="11521080" cy="629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NOMBRAR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segmentos con nombre de negocio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cluster cambia con la semilla o la versión; el nombre sale de una regla sobre el perfil.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322576"/>
            <a:ext cx="292608" cy="292608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24712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Revolvente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1 029 clientes · regla: más utilización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108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76 % de su línea y paga solo el 14 % del saldo.</a:t>
            </a:r>
            <a:endParaRPr lang="en-US" sz="1350" dirty="0"/>
          </a:p>
        </p:txBody>
      </p:sp>
      <p:sp>
        <p:nvSpPr>
          <p:cNvPr id="12" name="tarjeta"/>
          <p:cNvSpPr/>
          <p:nvPr/>
        </p:nvSpPr>
        <p:spPr>
          <a:xfrm>
            <a:off x="4270248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71416" y="2322576"/>
            <a:ext cx="292608" cy="292608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efectivo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1 003 clientes · regla: más avances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3108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avances en 6 meses, poca app, paga el 14 %.</a:t>
            </a:r>
            <a:endParaRPr lang="en-US" sz="1350" dirty="0"/>
          </a:p>
        </p:txBody>
      </p:sp>
      <p:sp>
        <p:nvSpPr>
          <p:cNvPr id="17" name="tarjeta"/>
          <p:cNvSpPr/>
          <p:nvPr/>
        </p:nvSpPr>
        <p:spPr>
          <a:xfrm>
            <a:off x="8037576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38744" y="2322576"/>
            <a:ext cx="292608" cy="292608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59368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joven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38744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 clientes · regla: más % de app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08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años en promedio, 49 compras al mes, 55 % online, 92 % por app.</a:t>
            </a:r>
            <a:endParaRPr lang="en-US" sz="1350" dirty="0"/>
          </a:p>
        </p:txBody>
      </p:sp>
      <p:sp>
        <p:nvSpPr>
          <p:cNvPr id="22" name="tarjeta"/>
          <p:cNvSpPr/>
          <p:nvPr/>
        </p:nvSpPr>
        <p:spPr>
          <a:xfrm>
            <a:off x="502920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4498848"/>
            <a:ext cx="292608" cy="292608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24712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Cotidiano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" y="4919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2 133 clientes · regla: el que queda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04088" y="52852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más grande: 44 % del gasto en supermercado.</a:t>
            </a:r>
            <a:endParaRPr lang="en-US" sz="1350" dirty="0"/>
          </a:p>
        </p:txBody>
      </p:sp>
      <p:sp>
        <p:nvSpPr>
          <p:cNvPr id="27" name="tarjeta"/>
          <p:cNvSpPr/>
          <p:nvPr/>
        </p:nvSpPr>
        <p:spPr>
          <a:xfrm>
            <a:off x="4270248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71416" y="4498848"/>
            <a:ext cx="292608" cy="292608"/>
          </a:xfrm>
          <a:prstGeom prst="ellipse">
            <a:avLst/>
          </a:prstGeom>
          <a:solidFill>
            <a:srgbClr val="5B6B87"/>
          </a:solidFill>
          <a:ln w="12700">
            <a:solidFill>
              <a:srgbClr val="5B6B8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Dormido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471416" y="4919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 clientes · regla: más meses sin uso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471416" y="52852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6 meses sin una compra. Gasta S/ 51 al mes.</a:t>
            </a:r>
            <a:endParaRPr lang="en-US" sz="1350" dirty="0"/>
          </a:p>
        </p:txBody>
      </p:sp>
      <p:sp>
        <p:nvSpPr>
          <p:cNvPr id="32" name="tarjeta"/>
          <p:cNvSpPr/>
          <p:nvPr/>
        </p:nvSpPr>
        <p:spPr>
          <a:xfrm>
            <a:off x="8037576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38744" y="4498848"/>
            <a:ext cx="292608" cy="29260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59368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viajero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238744" y="4919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1 011 clientes · regla: más % de viajes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238744" y="52852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5 629 al mes, 28 % en viajes, paga el 94 % del saldo.</a:t>
            </a:r>
            <a:endParaRPr lang="en-US" sz="13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4A6104-9F6C-451C-C257-D4853C4EAB9F}"/>
                  </a:ext>
                </a:extLst>
              </p14:cNvPr>
              <p14:cNvContentPartPr/>
              <p14:nvPr/>
            </p14:nvContentPartPr>
            <p14:xfrm>
              <a:off x="705960" y="636840"/>
              <a:ext cx="11170800" cy="5194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4A6104-9F6C-451C-C257-D4853C4EAB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600" y="627480"/>
                <a:ext cx="11189520" cy="521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808476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808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CRUZAR CON EL NEGOCIO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clustering no vio el default, y los segmentos lo separan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foto de 2026 de cada cliente en la cartera de la Clase 9, unida por id_cliente.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201168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arjeta"/>
          <p:cNvSpPr/>
          <p:nvPr/>
        </p:nvSpPr>
        <p:spPr>
          <a:xfrm>
            <a:off x="7726680" y="2103120"/>
            <a:ext cx="395935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55280" y="2176272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9418320" y="2176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lift de Revolvente: 21.7 % contra 9.1 %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7726680" y="3566160"/>
            <a:ext cx="395935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3639312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0.34×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418320" y="363931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 Premium viajero: 3.1 %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7726680" y="5120640"/>
            <a:ext cx="3959352" cy="1234440"/>
          </a:xfrm>
          <a:prstGeom prst="roundRect">
            <a:avLst>
              <a:gd name="adj" fmla="val 592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36992" y="51663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al score de la Clase 9: el segmento dice quién es el cliente para decidir cómo hablarle.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F1FDD9-81C7-FF41-3ACC-CCED761D68B0}"/>
                  </a:ext>
                </a:extLst>
              </p14:cNvPr>
              <p14:cNvContentPartPr/>
              <p14:nvPr/>
            </p14:nvContentPartPr>
            <p14:xfrm>
              <a:off x="403560" y="1825920"/>
              <a:ext cx="8894160" cy="424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F1FDD9-81C7-FF41-3ACC-CCED761D68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200" y="1816560"/>
                <a:ext cx="8912880" cy="426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96722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9672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K = 4 O K = 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k = 4, tres segmentos muy distintos quedan juntos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silueta prefería 4 porque Cotidiano, Revolvente y Efectivo están cerca. Para el negocio, no se parecen.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7315200" cy="4251960"/>
          </a:xfrm>
          <a:prstGeom prst="roundRect">
            <a:avLst>
              <a:gd name="adj" fmla="val 172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de k = 4 · 4 152 clientes · default 11.6 %</a:t>
            </a:r>
            <a:endParaRPr lang="en-US" sz="1700" dirty="0"/>
          </a:p>
        </p:txBody>
      </p:sp>
      <p:sp>
        <p:nvSpPr>
          <p:cNvPr id="9" name="tarjeta"/>
          <p:cNvSpPr/>
          <p:nvPr/>
        </p:nvSpPr>
        <p:spPr>
          <a:xfrm>
            <a:off x="731520" y="28803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063240"/>
            <a:ext cx="292608" cy="292608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Cotidiano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2 120 clientes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default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3063240" y="28803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3063240"/>
            <a:ext cx="292608" cy="292608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4612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Revolvente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1 029 clientes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324612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default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5394960" y="28803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3063240"/>
            <a:ext cx="292608" cy="292608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778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efectivo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1 003 clientes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15.3 %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default</a:t>
            </a:r>
            <a:endParaRPr lang="en-US" sz="1200" dirty="0"/>
          </a:p>
        </p:txBody>
      </p:sp>
      <p:sp>
        <p:nvSpPr>
          <p:cNvPr id="27" name="tarjeta"/>
          <p:cNvSpPr/>
          <p:nvPr/>
        </p:nvSpPr>
        <p:spPr>
          <a:xfrm>
            <a:off x="8092440" y="2103120"/>
            <a:ext cx="359359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02752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otros tres grupos de k = 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02752" y="26517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viajero, Dormido, y Digital joven (con los clientes atípicos adentro): igual que con k = 6.</a:t>
            </a:r>
            <a:endParaRPr lang="en-US" sz="1350" dirty="0"/>
          </a:p>
        </p:txBody>
      </p:sp>
      <p:sp>
        <p:nvSpPr>
          <p:cNvPr id="30" name="tarjeta"/>
          <p:cNvSpPr/>
          <p:nvPr/>
        </p:nvSpPr>
        <p:spPr>
          <a:xfrm>
            <a:off x="8092440" y="4663440"/>
            <a:ext cx="3593592" cy="1691640"/>
          </a:xfrm>
          <a:prstGeom prst="roundRect">
            <a:avLst>
              <a:gd name="adj" fmla="val 432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02752" y="47365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proponen un rango (de 4 a 6). La interpretabilidad y la acción eligen.</a:t>
            </a:r>
            <a:endParaRPr lang="en-US" sz="1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93C6AAA-94DE-66D3-9243-24521101C9DC}"/>
                  </a:ext>
                </a:extLst>
              </p14:cNvPr>
              <p14:cNvContentPartPr/>
              <p14:nvPr/>
            </p14:nvContentPartPr>
            <p14:xfrm>
              <a:off x="841680" y="1831320"/>
              <a:ext cx="10263960" cy="4849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93C6AAA-94DE-66D3-9243-24521101C9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2320" y="1821960"/>
                <a:ext cx="10282680" cy="486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546604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VARIANTES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de K-Means: cuatro variantes que vas a encontrar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el centro, la escala o el tipo de datos. La lógica de asignar y mover es la misma.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(PAM)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es un cliente real (el medoide), no un promedio. Acepta cualquier distancia, como Gower, y aguanta los extremos. Más lento.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576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kmedoids · scikit-learn-extra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K-Means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697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los centros con lotes pequeños de clientes. Para millones de filas. Pierde algo de precisión.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6576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sklearn.cluster.MiniBatchKMeans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K-Prototypes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87375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K-Means para las numéricas y K-Modes (la moda) para las categóricas, como tipo de empleo.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8338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kmodes.KPrototypes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 K-Means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487375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un grupo y lo parte en dos una y otra vez. Deja una jerarquía de segmentos y subsegmentos.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58338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sklearn.cluster.BisectingKMeans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4564A8-0B54-FBCF-A101-56A6F53ED858}"/>
                  </a:ext>
                </a:extLst>
              </p14:cNvPr>
              <p14:cNvContentPartPr/>
              <p14:nvPr/>
            </p14:nvContentPartPr>
            <p14:xfrm>
              <a:off x="944640" y="2250000"/>
              <a:ext cx="8655840" cy="371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4564A8-0B54-FBCF-A101-56A6F53ED8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5280" y="2240640"/>
                <a:ext cx="8674560" cy="372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072384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MIRAR Y CERRAR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en dos dimensiones, y un aviso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solo para mirar: las 12 variables escaladas proyectadas en 2 componentes (52 % de la varianza).</a:t>
            </a:r>
            <a:endParaRPr lang="en-US" sz="1400" dirty="0"/>
          </a:p>
        </p:txBody>
      </p:sp>
      <p:pic>
        <p:nvPicPr>
          <p:cNvPr id="7" name="Image 0" descr="/home/claude/c10/img/pca_seg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7223760" cy="4334256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8001000" y="2103120"/>
            <a:ext cx="368503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11312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joven · gasto mensual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11312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1 691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01268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3227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663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0012680" y="3227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1312" y="37581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29 766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0012680" y="37581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8001000" y="4572000"/>
            <a:ext cx="3685032" cy="1783080"/>
          </a:xfrm>
          <a:prstGeom prst="roundRect">
            <a:avLst>
              <a:gd name="adj" fmla="val 41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11312" y="466344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asigna a todos. No puede decir «este cliente no se parece a nadie». Para eso, la parte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4145A9-DE0A-C9A4-9724-4F19ADAB95E9}"/>
                  </a:ext>
                </a:extLst>
              </p14:cNvPr>
              <p14:cNvContentPartPr/>
              <p14:nvPr/>
            </p14:nvContentPartPr>
            <p14:xfrm>
              <a:off x="1228320" y="2046240"/>
              <a:ext cx="9223920" cy="3434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4145A9-DE0A-C9A4-9724-4F19ADAB95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8960" y="2036880"/>
                <a:ext cx="9242640" cy="345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5669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566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K-Means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datos, cuatro familias más. Y una ventaja que solo tenemos en clase: sabemos con qué segmentos se generaron los datos, así que podemos medir qué algoritmo los recupera mejor.</a:t>
            </a:r>
            <a:endParaRPr lang="en-US" sz="1600" dirty="0"/>
          </a:p>
        </p:txBody>
      </p:sp>
      <p:sp>
        <p:nvSpPr>
          <p:cNvPr id="6" name="tarjeta"/>
          <p:cNvSpPr/>
          <p:nvPr/>
        </p:nvSpPr>
        <p:spPr>
          <a:xfrm>
            <a:off x="502920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24528"/>
            <a:ext cx="365760" cy="36576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fusiones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3319272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4224528"/>
            <a:ext cx="365760" cy="36576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densas y ruido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6135624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4224528"/>
            <a:ext cx="365760" cy="36576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con probabilidad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8951976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4224528"/>
            <a:ext cx="365760" cy="36576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ARI, silueta y forma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Sesiones 10 y 11 de 14</a:t>
            </a: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B2D7DCF-B6C0-9CDC-EB98-3251D5F4F9E6}"/>
                  </a:ext>
                </a:extLst>
              </p14:cNvPr>
              <p14:cNvContentPartPr/>
              <p14:nvPr/>
            </p14:nvContentPartPr>
            <p14:xfrm>
              <a:off x="1808640" y="3958560"/>
              <a:ext cx="8460000" cy="722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B2D7DCF-B6C0-9CDC-EB98-3251D5F4F9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9280" y="3949200"/>
                <a:ext cx="8478720" cy="74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JERÁRQUICO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 aglomerativo: fusionar de a dos y dibujar el árbol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un grupo por cliente y une los dos más cercanos, una y otra vez, hasta que queda uno solo.</a:t>
            </a:r>
            <a:endParaRPr lang="en-US" sz="1400" dirty="0"/>
          </a:p>
        </p:txBody>
      </p:sp>
      <p:pic>
        <p:nvPicPr>
          <p:cNvPr id="7" name="Image 0" descr="/home/claude/c10/img/dendr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7223760" cy="3318218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440680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440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altura de cada unión es la distancia entre los grupos que se fusionan. Una unión muy alta: grupos muy distintos. Ahí se corta.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8001000" y="2103120"/>
            <a:ext cx="36850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11312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pide k al inicio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5786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el árbol después, mirando las alturas.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8001000" y="3538728"/>
            <a:ext cx="36850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11312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natural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11312" y="4014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y subsegmentos en un solo resultado.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8001000" y="4974336"/>
            <a:ext cx="36850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11312" y="5084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n²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211312" y="54498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todas las distancias entre pares. Para millones de filas, BIRCH o muestrear.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4E4277-7DAD-D260-5F31-53573C78A1B8}"/>
                  </a:ext>
                </a:extLst>
              </p14:cNvPr>
              <p14:cNvContentPartPr/>
              <p14:nvPr/>
            </p14:nvContentPartPr>
            <p14:xfrm>
              <a:off x="1057320" y="1955520"/>
              <a:ext cx="612720" cy="289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4E4277-7DAD-D260-5F31-53573C78A1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7960" y="1946160"/>
                <a:ext cx="631440" cy="30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17754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TIPOS DE ENLACE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dos grupos se puede medir de cuatro formas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decisión más importante del jerárquico. ARI frente a los segmentos reales, con 6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(single)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 de clientes más cercano entre los dos grupos.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Encadena: un grupo gigante y varios de un cliente.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3319272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044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 (complete)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 más lejano.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compactos, sensibles a extremos.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6135624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36792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(average)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36792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de todos los pares.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36792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medio entre los dos anteriores.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336792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6336792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25" name="tarjeta"/>
          <p:cNvSpPr/>
          <p:nvPr/>
        </p:nvSpPr>
        <p:spPr>
          <a:xfrm>
            <a:off x="8951976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53144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153144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sube la varianza dentro del grupo al unirlos.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153144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redondos y parejos, como K-Means.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53144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153144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231136" cy="347472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DBSCAN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un grupo es una zona densa; lo demás es ruido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parámetros: eps (el radio del vecindario) y min_samples (cuántos vecinos hacen falta para ser núcleo).</a:t>
            </a:r>
            <a:endParaRPr lang="en-US" sz="1400" dirty="0"/>
          </a:p>
        </p:txBody>
      </p:sp>
      <p:pic>
        <p:nvPicPr>
          <p:cNvPr id="7" name="Image 0" descr="/home/claude/c10/img/dbscan_concep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6400800" cy="4000500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7178040" y="2103120"/>
            <a:ext cx="45079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88352" y="21762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21762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al menos min_samples vecinos dentro del radio eps.</a:t>
            </a:r>
            <a:endParaRPr lang="en-US" sz="1250" dirty="0"/>
          </a:p>
        </p:txBody>
      </p:sp>
      <p:sp>
        <p:nvSpPr>
          <p:cNvPr id="11" name="tarjeta"/>
          <p:cNvSpPr/>
          <p:nvPr/>
        </p:nvSpPr>
        <p:spPr>
          <a:xfrm>
            <a:off x="7178040" y="3200400"/>
            <a:ext cx="45079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88352" y="32735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2735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dentro del radio de un núcleo, pero tiene menos vecinos.</a:t>
            </a:r>
            <a:endParaRPr lang="en-US" sz="1250" dirty="0"/>
          </a:p>
        </p:txBody>
      </p:sp>
      <p:sp>
        <p:nvSpPr>
          <p:cNvPr id="14" name="tarjeta"/>
          <p:cNvSpPr/>
          <p:nvPr/>
        </p:nvSpPr>
        <p:spPr>
          <a:xfrm>
            <a:off x="7178040" y="4297680"/>
            <a:ext cx="45079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88352" y="43708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3708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núcleo ni borde: etiqueta −1. No se le fuerza un grupo.</a:t>
            </a:r>
            <a:endParaRPr lang="en-US" sz="1250" dirty="0"/>
          </a:p>
        </p:txBody>
      </p:sp>
      <p:sp>
        <p:nvSpPr>
          <p:cNvPr id="17" name="tarjeta"/>
          <p:cNvSpPr/>
          <p:nvPr/>
        </p:nvSpPr>
        <p:spPr>
          <a:xfrm>
            <a:off x="7178040" y="5440680"/>
            <a:ext cx="4507992" cy="914400"/>
          </a:xfrm>
          <a:prstGeom prst="roundRect">
            <a:avLst>
              <a:gd name="adj" fmla="val 8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88352" y="5440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eps: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la distancia de cada cliente a su k-ésimo vecino y buscar el codo.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282696" cy="347472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OPTICS Y HDBSCAN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densidad cambia de un grupo a otro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eps no sirve para un grupo apretado y otro disperso. OPTICS y HDBSCAN prueban todos los radios.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a los clientes por qué tan accesibles son desde zonas densas. El gráfico de alcanzabilidad muestra los grupos como valles; se cortan después.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sklearn.cluster.OPTICS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87375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DBSCAN para todos los radios y se queda con los grupos más estables. Un parámetro principal: min_cluster_size.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sklearn.cluster.HDBSCAN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6263640" y="2103120"/>
            <a:ext cx="5422392" cy="4251960"/>
          </a:xfrm>
          <a:prstGeom prst="roundRect">
            <a:avLst>
              <a:gd name="adj" fmla="val 172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nuestra cartera · HDBSCAN(min_cluster_size=100)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de 45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atípicos marcados como ruido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068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grupos: fusiona los segmentos que se tocan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605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la densidad no es la herramienta para segmentar esta cartera (ARI 0.09), pero es la mejor para encontrar a los clientes que no se parecen a nadie. Úsala como detector de anomalías, antes o después de K-Means.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493008" cy="347472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MEZCLAS GAUSSIANAS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GMM: grupos como campanas, pertenencia con probabilidad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suave: un cliente puede ser 70 % Revolvente y 30 % Cotidiano. K-Means es el caso duro y redondo.</a:t>
            </a:r>
            <a:endParaRPr lang="en-US" sz="1400" dirty="0"/>
          </a:p>
        </p:txBody>
      </p:sp>
      <p:pic>
        <p:nvPicPr>
          <p:cNvPr id="7" name="Image 0" descr="/home/claude/c10/img/g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7223760" cy="2889504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074920"/>
            <a:ext cx="7223760" cy="128016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1206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GaussianMixture(6, covariance_type="tied").predict_proba(Zs)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elegir k: el BIC, que premia el ajuste y castiga los parámetros. Más bajo, mejor.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 según la covarianza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560320"/>
          <a:ext cx="3685032" cy="22860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covariance_type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 por 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ejes alineados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forma común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arjeta"/>
          <p:cNvSpPr/>
          <p:nvPr/>
        </p:nvSpPr>
        <p:spPr>
          <a:xfrm>
            <a:off x="8001000" y="5074920"/>
            <a:ext cx="3685032" cy="128016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11312" y="5120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«full» hay demasiados parámetros, y las variables discretas lo rompen. Más flexible no es mejor.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282696" cy="347472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OTROS ALGORITMOS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algoritmos más que vale la pena conocer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usados en banca, pero aparecen en papers, entrevistas y librerías.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cada cliente hacia la zona más densa cercana. No pide k, sí un ancho de banda.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2560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encontró 5 grupos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Espectral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7432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un grafo de vecinos y agrupa a los bien conectados. Bueno para formas raras; caro.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104120" y="2560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100" dirty="0"/>
          </a:p>
        </p:txBody>
      </p:sp>
      <p:sp>
        <p:nvSpPr>
          <p:cNvPr id="17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91947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los clientes en un árbol de subgrupos y agrupa el resumen. Para millones de filas.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434840" y="47365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54681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491947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«votan» por representantes. No pide k. Costo n²: no lo corrimos.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0104120" y="47365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0" y="54681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1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231136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FORMAS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ve grupos distintos en los mismos puntos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juegos de datos de juguete, cinco algoritmos. Gris: ruido.</a:t>
            </a:r>
            <a:endParaRPr lang="en-US" sz="1400" dirty="0"/>
          </a:p>
        </p:txBody>
      </p:sp>
      <p:pic>
        <p:nvPicPr>
          <p:cNvPr id="7" name="Image 0" descr="/home/claude/c10/img/for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938528"/>
            <a:ext cx="7863840" cy="4440339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9509760" y="2103120"/>
            <a:ext cx="21762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74352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Redondos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674352" y="2560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aciertan.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9509760" y="3538728"/>
            <a:ext cx="21762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74352" y="36301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674352" y="3995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densidad las sigue.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9509760" y="4974336"/>
            <a:ext cx="21762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74352" y="5065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Densidades + ruido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674352" y="543153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es el único que separa bien y aparta el ruido.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COMPARAR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para elegir algoritmo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ARI: índice de Rand ajustado contra los segmentos reales de la cartera. 1 es perfecto; 0, lo mismo que al azar.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3703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¿Pide k?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¿Marca ruido?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Muchos clientes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en el caso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 K-Means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Jerárquico Ward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cortar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en memoria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(tied)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Espectral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 · 45/45 atípicos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603504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6035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segmentar esta cartera: K-Means o Ward. Para encontrar a los que no se parecen a nadie: HDBSCAN.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MÉTRICAS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evalúa un clustering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Internas: solo miran los datos. Externas: comparan con una etiqueta, que en la vida real casi nunca existe.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 · sin etiqueta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502920" y="2423160"/>
            <a:ext cx="5513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496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alta, mejor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49631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0.378 (k=4) · 0.335 (k=6)</a:t>
            </a:r>
            <a:endParaRPr lang="en-US" sz="1300" dirty="0"/>
          </a:p>
        </p:txBody>
      </p:sp>
      <p:sp>
        <p:nvSpPr>
          <p:cNvPr id="12" name="tarjeta"/>
          <p:cNvSpPr/>
          <p:nvPr/>
        </p:nvSpPr>
        <p:spPr>
          <a:xfrm>
            <a:off x="502920" y="3447288"/>
            <a:ext cx="5513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3922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bajo, mejor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520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(k=4) · 1.14 (k=6)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502920" y="4471416"/>
            <a:ext cx="5513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544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4946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alto, mejor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45445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2 622 (k=4) · 2 794 (k=6)</a:t>
            </a:r>
            <a:endParaRPr lang="en-US" sz="1300" dirty="0"/>
          </a:p>
        </p:txBody>
      </p:sp>
      <p:sp>
        <p:nvSpPr>
          <p:cNvPr id="20" name="tarjeta"/>
          <p:cNvSpPr/>
          <p:nvPr/>
        </p:nvSpPr>
        <p:spPr>
          <a:xfrm>
            <a:off x="502920" y="5532120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siquiera se ponen de acuerdo: Calinski-Harabasz prefiere k = 6. Y las tres favorecen grupos redondos.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 Y DE NEGOCIO</a:t>
            </a:r>
            <a:endParaRPr lang="en-US" sz="1200" dirty="0"/>
          </a:p>
        </p:txBody>
      </p:sp>
      <p:sp>
        <p:nvSpPr>
          <p:cNvPr id="23" name="tarjeta"/>
          <p:cNvSpPr/>
          <p:nvPr/>
        </p:nvSpPr>
        <p:spPr>
          <a:xfrm>
            <a:off x="6263640" y="2423160"/>
            <a:ext cx="54223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73952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NMI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73952" y="28986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 con una etiqueta conocida. Aquí, los segmentos con que se generaron los datos.</a:t>
            </a:r>
            <a:endParaRPr lang="en-US" sz="1300" dirty="0"/>
          </a:p>
        </p:txBody>
      </p:sp>
      <p:sp>
        <p:nvSpPr>
          <p:cNvPr id="26" name="tarjeta"/>
          <p:cNvSpPr/>
          <p:nvPr/>
        </p:nvSpPr>
        <p:spPr>
          <a:xfrm>
            <a:off x="6263640" y="3749040"/>
            <a:ext cx="54223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4224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clientes caen en el mismo segmento con otra muestra u otro mes?</a:t>
            </a:r>
            <a:endParaRPr lang="en-US" sz="1300" dirty="0"/>
          </a:p>
        </p:txBody>
      </p:sp>
      <p:sp>
        <p:nvSpPr>
          <p:cNvPr id="29" name="tarjeta"/>
          <p:cNvSpPr/>
          <p:nvPr/>
        </p:nvSpPr>
        <p:spPr>
          <a:xfrm>
            <a:off x="6263640" y="5074920"/>
            <a:ext cx="54223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73952" y="5184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73952" y="55504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segmentos separan algo que importa, como el default? ¿Piden acciones distintas?</a:t>
            </a:r>
            <a:endParaRPr lang="en-US" sz="13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reglas para segmentar clientes en un banco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separa un clustering de laboratorio de uno que se usa.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numero"/>
          <p:cNvSpPr/>
          <p:nvPr/>
        </p:nvSpPr>
        <p:spPr>
          <a:xfrm>
            <a:off x="704088" y="2304288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las variables con el negocio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vota en la distancia. Tres de gasto son tres votos al gasto.</a:t>
            </a:r>
            <a:endParaRPr lang="en-US" sz="1400" dirty="0"/>
          </a:p>
        </p:txBody>
      </p:sp>
      <p:sp>
        <p:nvSpPr>
          <p:cNvPr id="12" name="tarjeta"/>
          <p:cNvSpPr/>
          <p:nvPr/>
        </p:nvSpPr>
        <p:spPr>
          <a:xfrm>
            <a:off x="4270248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numero"/>
          <p:cNvSpPr/>
          <p:nvPr/>
        </p:nvSpPr>
        <p:spPr>
          <a:xfrm>
            <a:off x="4471416" y="2304288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1416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y escala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Logaritmo a montos y conteos; StandardScaler a todo. Sin excepción.</a:t>
            </a:r>
            <a:endParaRPr lang="en-US" sz="1400" dirty="0"/>
          </a:p>
        </p:txBody>
      </p:sp>
      <p:sp>
        <p:nvSpPr>
          <p:cNvPr id="17" name="tarjeta"/>
          <p:cNvSpPr/>
          <p:nvPr/>
        </p:nvSpPr>
        <p:spPr>
          <a:xfrm>
            <a:off x="8037576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numero"/>
          <p:cNvSpPr/>
          <p:nvPr/>
        </p:nvSpPr>
        <p:spPr>
          <a:xfrm>
            <a:off x="8238744" y="2304288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8744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38744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un rango de k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Codo, silueta y Davies-Bouldin proponen; el perfil y la acción deciden.</a:t>
            </a:r>
            <a:endParaRPr lang="en-US" sz="1400" dirty="0"/>
          </a:p>
        </p:txBody>
      </p:sp>
      <p:sp>
        <p:nvSpPr>
          <p:cNvPr id="22" name="tarjeta"/>
          <p:cNvSpPr/>
          <p:nvPr/>
        </p:nvSpPr>
        <p:spPr>
          <a:xfrm>
            <a:off x="502920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numero"/>
          <p:cNvSpPr/>
          <p:nvPr/>
        </p:nvSpPr>
        <p:spPr>
          <a:xfrm>
            <a:off x="704088" y="4480560"/>
            <a:ext cx="502920" cy="50292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 y nombra con reglas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704088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unidades originales. Nunca con el número de cluster.</a:t>
            </a:r>
            <a:endParaRPr lang="en-US" sz="1400" dirty="0"/>
          </a:p>
        </p:txBody>
      </p:sp>
      <p:sp>
        <p:nvSpPr>
          <p:cNvPr id="27" name="tarjeta"/>
          <p:cNvSpPr/>
          <p:nvPr/>
        </p:nvSpPr>
        <p:spPr>
          <a:xfrm>
            <a:off x="4270248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numero"/>
          <p:cNvSpPr/>
          <p:nvPr/>
        </p:nvSpPr>
        <p:spPr>
          <a:xfrm>
            <a:off x="4471416" y="448056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71416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471416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estabilidad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471416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con otro mes: un segmento que cambia cada mes no sirve para una campaña.</a:t>
            </a:r>
            <a:endParaRPr lang="en-US" sz="1400" dirty="0"/>
          </a:p>
        </p:txBody>
      </p:sp>
      <p:sp>
        <p:nvSpPr>
          <p:cNvPr id="32" name="tarjeta"/>
          <p:cNvSpPr/>
          <p:nvPr/>
        </p:nvSpPr>
        <p:spPr>
          <a:xfrm>
            <a:off x="8037576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numero"/>
          <p:cNvSpPr/>
          <p:nvPr/>
        </p:nvSpPr>
        <p:spPr>
          <a:xfrm>
            <a:off x="8238744" y="4480560"/>
            <a:ext cx="502920" cy="502920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38744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238744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 la asignación de nuevos</a:t>
            </a:r>
            <a:endParaRPr lang="en-US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8238744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tiene predict. Jerárquico y DBSCAN no: hace falta un clasificador encima.</a:t>
            </a:r>
            <a:endParaRPr lang="en-US" sz="1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756916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756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las dos partes</a:t>
            </a:r>
            <a:endParaRPr lang="en-US" sz="3000" dirty="0"/>
          </a:p>
        </p:txBody>
      </p:sp>
      <p:sp>
        <p:nvSpPr>
          <p:cNvPr id="6" name="tarjeta"/>
          <p:cNvSpPr/>
          <p:nvPr/>
        </p:nvSpPr>
        <p:spPr>
          <a:xfrm>
            <a:off x="502920" y="182880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analista corre K-Means con gasto en soles, edad y % de pago, sin escalar. ¿Qué pasa?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319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gasto domina la distancia: los grupos son rebanadas de gasto. Hay que escalar (y logaritmo al gasto).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4270248" y="182880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silueta prefiere k = 4 y el equipo elige k = 6. ¿Se justifica?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39319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con k = 4 un grupo junta tasas de default de 5 % y 22 %, que piden acciones distintas.</a:t>
            </a:r>
            <a:endParaRPr lang="en-US" sz="1350" dirty="0"/>
          </a:p>
        </p:txBody>
      </p:sp>
      <p:sp>
        <p:nvSpPr>
          <p:cNvPr id="14" name="tarjeta"/>
          <p:cNvSpPr/>
          <p:nvPr/>
        </p:nvSpPr>
        <p:spPr>
          <a:xfrm>
            <a:off x="8037576" y="182880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66176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HDBSCAN segmenta mal esta cartera y aun así sirve?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66176" y="39319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se tocan y los fusiona, pero aísla a los 45 atípicos: es un buen detector de anomalías.</a:t>
            </a:r>
            <a:endParaRPr lang="en-US" sz="1350" dirty="0"/>
          </a:p>
        </p:txBody>
      </p:sp>
      <p:sp>
        <p:nvSpPr>
          <p:cNvPr id="18" name="tarjeta"/>
          <p:cNvSpPr/>
          <p:nvPr/>
        </p:nvSpPr>
        <p:spPr>
          <a:xfrm>
            <a:off x="502920" y="566928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A56E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669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un modelo en producción en la web, con una introducción a Databricks.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e 10 ML">
  <a:themeElements>
    <a:clrScheme name="Clase 10 ML">
      <a:dk1>
        <a:srgbClr val="2C3A55"/>
      </a:dk1>
      <a:lt1>
        <a:srgbClr val="FFFFFF"/>
      </a:lt1>
      <a:dk2>
        <a:srgbClr val="0A2559"/>
      </a:dk2>
      <a:lt2>
        <a:srgbClr val="F5F7FB"/>
      </a:lt2>
      <a:accent1>
        <a:srgbClr val="1A56E8"/>
      </a:accent1>
      <a:accent2>
        <a:srgbClr val="E6115E"/>
      </a:accent2>
      <a:accent3>
        <a:srgbClr val="12B886"/>
      </a:accent3>
      <a:accent4>
        <a:srgbClr val="5B6B87"/>
      </a:accent4>
      <a:accent5>
        <a:srgbClr val="D2DBEC"/>
      </a:accent5>
      <a:accent6>
        <a:srgbClr val="E9EEF8"/>
      </a:accent6>
      <a:hlink>
        <a:srgbClr val="1A56E8"/>
      </a:hlink>
      <a:folHlink>
        <a:srgbClr val="5B6B87"/>
      </a:folHlink>
    </a:clrScheme>
    <a:fontScheme name="Clase 10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5180</Words>
  <Application>Microsoft Macintosh PowerPoint</Application>
  <PresentationFormat>Widescreen</PresentationFormat>
  <Paragraphs>638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Clase 10 ML</vt:lpstr>
      <vt:lpstr>PowerPoint Presentation</vt:lpstr>
      <vt:lpstr>Un tema, dos clases</vt:lpstr>
      <vt:lpstr>Ya no hay una columna que predecir</vt:lpstr>
      <vt:lpstr>Los clientes de la Clase 9, vistos por cómo usan la tarjeta</vt:lpstr>
      <vt:lpstr>Antes del algoritmo: ¿qué significa que dos clientes se parezcan?</vt:lpstr>
      <vt:lpstr>Sin escalar, el gasto decide todo</vt:lpstr>
      <vt:lpstr>Cinco familias de algoritmos de clustering</vt:lpstr>
      <vt:lpstr>K-Means repite dos pasos: asignar y mover</vt:lpstr>
      <vt:lpstr>Lo que K-Means supone, y cuándo falla</vt:lpstr>
      <vt:lpstr>El codo no es nítido y la silueta prefiere 4</vt:lpstr>
      <vt:lpstr>El perfil de los 6 grupos, en desviaciones frente a la cartera</vt:lpstr>
      <vt:lpstr>Seis segmentos con nombre de negocio</vt:lpstr>
      <vt:lpstr>El clustering no vio el default, y los segmentos lo separan</vt:lpstr>
      <vt:lpstr>Con k = 4, tres segmentos muy distintos quedan juntos</vt:lpstr>
      <vt:lpstr>La familia de K-Means: cuatro variantes que vas a encontrar</vt:lpstr>
      <vt:lpstr>Los segmentos en dos dimensiones, y un aviso</vt:lpstr>
      <vt:lpstr>PowerPoint Presentation</vt:lpstr>
      <vt:lpstr>Jerárquico aglomerativo: fusionar de a dos y dibujar el árbol</vt:lpstr>
      <vt:lpstr>La distancia entre dos grupos se puede medir de cuatro formas</vt:lpstr>
      <vt:lpstr>DBSCAN: un grupo es una zona densa; lo demás es ruido</vt:lpstr>
      <vt:lpstr>Cuando la densidad cambia de un grupo a otro</vt:lpstr>
      <vt:lpstr>GMM: grupos como campanas, pertenencia con probabilidad</vt:lpstr>
      <vt:lpstr>Cuatro algoritmos más que vale la pena conocer</vt:lpstr>
      <vt:lpstr>Cada familia ve grupos distintos en los mismos puntos</vt:lpstr>
      <vt:lpstr>La tabla para elegir algoritmo</vt:lpstr>
      <vt:lpstr>Cómo se evalúa un clustering</vt:lpstr>
      <vt:lpstr>Seis reglas para segmentar clientes en un banco</vt:lpstr>
      <vt:lpstr>Para cerrar las dos partes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· Partes 1 y 2</dc:title>
  <dc:subject>PptxGenJS Presentation</dc:subject>
  <dc:creator>Josef Renato Rodriguez</dc:creator>
  <cp:lastModifiedBy>Josef Rodriguez</cp:lastModifiedBy>
  <cp:revision>2</cp:revision>
  <dcterms:created xsi:type="dcterms:W3CDTF">2026-10-28T16:09:07Z</dcterms:created>
  <dcterms:modified xsi:type="dcterms:W3CDTF">2026-10-31T01:06:12Z</dcterms:modified>
</cp:coreProperties>
</file>