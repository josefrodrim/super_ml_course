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notesSlides/notesSlide4.xml" ContentType="application/vnd.openxmlformats-officedocument.presentationml.notesSlide+xml"/>
  <Override PartName="/ppt/ink/ink3.xml" ContentType="application/inkml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ink/ink4.xml" ContentType="application/inkml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ink/ink5.xml" ContentType="application/inkml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ink/ink6.xml" ContentType="application/inkml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ink/ink7.xml" ContentType="application/inkml+xml"/>
  <Override PartName="/ppt/notesSlides/notesSlide9.xml" ContentType="application/vnd.openxmlformats-officedocument.presentationml.notesSlide+xml"/>
  <Override PartName="/ppt/ink/ink8.xml" ContentType="application/inkml+xml"/>
  <Override PartName="/ppt/notesSlides/notesSlide10.xml" ContentType="application/vnd.openxmlformats-officedocument.presentationml.notesSlide+xml"/>
  <Override PartName="/ppt/ink/ink9.xml" ContentType="application/inkml+xml"/>
  <Override PartName="/ppt/notesSlides/notesSlide11.xml" ContentType="application/vnd.openxmlformats-officedocument.presentationml.notesSlide+xml"/>
  <Override PartName="/ppt/ink/ink10.xml" ContentType="application/inkml+xml"/>
  <Override PartName="/ppt/notesSlides/notesSlide12.xml" ContentType="application/vnd.openxmlformats-officedocument.presentationml.notesSlide+xml"/>
  <Override PartName="/ppt/ink/ink11.xml" ContentType="application/inkml+xml"/>
  <Override PartName="/ppt/notesSlides/notesSlide13.xml" ContentType="application/vnd.openxmlformats-officedocument.presentationml.notesSlide+xml"/>
  <Override PartName="/ppt/ink/ink12.xml" ContentType="application/inkml+xml"/>
  <Override PartName="/ppt/notesSlides/notesSlide14.xml" ContentType="application/vnd.openxmlformats-officedocument.presentationml.notesSlide+xml"/>
  <Override PartName="/ppt/ink/ink13.xml" ContentType="application/inkml+xml"/>
  <Override PartName="/ppt/notesSlides/notesSlide15.xml" ContentType="application/vnd.openxmlformats-officedocument.presentationml.notesSlide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44A904B-9323-C4F4-D7BD-96C0FEEAC702}">
          <p14:sldIdLst>
            <p14:sldId id="256"/>
            <p14:sldId id="257"/>
            <p14:sldId id="258"/>
            <p14:sldId id="259"/>
          </p14:sldIdLst>
        </p14:section>
        <p14:section name="Bloque 1 · Logística" id="{4D5D01F8-E9FF-C6AA-2EF2-B7BFE6EE9FC9}">
          <p14:sldIdLst>
            <p14:sldId id="260"/>
          </p14:sldIdLst>
        </p14:section>
        <p14:section name="Bloque 2 · Importancia" id="{8E2E3184-077A-387D-F05C-8E519F8AFF9E}">
          <p14:sldIdLst>
            <p14:sldId id="261"/>
            <p14:sldId id="262"/>
          </p14:sldIdLst>
        </p14:section>
        <p14:section name="Bloque 3 · PDP e ICE" id="{FA024512-5C68-79D4-BE1B-2027E6C890F2}">
          <p14:sldIdLst>
            <p14:sldId id="263"/>
            <p14:sldId id="264"/>
          </p14:sldIdLst>
        </p14:section>
        <p14:section name="Bloque 4 · SHAP" id="{EC4B5B26-5867-1906-C3C6-8D3E29C08339}">
          <p14:sldIdLst>
            <p14:sldId id="265"/>
            <p14:sldId id="266"/>
            <p14:sldId id="267"/>
            <p14:sldId id="268"/>
            <p14:sldId id="269"/>
          </p14:sldIdLst>
        </p14:section>
        <p14:section name="Cierre" id="{35895B52-FBEF-FF1B-5267-23A394C2D43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53"/>
    <p:restoredTop sz="94610"/>
  </p:normalViewPr>
  <p:slideViewPr>
    <p:cSldViewPr snapToGrid="0" snapToObjects="1">
      <p:cViewPr varScale="1">
        <p:scale>
          <a:sx n="220" d="100"/>
          <a:sy n="220" d="100"/>
        </p:scale>
        <p:origin x="8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lang="en-US" sz="1300" b="0" i="0" u="none" strike="noStrike">
                <a:solidFill>
                  <a:srgbClr val="FFFFFF"/>
                </a:solidFill>
                <a:latin typeface="+mn-lt"/>
              </a:rPr>
              <a:t>Participación de cada variable · media de |SHAP| · test 2025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participación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D2DBEC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Atraso máx. 6m</c:v>
                </c:pt>
                <c:pt idx="1">
                  <c:v>Utilización TC</c:v>
                </c:pt>
                <c:pt idx="2">
                  <c:v>Deuda / ingreso</c:v>
                </c:pt>
                <c:pt idx="3">
                  <c:v>Consultas 3m</c:v>
                </c:pt>
                <c:pt idx="4">
                  <c:v>Antigüedad</c:v>
                </c:pt>
                <c:pt idx="5">
                  <c:v>Ingreso</c:v>
                </c:pt>
                <c:pt idx="6">
                  <c:v>Tipo de empleo</c:v>
                </c:pt>
                <c:pt idx="7">
                  <c:v>Edad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0.45900000000000002</c:v>
                </c:pt>
                <c:pt idx="1">
                  <c:v>0.2</c:v>
                </c:pt>
                <c:pt idx="2">
                  <c:v>0.1</c:v>
                </c:pt>
                <c:pt idx="3">
                  <c:v>9.2999999999999999E-2</c:v>
                </c:pt>
                <c:pt idx="4">
                  <c:v>6.9000000000000006E-2</c:v>
                </c:pt>
                <c:pt idx="5">
                  <c:v>6.2E-2</c:v>
                </c:pt>
                <c:pt idx="6">
                  <c:v>1.2999999999999999E-2</c:v>
                </c:pt>
                <c:pt idx="7">
                  <c:v>4.0000000000000001E-3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DAB-FE49-8B6F-14519ABC19A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2DBE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55000000000000004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3A55"/>
                </a:solidFill>
                <a:latin typeface="+mn-lt"/>
              </a:defRPr>
            </a:pPr>
            <a:r>
              <a:rPr lang="en-US" sz="1300" b="0" i="0" u="none" strike="noStrike">
                <a:solidFill>
                  <a:srgbClr val="2C3A55"/>
                </a:solidFill>
                <a:latin typeface="+mn-lt"/>
              </a:rPr>
              <a:t>Odds ratio por +1 desv. estándar · referencia en 1.0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1B3-3B48-8CA1-AF90FB3F910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1B3-3B48-8CA1-AF90FB3F910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1B3-3B48-8CA1-AF90FB3F910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1B3-3B48-8CA1-AF90FB3F910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1B3-3B48-8CA1-AF90FB3F9101}"/>
              </c:ext>
            </c:extLst>
          </c:dPt>
          <c:dPt>
            <c:idx val="5"/>
            <c:invertIfNegative val="0"/>
            <c:bubble3D val="0"/>
            <c:spPr>
              <a:solidFill>
                <a:srgbClr val="5B6B8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1B3-3B48-8CA1-AF90FB3F9101}"/>
              </c:ext>
            </c:extLst>
          </c:dPt>
          <c:dPt>
            <c:idx val="6"/>
            <c:invertIfNegative val="0"/>
            <c:bubble3D val="0"/>
            <c:spPr>
              <a:solidFill>
                <a:srgbClr val="1A56E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1B3-3B48-8CA1-AF90FB3F9101}"/>
              </c:ext>
            </c:extLst>
          </c:dPt>
          <c:dPt>
            <c:idx val="7"/>
            <c:invertIfNegative val="0"/>
            <c:bubble3D val="0"/>
            <c:spPr>
              <a:solidFill>
                <a:srgbClr val="1A56E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1B3-3B48-8CA1-AF90FB3F9101}"/>
              </c:ext>
            </c:extLst>
          </c:dPt>
          <c:dPt>
            <c:idx val="8"/>
            <c:invertIfNegative val="0"/>
            <c:bubble3D val="0"/>
            <c:spPr>
              <a:solidFill>
                <a:srgbClr val="1A56E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1B3-3B48-8CA1-AF90FB3F9101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Utilización TC</c:v>
                </c:pt>
                <c:pt idx="1">
                  <c:v>Atraso máx. 6m</c:v>
                </c:pt>
                <c:pt idx="2">
                  <c:v>Deuda / ingreso</c:v>
                </c:pt>
                <c:pt idx="3">
                  <c:v>Consultas 3m</c:v>
                </c:pt>
                <c:pt idx="4">
                  <c:v>Empleo informal</c:v>
                </c:pt>
                <c:pt idx="5">
                  <c:v>Edad</c:v>
                </c:pt>
                <c:pt idx="6">
                  <c:v>Ingreso</c:v>
                </c:pt>
                <c:pt idx="7">
                  <c:v>Empleo independiente</c:v>
                </c:pt>
                <c:pt idx="8">
                  <c:v>Antigüedad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2.0190000000000001</c:v>
                </c:pt>
                <c:pt idx="1">
                  <c:v>1.514</c:v>
                </c:pt>
                <c:pt idx="2">
                  <c:v>1.421</c:v>
                </c:pt>
                <c:pt idx="3">
                  <c:v>1.363</c:v>
                </c:pt>
                <c:pt idx="4">
                  <c:v>1.1950000000000001</c:v>
                </c:pt>
                <c:pt idx="5">
                  <c:v>0.996</c:v>
                </c:pt>
                <c:pt idx="6">
                  <c:v>0.86599999999999999</c:v>
                </c:pt>
                <c:pt idx="7">
                  <c:v>0.878</c:v>
                </c:pt>
                <c:pt idx="8">
                  <c:v>0.82699999999999996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A1B3-3B48-8CA1-AF90FB3F910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t"/>
        <c:majorGridlines>
          <c:spPr>
            <a:ln w="9525" cap="flat">
              <a:solidFill>
                <a:srgbClr val="E3E8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gain</c:v>
                </c:pt>
              </c:strCache>
            </c:strRef>
          </c:tx>
          <c:spPr>
            <a:solidFill>
              <a:srgbClr val="1A56E8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Atraso máx. 6m</c:v>
                </c:pt>
                <c:pt idx="1">
                  <c:v>Utilización TC</c:v>
                </c:pt>
                <c:pt idx="2">
                  <c:v>Consultas 3m</c:v>
                </c:pt>
                <c:pt idx="3">
                  <c:v>Deuda / ingreso</c:v>
                </c:pt>
                <c:pt idx="4">
                  <c:v>Ingreso</c:v>
                </c:pt>
                <c:pt idx="5">
                  <c:v>Antigüedad</c:v>
                </c:pt>
                <c:pt idx="6">
                  <c:v>Edad</c:v>
                </c:pt>
                <c:pt idx="7">
                  <c:v>Empleo (3 col.)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0.498</c:v>
                </c:pt>
                <c:pt idx="1">
                  <c:v>0.16600000000000001</c:v>
                </c:pt>
                <c:pt idx="2">
                  <c:v>8.8999999999999996E-2</c:v>
                </c:pt>
                <c:pt idx="3">
                  <c:v>8.6999999999999994E-2</c:v>
                </c:pt>
                <c:pt idx="4">
                  <c:v>3.3000000000000002E-2</c:v>
                </c:pt>
                <c:pt idx="5">
                  <c:v>3.3000000000000002E-2</c:v>
                </c:pt>
                <c:pt idx="6">
                  <c:v>2.1999999999999999E-2</c:v>
                </c:pt>
                <c:pt idx="7">
                  <c:v>7.0999999999999994E-2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72C-A540-AB8A-3D027EAA0C9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B8C2D6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Atraso máx. 6m</c:v>
                </c:pt>
                <c:pt idx="1">
                  <c:v>Utilización TC</c:v>
                </c:pt>
                <c:pt idx="2">
                  <c:v>Consultas 3m</c:v>
                </c:pt>
                <c:pt idx="3">
                  <c:v>Deuda / ingreso</c:v>
                </c:pt>
                <c:pt idx="4">
                  <c:v>Ingreso</c:v>
                </c:pt>
                <c:pt idx="5">
                  <c:v>Antigüedad</c:v>
                </c:pt>
                <c:pt idx="6">
                  <c:v>Edad</c:v>
                </c:pt>
                <c:pt idx="7">
                  <c:v>Empleo (3 col.)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0.14000000000000001</c:v>
                </c:pt>
                <c:pt idx="1">
                  <c:v>0.17899999999999999</c:v>
                </c:pt>
                <c:pt idx="2">
                  <c:v>9.7000000000000003E-2</c:v>
                </c:pt>
                <c:pt idx="3">
                  <c:v>0.16900000000000001</c:v>
                </c:pt>
                <c:pt idx="4">
                  <c:v>0.14299999999999999</c:v>
                </c:pt>
                <c:pt idx="5">
                  <c:v>0.16800000000000001</c:v>
                </c:pt>
                <c:pt idx="6">
                  <c:v>7.3999999999999996E-2</c:v>
                </c:pt>
                <c:pt idx="7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72C-A540-AB8A-3D027EAA0C9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2C3A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3A55"/>
                </a:solidFill>
                <a:latin typeface="+mn-lt"/>
              </a:defRPr>
            </a:pPr>
            <a:r>
              <a:rPr lang="en-US" sz="1300" b="0" i="0" u="none" strike="noStrike">
                <a:solidFill>
                  <a:srgbClr val="2C3A55"/>
                </a:solidFill>
                <a:latin typeface="+mn-lt"/>
              </a:rPr>
              <a:t>Caída del AUC en el test 2025 al barajar cada variable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caída</c:v>
                </c:pt>
              </c:strCache>
            </c:strRef>
          </c:tx>
          <c:spPr>
            <a:solidFill>
              <a:srgbClr val="E611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3A4-8546-8119-DDA5CA807540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3A4-8546-8119-DDA5CA807540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3A4-8546-8119-DDA5CA807540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43A4-8546-8119-DDA5CA807540}"/>
              </c:ext>
            </c:extLst>
          </c:dPt>
          <c:dPt>
            <c:idx val="4"/>
            <c:invertIfNegative val="0"/>
            <c:bubble3D val="0"/>
            <c:spPr>
              <a:solidFill>
                <a:srgbClr val="5B6B8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3A4-8546-8119-DDA5CA807540}"/>
              </c:ext>
            </c:extLst>
          </c:dPt>
          <c:dPt>
            <c:idx val="5"/>
            <c:invertIfNegative val="0"/>
            <c:bubble3D val="0"/>
            <c:spPr>
              <a:solidFill>
                <a:srgbClr val="5B6B8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3A4-8546-8119-DDA5CA807540}"/>
              </c:ext>
            </c:extLst>
          </c:dPt>
          <c:dPt>
            <c:idx val="6"/>
            <c:invertIfNegative val="0"/>
            <c:bubble3D val="0"/>
            <c:spPr>
              <a:solidFill>
                <a:srgbClr val="5B6B8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43A4-8546-8119-DDA5CA807540}"/>
              </c:ext>
            </c:extLst>
          </c:dPt>
          <c:dPt>
            <c:idx val="7"/>
            <c:invertIfNegative val="0"/>
            <c:bubble3D val="0"/>
            <c:spPr>
              <a:solidFill>
                <a:srgbClr val="5B6B8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43A4-8546-8119-DDA5CA807540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C3A55"/>
                    </a:solidFill>
                    <a:latin typeface="+mn-lt"/>
                  </a:defRPr>
                </a:pPr>
                <a:endParaRPr lang="en-P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Atraso máx. 6m</c:v>
                </c:pt>
                <c:pt idx="1">
                  <c:v>Utilización TC</c:v>
                </c:pt>
                <c:pt idx="2">
                  <c:v>Deuda / ingreso</c:v>
                </c:pt>
                <c:pt idx="3">
                  <c:v>Consultas 3m</c:v>
                </c:pt>
                <c:pt idx="4">
                  <c:v>Antigüedad</c:v>
                </c:pt>
                <c:pt idx="5">
                  <c:v>Ingreso</c:v>
                </c:pt>
                <c:pt idx="6">
                  <c:v>Edad</c:v>
                </c:pt>
                <c:pt idx="7">
                  <c:v>Tipo de empleo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0.1409</c:v>
                </c:pt>
                <c:pt idx="1">
                  <c:v>3.8100000000000002E-2</c:v>
                </c:pt>
                <c:pt idx="2">
                  <c:v>1.34E-2</c:v>
                </c:pt>
                <c:pt idx="3">
                  <c:v>1.0500000000000001E-2</c:v>
                </c:pt>
                <c:pt idx="4">
                  <c:v>3.8999999999999998E-3</c:v>
                </c:pt>
                <c:pt idx="5">
                  <c:v>2.7000000000000001E-3</c:v>
                </c:pt>
                <c:pt idx="6">
                  <c:v>1E-4</c:v>
                </c:pt>
                <c:pt idx="7">
                  <c:v>1E-4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43A4-8546-8119-DDA5CA8075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7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C3A55"/>
                </a:solidFill>
                <a:latin typeface="+mn-lt"/>
              </a:defRPr>
            </a:pPr>
            <a:r>
              <a:rPr lang="en-US" sz="1300" b="0" i="0" u="none" strike="noStrike">
                <a:solidFill>
                  <a:srgbClr val="2C3A55"/>
                </a:solidFill>
                <a:latin typeface="+mn-lt"/>
              </a:rPr>
              <a:t>Probabilidad media de default según utilización · test 2025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PDP</c:v>
                </c:pt>
              </c:strCache>
            </c:strRef>
          </c:tx>
          <c:spPr>
            <a:ln w="38100" cap="flat">
              <a:solidFill>
                <a:srgbClr val="E6115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115E"/>
              </a:solidFill>
              <a:ln w="9525" cap="flat">
                <a:solidFill>
                  <a:srgbClr val="E6115E"/>
                </a:solidFill>
                <a:prstDash val="solid"/>
                <a:round/>
              </a:ln>
              <a:effectLst/>
            </c:spPr>
          </c:marker>
          <c:cat>
            <c:strRef>
              <c:f>Sheet1!$A$2:$A$25</c:f>
              <c:strCache>
                <c:ptCount val="24"/>
                <c:pt idx="0">
                  <c:v>0.00</c:v>
                </c:pt>
                <c:pt idx="1">
                  <c:v>0.05</c:v>
                </c:pt>
                <c:pt idx="2">
                  <c:v>0.10</c:v>
                </c:pt>
                <c:pt idx="3">
                  <c:v>0.15</c:v>
                </c:pt>
                <c:pt idx="4">
                  <c:v>0.20</c:v>
                </c:pt>
                <c:pt idx="5">
                  <c:v>0.25</c:v>
                </c:pt>
                <c:pt idx="6">
                  <c:v>0.30</c:v>
                </c:pt>
                <c:pt idx="7">
                  <c:v>0.35</c:v>
                </c:pt>
                <c:pt idx="8">
                  <c:v>0.40</c:v>
                </c:pt>
                <c:pt idx="9">
                  <c:v>0.45</c:v>
                </c:pt>
                <c:pt idx="10">
                  <c:v>0.50</c:v>
                </c:pt>
                <c:pt idx="11">
                  <c:v>0.55</c:v>
                </c:pt>
                <c:pt idx="12">
                  <c:v>0.60</c:v>
                </c:pt>
                <c:pt idx="13">
                  <c:v>0.65</c:v>
                </c:pt>
                <c:pt idx="14">
                  <c:v>0.70</c:v>
                </c:pt>
                <c:pt idx="15">
                  <c:v>0.75</c:v>
                </c:pt>
                <c:pt idx="16">
                  <c:v>0.80</c:v>
                </c:pt>
                <c:pt idx="17">
                  <c:v>0.85</c:v>
                </c:pt>
                <c:pt idx="18">
                  <c:v>0.90</c:v>
                </c:pt>
                <c:pt idx="19">
                  <c:v>0.95</c:v>
                </c:pt>
                <c:pt idx="20">
                  <c:v>1.00</c:v>
                </c:pt>
                <c:pt idx="21">
                  <c:v>1.05</c:v>
                </c:pt>
                <c:pt idx="22">
                  <c:v>1.10</c:v>
                </c:pt>
                <c:pt idx="23">
                  <c:v>1.15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2.5600000000000001E-2</c:v>
                </c:pt>
                <c:pt idx="1">
                  <c:v>2.5600000000000001E-2</c:v>
                </c:pt>
                <c:pt idx="2">
                  <c:v>2.86E-2</c:v>
                </c:pt>
                <c:pt idx="3">
                  <c:v>3.8600000000000002E-2</c:v>
                </c:pt>
                <c:pt idx="4">
                  <c:v>3.9199999999999999E-2</c:v>
                </c:pt>
                <c:pt idx="5">
                  <c:v>3.9199999999999999E-2</c:v>
                </c:pt>
                <c:pt idx="6">
                  <c:v>4.1399999999999999E-2</c:v>
                </c:pt>
                <c:pt idx="7">
                  <c:v>4.2000000000000003E-2</c:v>
                </c:pt>
                <c:pt idx="8">
                  <c:v>4.2000000000000003E-2</c:v>
                </c:pt>
                <c:pt idx="9">
                  <c:v>4.6899999999999997E-2</c:v>
                </c:pt>
                <c:pt idx="10">
                  <c:v>5.28E-2</c:v>
                </c:pt>
                <c:pt idx="11">
                  <c:v>6.2700000000000006E-2</c:v>
                </c:pt>
                <c:pt idx="12">
                  <c:v>6.2700000000000006E-2</c:v>
                </c:pt>
                <c:pt idx="13">
                  <c:v>6.9500000000000006E-2</c:v>
                </c:pt>
                <c:pt idx="14">
                  <c:v>7.9899999999999999E-2</c:v>
                </c:pt>
                <c:pt idx="15">
                  <c:v>9.0300000000000005E-2</c:v>
                </c:pt>
                <c:pt idx="16">
                  <c:v>0.1111</c:v>
                </c:pt>
                <c:pt idx="17">
                  <c:v>0.1111</c:v>
                </c:pt>
                <c:pt idx="18">
                  <c:v>0.14680000000000001</c:v>
                </c:pt>
                <c:pt idx="19">
                  <c:v>0.14680000000000001</c:v>
                </c:pt>
                <c:pt idx="20">
                  <c:v>0.18049999999999999</c:v>
                </c:pt>
                <c:pt idx="21">
                  <c:v>0.18049999999999999</c:v>
                </c:pt>
                <c:pt idx="22">
                  <c:v>0.18049999999999999</c:v>
                </c:pt>
                <c:pt idx="23">
                  <c:v>0.18049999999999999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E15-B44E-888D-C7C4DA9178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2"/>
        <c:noMultiLvlLbl val="1"/>
      </c:catAx>
      <c:valAx>
        <c:axId val="2094734552"/>
        <c:scaling>
          <c:orientation val="minMax"/>
          <c:max val="0.2"/>
          <c:min val="0"/>
        </c:scaling>
        <c:delete val="0"/>
        <c:axPos val="l"/>
        <c:majorGridlines>
          <c:spPr>
            <a:ln w="9525" cap="flat">
              <a:solidFill>
                <a:srgbClr val="E3E8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8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14:29.302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30231 8990 24575,'9'-2'0,"-2"0"0,20-1 0,-9 2 0,2-1 0,2 1 0,2 0 0,2 1 0,1-1 0,-4 1 0,-2 0 0,8 0 0,1 0 0,-22 0 0,-1 0 0</inkml:trace>
  <inkml:trace contextRef="#ctx0" brushRef="#br0" timeOffset="5158">25723 10691 24575,'32'-2'0,"-5"1"0,-2 1 0,-2 0 0,9 0 0,0 0 0,-18 0 0,21 0 0,3 0 0,-15 0 0,3 0 0,0 0 0,0-1 0,-8 0 0,0 0 0,-13 1 0</inkml:trace>
  <inkml:trace contextRef="#ctx0" brushRef="#br0" timeOffset="8215">28584 12015 24575,'-7'22'0,"-1"6"0,2-2-1043,3-6 0,0 2 1043,-1 9 0,-1 3 0,4-2 0,1 3 0,-1-3 0,0-5 0,-1 2 0,2 8 0,0 3 0,0-7 0,0-5 0,0-2 0,0 5 0,0-6 671,0 0-671,0 7 0,0-3-173,0-18 173,0 7 0,-1 2 0,1 6 0,-2-7 0,2 2 0,0 0 0,2-5 0,1 16 0,0-21 0,0 1 0,-1-11 0</inkml:trace>
  <inkml:trace contextRef="#ctx0" brushRef="#br0" timeOffset="9713">28489 11688 24575,'0'5'0,"-4"-1"0,-1 5 0,-6 4 0,4-3 0,-5 10 0,1 0 0,1 0-1639,0-2 1,1-1-1639,4-5 3162,-5 7 0,-1 2 115,0 4 0,-1 4 0,-2 5 0,11-26 0,-10 18 0,9-16 0,-5 9 0,7-6 0,1-6 0,19-15 0,-5 0 0,8-7 0,1-1 0,-7 6-1639,10-10 1,-2-2 378,-13 12 1260,4-5 0,1-2 0,2-11-1517,-7 11 0,1-1 1517,4-13 0,-1 3 2794,-9 14-2794,-2 3 3276,5-10-2134,-6 12-1142,0-1 0,0 8 3276,-2 3 0,3 3-3222,4 11-54,-2-9-1639,5 11 1,1 0-1332,-5-9 2970,15 21-1354,-6-11 1354,1 1 0,1 2 0,2 0 0,-4-4 0,0-2 0,-2 1 0,1-1 0,3 3 0,-4-3 0,-9-11 3276,10 13-439,-14-16-812,-4 4-2025,-21-3-3277,-11 4 0,6-4 3047,-1 2 230,-4-4 0,15 1 0,0 0 0,1-1 0,-1 0 0,-5 1 0,4 1 0,13-2 0,-14 4 3276,14-3 0,8-1-3044,4-2-232,7-7 0,10-5 0,-11 3-3277,11-14 0,-16 18 0,14-20 1787,-13 21 1490,5-13 0,-9 12 0,-1 2 0,-1 1 0</inkml:trace>
  <inkml:trace contextRef="#ctx0" brushRef="#br0" timeOffset="10278">28617 11781 24575,'-27'23'0,"12"-11"0,-1-1 0,-8 8 0,-3 1 0,21-14 0,-6 2 0,15-8 0,0 0 0,15-10 0,-10 6-3277,14-12 0,-17 12 3047,8-6 230,-9 5 0,-2 6 0,-11 8 0,5-2 0,-12 7 0,7-2 0,1-4 3276,-2 5 0,14-10-6553,19-7 2,-9 2 3275,13-6 0,-5 3 0,-11 0 0,6 0 0,-16 4 0,-21 8 0,9-1 0,-18 7 0,20-8 0,-2 1 0,9-4 0,1-2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15:02.193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1997 5012 24575,'4'0'0,"1"0"0,6 0 0,12 1 0,-1 0-1639,0 0 1,0 1-1639,-8-2 1638,11 1 1,-3-1 148,-13 0 1490,19 0 0,-6 0 0,2 0 0,4 0 0,-6 0 0,-9 0 0,2 0 0,4 0 0,-7 0 819,8 0 0,-17 0 0,5 0 0</inkml:trace>
  <inkml:trace contextRef="#ctx0" brushRef="#br0" timeOffset="11430">21737 4584 24575,'-17'-10'0,"6"4"0,-15-7 0,14 10 0,-17-4 0,17 5-3277,-23 0 0,25 1 924,-21 1 2353,25 0 1775,-11 4-1775,10 0 0,0 3 0,-3 4 0,8-7 0,-10 17 0,9-16 0,-2 14 0,2 1 0,2-4 1638,1 3 0,3 3 0,8 1 0,3-1-1608,-7-4 0,3 0-30,12 9 0,5-3 0,-5-12 0,0-3 260,-6 1 0,2 0-260,10 0 0,-4-3 0,-12-5 0,17 3 0,-16-6 0,-3-1 0,1-8 0,-4-8 0,2-13 0,-4 9-3277,-2-15 0,-3 29 3044,-4-23 233,3 20 0,-5-14 0,6 10 0,-2 2 0,4 15 3276,-1 1 0,7 14-6553,3-5 5,-2-1 1428,8 7 1844,-13-13-362,16 15 362,-13-13 0,18 14 0,-1-3 0,-5-4 0,14 3 0,-28-15 3276,19 4-861,-13-10 258,0 3-2673,1-4 0,-11 4 0,3 1 0</inkml:trace>
  <inkml:trace contextRef="#ctx0" brushRef="#br0" timeOffset="11832">22054 4512 24575,'5'5'0,"4"3"0,-7-4-3277,12 9 0,-12-8 1328,9 5 1949,2 4-1409,2-1 0,0-1 1409,4 7 0,-3-5 0,-1-2-558,3 2 558,1 1 1638,0-3 0,1 2-654,11 6-984,-1 2 0,-5-6 0,-18-10 0,4 1 0,-7-4 0,3-8 0,-5 4 0,1-6 0</inkml:trace>
  <inkml:trace contextRef="#ctx0" brushRef="#br0" timeOffset="12184">22313 4514 24575,'-8'21'0,"-5"14"0,1-3 0,1-1 0,-1-10 0,0-2 0,3-4 0,-4 2 0,1-1 0,5-5 0,-8 4 0,12-7 0,1-2 0,3-4 0,8-3 0,-7 1 0,1 0 0</inkml:trace>
  <inkml:trace contextRef="#ctx0" brushRef="#br0" timeOffset="13047">22543 4287 24575,'0'15'0,"3"16"0,-1-12-1639,1 6 1,1-1-1639,0-9 1638,1 14 1,0 1 599,1-9 2039,-2 9 1,-1 4-1001,-1-13 0,-1 0 0,0 5 0,0-1 0,-1 6 0,-2-9 0,2-18 3276,-1 5-2658,1-4 1,0-2 0,0 0 0</inkml:trace>
  <inkml:trace contextRef="#ctx0" brushRef="#br0" timeOffset="13332">22511 4692 24575,'8'3'0,"12"0"0,10-1 0,-4-2-3277,7-3 0,-25 1 1328,8-2 1949,-8 2 1719,0 0-1719,10-6 0,-9 3 0,4-3 0,-8 6 0</inkml:trace>
  <inkml:trace contextRef="#ctx0" brushRef="#br0" timeOffset="14017">22841 4329 24575,'12'30'0,"0"-1"0,-5-9 0,0 0 0,4 15 0,-2-3 0,-5-10 0,1 10 0,-1 3 0,-2-13 0,-1-2 0,1 6 0,0 0 0,-1 1 0,2-8 0,9-19 0,9 1 0,6-23-655,-8 8 655,-2 2 0,-3 3 0,1 0 0,1 0 0,-2 10 0,-10 3 0,7 15 0,-8 1 0,3-2 655,-5 2-655,-10-7 0,-5-2 0,-2 0 0,-2-6 0,9-2 0,-1-1 0,4-2 0,-1-4 0,3 3 0,-4-3 0,7 4 0,-1 0 0</inkml:trace>
  <inkml:trace contextRef="#ctx0" brushRef="#br0" timeOffset="15920">21329 4634 24575,'-7'2'0,"3"1"0,0-1 0,0 2 0,1-1 0,-6 6 0,8-2 0,-6 9 0,6-5 0,-1 20-3277,1-4 0,0 0 2186,2-6 1,2-2 1090,-1-8-1639,3 9 1,-1-1 1024,-2-10 229,11 26 385,-6-21 0,3 5 0,0 0 0,-1-4 331,3 4 0,1 0-331,-2-3 0,4 4 0,1-1 0,-5-3-1006,9 3 1,-1-1 1005,-10-9 1515,7 4 1,0-1-1516,0-3 0,1 0 651,15 3-651,-3-6 3276,-5-1-2487,-1-1 1,0-1-790,-7-2-481,14 2 1,-1-1 480,-12-1-817,11 0 0,1-1 817,-14-1-1639,10-2 1,0 0 919,-12-1-617,7-3 0,-2 1 1336,-11 1 808,10-3 0,0 0-808,-9 5-844,8-7 1,0 0 843,-10 7 0,9-8 2350,-3 0-2350,-4 3 1638,3-7 0,2-3-1114,4-10-524,-3 5 0,0-1 0,1-5-1322,-4 4 0,-1 3 1322,-5 9 1221,5-14 1,-2-1-1222,-6 13-1639,2-13 1,-1-1 1462,-3 16-1119,-1-13 0,-2 1 1295,2 16 2590,-4-23-2590,-1 12 0,1 6 0,-9-16 0,11 22 0,-14-16 0,13 19 1340,-16-21-1340,-1 7 3276,4 2-2592,-5-1-684,2 7 0,8 4-1639,-11-5 1,2 2 569,10 6 1069,-20-10 0,6 6-2648,-9-3 2648,3 0 0,6 3 0,2 3 0,13 2 3034,-17-4-3034,4 5 0,11 0 0,-7 1 0,-1 1 0,2 4 0,-4-3 3276,1 6-2015,6-1 2015,2-2 0,0 3-3044,-3-2-232,-5 3 0,-6 0 0,8-1 0,8-3 0,8-3 0</inkml:trace>
  <inkml:trace contextRef="#ctx0" brushRef="#br0" timeOffset="16670">21880 4463 24575,'30'-12'0,"-8"2"0,0 1 0,10-5 0,-8 4 0,4-1 0,-6 2-836,-2 0 836,10-2 0,7-1 0,-7 4-1089,-10 2 1089,2 1 0,8-2 0,3-2 0,1 1 0,-5 1-1093,1 2 1,-4 0 0,6-1 1079,-3 1 0,4-2 0,2-1 0,3 0 0,1 0 0,-1 1 0,0 0-397,-5 1 0,1 1 1,0 0-1,1 1 1,-1-1-1,0 1 0,-1-1 1,0 0 158,1-1 1,-2 0-1,0-1 1,-1 1-1,1 0 1,1-1-1,2 2 251,-1 0 0,3 1 0,1-1 0,1 1 0,-1 0 0,-1 0 0,-2 1 0,-4-1 0,-4 1-354,4-2 1,-6 0-1,5 1 354,2 1 0,5 0 0,4 0 0,0 0 0,-4 1 0,-6 0 0,-2 1 0,-5 0 0,1 0 0,10 0 0,1-1 0,-2 0 0,4 2 0,-7 2 497,-13 1-497,6 2 2420,-13-2-2420,-6 0 3276,7 0-602,-6 0-156,6 2-2518,-9-3 0,3-1 0,-5-1 0</inkml:trace>
  <inkml:trace contextRef="#ctx0" brushRef="#br0" timeOffset="17441">24118 4057 24575,'-5'19'0,"0"-1"0,-1 4 0,1-9-1639,1 9 1,0 0-1639,2-11 0,-1 14 4605,3-12-1328,0-5 1719,0 11-1719,0-12 0,3-1 0,-1-8 3276,6-2 0,-4-3-3044,6-7-232,-6-5-1888,1 4 1888,-4 0-968,-1 2 968,0 8 0,-6-14 0,-1 12 0,-1-3 0,2 4 1790,5 3-1790,14-1 0,-4 2 0,11-2 0,2 2 0,-2 1-1639,8 0 1,-2-1-803,-9 2 2441,19 3 0,-31-2 0,5 3 0,-11-2 0,-14 6 0,3 0 0,-20 9 0,18-9 0,-7 4 0,0-2 0,10-5 0,-16 10 0,23-13 0,5 0 0,11-4 0,5-3 0,-1 2 0,-6-2 0,-8 4 819,-8-2 0,5 1 0,-5 0 0</inkml:trace>
  <inkml:trace contextRef="#ctx0" brushRef="#br0" timeOffset="20406">24873 3802 24575,'-9'5'0,"-2"5"0,0 2 0,0-2-3277,-6 12 0,12-16 0,-11 15 0,15-16 2030,-11 13 1247,11-13-306,-6 12 306,7-12 2882,-3 17-2882,3-14 3276,7 21-2242,7-6 2242,-3-2-914,6 0-1380,3-9-982,-1-2 0,0-1-1399,9 4 1399,-10-7 0,0 0 0,6 0 0,-5-4 0,3 3 0,3-1 0,9-2 788,-1 1-788,-9-5 0,-2-1 0,-12 2 0,11-5 0,3-2 0,3-13 0,2 1-1639,-9-5 1,-3 0-409,-7 10 1129,3-16 0,-2-1 918,-9 17 0,1-11 0,-2 0 0,-3 11-450,-7-5 1,-3-1 449,-5 2-113,-2 6 1,-4-1-1,-1 3 113,-4 0 0,-2 3 0,3 1 0,-2 0 0,2 2 342,4 1 0,1 1-342,-13 0 437,21 3 1,6 0 0,-3 0 0</inkml:trace>
  <inkml:trace contextRef="#ctx0" brushRef="#br0" timeOffset="21088">25631 3992 24575,'33'0'0,"1"0"0,-3 0 0,0-1 0,6 1 0,-8-1 0,-7 1 0,4 0 0,6-1 0,-3 1 0,8-2 0,-17 2 0,0 0 0,8-3 0,-26 3 0,3-2 0</inkml:trace>
  <inkml:trace contextRef="#ctx0" brushRef="#br0" timeOffset="21887">26851 3758 24575,'-9'10'0,"4"-5"0,-4 12 0,8-12-3277,-9 17 0,8-16 1328,-3 12 1949,3-4 0,1-3 1719,-3 15-1719,1-8 0,2 6 0,-1-14 3276,8-22 0,-1-19-3044,2 2-1871,-5 3 1,0 2-1639,-2 12 2549,-3-11 1,0-1 727,0 11-3277,-5-23 2423,6 25 854,-8 0 0,-18 24 3276,14-7-2849,-12 5 1,2-1 797,16-7-1225,-14 3 0,-1 0 3276,17-3 0,-24 6-3044,22-6-232,0 0 0,3-1 0,6-2 0</inkml:trace>
  <inkml:trace contextRef="#ctx0" brushRef="#br0" timeOffset="28399">2961 8429 24575,'10'1'0,"11"2"0,-13-2 0,11 0 0,2 0 0,-3 1 0,6 0 0,0 1 0,-7-1 0,4 0 0,-1 0 0,-6-2 0,9 1 0,-16-1 0,-6 0 0</inkml:trace>
  <inkml:trace contextRef="#ctx0" brushRef="#br0" timeOffset="35095">6133 7265 24575,'0'0'0</inkml:trace>
  <inkml:trace contextRef="#ctx0" brushRef="#br0" timeOffset="86699">10563 12573 24575,'2'-3'0,"2"1"0,-4-1 0,2 2 0,-1 1 0</inkml:trace>
  <inkml:trace contextRef="#ctx0" brushRef="#br0" timeOffset="95235">7026 14376 24575,'22'0'0,"0"0"0,0 0 0,1 0 0</inkml:trace>
  <inkml:trace contextRef="#ctx0" brushRef="#br0" timeOffset="126703">15000 13772 24575,'0'5'0,"0"2"0,0 2 0,0 4 0,0-1 0,0-1 0,0-3 0,0-1 0,0 0 0,0-2 0,0-2 0,0 0 0</inkml:trace>
  <inkml:trace contextRef="#ctx0" brushRef="#br0" timeOffset="127956">13212 14803 24575,'-9'-9'0,"6"5"0,-20-7 0,15 8-1639,-11-3 1,0 0-1639,7 2 1638,-14-1 1,-3 0 1213,8 1 1394,-7 1 1,-2 0-970,7 2 0,0 2-1639,0 1 1,1 1 886,-12 2 4028,14 9-2523,16-1 780,-4-1-1533,7 5 0,-1-11 0,5 5 0,7-3 0,1-1 3276,23 6-1638,-13-7 0,0 1-1522,0-1 0,0 2-1755,9 3 1,-3 1-1639,-11-3 3162,5 2 0,0 3 115,-6 6 0,7 0 0,-3 8 0,-16-12 0,4 0 0,-12 1 0,-1-4 0,-1-3 0,-8 11 0,8-15 3276,-19 12 0,-2-9-4238,5-1 962,-4-3 0,1-4 0,9 0 0,-2-1 0,0-1 0,4-1 0,-4 0 0,12-2 0,7 3 0,3-4 0,-1 4 0,1-2 0</inkml:trace>
  <inkml:trace contextRef="#ctx0" brushRef="#br0" timeOffset="128387">13373 14976 24575,'32'-3'0,"-7"0"0,1 0 0,0-1 0,0 0 0,-2 1 0,0-1 0,4-2 0,-2 0 0,-6-1 0,1-6 0,-12 2 0,-8-8-234,-1 11 0,-3-4 0,3 11 0</inkml:trace>
  <inkml:trace contextRef="#ctx0" brushRef="#br0" timeOffset="128740">13363 14643 24575,'4'24'0,"-1"-3"0,-3 5 0,1-11-1639,1 16 1,1 1-1639,-1-14 1638,3 18 1,-1-1 630,-1-11 79,0 9 1,1-1 928,-2-11-324,4 8 1,0-1 323,-2-12 1638,4 6 0,1 1-1379,-2-1-259,2-3 1886,-1-5-1886,-5-9 0,6 7 0,-5-6-2933,9 6 2933,-9-9 0,5 4 0,-6-7 0,-1 2 0,-1-2 0</inkml:trace>
  <inkml:trace contextRef="#ctx0" brushRef="#br0" timeOffset="129275">13631 15088 24575,'15'6'0,"-5"-1"0,9 11 0,-11-10-3277,9 15 0,-14-15 1328,8 8 1949,-6-5 0,-1-4 1719,5 13-1719,-4-5 0,4 2 0,-5-9 3276,1-8 0,3-16-3044,-2 3-232,2-3 0,0 1 0,-2 3 0,3-5 0,-1 0-965,-3 12 965,5-14 0,-1 10 0,-1 1 0,2-2 0,1 5 0,-5 4 0,1 1 0,-2 1 0,-3 1 0,-1 0 0</inkml:trace>
  <inkml:trace contextRef="#ctx0" brushRef="#br0" timeOffset="129941">14142 14999 24575,'2'20'0,"-1"0"0,1 2 0,0 4 0,0-2 0,0-11 0,1 8 0,-1 1 0,0-3 0,0 3 0,0-10 0,0-10 0,1-2 0,4-8 0,7-9 0,-2 2 0,6-14 0,-14 12 0,1 0 0,-9-6 0,2 16 0,-11-12 0,8 13 0,-13-5 0,12 8 0,-13-1 0,13 4-3277,-14 3 0,14-1 3047,-5 2 230,-1 9 0,6 4 0,-6 13 0,9-6 0,1 9 0,8-7-3277,2 3 2017,-1-11 4536,11-5-2015,-3-11-1261,4 0 0,10-7 0,-5-3-2132,-2 1 2132,-4 1 0,-12 3 0,-2 3 0,0-1 0</inkml:trace>
  <inkml:trace contextRef="#ctx0" brushRef="#br0" timeOffset="130339">14456 15039 24575,'-3'18'0,"-3"4"0,4-1-3277,-8 10 0,8-22 0,-5 19 319,7-22 5092,-3 9-2134,2-8 0,7-11 0,-1 3 0,8-12 0,-8 8 0,0 1 0</inkml:trace>
  <inkml:trace contextRef="#ctx0" brushRef="#br0" timeOffset="130643">14345 15143 24575,'-5'8'0,"0"-1"0,5 2 0,5 0 0,1 7 0,15 5 0,-8-6-3277,19 4 0,-23-14 3037,20 1 240,-20-5 0,16-2 0,-18-1-3277,21-14 2020,-20 11 1257,17-13-644,-17 13 1,1-2 0,-4 3-1</inkml:trace>
  <inkml:trace contextRef="#ctx0" brushRef="#br0" timeOffset="130992">14648 15022 24575,'-8'9'0,"7"0"0,2 1 0,22 4 0,8-1 0,-3-1 0,-9-4 0,-2 0 0,-2 0 0,-1 10 0,-7-7 0,-10 14 0,-3-3 0,-1 0 0,-7-1 0,8-17 0,-10 6 0,12-8 0,-16 4 0,14-4 0,-15 1 0,17-3 0,-6 1 0</inkml:trace>
  <inkml:trace contextRef="#ctx0" brushRef="#br0" timeOffset="131831">13633 15461 24575,'24'7'0,"10"0"0,2-1 0,-8-3-656,-4-1 1,8 2-1,3 0 1,-1-1 0,-4 0-438,-4-1 1,-2-1 0,3 0 436,5 1 1,5-1-1,2 1 1,-2 0 0,-3 0 552,-1-1 0,-4-1 0,3 0 103,2 0 0,4-1 0,-2 0 0,-4 0 0,-4 0 0,0 0 0,6-2 0,4 0 0,-11 1 1927,-11-1-1927,7 0 0,8 0 0,-6 0 0,-7 2 0,6 1 0,9-1 0,2 1 0,-9 1-3277,4 2 3014,-4-1 1,5 0 0,-2 0 262,5 0 0,-3 1 1390,-8-1 1,2 0-1391,3-1 0,7 2 0,4-1 0,-3 0 0,-6 0-782,1 0 1,-1 0 781,1-1 0,5 2 0,0-2 0,-4 1 0,-5-2 0,-3 0 0,0 0-1041,1-2 1,0 0 0,0 0 1040,10 1 0,-3-1 358,-7-3 0,-6-1-358,-14 3 820,6-11-820,-9 8 2363,-1-15-2363,-9 0 3276,6 5-1500,-12-5 1500,-2 5-2300,2 2 1,-2 1-977,-4-5 0,-9-4 0,16 10 0,0 3 0,-8-12 0,13 13 0,-6-8 0,7 6 0,-3-2 0,4 3 0,1 2 0,8 2 0,5 2 0,9-2-3277,19-1 0,-17 4 2035,9-1 1,0 0 1241,-12 2-205,9 0 1,0 0 204,-8 0 0,7 1 0,-18 0 0,-2 0 0</inkml:trace>
  <inkml:trace contextRef="#ctx0" brushRef="#br0" timeOffset="132476">15715 15126 24575,'4'25'0,"0"-8"0,3 20 0,-2-17 0,4 14 0,-5-18 0,6 16 0,-5-22 0,1 6 0,1-17 0,-3 1 0,3-10 0,-3-8 0,-1 7 0,-6-25 0,-1 26 0,-8-23 0,8 24 0,-5-10 0,30 11 0,-11 3-1639,19-2 1,2 2-1639,-13 4 3162,4-3 0,0 1 115,-11 3 0,1 0 0,-13 5 0,-5-2-3277,-16 9 2017,11-7 4536,-2 3-2015,8-6-1261,1-1 0,0 2 0,4-3 0,2 2 0</inkml:trace>
  <inkml:trace contextRef="#ctx0" brushRef="#br0" timeOffset="140736">18016 13954 24575,'22'6'0,"-2"0"0,-9-3 0,18 7 0,-17-6 0,9 5 0,0 1 0,-11-4-1639,9 6 1,-1 1-1639,-8-7 3047,12 15 230,-5-6 0,-3 1 0,10 5-3277,-4-3 2017,-9-8 1256,5 4 0,-15-12 0,4 1 0</inkml:trace>
  <inkml:trace contextRef="#ctx0" brushRef="#br0" timeOffset="148858">18422 11521 24575,'21'1'0,"1"1"0,3-1 0,1 1-1639,-2-1 1,0 0 1147,5-1 1,-2 1 490,4-1 431,-4 0 0,2 0-431,4 1 0,-1-1-716,-11 1 0,-2-1 716,4 0 0,-1 1-3277,6-1 1369,-10 0 2555,1-1 0,2 1-647,1-1 231,-2 0-231,3 1 0,-3 0 1704,-9 0-1704,17 0 0,3 0 0,-13 0 1638,8 0 0,-1 0-819,-7 0 0,0 0 0,-13 0 0</inkml:trace>
  <inkml:trace contextRef="#ctx0" brushRef="#br0" timeOffset="152775">12192 12776 24575,'0'21'0,"0"-1"0,0 7 0,0-7 0,0 0 0,1-1 0,1-6 0,1-1 0,-1-5 0,-1 0 0,2 14 0,0 1 0,0 3 0,3 11 0,-1 1 0,-1-12 0,0-1 0,-1-2 0,0 0 0</inkml:trace>
  <inkml:trace contextRef="#ctx0" brushRef="#br0" timeOffset="154207">15043 16274 24575,'14'0'0,"2"0"0,8 0 0,-3 0 0,1 0 0,7 0 0,-1 0 0,2 0 0,-4-2 0,0 0 0,-2 0 0,-2 1 0,1 0 0,7-2 0,5-2 0,0 0 0,-8 1-1520,2 2 1520,-3-1 0,5-2 0,-4 1 0,8-2 0,-3-2 0,-8 1 0,-2-2 0,0-2 0,10-6 0,-8-4 0,-8 4 0,-2 1 0,10-10-1639,-10 4 1,-2 1-1366,-5 11 3004,5-17-3277,-5 3 2354,-3 10 550,2-5 1,-2 2 372,-3 10-249,4-14 0,0-2 249,-4 8 1638,4-7 0,1-1-1329,0-3 2967,2 6-1192,-3 1 896,1 11-2980,9-7 0,-6 6 0,7 0 0,2 1 0,-4 5 0,21-10 0,-21 9 1319,12-2-1319,-13 0 0,9 2 0,-14 0 0,1 2 0,-9 2 0,1 0 0,-2 0 0</inkml:trace>
  <inkml:trace contextRef="#ctx0" brushRef="#br0" timeOffset="155193">16140 15648 24575,'-5'16'0,"2"-8"0,-3 15 0,3-14-3277,-1 24 0,4-22 0,-1 17 4605,1-16-1328,0 1 1719,0-1-1719,0-9 0,0-7 0,2-13 3276,0 4 0,1-13-3044,-1 0-232,-2 7-3277,0-17 0,0 26 3047,0-8 230,0 11 0,0 2 0,0-2 0,8 8 0,-2-4 0,10 9 3276,-6-3 0,7 2-3044,-6 1-232,0-2 0,-3-1 0,-9-1 0,-9 3 0,2-1 0,-5 0 0,7-1 0,2-1 0,7-1 0,2-1 0,5 0 0,-4-1 0,-2 1 0,-2 1 0,0 1 0,-2 1 0,1 0 0,-1-1 0,2-1 0</inkml:trace>
  <inkml:trace contextRef="#ctx0" brushRef="#br0" timeOffset="158756">17827 14500 24575,'0'5'0,"0"-1"0,-1 6 0,-2 2 0,-1 8 0,1-8 0,0 8 0,3-7 0,-1 2 0,-1 6 0,2-2 0,-2-1 0,2 10 0,0-19-3277,0 20 0,0-21 2736,0 22 541,0-21-3277,0 18 2120,0-19 1157,0 16 0,0-14 3276,0 12-2118,0 0-847,0-8-311,0 15 0,0-21 3276,2 21 0,-2-13-3044,2 1-232,-1 3 0,-1-9 0,4 12 0,-3-10 0,2 16 0,-2-12-3277,2 18 0,-1-18 3047,3 11 230,-4-12 0,1 3 0,-1 4 0,2-4 0,-1-2 0,3 8 0,-4-2 0,1-6 0,-1 15 0,1-22 3276,2 24 0,-2-6-3044,3-3-232,-4 11 0,2-26 0,0 24 0,1-7 0,-1 0-3277,1 9 0,-2-26 0,2 22 1787,-3-25 1490,0 12 0,2 0-3034,0 9 3034,1-5 0,-2 0 3034,-2-1-3034,5 8 0,-4-8 0,0-1 0,4 8 0,-4 6 0,0-27 0,1 21 0,2-10 0,-1 2 3276,-1 8-2015,1-7-1261,-1 1 0,3 6 0,-4-4 0,2 9 0,-3-11 3276,3 7 0,-2-15-3044,0 3-232,-1 2 0,0 1 0,1 15 0,0-10 0,-1-2 0,1-2 0,-1-6 0,1 2 0,-1 2 0,1 6-3277,0 8 0,-1-13 2107,0 11 1170,0-22 0,0 23 0,0-14 0,0 0 0,4 1 3276,-3-7-233,5 7-3043,-6-5 1405,1 6-1405,-1-3 0,0-2 0,0 7 0,0-6 0,0 9 0,0-7 0,0 2 0,0-11 0,0 6 0,0-3 0,0-4 0,0 2 0,-2 1 0,-2 5 0,1-1 0,-2 1 0,5-9 0,-3-1 0,3-6 0,-1-1 0</inkml:trace>
  <inkml:trace contextRef="#ctx0" brushRef="#br0" timeOffset="160555">17928 13929 24575,'19'9'0,"10"4"0,5-1 0,-7-2 0,-5-5 0,-3 0 0,-7-2 0,11 0 0,-14-1 0,-3-1 0,-8 1 0,-3 1 0,-1 1 0,14-5 0,4 2 0,5-4 0,-3 2 0,-13 1 0,-6 5 0,-3-2 0,-2 5 0,9-5 0,3-4 0,3 1 0,-14-3 0,7 3 0,-12 0 0</inkml:trace>
  <inkml:trace contextRef="#ctx0" brushRef="#br0" timeOffset="165757">17837 14569 24575,'0'8'0,"0"4"0,-1 5 0,0 5 0,-1-6 0,1 7 0,0-2 0,-1-6 0,2 14 0,-1-25 0,-2 26 0,2-18 0,-2 7 0,3-8 0,0-2 0,0-4 0,0 2 0,0 2 0,-1 5 0,1-1 0,-2 9 0,2-12 0,0 16 0,0-6 0,4 9 0,-3-7 0,5 2 0,-6-13 0,2 10 0,-2-16 0,0 16 0,0-3 0,0-1 0,0 10 0,0-17 0,2 13 0,2-5 0,-1-4 0,0 3 0,0-11 0,-1 8 0,1-7 0,0 12 0,-3-14 0,6 14 0,-4-8 0,4 9 0,0 4 0,-4-11 0,6 14 0,-7-18 0,6 15 0,-5-10 0,3 3 0,-3-8 0,0 8 0,0-1 0,2 16 0,0-11 0,-1 13 0,0-12 0,-3 2 0,2 4 0,2-5-958,-3-5 958,3-1 0,-3-2 0,0-7 0,0 22 0,-1-21-252,0 18 252,0-16-3277,-4 18 171,3-18 3106,-6 11 0,6-11 0,-5 16 0,6-11 0,-3 20 0,4-23 0,1 12 632,1-14-632,-1 7 0,-1-10 177,1 6-177,-2-5 0,0 11 0,-1-9 3276,-4 19 0,1-11-3044,-4 5-232,3-1 0,-2-3 0,3-9 0,-2 14 0,5-20 0,-6 28 0,5-24 0,-5 18 0,5-14 0,1 4 0,-1 6 0,2-9 0,-1 11 0,0-8 0,0 3-3277,1 8 0,0-18 3047,0 11 230,0-10 0,0-2 0,0 10 0,4-9 0,-1 2 3276,2-1 0,0-2-3044,0 8-232,1 0 0,-1 4 0,-1-3 0,-2-5 0,2 2 0,-3-10 0,2 7 0,-2-5 0,1 5 0,-1-3-3277,2 7 0,-1-12 3047,0 12 230,-2 0 0,-4 2 0,0 9 0,-3-9 0,4-1 0,-2 0 0,5-11 0,-1 6 0,1-9 3276,0 2 0,0-1-3044,0 0-232,0 0 0,1-2 0,-1-15 0,2 10 0,-2-11 0</inkml:trace>
  <inkml:trace contextRef="#ctx0" brushRef="#br0" timeOffset="169270">18762 13847 24575,'22'0'0,"-1"0"0,1 0 0,12-1 0,-1-1 0,-9 0 0,7-1 0,-1 0 0,-13 1 0,6-1 0,-2-1 0,-13 2 0,18-3 0,-24 4 0,0 1 0</inkml:trace>
  <inkml:trace contextRef="#ctx0" brushRef="#br0" timeOffset="170020">18861 13859 24575,'14'34'0,"-6"-15"-3277,4 14 0,-10-26 0,4 14 4605,-2 0-1328,0 5 456,0-2-456,-1-3-301,-2-9 301,0-3 3276,-1 9-543,-3-6-2733,2-2 0,-6 2-3277,-6-4 1777,4-3 1500,-7 2 332,-5 0-332,-8 0 0,1 1 0,8-5 0,2-1 0,10-2 0,-15 1 0,19-1 0,3 2 0,7-2 0,18 0 0,-9 0-1639,9 0 1,-1 0 378,-8 0 1260,17 0 3167,-8 0-3167,-9 0 0,4 0 0,1 0 0,-2-3 0,1 2 0,-6-4 0,-9 2 0,2 0 0,-5 2 0</inkml:trace>
  <inkml:trace contextRef="#ctx0" brushRef="#br0" timeOffset="170970">19092 14052 24575,'8'2'0,"2"6"0,-2 6 0,-1 0 0,3 15 0,-8-10-2774,2 0 2774,-4-6 656,2-5-656,-2-9 0,1 6 0,2-15 0,-1 4 0,3-4 2118,1 0-2118,-1 5 0,1-1 0,0 18 0,-1 5 0,-2 0 0,1 6 0,-2-18 0,1 3 0,3-11 0,10-12 0,-7 6 0,5-4 0,0-2 0,-2 0 0,6-3 0,-8 4 0,-1 9 0,-3-2 0,5 3 0,-7 2 0,5 1 0,-6 5 0,3 5 0,-1 6 0,-2-4 0,3 1 0,-5-8 0,3 0 0,-1-3 0,-1-1 0,1-1 0</inkml:trace>
  <inkml:trace contextRef="#ctx0" brushRef="#br0" timeOffset="171706">19523 14215 24575,'3'14'0,"0"5"0,-1-1 0,-1-3 0,-1-2 0,0-7 0,1-2 0,0-11 0,0-3 0,-7-21-1546,4 18 1546,-4-8-1059,-1 6 1059,4 5-3277,-9-22 633,10 22 2644,-5-13-167,2 6 167,1 4 0,-3-14 0,5 16 962,-1-8-962,3 13 755,0-5-755,10 1 3276,2 4 0,2-1-3139,4 7-137,-13 0 0,11 7 0,-13-4 0,15 16 0,-12-12 287,15 18-287,-7-9 0,0 1 0,-4-5 0,-10-6 0,-1-3 0,-6 2 0,-2-1 0,-1 0 0,-4 0 0,4 1 0,-9-1 0,11-2 0,-7 1 0,13-3 0,-1 0 0</inkml:trace>
  <inkml:trace contextRef="#ctx0" brushRef="#br0" timeOffset="172221">19712 14019 24575,'-3'25'0,"3"1"0,1-9 0,7 3 0,2-13-678,-2 0 678,-1-4 167,4-3-167,10-8 0,9-4 0,-6-2 0,4-9 0,-21 10 0,4-3 0,-10 8 0,-2 0 511,-2 4-511,-15-6 0,9 7 0,-24-1 0,22 4 0,-15 3 0,15 2 0,0 0 0,8 2 0,2-5 0,2 1 0</inkml:trace>
  <inkml:trace contextRef="#ctx0" brushRef="#br0" timeOffset="172622">19933 14025 24575,'10'22'0,"3"2"0,-10-18 0,5 8 0,-6-10 0,4 4 0,-3-11-3277,3-8 0,-4 3 3047,7-15 230,-5 15 0,6-12 0,-6 14 0,0-1 0</inkml:trace>
  <inkml:trace contextRef="#ctx0" brushRef="#br0" timeOffset="173304">20101 13952 24575,'16'0'0,"11"0"0,-17 0 0,20-1 0,-16-2 0,3 0 0,-6-1 0,-9 4 0,1-1 0</inkml:trace>
  <inkml:trace contextRef="#ctx0" brushRef="#br0" timeOffset="173615">20162 13882 24575,'3'30'0,"-2"-10"0,-1 0-3277,2 5 0,-2-2 1733,0-2 1,0-3 1543,0-8 1869,0 22-1869,3-18-508,-1-2 508,1-3 3276,5-7-510,-5 0-2766,10-1 0,-10-1 0,2 0 0</inkml:trace>
  <inkml:trace contextRef="#ctx0" brushRef="#br0" timeOffset="174083">20301 14020 24575,'-8'5'0,"-4"4"0,3 0 0,0 0 0,4 2 0,4-6 0,4 2 0,-1-4 0,12-3 0,2-2 0,3-3 0,4-1 0,-15 2 0,14-8 0,-15 7 0,11-10 0,-13 11 0,-1-3 0,-2 11 0,-2-3 0,9 3 0,-2-3 0,16-1 0,-12 0 0,3 0 0,-10 0 0</inkml:trace>
  <inkml:trace contextRef="#ctx0" brushRef="#br0" timeOffset="175553">18769 14638 24575,'7'20'0,"-3"-8"0,6 8 0,-5-15 0,14 15 0,-3-11 0,1 3 0,9-3 0,-4-6 0,1 0 0,7-1 0,-12-11 0,2 5 0,-1-15 0,-12-5 0,0 4 0,-6-11 0,-1 18 0,-5-8 0,-13 7 0,4 2-3277,-18 4 0,21 5 3162,-6 1 0,-4 2 115,2 3 0,0 0 0,0-2 0,0 1 0,-15 8 0,26-2 0,10 9 3276,-1-2-2457,5 2 0,-5-10 0,2-3 0</inkml:trace>
  <inkml:trace contextRef="#ctx0" brushRef="#br0" timeOffset="176215">18837 14787 24575,'-10'5'0,"-2"5"0,8-9 0,-4 16 0,4-10 0,-1 17 0,4-12 0,5 8 0,7-3 0,-2-5 0,12 5 0,-3-10 0,11 5 0,-8-8 0,10 3 0,-12-7 0,2 2 0,-4-5 0,-3-8 0,5-9 0,-4 2 0,1-14 0,-13 13 0,2-1 0,-10 3 0,3 13 0,-12-8 0,-7 5 0,0-2 0,-13 3 0,13 2 0,2 3 0,9 1 0,9 0 0</inkml:trace>
  <inkml:trace contextRef="#ctx0" brushRef="#br0" timeOffset="176887">19293 14677 24575,'-9'5'0,"-2"0"-3277,4 6 0,-1-6 0,3 4 4605,1-2-1328,2-1 1719,-1 10-1719,7 1 0,0-2 0,12 4 0,-8-13-3277,17 10 2017,-17-13 4536,20 8-2250,-18-9-1026,15 4 0,-6-4 0,-4 1 0,3-6 0,-6-6 0,4-10 0,-4 2 3276,-1-13 0,-9 6-3161,-3 3 237,-8 0-352,-8 9 0,0 5 0,-7-4 0,9 8 0,-13-1 0,0 1 0,5 1 0,0 2 0,21-1 0,-2 2 0</inkml:trace>
  <inkml:trace contextRef="#ctx0" brushRef="#br0" timeOffset="177318">19834 14576 24575,'-7'9'0,"-6"9"0,5-1 0,-1 1 0,0-2 0,0 1 0,-2 10 0,-1 0 0,4-7 0,1-1 0,-6 12 0,1-4 0,8-20 0,-9-6 0,10 0 0,-6-8 0</inkml:trace>
  <inkml:trace contextRef="#ctx0" brushRef="#br0" timeOffset="177534">19640 14682 24575,'5'0'0,"3"0"0,-5 0 0,3 0 0</inkml:trace>
  <inkml:trace contextRef="#ctx0" brushRef="#br0" timeOffset="177800">19857 14763 24575,'13'0'0,"-10"-2"0,-4 0 0,-7 1 0,7-1 0</inkml:trace>
  <inkml:trace contextRef="#ctx0" brushRef="#br0" timeOffset="178717">18282 14937 24575,'12'0'0,"-7"1"0,24 0 0,-3 1 0,4 0 0,1 1 0,-19-1 0,0-2 0,-3-2 0,-7 0 0,1 1 0</inkml:trace>
  <inkml:trace contextRef="#ctx0" brushRef="#br0" timeOffset="179117">18524 15303 24575,'5'0'0,"9"1"0,-7-1 0,13 2 0,-13-2 0,8 0 0,-10 0 0,1 0 0,-5 0 0</inkml:trace>
  <inkml:trace contextRef="#ctx0" brushRef="#br0" timeOffset="180158">18971 15255 24575,'22'27'0,"-11"-12"0,0 1 0,0-1 0,-6-6 0,12 14 0,-11-14 0,-2 1 0,-12 2 0,4-6 0,-20 9 0,16-9 0,-17 5 0,17-8 0,-6 3 0,16-4 0,10 6 0,0-4 0,5 3 0,1-1 0,-5-3 0,8 3 0,2-1 0,9-4 0,-2 3 0,-3-4 0,-28 0 0,2-1 0,-11-8 0,4 6 0,-2-6 0,7 9 0</inkml:trace>
  <inkml:trace contextRef="#ctx0" brushRef="#br0" timeOffset="181085">19458 15294 24575,'-7'1'0,"1"1"0,-1-1 0,3 1 0,-4-1 0,1 0 0,-11 3 0,2-1 0,-1 5 0,6 2 0,7 3 0,8 7 0,-2-9 0,15 11 0,-4-12 0,1 2 0,3-1 0,-4-7 0,-1 3 0,1-3 0,-6-3 0,-1 1 0,4-9 0,-6-2 0,0-3 0,0-5 0,-3 12 0,-1-14 0,-1 15 0,-7-9 0,7 10 0,-5-1 0</inkml:trace>
  <inkml:trace contextRef="#ctx0" brushRef="#br0" timeOffset="181603">18544 15946 24575,'5'0'0,"2"0"0,-3 0 0,11 1 0,-9 0-3277,19 0 0,-20-2 822,24-1 2455,-24 0 0,14-1 0,-16 3 0,1-1 0</inkml:trace>
  <inkml:trace contextRef="#ctx0" brushRef="#br0" timeOffset="182284">19015 15763 24575,'12'25'0,"-5"-13"0,4 9 0,-7-18 0,3 12 0,0-8 0,-4 0 0,2-5 0,-12-11 0,2 0 0,-8-12 0,6 6 0,2 3 0,5 2 0,12 4 0,12-4-3132,-8 3 3132,5-1-43,-5 4 43,-7 1 0,14-3 0,-5 2 0,-5 1 0,7 0 0,-17 3 0,4-1 0</inkml:trace>
  <inkml:trace contextRef="#ctx0" brushRef="#br0" timeOffset="182770">19096 15838 24575,'6'2'0,"20"2"0,-19-1 0,12 1 0,1 0 0,-5-2 0,2 3 0,2 0 0,6 4-3277,7 9 0,-15-10 3047,5 15 230,-13-14 0,2 6 0,-6-8 0,-7-4 0,-13 0 0,11 1 0,-26 0 0,8-2 0,-6-1 0,-8-2 0,4-8 0,8 4 0,4 0 0,2 0 0,7 2 0,-13-5 0,19 6 0,-4-2 0</inkml:trace>
  <inkml:trace contextRef="#ctx0" brushRef="#br0" timeOffset="184630">18665 16409 24575,'11'1'0,"0"-1"0,-3 2 0,1-2 0,-6 1 0,2 0 0,12 0 0,-1-2 0,2 0 0,-7 0 0</inkml:trace>
  <inkml:trace contextRef="#ctx0" brushRef="#br0" timeOffset="185415">19079 16304 24575,'7'0'0,"10"0"-1639,3 0 1,1 0-1639,2 0 1638,6 0 1,-5 0-1639,-17 0 5064,18 0-1787,-31 9 0,6 1 0,-14 0 0,2 1 0,8-8 3276,9 4-2015,17 8-1261,-1-4 3276,3 5 0,-7-3-3044,-7-5-232,2 8 0,-8-9-3277,-2 10 0,-2-10 3047,0 10 230,-3-13 0,-4 10 0,2-8 0,-5 3 0,0-2 3276,-3-2 0,2 0-3044,-8 1-232,12-6 0,-15 6 0,13-3 0,-2 1 0,5-1 0</inkml:trace>
  <inkml:trace contextRef="#ctx0" brushRef="#br0" timeOffset="185799">18685 16844 24575,'15'0'0,"12"0"0,-8 1 0,6 1-820,-9 1 1,-10-1 0,-2-1 0</inkml:trace>
  <inkml:trace contextRef="#ctx0" brushRef="#br0" timeOffset="186466">19249 16793 24575,'31'0'0,"-9"4"0,-19 0 0,-8 11 0,-4 2 0,-7 6 0,6-8 0,-5-1 0,11-9 0,-3 0 0,5-1 0,12 4 0,-2-4 0,10 3 0,4-1 0,-1-4 0,-1-1 0,1 2 0,-1-1 0,2-2 0,-3 0 0,-9 0 0,5-1 0,-11-1 0,0 0 0,-2 1 0</inkml:trace>
  <inkml:trace contextRef="#ctx0" brushRef="#br0" timeOffset="188624">20888 14377 24575,'0'5'0,"-4"7"0,-4 10 0,1-4 0,-6 14 0,7-21 0,-13 20 0,3-8 0,0-1-1639,3-3 1,0-3-1639,7-6 3162,-10 9 0,-2 4 115,-5 4 0,11-12 0,-1-1 0,-1 2 0,1-2 0,-9 3 0,2-4-3277,-12 1 2017,21-10 2898,-8 3 0,-3 0-377,-1 0-1261,-9 4 0,14-8 0,14-1 0,-1-2 3276,-5 3 0,3-3-3218,-6 3 0,8-3 0,3 0 0</inkml:trace>
  <inkml:trace contextRef="#ctx0" brushRef="#br0" timeOffset="190610">20406 14748 24575,'3'22'0,"-2"-10"-3277,4 12 0,-4-19 0,3 6 4605,-4-2-1328,2-5 1719,1 8-1719,-3-7 0,3 1 0,-4-3 3276,0-3 0,0-5-3044,-1 2-232,2-5 0,-3 6 0,-7 3 0,-4 6 0,-5 1-1639,-1 0 1,1 0-1639,3-1 3047,-17 3-1449,13-3 1679,7-5-3277,-14 8 2573,20-7 704,-4 2 0,9-3 3276,13 0-2571,-1-1 974,14 2-1679,-1-1 0,-7 1 3276,7 0 0,-14 0-3044,1-1-232,0 3 0,-6-4 0,9 3 0,-8-2 0,0-2 0,-4-2 0,-2-4 0,4-3 0,6-8 0,7-6 0,-4 7 0,4-4 0,-10 9 0,3-2 0,-3 2 0,-11 7 0,-7 7 0,-8 4 0,5-3 0,1 3 0,9-7 0,-2 6 0,2-5 0,-8 3 0,-2-4 0,0 3 0,3-3 0,6 2 0,13-8 0,-4 5 0,22-13 0,-3 3 0,2-2-3277,1-1 0,-17 9 3047,1-5 230,-7 6 0,1-3 0,0 3 0,-3 4 0,-1 6 3276,0 5 0,-1 0-3044,2 3-232,0-10 0,0 4 0,0 0 0,0-3 0,0 4 0,-10-4 0,-8 4 0,1-5 0,-11 7 0,16-7 0,-8 4 0,11-4 0,-2 1 0,22-7 0,11-4 0,2 0 0,8-5 0,-24 10 0,6-5 0,-9 6 0,-4 0 0,0 2 0,-3 0 0,4-1 0,-1-1 0</inkml:trace>
  <inkml:trace contextRef="#ctx0" brushRef="#br0" timeOffset="192797">19300 14558 24575,'-7'-5'0,"-1"2"0,-7-2 0,4 3-3277,-21 0 0,21 1 1638,-17-1 1,-3-1 1180,5 2-235,-2-1 1,-7 0 0,6 0 692,-2 2 0,-4-1 0,-7 1 0,9-1-1119,10 1 1119,-3 0 0,-5 0 0,2 0 0,2 2 0,2-1 0,5 0 0,-2-1-572,-5 3 1,-3 1-1,7-1 572,6-1 1308,-4 1 0,0 2-1308,-2 5 0,-1 4 0,-6 2 0,12-6 0,2 0 0,5-2 0,-10 5 1263,13-5-1263,-8 9 0,5 1 0,-2 3 0,7 7 0,2-9 1638,2 1 0,2 0-377,5 5-1261,1 1 3276,3-8 0,15 7-3044,-11-12-232,3 1 0,3 0 0,-2-5 0,-1-1 0,13 8 0,-7-5 0,-1-2 0,0-1 0,0-1 0,0 0 0,-2-2-1639,12 2 1,-1 0-1639,-14-3 3162,8 0 0,5-1-496,0-2 1,4-1 610,-5 1 0,3-1 0,2 1 0,-2-1-561,2 1 1,-1-1 0,4 0 560,-5 1 0,5-1 0,1 0 0,0 0 0,-4 0 0,-6-1 0,0 1 0,-1-1 0,9-1 0,7 1 0,-1 0 0,-10-1 0,-1-3 0,1 0 0,6-1 0,-7 1 0,-2 1 0,6-3 0,-4 0 3276,-19 5-1205,12-7-491,-13 5-1580,3-2 2759,-9 0-2759,8-5 0,-4 1 0,7-6 0,0 0 0,-4 4 0,5-5 0,-2 1 0,-8 8 0,8-11 0,-12 12 0,2-6 0,-7 4-3277,-16-15 0,11 12 2834,-7-1 0,-1 1 443,3 3 0,-13-4 0,-3-1 0,13 5 0,-2 1-979,-6-3 0,-4-2 0,2 2 979,-1 0 0,-3 1 0,3 0 0,-5 0 0,-3-2 0,0 1 0,0 1-547,5 2 1,-1 0 0,0 1 0,0 0 0,0 0 0,1 0 532,-3-2 0,1 0 0,0 1 0,1 0 0,-1 1 14,-1 0 0,-1 1 0,1 1 0,3 0 0,6 3 3228,-8 1-3228,5 3 0,-4 0 0,4 0 0,7-1 0,0 0-307,-5 4 0,-2 0 0,4 1 307,2 1 0,1 2 0,3 0 0,7-3 0,-3 2 0</inkml:trace>
  <inkml:trace contextRef="#ctx0" brushRef="#br0" timeOffset="194833">18831 15318 24575,'0'4'0,"0"17"-3277,0-1 0,0 3 1664,1-4 1,-1-1 1612,1-5 583,0 7 0,-1 1-583,0-1 0,1 3 0,1 0 0,-1-2-1639,2 8 1,1-1 984,-3-13 1968,3 8 1,1 1-1315,-1-8 4,1 5 1,-1 2-5,1 0 0,-2-2 0,-1 0 0,-1-2 0,2 8 0,0 0 0,0-1 0,1 5 0,0 2-1537,-2-7 0,0-3 1537,2 12 903,-1-1 1,1-2-904,-2-15 573,1 10 1,0 4-574,-1-11 0,0-1 285,0 14-285,1-1 3276,-1-3-1233,-2 2-2043,1-13 0,-1 2-1559,-1 6 0,0-2 1559,0-5-656,-1 5 0,0-1 656,1-10-148,1 6 1,-1 0 147,1-3 0,0 21 0,-3-19 0,2 5 3276,-3-9-938,-2 6-2338,1-7 0,-7 18 0,6-18 0,-5 19 0,8-22 0,-6 18 0,7-23 1912,-1 11-1912,2-12 1621,3 3-1621,-1-1 0,7 2 0,-5-1 0,7 4 0,-5-6 0,8 9 0,-5-10 0,4 6 0,6-2 0,-6-4 0,11 1 0,5 0 0,3-3 0,1 0-1139,0 0 0,2 0 1139,-3-1 0,2-1 0,-5 0 0,-8 1 0,0-2 0,11 1 0,5-1 0,-5 0 0,-11 0 0,0 1 0,14-1 0,7 0 0,-8 0 0,1 1 0,0 0 0,-4-1 0,-17 0 0,8 0 0,-10-3 0,7-4 0,-2-7 0,0 3 0,-3-2 0,-8 10 0,4-12 0,-5 14 0,6-28 0,-6 20-1639,1-14 1,-2-1-1114,-1 11 2105,2-22 1,-2-2 646,-1 13-138,0 0 0,0-5 0,-1 0 138,-2-6 0,-2 0 0,0 1 0,1-1 0,-1 2 0,-1 1 0,-1 0 0,1 5 0,-1-4 0,1 3 0,0 7 0,0 4 0,-2-11 0,0-9 0,0 7 0,1 8 0,1 0 0,0-7 0,1 2 1638,0-5 0,1 0-1138,2 4 0,1-1 0,-1 2-500,0-3 0,0 2 0,3-1 0,0 7 0,-1 14 3276,0-17-2608,-1 10-668,0-16 0,0 14-1639,0-4 1,0 2-932,0 11 931,-1-16 1,1 1 496,-1 15 752,-2-13 0,-1-1 390,3 12-692,-9-25 692,8 24 0,-17-16 0,11 19 0,-9-5 0,-2-1 0,6 7 0,-9-3 0,-6-3 0,3 3 0,-3 1 0,5 2 0,-8-3 0,-4 0 0,1 0 0,5 2 498,3 2 0,2 1 0,-4 0-498,-1-2 0,-4 0 0,-3-2 0,0 1 0,2 0 0,6 2 0,-7-1 0,0 0 0,2 1 0,-6-1 0,2 1 0,11 2 0,7 1 0,-10-1 0,2 1 3276,23 4-2988,-4-2 0,7 2 0,3 0 1</inkml:trace>
  <inkml:trace contextRef="#ctx0" brushRef="#br0" timeOffset="205325">20382 15285 24575,'7'-5'0,"-2"1"0,-1 0 0,3 0 0,-4 0 0,9-6 0,-9 7 0,13-10 0,-12 11-3277,15-10 0,-14 9 3047,9-4 230,-6 4 0,0 1 0,-2 1 0,3 5 0,-3 5 3276,1-1 0,2 11-3044,-9-13-232,4 25 0,-3-24 0,0 17 0,-5-6-3277,-4 5 0,2-3 0,-11 8 1787,13-22 1490,-11 12 0,1-5 0,2-3 0,-15 14 0,6-10 0,0 4 3276,0-8-2015,16-6 2015,6-3 0,11-6-3044,16-2-232,-7 0 0,7 3 0,-21 4 0,6 6 0,-2 14 0,-2-4-1639,3 5 1,1-2-1639,-5-7 1638,10 4 1,-1-3 148,-10-9 1490,16 7 0,-6-9 0,-7 0 0,8-4 0,-15-4 3276,-1 0-2015,-2-10 2015,-6 4 0,2-4-3218,-1 1 0,4 9 0,1 1 0</inkml:trace>
  <inkml:trace contextRef="#ctx0" brushRef="#br0" timeOffset="206026">20679 15340 24575,'-6'7'0,"-3"4"0,6-6 0,-4 6 0,7 2 0,-3-4-3277,7 14 0,-3-17 1328,3 8 3668,2-4-1719,-4-2 0,13 11 0,-2-4 0,7 1 0,-7-6 0,8-1 0,-11-7 3276,4 2 0,-6-6-3044,-1-5-232,6-12 0,-5 7 0,12-20 0,-7 7 0,1 1 0,1-9 0,-12 12-3277,-6-7 0,-1 13 3047,-14-5 230,0 14 0,2-4 0,-6 6 0,9 5 0,4 1 0,-13 5 0,13-1 3276,-19 4 0,13-5-3044,1 1-232,9-3-820,11 0 1,-4-1 0,5 0 0</inkml:trace>
  <inkml:trace contextRef="#ctx0" brushRef="#br0" timeOffset="206461">21221 15255 24575,'-6'11'0,"-3"4"0,3-6 0,-11 22 0,8-18 0,1 3 0,-1 2-1639,-1-1 1,1 0-1639,1 2 1638,-4 4 1,1-2-1639,7-13 5064,-10 21-1787,10-24 0,-5 9 0,4-10 3276,-1 1-2015,1-6-1261,1-10 0,2 7 0,-1-7 0</inkml:trace>
  <inkml:trace contextRef="#ctx0" brushRef="#br0" timeOffset="206692">20956 15301 24575,'7'3'0,"0"0"0,6 0 0,10 4-1639,-4 0 1,-1 0-1639,9 3 2789,4 7 1,-26-15 0,6 4 0</inkml:trace>
  <inkml:trace contextRef="#ctx0" brushRef="#br0" timeOffset="206890">21223 15444 24575,'4'3'0,"-2"-9"0,-2 0 0,0-3 0,-3 4 0</inkml:trace>
  <inkml:trace contextRef="#ctx0" brushRef="#br0" timeOffset="211103">18249 15353 24575,'10'7'0,"0"1"0,-1 3 0,2 0 0,3 7 0,-5-9 0,8 10 0,-11-11 0,1 3 0,-1 4 0,-6 5 0,3 11 0,-3-5-1639,1-3 1,-1-1-1639,1-9 3047,0 19-1559,1-12 1789,-2-5-1639,1 5 1,0 0 971,-1-9 667,0 10 0,0 2 0,0 9 0,0 3 0,0-10 0,0-3 0,0-7-919,0 5 0,0-1 919,0-10 3034,0 17-3034,-4-3 0,3-7-1517,-3 8 0,0 0 1517,3-13 0,-5 25 3034,4-9-3034,1-9 0,0 1 0,1 6 0,-1 0 0,1 9 1638,0-11 0,0 0-377,0 9-1261,0-2 0,-2-7 0,0-2 0,-1-8 1638,-1 9 0,0 1 1638,0 6-3044,1 3-232,4 3 0,3-23 0,2 23 0,-2-8 0,0 0 0,3 8 0,-2-21 0,0 4 0,1-7 0,-2-1 0,5 8 0,4 7 0,-3-7 0,6 11 0,1-11 0,2 3-1639,0-7 1,0-2-1639,-2-2 1924,14 4 1,1 0 1352,-5-4 0,-5-2 0,6-1 0,-5 0 0,6 1-1639,7-2 1,-2 0 1198,-13-1-246,15 2 1,2-1 685,-14-3 839,2 2 1,7 1-1,-1-2-839,-7-2 0,0-2 0,1 1 0,9 2 0,2 0 0,-3-1 954,0-1 0,-2-1-954,0 0 0,-5-1 0,-11-2 0,7 1 0,8-2 0,-20 3-959,20 2 0,3 0 959,-6-1-839,4 2 1,7 1-1,-5 0 839,-14-3 0,0 1-677,9 0 1,3 0 0,-7 0 676,-7-1 1918,15-9-1918,-27 5 2979,5-17-2979,-4-2 0,-4 4 0,-1-1 0,3-8 1638,-5 5 0,-3-3-1049,-4 4 0,-1 1-589,2 0 0,0-1 0,-3-1 0,-3-1 0,2 0 0,-1-7 0,1 2 0,1 4 0,-1 0 0,1-4 0,2 1-6,4 6 0,1 0 6,0-6 0,-2-3 0,2 2-335,-1 0 0,0-1 335,1-1 0,0-4 0,0 0 0,0 6 0,2 8 0,0 0 0,-2-15 0,1-5 0,0 6 0,1 2 0,0-7 0,0 5 3276,0 23-2215,0-7 0,0-3-709,0-3-352,1 5 0,0-2 0,1-8 0,0 0 0,0 7 0,0 0 486,0-7 0,0 1-486,-1 7 0,0 1 0,-1-4 0,0 1 0,-2-7 0,-1 6 0,0 14 993,-2-4-993,-1-4 0,0-1 0,-1 6 0,-3-10 0,6 20 0,-9-17 0,-2 10 0,0-4 0,-3 6 0,-3 2 0,-7 0 0,-4 0-820,6 1 1,-3 0 0,-1 0 0,3 1-820,-8-1 1,-2-1 1599,10 2 1,-4-2 0,-3 0-1,-1 0 1,1 0 0,2 1-782,-5 0 1,1 1 0,1 0 0,0 0 567,3-1 0,0-1 0,0 0 0,1 0 0,-1 2-147,-7 0 1,-1 0 0,4 2 0,8 0 398,3 0 0,-3 6 0,31 1 0,2 1 0,1-2 0</inkml:trace>
  <inkml:trace contextRef="#ctx0" brushRef="#br0" timeOffset="213804">20667 15326 24575,'0'15'0,"0"-7"0,0 16 0,0-12 0,-1 15 0,-1-4 0,0-3 0,1 0 0,1-15 0,0 5 0,1 0 0,-1 1 0,4 0 0,0-2 0,-1-4 0,4 1 0,-2-2 0,3 0 0,3-1 0,-2-3 0,0 0 0,3 0 0,9-7 0,-7 3 0,22-8 0,-18 5 0,2 0 0,-4 1 0,-11 3-3277,9-5 0,-9 3 701,16-11 2576,-17 11 0,13-12 0,-13 9 0,2-1 0,-2-1 3276,-2 0-931,1-7 931,-1 6-3043,-2-2-233,0 2 0,0 4 0,-2-7 0,2 8 0,-3-1 0,3 4 0,-1 2 0</inkml:trace>
  <inkml:trace contextRef="#ctx0" brushRef="#br0" timeOffset="216756">21086 15483 24575,'17'-12'0,"0"-1"0,5-8 0,-9 11-3277,7-12 0,-16 18 1328,9-9 1949,-7 4 0,1 1 1719,2-4-1719,0 0 0,0 1 0,11-11 0,-8 5 819,7-5 0,-11 9 0,-3 4 0</inkml:trace>
  <inkml:trace contextRef="#ctx0" brushRef="#br0" timeOffset="217266">21048 15325 24575,'15'1'0,"-6"-1"0,-2 2 0</inkml:trace>
  <inkml:trace contextRef="#ctx0" brushRef="#br0" timeOffset="217636">21274 15470 24575,'0'0'0</inkml:trace>
  <inkml:trace contextRef="#ctx0" brushRef="#br0" timeOffset="218383">21189 15316 24575,'-12'21'0,"-1"-2"0,5-7 0,-3 1 0,8-9 0,-9 10 0,7-12 0,-6 13 0,6-11 0,-3 11 0,-1-5 0,5-1 0,-3 0 0,3-4 0,2 0 0,9-12 0,-4 6 0,6-9 0</inkml:trace>
  <inkml:trace contextRef="#ctx0" brushRef="#br0" timeOffset="218818">21031 15364 24575,'4'0'0,"0"0"0,-3 0 0</inkml:trace>
  <inkml:trace contextRef="#ctx0" brushRef="#br0" timeOffset="229541">16723 14660 24575,'14'-4'0,"-1"1"0,5-1 0,0 2-3277,1-2 0,-6 2 3047,4-2 230,-4 3 0,-3-2 0,13 2 0,-16-1 0,19-1 0,-19 1 0,15-2 0,-15 2 0,6-1 0,0 2 0,13-4 0,-3 1 1638,-2 0 0,0-1 1638,6 0-3044,0-1-232,-5 0 0,-10 4 0,-2-2 0,9 0 0,4 0 0,-2-1 0,1 0 0,11-2 0,-9 2 0,0 0 0,6-2 0,-6 2 0,3 0 0,-9 3 0,16-4 0,-12 4 0,1-1 0,-1 1 0,-10 2 0,8-1 0,2 1 0,3 2 0,3 0 0,4 6 0,-4-2 0,-8 1 0,5-1 0,-11-2 0,7 2 0,-4-1 0,2 4 0,-9-5 0,6 6 0,-4-7 0,0 4 0,-6-6 0,0 1 0,-4-1 0,1-1 0,-2 0 0</inkml:trace>
  <inkml:trace contextRef="#ctx0" brushRef="#br0" timeOffset="230875">17898 14580 24575,'-5'5'0,"3"0"0,-1-1 0,3-2 0,4-4 0,0 0 0,6-7 0,-4 8 0,1-6 0,-2 5 0,2-7 0,-1 3 0,1-3 0,-5 5 0,0-2 0,0 3 0,0-2 0,-1 6 0,-5 10 0,3-5 0,-9 23 0,7-19 0,-7 24 0,5-12 0,-3 10 0,5-13 0,-3 0 0,5-11 0,-3 0 0,5-6 0,7-13 0,-2 2 0,8-11 0,-7 9 0,6-17 0,-4 7-2493,-1-2 2493,-4 9 0,-3 2 0,0 7 0,0-15 0,-1 15 0,0-9 0,1 11 2493,1 0-2493,3 9 0,2 2 0,4 8 0,9 6 0,-7-8 0,4 5 0,-11-13 0,3 3 0,-4-6 0,-9 6 0,-3-6 0,-12 6 0,-1-1 0,10-3 0,9-2 0,13-7 0,2 0 0,-3-1 0,-8 4 0,-2 1 0</inkml:trace>
  <inkml:trace contextRef="#ctx0" brushRef="#br0" timeOffset="232700">16198 16684 24575,'6'0'0,"1"-1"0,1-2 0,2-1 0,0 0 0,4-4 0,-3 1 0,4-5 0,-6 5 0,4-6 0,-7 8 0,10-12 0,-11 12 0,7-9 0,-1-3 0,4-3-3277,5-8 0,-10 11 3047,3 1 230,-6 7 0,9-11 0,-3 5 0,8-9 0,-4 7 0,-2 3 0,4-5 0,-6 10 0,7-10 0,8-2 3276,-10 6-505,8-3-2771,-8 6 0,-1 1-1639,2-3 1,-1 1-1625,-6 4 3263,13-8-482,-5 4 482,-3 2 0,4-2 0,0 0 0,3 2 0,-6 1 0,1 1 0,2-1 0,10-2 0,-11 0 0,0 5 0,1 1 0,-1 1 0,0 1 0,-1-1 0,0 1-1639,8 2 1,-2 1 1019,-7-1 2257,10 2 0,0 0-1479,-6 0 73,4 0 1,0-1-233,-1-1 0,1 0 0,-13 1 3276,-6 1-249,0 0-1575,-1 0-1452,7 0 0,-7 0 0,6 0 0,-7 0 0,0 0 0,-3 0 0</inkml:trace>
  <inkml:trace contextRef="#ctx0" brushRef="#br0" timeOffset="233602">17345 15982 24575,'0'24'0,"0"-8"0,0 3 0,1 2 0,1 9 0,-1-2 0,2-4 0,-2-17 0,1-1 0,-1-19 0,1-18 0,-1 12 0,-1 0 0,0-1 0,1 1 0,-1-1 0,0 8 0,0 8 0,2 1 0,1 3 0,17 9-1639,-3-3 1,2 1-1639,7 4 2467,2-2 1,-2-1 809,-7-4-153,2 2 1,-1-1 152,0 0 0,-3 0 0,-17-2 0,-22 6 0,2-4 0,-9 4 0,0-1 0,11-1 0,0-3 0,0 0 1354,3 3-1354,3-6 340,2 5-340,14-6 0,4 0 0,10 0 3276,-9 0 0,15 5-3218,-14-3 0,2 3 0,-10-5 0</inkml:trace>
  <inkml:trace contextRef="#ctx0" brushRef="#br0" timeOffset="239757">20668 16361 24575,'-29'19'0,"9"-6"0,-3 1 0,-2 1 0,5-5 0,0-2 0,1 2 0,-1-1 0,-4 0 0,2-3 0,-1-2 0,-1-1 0,0-1 0,7-1 0,-12-1 0,-1 1 0,13-1 0,-9 0 0,-3 0 0,8 0 0,1 0 0,1 0 0,-2 0 0,-8-2 0,1 0 0,-7-5 0,2 0 0,16 0 0,15 2 0,2-3 0,0 3 0,0-4 0,0 7 0,0-1 0</inkml:trace>
  <inkml:trace contextRef="#ctx0" brushRef="#br0" timeOffset="240895">20080 16349 24575,'0'14'0,"0"6"-3277,0 3 0,0-7 0,-6 16 0,5-25 3300,-5 12 0,0 0-23,5-11-891,-9 27 891,9-29 3233,-3 9-3233,4-23 0,-7-14 0,4 1 0,-3 1 0,-1 1 0,3 9 2291,-4-12-2291,0 5 1645,4 2-1645,-4-3 0,5 17 0,-5 12 3276,0 7 0,-2-1-3044,3-2-232,2-9 0,2 1 0,5-5 0,17-1 0,-9-1 0,26-4-3099,-28 3 3099,13-3-506,-6 4 506,-7-2 0,10 2 0,-17-1 0,-8 8 0,0-3 0,-19 16 0,15-10 0,-9 9 0,14-11 3009,1 0-3009,13-9 596,-5 1-596,7-4 0,-12 2 0,-1 2 0,-6-1 0,4 1 0,0 0 0,4 0 0</inkml:trace>
  <inkml:trace contextRef="#ctx0" brushRef="#br0" timeOffset="242426">19994 16370 24575,'7'9'0,"-1"-1"0,-3-4 0,1 0 0,4-2 0,3-1 0,6-1 0,-2 0 0,-3-2 0,-5-1 0,-5 3 0,-2 1 0,-3 5 0,-2-2 0,1 1 0,1 2 0,1-4 0,0 1 0,-2-4 0,3 0 0</inkml:trace>
  <inkml:trace contextRef="#ctx0" brushRef="#br0" timeOffset="248185">18038 14293 24575,'6'5'0,"0"2"0,6 1 0,-2 0 0,6 4 0,-8-8 0,10 10 0,-13-11 0,9 9 0,0-1-3277,8 6 0,-6-4 2246,13 8 1031,-20-14 0,17 11 0,-11-7 0,0 0 0,-2-1 0,-7-6 819,1 0 0,-3-3 0,-2-1 0</inkml:trace>
  <inkml:trace contextRef="#ctx0" brushRef="#br0" timeOffset="248701">18335 14482 24575,'-5'3'0,"-6"3"0,6-4 0,-16 15 0,13-10 0,-14 16 0,16-14-3277,-10 11 0,12-14 3047,-5 6 230,16-16 0,4 1 0,4-4 0,10-6 0,-4 4 0,-4 0 3276,1 2 0,-19 7-3044,1 0-232,-6 0 0,2 2 0,3-2 0</inkml:trace>
  <inkml:trace contextRef="#ctx0" brushRef="#br0" timeOffset="249583">18675 15283 24575,'-19'12'0,"-1"0"0,-3 2 0,-6 6 0,12-8 0,-1 2 0,12-9 0,6-4 0</inkml:trace>
  <inkml:trace contextRef="#ctx0" brushRef="#br0" timeOffset="250034">18769 15531 24575,'-25'14'0,"12"-7"0,-10 9 0,2-2 0,-6 9 0,4-4 0,1 6 0,20-15 0,-1 4 0,3-8 0,2-2 0</inkml:trace>
  <inkml:trace contextRef="#ctx0" brushRef="#br0" timeOffset="250237">19043 15796 24575,'-17'15'0,"-1"0"0,-2 3 0,2-2 0,4-4-1639,-5 4 1,2 0-1639,6-5 1638,-8 6 1,1 0 1282,9-7 2203,-13 17-1847,16-19 0,0 4 0,6-11 0</inkml:trace>
  <inkml:trace contextRef="#ctx0" brushRef="#br0" timeOffset="250433">18972 16128 24575,'-2'9'0,"-5"20"0,-4 6 0,0 0-1639,-1-10 1,0-3-1639,5-10 1638,-7 7 1,-1 1 1621,8-10 17,-16 15 0,19-19 0,-3 1 0</inkml:trace>
  <inkml:trace contextRef="#ctx0" brushRef="#br0" timeOffset="261719">27385 10403 24575,'0'7'0,"4"8"0,-3-7 0,5 10 0,0-10 0,-2-1 0,13-1 0,5-9 0,4-2 0,-7 3 0,3 0-820,5-3 1,4-2 0,1 0 0,-6 1-820,-6 3 1,-1-1 1580,10-3 1,7-2-1,-1 0 1,-8 2 57,-4 0 0,8-1 0,2-1 0,-5-8 0,-11 5 0,8-8 0,-18 12 0,-5 4 0</inkml:trace>
  <inkml:trace contextRef="#ctx0" brushRef="#br0" timeOffset="285639">28800 11858 24575,'23'-3'0,"1"0"0,-1 1 0,1 1 0,6-2 0,1 1 0,1 1 0,-4 1 0,-5 0 0,3 0 0,-3 0 0,-15 0 0,23 0 0,-11 1 0,-5-1-1639,8 4 1,-1-1-1639,-10-1 2399,11 3 0,6 3 1,-3 0 877,3 0-1093,-4 1 1,5 3 0,-5-2 628,-3 0-787,5 5 0,-3-1 1251,-15-9 2502,17 12-2502,-17-10-1427,6 9 1427,-5-6 244,10 15-244,-16-19 0,18 22 0,-18-21-2110,17 18 2110,-15-20 2110,6 6-2110,1-4 0,-6-4 2790,14 4-2790,-13-5 3276,10 0-2961,-12-1 0,0-1 0,-4 0 1</inkml:trace>
  <inkml:trace contextRef="#ctx0" brushRef="#br0" timeOffset="286526">29791 12013 24575,'-16'7'0,"3"0"0,-17 9 0,0 3 0,8-5 0,3-1 0,3 0 0,8-6-3277,-17 14 0,19-16 3047,-6 6 230,10-9 0,2-2 0,13-5 0,0-2 0,16-9 0,3-2 0,-11 5-701,-1-2 1,-2 1 700,-10 7-1639,6-7 1,-1-1 842,-6 8 796,8-8 0,-12 11 3276,5 3-2479,7 16-797,-2 1 700,0 0 1,0-1-701,5 7 3276,-2-3 0,-9-9-3044,-13-6-232,-3-2 0,-13 2 0,1 0 0,-4-1 0,8-2 0,2 1 0,1-2 0,5 1 0,-6-1 0,4 0 0,-2 0 0,2 0 0,5 0 0,6 0 0,3 0 0</inkml:trace>
  <inkml:trace contextRef="#ctx0" brushRef="#br0" timeOffset="296534">24549 13625 24575,'11'-2'0,"3"1"0,-6 1 0,12-2 0,-3 2 0,1-1 0,-2-1 0,-7 2 0,2-3 0,2 3 0,-4-2 0,0 2 0,-3 0 0,2 0 0,-3 0 0,4 0 0,-5 0 0,4 0 0,-4 0 0,5 0 0,-6-1 0,6-1 0,-4 0 0,3 1 0,-3 1 0,0 0 0,-1 0 0,2-1-820,4-1 1,-5 0 0,3 1 0</inkml:trace>
  <inkml:trace contextRef="#ctx0" brushRef="#br0" timeOffset="297668">25618 13591 24575,'6'0'0,"8"0"0,3 2 0,4-2 0,11 4 0,4-3 0,-6 2 0,-8-3 0,-2 0 0,-7 0-1639,8-1 1,0 0-1639,-8 1 2396,12-1 1,2 0 880,-10 1 0,9 0 0,0 0 0,-8 0 0,12 0 0,2 0 0,-13 0 0,0 0 0,5 0 0,1 0 0,-1 0 0,-1 0 0,5 0 0,3 0 0,4 0 0,-23 0 613,9 0 0,-17 0 0,2 0 0</inkml:trace>
  <inkml:trace contextRef="#ctx0" brushRef="#br0" timeOffset="298436">27769 13628 24575,'29'-2'0,"-9"0"0,-1 0 0,1 1 0,6-1 0,4-1 0,-4 2 0,1 1 0,-3-1 0,0-1 0,15 2 0,-6 0 0,-17 0 0,17 0 0,0 0 0,-15 0 0,12 0 0,2 0 0,0 0 0,5 1 0,0-1 0,-7 0 0,-6 0 0,4 0 0,-5 0 0,-5 0 0,10 0 0,1 0 0,-10 0 0,6 0 0,-16 0 0,-8 0 0,1 0 0</inkml:trace>
  <inkml:trace contextRef="#ctx0" brushRef="#br0" timeOffset="299367">23230 14272 24575,'33'0'0,"-13"-2"0,2 1 0,14 1 0,1 1-1316,-9-2 1,1-1 1315,4 3 0,3 0 0,-6 0 0,7-1 0,-5-1 0,5 0 0,-8 0-2220,-5 1 2220,7-2 0,3-1 0,1-2 1092,-12 1-1092,1 1 0,6-2 0,-5 1 0,4 0-1093,-4 1 1,3-1 0,-3 1 779,5-4-1326,3 5 1,-1 0 1526,-7-2 0,11 4 0,-31 0 0</inkml:trace>
  <inkml:trace contextRef="#ctx0" brushRef="#br0" timeOffset="305159">24002 14274 24575,'26'-3'0,"-14"2"0,24-3 0,-27 4 0,13-2 0,-5 2 0,2 0 0,5-1 0,-7 1 0,2-2 0,4 2 0,-2 0 0,8 0 0,-8 0 0,-2 0 0,-5 0 0,-6 0 0,4 0 0,7 0 0,9-1 0,-9 0 0,8 0 0,-15 1 0,4 0 0,3 1 0,0 1 0,12 1 0,-10-1 0,-1-1 0,0-1 0,8 0 0,7 0 0,-4 0 0,-15 0 0,-3 0 0,-3 0 0,-7 0 0,6 2 0,3 1 0,7 2 0,-5-2 0,7 3 0,-12-4 0,2 1 0,-1-2 0,-2-1 0,2 2 0,-2-2 0,-1 1 0,-4 1 0,0-1 0,0 1 0,-3-2 0,-4 0 0,-6-2 0,1 2 0,-1 0 0,-3 0-3277,-1 0 0,-1 0 3047,2 0 230,0 0 0,3 0 0,-18 0 0,4 0 0,3 0 0,-11 0 0,26 0 3276,-21 0 0,10-3-3044,-4 3-232,-7-4 0,7 0 0,0 2 0,1-2 0,12 4 0,-5-2 0,3 1 0,2 1 0,-13-2 0,3 2 0,-10 0 0,9 0 0,-3 0 0,8 0 0,1 0 0,-8 0 0,15 0 0,-19 0 0,19 0 0,-14 0 0,4 0 0,-4 0 0,1 0 0,-2 0 0,5 0 0,-5 0 0,6 0 0,-5 0 0,13 0 0,-14-1 0,8-1 0,-3 0 0,1-1 0,4 2 0,2-1 0,-1 1 0,1 1 0,-9 0 0,6 0 0,-7-2 0,10 2 0,1-2 0,-6 1 0,4-1 0,0 1 0,-5-1 0,1 2 0,-10-1 0,-5 0 0,1-1 0,7 1 0,1 0 0,5 1 0,-2 0 0,3 0 0,-2 0 0,0 3 0,2-3-3277,-10 3 0,17-3 3047,-13 0 230,16 0 0,-15 1 0,5 0 0,-6 1 0,4-1 3276,-5 0 0,-4-1-3044,-8 2-232,5-2 0,-3 1 0,7-1 0,6 0 0,-9 2 0,15-2 0,-13 1 0,13-1 0,-7 0 0,8 0 0,0 0 0,1 0 0,3 0 0,-3 0 0,-3 0 0,-1 0 0,5 0 0,-1 0 0,5 0 0,-3 2 0,2-2 0,-2 2 0,2-1 0,-8 1 0,2 1 0,1-2 0,-1 2 0,8-2 0,-2 0 0,6-1 0,5 0 0,14-3-3277,7 0 0,-4-1 3047,2 1 230,-17 3 0,12 0 0,-11-1 0,12 1 0,-4-2 0,-1 2 3276,14 0 0,-3 0-6553,10-1 2,-13-1-2,8 0 2017,-25 1 1260,18 1 0,-17 0 0,18 0 0,5 0 1750,-6 0-1750,3 0 0,-1 1 0,-13 0 0,10 0 0,-1 0 0,-11 0-493,25 0 493,-28-1 0,19 0 0,-10 0 0,-2 0 0,18 1 0,-22 0 1330,13-1 0,4 1-1330,-8 0 0,-1 0 0,3-1 0,0 0 1638,5 1 0,-2-1 1563,5 0-6478,-2 0 697,-10 0 1341,-4 3 1239,-7-2-3277,24 3 2428,-22-4 849,13 2 0,3 0 0,2-1 0,-7 0 0,-1 1 0,4-2 828,-1 0-828,-13 0 3276,9 0-2015,-1 0-1261,10 0 0,-4 0 0,-1 0 0,3 0 0,4 1 0,0 1 0,-1-2 0,0 0 408,3 2 1,-5-1 0,-5-1-1,-12 0 1</inkml:trace>
  <inkml:trace contextRef="#ctx0" brushRef="#br0" timeOffset="313290">29610 10150 24575,'-12'8'0,"-12"7"0,18-11 0,-12 4 0,0 1 0,8-3 0,-8 2 0,0 1 0,8-3 0,-15 10 0,18-10-3277,-15 12 0,15-11 0,-17 18 0,18-20 3639,-7 9 0,-1 1-362,7-8-1341,-9 9 0,0 0 1341,8-9 0,-14 12 2499,7-6-2499,1-1 0,-12 12 0,15-13 0,-6 8 0,13-15 819,-2 5 0,4-9 0,2 1 0</inkml:trace>
  <inkml:trace contextRef="#ctx0" brushRef="#br0" timeOffset="313860">29153 10456 24575,'16'2'0,"6"0"0,-7-1 0,16 0 0,-16-1 0,4 0 0,-9 0 0,-7 0 0,-2 2 0,-9-2 0,4 1 0,-13 1-820,12-2 1,-2 1 0,6-1 0</inkml:trace>
  <inkml:trace contextRef="#ctx0" brushRef="#br0" timeOffset="314974">29097 10478 24575,'0'20'0,"-4"8"0,0-5 0,1-4 0,-1-1 0,-4 1 0,4 3 0,0-2 0,3-9 0,0 3 0,0-7 0,1-5 0,4-8 0,2-10 0,8-8 0,-6 8 0,8-14 0,-11 15 0,7-5 0,-7 2 0,-2 11 0,1-2 0,10 3 0,15-1 0,-7 4 0,7-2 0,-30 7-3277,0 4 0,-8-4 3047,0 7 230,-5 0 0,8-5-3277,-24 14 2017,23-14 1040,-24 13 220,22-11 3276,-17 7-2125,14-5-1151,-4 0 0,9-1 3276,0-3 0,3 0-2714,0 1-562,2 0 0,-1-1 0,3 1 0,0 1 0,4-3 0,-1 2 0,1-4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20:54.805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19787 4733 24575,'14'-3'0,"10"-5"0,-7 3 0,6-5 0,1 0 0,-1-2 0,1-1 0,0-1 0,-3 0 0,-5 2 0,0 0 0,-3 2 0,12-10 0,-21 16 0,16-15 0,-16 12 0,12-10 0,-11 12 0,2-2 0</inkml:trace>
  <inkml:trace contextRef="#ctx0" brushRef="#br0" timeOffset="6377">1033 7394 24575,'14'-11'0,"9"-7"0,-8 8-656,5-2 1,-1 0-1,-10 6 1,12-7 0</inkml:trace>
  <inkml:trace contextRef="#ctx0" brushRef="#br0" timeOffset="11011">16011 7839 24575,'12'-1'0,"-5"0"0,10-1 0,-5-2 0,6 1 0,-5-2 0,2-1 0,-5 1 0,-1 0 0,3 0 0,-10 3 0,5-4 0,-4 1 0,2-3 0,1-6 0,2-2 0,-1-9 0,-1 9 0,-2-4 0,2 8 0,-2-5 0,0 7 0,2-6 0,-2 7 0,2-1 0,3-1 0,-4 7 0,1-2 0,-3 4 0</inkml:trace>
  <inkml:trace contextRef="#ctx0" brushRef="#br0" timeOffset="12812">16214 7526 24575,'-6'13'0,"-3"6"0,5-12 0,-2 9 0,4-13 0,2-1 0,4-7 0,-2-2 0,11 3 0,-6 5-3277,27 9 0,-23-7 2323,15 5 0,0-1 954,-14-3-153,9 2 0,-2-1 153,-11-3 0,1 1 0,-8-2 3276,-7 1-750,1 1-81,-7 0-2445,0 2 521,-12 2-521,3 2 0,-2-1 0,9-3 0,8-4 0,4-2 0,2-6 0,-1 3 0,-2-5 0,1 6 0,2-6 0,0 3 0,4-6 0,-3 7 0,0-4 0,-2 11 0,-2-4 0,-5 12 0,2-9 0,0 5 0,5-6 0</inkml:trace>
  <inkml:trace contextRef="#ctx0" brushRef="#br0" timeOffset="15847">20024 5689 24575,'0'0'0</inkml:trace>
  <inkml:trace contextRef="#ctx0" brushRef="#br0" timeOffset="19493">22753 8085 24575,'15'0'0,"-5"0"0,13 0 0,-11 0 0,18 0 0,-17 0 0,7 0 0,-1-1 0,-7-1 0,18-1 0,-19 1 0,13-1 0,2 1 0,2 1 0,-9 0 0,0 0 0,-2 1-1639,8 3 1,-1 0-1639,-11-2 1738,20 5 0,2-1 1539,-18-3-1639,18 2 1,0 0 1322,-18-3-886,13 1 1,-1 0 1201,-18-2 174,16 1 0,0-1-174,-17 0-34,14-1 0,0 0 34,-13 0 729,11-1 0,0 0-729,-8 0 0,15 0 0,0-1 0,-12 1 0,11-1 0,-2-1 0,-18 3 0,13-3 0</inkml:trace>
  <inkml:trace contextRef="#ctx0" brushRef="#br0" timeOffset="20558">26350 8063 8191,'11'1'0,"4"1"3276,7 1-2383,-1-1 1,0 0-894,8 2 0,-4-3 0,6 0 0,-4 0 2112,10 0-2112,-5 0 0,6-2 0,2 1-78,-7 0 1,2 0 0,0 0 0,2 0 77,-1 1 0,1 0 0,1 1 0,-1-1 0,-1 0 0,-5-1 0,-1 0 0,0 0 0,0 0 0,2 1 0,2 1 0,4 0 0,0 0 0,-1 1 0,-5-1 0,-5 0 0,-4-2 0,1 1 0,1 1 0,7 1 0,4 0 0,0 0 0,-3 0 0,-6-1 0,3 0 0,0 1 0,-1-1 0,7 3 0,4-1 0,0 1 0,-4-1 0,-5-1 0,4 0 0,2-1 0,-7 1 0,8 0 0,4 0 0,1 0 0,-2 1 0,-4-2 0,-9 0 0,1-1 0,-1-1 0,0 2 0,8-1 0,3 1 0,1 0 0,-1 0 0,-3-1 0,2 0 0,-2 0 0,0 0 0,1 0-547,-5-1 1,0 1 0,2 0 0,-1 0 0,-1-1 0,0 1 457,6 0 1,-1 0-1,-1-1 1,-1 1-48,5-1 1,-2 0-1,-7 0 136,0 1 0,0-1-698,-3 1 0,-2 0 698,-8-1 1369,9 0 0,1 0-1369,0 0 0,0 0 0,-7 0 0</inkml:trace>
  <inkml:trace contextRef="#ctx0" brushRef="#br0" timeOffset="21592">25006 8650 24575,'25'-1'0,"6"-2"0,-13-1 0,1 0 0,2 0 0,7-6 0,3 1-1639,-11 0 1,-4 1-1639,-7 4 3047,18-16 230,-9 7 0,-2-3 0,10-4 0,-6 2 0,1 6 0,7-8 0,-9 9 0,1-2 0,-8 5 0,-7 4 0</inkml:trace>
  <inkml:trace contextRef="#ctx0" brushRef="#br0" timeOffset="22262">25402 8408 24575,'13'18'0,"0"0"0,-2-1 0,0-4 0,0-6 0,-3-3 0,-7-5 0,-4-5 0,-6-1 0,1-1 0,0 2 0,13 1 0,6-3 0,0 4 0,2-3 0,1 1 0,-7 4 0,5-4 0,-15 7 0,-7 4 0,0-3 0,1 4 0,5-6 0,3 1 0</inkml:trace>
  <inkml:trace contextRef="#ctx0" brushRef="#br0" timeOffset="23223">25573 6514 24575,'11'9'0,"-3"-2"0,8 8 0,2 7 0,-1-1 0,-3 2 0,0 1 0,-3-5 0,0-1 0,0 1 0,-1 1 0,1 5 0,-2-3 0,-5-7 0,3 19 0,-6-25 0,1 22 0,-1-23 0,1 25 0,-1-23 0,0 24 0,-1-24 0,1 15 0,1-22 0,0 4 0,-1-7 0,-1 2 0</inkml:trace>
  <inkml:trace contextRef="#ctx0" brushRef="#br0" timeOffset="28144">23448 4242 24575,'-14'-8'0,"-7"1"-3277,4 2 0,1 3 0,-16-4 0,24 6 2909,-13-3 2406,6 3-2038,7 0 0,-16-2 0,12 2 3276,-5 1-2073,3 7-1203,-2 8 0,4-3 0,-5 17 0,12-18-3277,-3 21 2192,8-23-1949,4 26 3034,-3-25-1015,8 10 1,1-1 1014,-5-11 2029,14 13-2029,-4-9 0,-6-5 0,22 12 0,-21-15 3034,21 5-3034,-1-10 3276,-9 1-2646,7-4 1,-1-2-631,-16 2 0,14-6 0,0-1 0,-15 5 3276,16-15 0,-15 3-3044,-3-14-232,-2 11 0,-11-17 0,-1 19 0,-1-6 0,-3 5 0,4 10 0,0 1 0,3 8 0,2 9 0,3 11 0,0-5-3277,10 17 0,-9-23 2711,6 9 0,1 1 566,-3-8 0,12 17 0,-11-22 0,6 7 0,-7-11 0,2 3 0,1-4 0,-4-1 819,1 0 0,-4 0 0,-1 0 0</inkml:trace>
  <inkml:trace contextRef="#ctx0" brushRef="#br0" timeOffset="28498">23728 4294 24575,'21'11'0,"8"7"0,-2 5 0,-6-6 0,-3-1 0,-1 1 0,6 4 0,1 1 0,0-3 0,-16-14 0,2 2 0,-7-6 0,6-9 0,4-16-3277,-3 6 2457,1-5 1,-9 21 0,-2 1 0</inkml:trace>
  <inkml:trace contextRef="#ctx0" brushRef="#br0" timeOffset="28749">23874 4271 24575,'-16'31'0,"0"1"0,11-13 0,-1 2 0,6-11 0,2 4 0,4-11 0,2 5 0,-4-7 0,-1 0 0</inkml:trace>
  <inkml:trace contextRef="#ctx0" brushRef="#br0" timeOffset="29111">24136 4451 24575,'6'14'0,"-2"-4"0,1 4 0,-4-8 0,3 9 0,-3-10 0,0 7 0,-1-9 0,1 0 0,1 0 0,4-1 0,-4-1 0,2 1 0</inkml:trace>
  <inkml:trace contextRef="#ctx0" brushRef="#br0" timeOffset="29562">24381 4096 24575,'6'21'0,"-1"-8"-3277,2 21 0,-4-22 1638,2 10 1,-1-1-1639,-2-11 3174,1 15 0,1-1 103,-4-12 0,2 10 0,0 1 0,0-3 0,1 3 3276,-1-9-3002,-8-14-274,1 0 0,-2-3 0,3 2 0</inkml:trace>
  <inkml:trace contextRef="#ctx0" brushRef="#br0" timeOffset="29811">24302 4309 24575,'13'3'0,"16"0"0,6-12 0,-4 6-1639,-7-5 1,-4-1-1639,-11 6 1152,9-8 2125,-16 9 1744,4-3-1744,-4 0 0,-1 3 0,1-2 0</inkml:trace>
  <inkml:trace contextRef="#ctx0" brushRef="#br0" timeOffset="30463">24674 3974 24575,'11'23'0,"-6"-13"0,5 12 0,-3 11 0,-4-19-1639,3 14 1,-1-1-1639,-4-17 1638,1 14 1,0 0 1098,0-11 1515,-2 7 1,1 0-976,3-5 0,-1 0 0,9-21 3276,-6 2-578,18-20-2698,-9 6 0,4-3 2446,-1 2-2446,-10 11 0,4 7 0,0 13 0,-3 1 0,3 12 0,-10-12-3277,3 10 0,-4-14 3047,-4 14 230,-8-7 0,2 1 0,-11 6 0,9-15 0,-2 2 0,1-7 3276,7-3 0,-11-6-3044,7 5-232,-17-13 0,19 10 0,-12-7 0,17 9 0,-2-1 0</inkml:trace>
  <inkml:trace contextRef="#ctx0" brushRef="#br0" timeOffset="31279">25062 4233 24575,'13'7'0,"-4"-3"0,10 9 0,4 5 0,-8-6-1639,3 2 1,-1 0-1639,-8-6 2776,6 4 1,-1-1 500,-7-5 0,9 8 0,-8-11 0,-1 2 0,0-6 0,-1-11 0,-2 5 0,0-5 0,-4 11 0</inkml:trace>
  <inkml:trace contextRef="#ctx0" brushRef="#br0" timeOffset="31529">25203 4229 24575,'-21'30'0,"7"-11"0,4-3 0,1 0 0,0-1 0,1 2 0,2-9 0,6-3 0,-3-2 0,3 3 0,-2-2 0,2-1 0,0-2 0</inkml:trace>
  <inkml:trace contextRef="#ctx0" brushRef="#br0" timeOffset="32014">25369 4377 24575,'20'-2'0,"-1"2"0,5 2 0,-4 4 0,-9-2 0,3 10 0,-8 1 0,3 1 0,-7 10 0,-14-3-787,6-4 787,-12 2 0,-1-8 0,9-2 0,-9 2 0,18-9 0,0-3-3277,31-7 30,-19 5 3247,15-5 0,3-2 0,7-1 0,-17 4 0,-1 0 263,2 0 1,-2 1-264,-6 4 0,5-1 0,1 1 0,-1-3 0,-4 2 0,-2-2 0</inkml:trace>
  <inkml:trace contextRef="#ctx0" brushRef="#br0" timeOffset="32363">25830 4113 24575,'3'23'0,"1"0"0,1 5 0,0-1 0,-1 0 0,1-2 0,3 7 0,-5-18 0,1-3 0,-5-8 0,-5-5 0,2 1 0,-4-5 0,7 6 0</inkml:trace>
  <inkml:trace contextRef="#ctx0" brushRef="#br0" timeOffset="32597">25737 4276 24575,'21'-1'0,"6"-2"-3277,-7 1 374,1-2 2461,-4 2 442,-9 0 1422,13-4-1422,-18 4 0,5-3 0,-6 4 3005,1 0-3005,-2-1 0,-1 0 0,0 1 0</inkml:trace>
  <inkml:trace contextRef="#ctx0" brushRef="#br0" timeOffset="33520">26435 4089 24575,'-7'2'0,"-4"4"0,1 0 0,-1 0 0,-6 10 0,8-10-3277,-12 18 0,13-17 0,-10 18 2552,15-19 2696,-11 12-1971,7-4-3277,-1 4 2614,2-3 1921,5 6-1258,1-14 0,5 14 0,-2-14 1395,7 5-1395,-1-4 0,1 0 0,16 4 3276,-17-5-2287,11-2 0,5-2-989,11 0 0,-17-3 0,1 1 0,5 1 0,-4 0 0,-11-1 3276,8 3-1934,-17-3-1342,5-1 0,-3-4 0,6 0 0,-4 0 0,-2 1 0,-2 3 0</inkml:trace>
  <inkml:trace contextRef="#ctx0" brushRef="#br0" timeOffset="35201">24019 4124 24575,'0'-11'0,"1"0"-3277,4-22 0,-3 20 0,4-19 0,-2 5 2909,0 16 576,0-10 1,-1 1-209,-1 12-194,3-13 1,1-2 193,-1 1 1638,2-2 0,0-3-1534,0 1 1,-1 2 1984,1-6-2089,-2 11 0,0 1 2953,1-6-2953,0 2 0,0-1 855,4-10-855,1 2 0,0 3 0,-6 20 0,3-8 0,3-1 0,3-2 0,1-1 0,-1 2 0,-8 10 0</inkml:trace>
  <inkml:trace contextRef="#ctx0" brushRef="#br0" timeOffset="35852">25036 3933 24575,'-4'-34'0,"3"17"0,-6-14 0,1-1 0,4 4-1093,-1-4 1,-1-8 0,1 7-2185,3 0 1638,0-4 1,-1-1 1074,1 3 564,0-2-1017,1 5 0,0 2 1017,-1 6-1334,1-3 1,-1 4 1333,0 14 2667,2-20-2667,-2 21 0,1 0 0,-1 4 0</inkml:trace>
  <inkml:trace contextRef="#ctx0" brushRef="#br0" timeOffset="36638">23801 3043 24575,'17'-2'0,"-8"0"-1639,16-1 1,2 1-1639,-13-2 2184,12 1 1,8 0 0,-6 0-253,-2-2 1838,10 1 1,0-1-494,-15-1 0,1 1 0,-15 2 0,-9-4 0,2 6 0,-4-5 0</inkml:trace>
  <inkml:trace contextRef="#ctx0" brushRef="#br0" timeOffset="37217">23991 3075 24575,'0'30'0,"1"2"0,-1 3 0,-2-1 0,0-14 0,-7 6 0,3-18 0,-5 7 0,2-11 0,-9 3 0,8-4-1639,-15-1 1,0-1-1639,11-1 2569,-14 0 1,0 0 707,13 0 0,-5 0 0,0 0 0,4 0 0,-1-2 0,39-2 0,-7 1 0,10 0 0,5-1 0,-2 4 0,-1 0 1638,-1-3 0,0 1-570,8 2 1,-4 0 629,-8-2-1698,3 2 0,-15-4 0,-4 2 0,-3-2 0</inkml:trace>
  <inkml:trace contextRef="#ctx0" brushRef="#br0" timeOffset="40389">24831 2970 24575,'5'22'0,"-3"-2"-3277,3 2 0,-4-12 0,6 21 2245,-5-23-816,6 29 1848,-5-30-1169,3 22 1169,-4-25 3269,1 7-3269,-2-9 1766,1-5-1766,0-2 0,-1 0 0,-1 1 0</inkml:trace>
  <inkml:trace contextRef="#ctx0" brushRef="#br0" timeOffset="40944">24893 2966 24575,'10'-6'0,"6"-3"0,4 7 0,-2-3 0,7 5 0,-13 5 0,2-3 0,-8 5 0,-1-2 0,0 9 0,4 6 0,0 0 0,3 7 0,-4-6-3277,2 4 0,-6-8 3047,3 0 230,-4-10 0,1 2 0,-1-4 0,-3-4 0,2-1 0</inkml:trace>
  <inkml:trace contextRef="#ctx0" brushRef="#br0" timeOffset="41541">25088 2805 24575,'6'10'0,"4"4"0,3-4 0,-1 2 0,8 2 0,-10-8 0,16 7 0,-4-9 0,3 2 0,6-8 0,-15-4 0,6 2 0,-12-7 0,-4 8 0,-1-10 0,-6-1 0,2 2 0,-20-9 0,-8 14 0,3-3 0,-12 7 0,22 3 0,-8 1 0,6 3 0,2 3 0,7-1 0,0 5 0,7-3 0,-2-1 0,2-1 0</inkml:trace>
  <inkml:trace contextRef="#ctx0" brushRef="#br0" timeOffset="43900">22451 4404 24575,'7'0'0,"13"1"0,2 0 0,5 0 0,3 0 0,8 0 0,-5 0 0,3-1 0,0 0 0,-2 0 0,-9 0 0,-13 0 0,2 0 0,-13 0 0,0 0 0,-3 0 0</inkml:trace>
  <inkml:trace contextRef="#ctx0" brushRef="#br0" timeOffset="44222">22349 4744 24575,'31'-3'0,"-11"0"0,-2 1 0,-1 2 0,1-1-3277,9 1 0,-21 0 1010,22 0 2267,-19 0-2683,26 0 2683,-24 0-595,12 0 1,-2 1-1,-13-1 1,15 2-1</inkml:trace>
  <inkml:trace contextRef="#ctx0" brushRef="#br0" timeOffset="47221">27181 1612 24575,'-2'13'0,"2"-6"0,-3 7 0,2 0-3277,-8 14 0,6-10 2687,-5 6 0,-1 0 590,2-7-1639,-2 7 1,0 0 693,2-8-467,0 4 0,1-1 1412,2-13 2824,-6 20-2824,-3-5 0,-6 10 0,5-3 0,-1-9 0,0-2 0,2-2 317,-5 3 1,-2 1-318,5-4 0,0 0 0,0 0 0,1-1 0,-3 3 0,3-2 0,4-5 1638,-4 5 0,-3 1-1008,0-4 1,0 1-631,-2 1 0,-1 0 0,-3-1 0,-2 0 0,4-2 0,-4-2 0,-1 1 0,-6 1 0,5-2 0,-2 1-1639,-6 2 1,0 0 378,14-2 1260,0-1 0,3-2 0,9-3 0,-10 6 0,6-5 0,3 1 0,-14 4 0,0 0 0,6-4 0,-9 3 0,20-7 0,-17 5 0,19-5 3276,-12 6-2015,12-6-442,0 2 0,1-4 0,4 2 0</inkml:trace>
  <inkml:trace contextRef="#ctx0" brushRef="#br0" timeOffset="48340">26225 2466 24575,'0'9'0,"-1"3"0,-1 12 0,0-7 0,1 5 0,0-9 0,0-5 0,0 3 0,1-5 0,0 2 0,0-8 0,1-7 0,0-7 0,0-2 0,-1 0 0,0 5 0,0-4 0,0 8 0,-1-1 0,0 2 0,-2-1 0,3 2 0,-3 2 0,-4 8-3277,-17 9 0,10-2 2527,-10 2 0,-1 0 750,7-4 0,-7 5 0,0 1 0,-4 2 0,5 0 0,1-3 0,18-11 3276,-4 4-397,17-10-980,-2 3-1899,12-5 0,6-2-3277,6 0 1638,-11 2 1,1-1 191,1 2 0,-3 0 1447,-9 1 0,4 2 0,-15 2 0,-15 2 0,12-2 0,-3 1 0,9-3 0,0 0 0,-1 0 0</inkml:trace>
  <inkml:trace contextRef="#ctx0" brushRef="#br0" timeOffset="55471">1186 12841 24575,'31'1'0,"6"3"0,-11-2 0,8 0 0,5 0 0,0 1 0,-2-1 0,-6 0-1093,-5 1 1,-3 0 0,5 0 727,-1-1 1,7 1 0,5-1 0,2 1 0,1 0 0,-2-1 0,-3 1 0,-5-1 0,-8 0-327,1 1 1,-2-1 690,4 1 0,8 1 0,3-1 0,0 1 0,-4-1 0,-9 0 0,11 1 0,-4-1 0,6 1 0,-8-1 0,-5-1 55,1 0 0,-1 0-55,-8-1 945,19 3-945,-24-2 0,24 1 0,-2 3 3276,-4-4-3026,-3 1 1,-3-2 1885,-14-1-2136,9 2 0,0-1 967,-13 0-967,7 3 0,-12-4 0,-1 2 0</inkml:trace>
  <inkml:trace contextRef="#ctx0" brushRef="#br0" timeOffset="58991">4300 12944 24575,'5'-2'0,"1"-2"0,-3 2 0,0-1 0,-1 1 0</inkml:trace>
  <inkml:trace contextRef="#ctx0" brushRef="#br0" timeOffset="62706">14939 13316 24575,'24'1'0,"6"1"0,0 1-1452,2-1 1452,1 0 0,8 1 0,-4-1 0,-2 2 0,-2-1-325,-6-1 1,2 0 0,-2 0 324,9 3 0,-5-1 0,-10-2 0,-3 1 578,1-3-578,-8-3 0,2 1 0,-3-1 0,-8 2 0,0 1 0</inkml:trace>
  <inkml:trace contextRef="#ctx0" brushRef="#br0" timeOffset="71813">6121 15782 24575,'-15'7'0,"-9"4"0,5 0 0,1-4 0,1 0 0,-7 7 0,1-5 0,-7 12 0,1-3 0,3 1 0,5-4 0,1 0 0,-4 1 0,1 4 0,5-6 0,1 0 0,-9 10 0,11-10 0,-1 1 0,-2 3 0,0 1 0,2 2 0,1 0 0,3-4 0,-1 1 0,-1 2 0,0 2 0,1-1 0,3 3 0,0 0-220,-2-2 1,0 1 219,1 6 0,2-4 0,2-7 0,2 3 0,0 3 0,3-4 0,0-1 0,-2 19 0,2-14 0,1-3 0,1-9 0,-1 8 0,0 0 0,1-6 0,4 23 0,-1-24 0,8 20 0,3-7 0,-1 2 0,-2-11 0,1-1 0,8 10 0,-2-6 0,7 7 0,-14-18-1639,5 4 1,0 0-1430,-4-5 1429,9 6 1,-1 0 378,-13-10 1260,20 12 0,-6-5 0,-5-4 0,11 6 0,1 1 0,-7-5 0,7 4 0,0 0 0,-11-6 0,12 2 0,2 1 0,-3-3 0,-3 0 0,4 1 0,-2-1 180,-5-4 1,-2-1-181,5 3 0,-1-1 1638,-3-3 0,-4-2-470,-5 1-1168,4 0 0,-18-3 0,0 3 0,-1-3 0</inkml:trace>
  <inkml:trace contextRef="#ctx0" brushRef="#br0" timeOffset="72973">6227 17054 24575,'-1'29'0,"0"-4"0,-8-8 0,-5 9 0,6-13 0,-2 9 0,7-20 0,5-2 0,3-8 0,1 1 0,5-12 0,-5 7 0,1-3 0,-4-1 0,-1 6 0,-2 0 0,0-2 0,0 8 0,0-3 0,9 5 0,-1 1 0,16 6 0,-12-2-1639,5 6 1,-1 2-1639,-7-5 3047,13 9-1225,-8 3 0,-1-1 1455,-1-4 0,8 8 0,-1 0 0,-7-15 0,-1 2 0,-19-6 3276,-2-2-1209,-21 0-2067,16 0 1638,-11 0 0,-3 0-1101,7 0 1,0 0-538,-2 0 0,1 0 0,-12 0 0,34 0 0,0-3 0,20-8-3277,-4 1 0,2-2 3047,-9 7 230,-7 5 0,-4 7 0,-1-4 0,-2 3 0,4-4 0,-4-2 3276,0 2 0,-21 2-3044,-2 1-232,-2-1 0,9-1 0,2-1 0,6-1 0,-9 0 0,20-1 0</inkml:trace>
  <inkml:trace contextRef="#ctx0" brushRef="#br0" timeOffset="95617">30959 5539 24575,'-10'5'0,"-9"10"0,9-8 0,-16 16-1639,5-3 1,1-1-1639,-3 1 2457,5-3 1,-6 4 0,0 0 0,5-4 1371,-8 4-552,4-2 0,-8 4 0,-1 1 0,6-4-314,4-3 0,-1 1 314,0 0 0,-5 2 0,-2 2 0,1 0 0,3-3-786,2 1 1,3-2-1,-5 3 786,4-3 0,-5 4 0,-1 2 0,-3 0 0,1 1 0,1-1 0,2-2 0,5-4 0,-6 5 0,4-5 0,-4 5 0,7-5 0,-4 2 0,-3 3 0,-1 1 0,-1 1 0,1-1 0,0 0 0,2-2 0,3-2 0,-2 1 0,2-1 0,1-1 0,0-1 0,-1 2 0,-2 1 0,0 1 0,-1 0 0,0 0 0,1 0 0,0 2 0,-2 1 0,1-1 0,4-2 0,6-6 0,-2 4 0,-3 4 0,0-2 3276,9-7-2901,-3 0 236,-3 4-611,8-12 2894,3 3-2894,2-7 3276,4 2-2144,1 0-432,-4 2-700,5-2 0,-3 0 0,3-4 0</inkml:trace>
  <inkml:trace contextRef="#ctx0" brushRef="#br0" timeOffset="96099">29352 6668 24575,'21'21'0,"-11"-11"0,6 8 0,5 5 0,-4-4 0,-1-2-1093,2 2 1,4 4 0,-5-7-2185,-6-8 0,9 8 4605,-16-15-1328,8 3 0,-5-2 0,12 2 0,-14-2 1719,11-3-1719,-13-1 0,2-3 0,-8-5 3276,-6-6-2457,-7-8 0,5 8 0,0 3 0</inkml:trace>
  <inkml:trace contextRef="#ctx0" brushRef="#br0" timeOffset="97874">29417 6649 24575,'-9'5'0,"-9"13"-3277,-6 6 0,5-4 1638,3-2 1,0-1 2966,-7 6-1328,6-4 0,-1 1-719,-7 4 719,3 0-3277,6-8 2825,10-9 452,-16 17 0,19-19 0,-18 15 0,13-8 0,-6 0 0,5 4 0,6-12 1630,-2 9-1630,2-8 0,-3 4 0,3-4 3276,-1 1-2015,12-5-4538,21 1 2017,-13-2 915,10 0 0,1-2 345,-13-1 0,9 0 0,0-1 0,-9-2 3276,12-3-2357,-19 6-919,6-6 0,-2 2 3276,-2 0-278,6-4-1456,-8 8-1542,15-10 0,-11 9 0,10-6 0,-11 6 0,1-5 0,-5 6 0,-10 2 0,-17 6 0,3-1 0,-9 0 0,-2-1 0,4-3 0,-2 2 0,0 0 0,4 0 0,-12 1 0,25-1 0,-2-2 0,27-10 0,-1 0-1639,1-2 1,1 0-1639,-2 2 3162,2-2 0,0 0 115,-2 0 0,5-5 0,-13 11 0,-15 8 0,-4 5 0,-9 2 0,7-3 0,-7 3 0,12-5 3276,6 0 0,27-12-3044,-1 3-232,5-4 0,2 0 0,0 0 0,2 1 0,-42 10 0,2 2 0,-22 6 0,9-4 0,3 1 0,-8 0 0,24-5 0,-4 1 0,25-6 0,-7 1 0,19-4 0,-11 1 0,-9 3 0,-11 4 0,-7 2 0,-6 1 0,22-3 0,12-5 0,0 2 0,6-3 0,-17 4 0,-4 0 0,-1 0 0</inkml:trace>
  <inkml:trace contextRef="#ctx0" brushRef="#br0" timeOffset="109908">29375 6665 24575,'-12'15'0,"-1"1"0,-2 1 0,1-3 0,2 0 0,3-7-1639,-6 7 1,-1 1-1639,7-6 1328,-15 13 1949,18-16 1719,-11 9-1719,11-7 0,-2-1 0,0 4 3276,-1-1 0,-6 4-3044,5-3-232,1-4 0,2 0 0,3-2 0,-5 3 0,4-2 0,-1 2 0,2-1 0,3-3 0,8-1 0,7-3 0,-1 2 0,7-2 0,-3 0 0,-4 0 0,16-4 0,-21 3 0,11-4 0,1-2 0,4 0 0,7-3 0,-6 0 0,-11 6 0,-4-2 0,-4 5 0,-7-2 0,11 2 0,-4 0 0,12 0 0,-13 0 0,2 0 0</inkml:trace>
  <inkml:trace contextRef="#ctx0" brushRef="#br0" timeOffset="150757">28097 12454 24575,'0'5'0,"2"4"0,-2-3 0,2 4 0,-2 0 0,0 0 0,0 2 0,0-5 0,0-2 0</inkml:trace>
  <inkml:trace contextRef="#ctx0" brushRef="#br0" timeOffset="151523">28108 12531 24575,'-3'3'0,"-2"2"0,3-4 0,2 1 0,4-1 0</inkml:trace>
  <inkml:trace contextRef="#ctx0" brushRef="#br0" timeOffset="158209">19434 11831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23:45.512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1684 3838 24575,'12'0'0,"-3"0"0,19 1 0,-12 2 0,13-1 0,-5 2 0,-1-1 0,1-2 0,7 2 0,-1 0 0,-11-3 0,6 1 0,-1-1 0,-4 0 0,7 0 0,4 0 0,-7 1 0,0 0 0,0-1 0,2 0 0,11 1 0,-2-1 0,-10 0 0,0 0 0,7-2 0,-6 2-432,6-1 432,-4 0 0,5 0 0,-1 0-553,-2 0 0,0-1 0,1 1 553,-2 1 0,2 0 0,-1 0 0,0-1 0,1 0 0,-1 0 0,2 0 0,1 1 0,4 1 0,-2 0 0,-7 0 0,9 0 0,-8 0 0,9 0 0,3 0 0,-2 0 0,-7 0-1639,-3-1 1,2 0 1580,-5 1 1,6-1 0,4 1 0,1-1-1,-1 1 1,-4 0 0,-5-1 57,6 0 0,1 0 0,-9 1 0,7 0 0,3-1 0,4 1 0,0 0 0,0 0 0,-4 0 0,-3 0 0,-8 0-1639,8-1 1,-1 1 1372,-4 0 0,5-1 0,3 1 0,2 0 0,0 0 0,-3 0 266,4 0 0,1 0 0,-1 0 0,-4 0 0,-4 0-461,2-1 0,0 1 461,-3 0 0,7 0 0,4 0 0,2 1 0,-3-1 0,-4 0 0,-8 0 0,-2-1 0,-1 0 0,5 1 0,5 0 0,4 1 0,0-1 0,-2 0 0,2-1 0,0 0 0,-1 0 0,-2 0-137,-4 0 1,-1 1 0,0-1 0,2 1 136,0-1 0,3 0 0,2 1 0,-2-1 0,-3 0 0,-6 1 0,0 0 0,-1 0 0,4 1 0,6 0 0,2 0 0,-2 1 0,-8-1 0,-6 0 0,-2 0 0,17 3 0,5 0 0,-8 0 0,-8-2 0,13 3 0,-3 0 2092,-16-3-2092,7 1 0,-1-1 0,-14-3 3276,20 2-2800,-26-2 1,-2 0 0,-2 0 0</inkml:trace>
  <inkml:trace contextRef="#ctx0" brushRef="#br0" timeOffset="29989">28372 7908 24575,'7'2'0,"3"1"0,7-3 0,-3 1 0,12 1 0,-16-2 0,15 1 0,-4 1 0,-2-1 0,12 3 0,-9-1 0,2-2-3277,5 4 0,-19-5 0,14 4 1787,-18-3 1061,19 0 429,-18 0-2892,26 3 2892,-25-2 2558,29 2-2558,-18-4 0,6 1 0,5-1 0,-5 1 0,2-1 0,-1 1 0,4-1 0,-1 0 0,-1 0 0,1 1 0,-6 0 3276,0 0-2835,3-1 1,-2 0-425,-10 2-17,19-2 3276,-19 1-548,0-1-1990,11 2-738,0-2 0,-7 0 0,2 0 0,-1 0 0,-8 0-1639,9 0 1,-1 1-866,-9-1 2534,23 3-30,-22-1 0,17 1 0,-12 0 0,-3-1 0,3-1 3276,-9-1 0,4 0-2911,-4 0-365,1 2 0,-2-2 0,-1 1 0,-2-1 0</inkml:trace>
  <inkml:trace contextRef="#ctx0" brushRef="#br0" timeOffset="31288">21726 8521 24575,'12'0'0,"11"0"0,-10 0-1639,13 1 1,0 1-1639,-12-2 1638,18 2 1,-1-1 598,-18-1 2041,9 0 0,2 0-1001,-2 0 0,0 0 0,1 0 0,-17 0 3276,8 0-801,-10 0 643,1 0-3118,-2 0 0,-1 0 0,-1 0 0</inkml:trace>
  <inkml:trace contextRef="#ctx0" brushRef="#br0" timeOffset="35367">21039 9072 24575,'16'-1'0,"12"-3"0,2 1 0,-8 1 0,0 1 0,1-1 0,-2 2 0,-20 0 0,1 0 0</inkml:trace>
  <inkml:trace contextRef="#ctx0" brushRef="#br0" timeOffset="38260">11873 16906 24575,'23'-11'0,"-1"1"0,-6 4 0,-5 2 0</inkml:trace>
  <inkml:trace contextRef="#ctx0" brushRef="#br0" timeOffset="47109">12682 13630 24575,'-26'0'0,"5"0"0</inkml:trace>
  <inkml:trace contextRef="#ctx0" brushRef="#br0" timeOffset="69309">21300 15272 24575,'-12'-2'0,"-21"1"0,8 0 0,-5 2 0,0-1-1093,4 1 1,0-1 0,-4 1 623,2 1 1,-5 1 0,-2 0 0,-2 1 0,0 0 0,1 0 0,3-1-188,-2 0 1,3 0-1,0 0 1,-1 1 0,-3 0 464,5-1 0,-3 1 1,-2 1-1,-1-1 1,0 1-1,0-1 1,1 1-1,2-1 0,3-1 191,-6 2 0,4-2 0,1 1 0,-3 0 0,-5 1 0,13-2 0,-4 1 0,-1 0 0,-2 1 0,-2 0 0,-1 0 0,0 0 0,-1 1 0,-1-1 0,2 0 0,-1 1 0,2-1 0,1 0 0,2 0-159,-5 0 1,1 1 0,1-1 0,0 1 0,1-1 0,0 0 0,0 1-1,0-1 1,-1 1 0,-1-1 158,4 1 0,-1-1 0,-1 0 0,0 1 0,0-1 0,0 1 0,0-1 0,0 1 0,0-1 0,0 1 0,1 0 0,0-1 0,-2 1 0,-2 1 0,-1-1 0,0 1 0,0 0 0,2 0 0,1-1 0,2 0 0,4 0 0,4-1 0,4-1-161,-9 3 0,2 0 161,1 0 0,-7 1 0,-3 1 0,1 0 0,6-2 0,11-2 0,4-2 0,-5 5 0,5-1 0,15-7 0</inkml:trace>
  <inkml:trace contextRef="#ctx0" brushRef="#br0" timeOffset="74308">21119 15245 24575,'2'7'0,"2"3"0,-4-2 0,3-2 0,0-7 0,-1-3 0,2-5 0,0 0 0,0-1 0,-1-5 0,1 6 0,-3-1 0,-1 5 0,1 1 0,2 1 0,-1 5 0,16 1-3277,7 5 0,-3-4 2979,8 1 298,-25-5 0,8 0 0,-11 2 0,0-2 0,-3 4 3276,-2-2 0,2 8-2976,-1 1-300,-1 3 0,3-4 0,-3-4 0,3-4 0,-2-1 0</inkml:trace>
  <inkml:trace contextRef="#ctx0" brushRef="#br0" timeOffset="87085">6863 2793 24575,'22'-4'0,"0"0"0,12-1 0,-6 3 0,0 0 0,7 2 0,-4-1 0,7 1 0,2 0 0,-7-1-1639,-7 0 1,2 0 1374,-1-2 0,8 1 0,5-1 0,1-1 0,0 0 0,-5 0 0,-6-1-829,-3-1 1,-4 0 0,5-1 1067,-3 1 1,5 0 0,5 0 0,2-1 0,2-1 0,0 1 0,-1-1 0,-2 1 0,-3 0 0,-5 1-666,6-2 1,-6 0-1,0 1 1,5-2 689,-3 2 0,5 0 0,2-2 0,2 1 0,1-1 0,0 0 0,-2 1 0,-3 0 0,-3 1-531,0-1 0,-4 1 0,-1 1 0,1-2 0,5 0 531,-3 1 0,3-1 0,3 0 0,2-1 0,1 0 0,0 0 0,-1 0 0,0 0 0,-2 1 0,-4 0-244,7 0 0,-4 0 1,-2 0-1,1 1 0,1 0 1,4-1 243,-9 2 0,1-1 0,2 0 0,1 0 0,1 0 0,0 0 0,1 0 0,0 0 0,0 1 0,-1-1 0,1 2-53,-2-1 1,1 1 0,1 1-1,0-1 1,0 1 0,0 0 0,0-1-1,-1 1 1,-1 0 0,0 1 0,-1-1-1,-2 0 53,9-1 0,-4 0 0,-1 1 0,0-1 0,0 1 0,3-1 0,3 0 0,-9 2 0,3-1 0,2-1 0,2 1 0,2 0 0,0-1 0,0 1 0,-1-1 0,0 1 0,-3 0 0,-1 0 0,-3 1 0,-4-1 0,-4 2 0,15-3 0,-9 2 0,5-1 49,-6 0 0,4 0 1,2 0-1,2 0 0,-2-1 1,-2 1-1,-5 1-49,9-1 0,-4 1 0,-2 0 0,0-3 0,-1 0 0,3 0 0,-3 2 0,3-1 0,1 1 0,-2-1 0,-5 0 0,7-2 0,-3-1 0,-1 2 0,1-1 0,-4 1 1111,-9 0 1,-2 0-1112,4-1 0,-1 0 0,10-3 3276,-7 2-3134,-7 2 3134,-13 6-1439,-1 0-2318,-9 3 0,1 1 0,3-3 1</inkml:trace>
  <inkml:trace contextRef="#ctx0" brushRef="#br0" timeOffset="87914">11518 1999 24575,'-1'11'0,"0"-1"0,-2 3 0,4 4 0,-2-6 0,4 7 0,-3-12 0,2 4 0,-2-7 0,0 1 0,0-4 0,0-7 0,0 0 0,0-12-3277,0 4 0,0 2 3047,0-3 230,0 12 0,0-5 0,5 7 0,2-1 0,12 4 0,4 1 0,-1-1 0,0 0 0,2 1 0,1 0 0,-1 0 0,-4-1 3276,-7 1 0,3-1-3044,-14 1-232,-12 5 0,0-2 0,-18 7 0,8-3-1639,1-2 1,0 1-1639,1-1 3047,-5 2-1886,12-4 2116,6-4 0,-7 5 0,17-6 0,1-1 0,22-3 0,3 1 0,-7 0 0,-3 1 0</inkml:trace>
  <inkml:trace contextRef="#ctx0" brushRef="#br0" timeOffset="88630">11938 1968 24575,'-7'8'0,"2"0"0,6-3 0,1-1 0,20 3 0,-7-6 0,6 1 0,0 0 0,2-2 0,12 0 0,-17 0 0,12 0 0,-18-2 0,16-4 0,-18 4 0,6-8 0,-11 9 0,-2-5 0,-9 2 0,1 0 0,-26-8 0,6 7 0,-1 0 0,6 1 0,0-1 0,-12 0 0,2 0 0,12 5 0,-8-3 0,19 3 0,7 1 0,27 2 0,-11 1 0,9-1 0,-19-2 0</inkml:trace>
  <inkml:trace contextRef="#ctx0" brushRef="#br0" timeOffset="89099">12247 1922 24575,'-5'3'0,"-4"0"0,6 3 0,-4 1 0,4 1 0,3-2 0,3 1 0,1-4 0,13 2 0,-8-5 0,18 2 0,-17-2 0,14 0 0,-13-6 0,3 5 0,-4-12 0,-4-3 0,-1 2 0,2-18 0,-6 19 0,2-5 0,-3 14 0</inkml:trace>
  <inkml:trace contextRef="#ctx0" brushRef="#br0" timeOffset="89551">12631 1897 24575,'-7'4'0,"10"4"-1639,8 6 1,3 0-1639,3-2 1638,-4 2 1,1 2 2290,0-3 0,-1 1-652,4 13 0,-4-11 0,-1-1 0,-4 3 0</inkml:trace>
  <inkml:trace contextRef="#ctx0" brushRef="#br0" timeOffset="90051">12151 2227 24575,'20'-1'0,"0"-1"0,12-1 0,0 1 0,4 0-1093,-4-1 1,5 0 0,-4 0-547,-9 1 1,1 1 818,1-2 1,4-1 0,1 0 0,-1 0-209,5-1 1,0 0-1,-2 0 1028,-3 1 0,-1-1 0,1-1 0,-1 1 0,2-1 0,-1 1 0,-4 0 770,-3 0 0,0 0-770,9 0 0,4-1 0,-5 0 0,-9 2 0,0 0 0,5 0 0,5-1 0,0 0 0,-5 1 0,-3 0 0,-2 0 0,7-2 0,3-1 0,-5 2 0,1 2 0,-6-4 0,-17 7 0,-7 0 0</inkml:trace>
  <inkml:trace contextRef="#ctx0" brushRef="#br0" timeOffset="90551">13144 2090 24575,'-3'36'0,"1"0"0,0-2 0,0-13 0,-1 14 0,1-2 0,2-22 0,-1 24 0,1-26 0,4 8 0,4-15 0,10-1 0,7-1 0,0-2 0,3-1 0,-1 0-707,-2 1 1,-1 1-1,3-1 707,1 0 0,4 0 0,2 0 0,-3 0 0,-5 1 0,-2 1 0,0 0 0,3 0 0,8 0 0,1 0 0,-2 1 0,-9 0 0,7 1 0,-1-1 0,5 1 0,-9 0 0,-10 1 0,10 2 0,-16-2 0,5 0 0,-9-1 0,11-6 0,-9 0 0,10-7 0,-9 4 0,-2 1 0,-4 3 0</inkml:trace>
  <inkml:trace contextRef="#ctx0" brushRef="#br0" timeOffset="91085">13946 2293 24575,'-6'22'0,"-2"2"0,1 6 0,1-10 0,3-5 0,4-19 0,-1-2 0,2-5 0,-1-5 0,-1 12 0,0-5 0,21 9 0,12 0 0,5 0 0,-9 1 0,4 1-820,-1 1 1,6 0 0,-1 1 0,-5-1-820,-4-1 1,-1 1 1561,9 3 0,4 1 1,-9-1-684,-7-3 760,-1 0 0,-5 1 0,-17-3 0,-3 0 0,-5 2 0,-8 0 3276,0 0-2493,-1 0 0,6-1 0,4-2 0</inkml:trace>
  <inkml:trace contextRef="#ctx0" brushRef="#br0" timeOffset="109219">2819 3940 24575,'8'2'0,"8"1"0,-7-1 0,25 5 0,-25-6 0,13 2 0,0-1 0,-14-1 0,14 0 0,1-1 0,-14 0 0,23-2 0,0 0 0,-16 0 0,18-1 0,1-1 0,-15 1 0,9-2 0,1-1 0,-9 0 0,1 1 0,6-2 0,-5 1 0,7-4 0,-6 3 0,1 1 0,11-2 0,-29 7 0,17-6 0,-20 6 0,2-3 0,9 2 0,8-1 0,2 0 0,-1-1 0,-1 1 0,-5 1 0,14 0 0,1-1 0,-12 3-1639,15-1 1,0 1 451,-12 0-452,14 1 1,-2 1-390,-16-2 1246,16 3 1,0 0 781,-18-1-1515,13 2 0,-1 0 1515,-15-1 0,17 3 0,-30-6 0,4 0 0</inkml:trace>
  <inkml:trace contextRef="#ctx0" brushRef="#br0" timeOffset="109487">4597 3957 24575,'20'0'0,"11"0"0,-4 0-1639,0 0 1,0 0-1639,-9 0 2184,13-1 1,9 0 0,-7 0 1281,-3 0-189,-4-1 0,9 1 0,4-2 0,-2 1 0,-9 1 0,-4 0 0,0 1 0,3-2 0,7 0 0,1 0 0,-2-1 0,-7 2 0,11-2 0,-3 1 0,6-1 0,-9 1 0,-9 0-1170,9 1 0,-2 1 1170,-14 0 0,-1 0 0,-11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26:07.583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25824 1664 24575,'10'22'0,"-4"-8"0,0 13 0,0 7 0,-2-3 0,1 2 0,-1 0-1093,2-2 1,-1-1 0,1 3 468,-1-2 0,1 5 0,-1 0 0,0-1 1,0-6 623,2 4 0,0 0 0,-2-3 0,0 6 0,1 3 0,0 0 0,-1-3 0,-1-8 0,1-1 0,0 1 0,-2 0 0,2 6 0,0 6 0,0 1 0,0-1 0,-1-3 0,-1-7-807,-1-2 0,0-5 0,1 5 807,0 0 0,1 5 0,1 4 0,0 3 0,0-1 0,0-2 0,-1-2 0,-1-7-530,0 5 1,-2-5-1,2 6 530,0-7 0,1 6 0,0 4 0,1 2 0,1 2 0,-1 0 0,0-1 0,-1-3 0,0-3 0,-1-4-802,-1 3 1,-1-5-1,0 0 1,0 5 801,1-4 0,0 5 0,1 3 0,0 3 0,0 0 0,0 1 0,0-2 0,-1-2 0,0-3 0,0-5 0,-1 4 0,-1-5 0,0-1 0,0 4 0,0-1 0,0 3 0,0 3 0,1-1 0,-1 0 0,0-4 0,0-5 0,-1 11 0,0-4 0,0-4 0,1 4 0,-1-1 0,1-8 0,-2 5-665,4-1 0,-1-2 665,0-12 536,4 8 1,-1-2-537,-2-10 0,8 17 0,-9-22 0,1 3 0</inkml:trace>
  <inkml:trace contextRef="#ctx0" brushRef="#br0" timeOffset="6966">10655 6482 24575,'30'-2'0,"-4"-1"0,-9 0 0,-6-1 0,1 1 0,-3 0 0,12-1 0,2-4 0,-3 1 0,-2 1 0,-12 4-820,-1 1 1,-3 1 0,0-2 0</inkml:trace>
  <inkml:trace contextRef="#ctx0" brushRef="#br0" timeOffset="7531">12194 6545 24575,'26'-6'0,"4"-3"0,-4 2 0,8-6 0,-24 10-3277,22-10 0,-25 11 2457,20-10 1,-22 10 0,6-3 0</inkml:trace>
  <inkml:trace contextRef="#ctx0" brushRef="#br0" timeOffset="10785">1908 4923 24575,'1'4'0,"2"-1"0,9-3 0,15-3 0,-10 2 0,8-3 0,-1 0 0,-11 1-1639,12-3 1,0 0-1639,-13 3 1638,8-3 1,-2 0 148,-13 3 424,26-10 1066,-25 9 0,16-7 0,-19 9 0,3-2 0</inkml:trace>
  <inkml:trace contextRef="#ctx0" brushRef="#br0" timeOffset="13048">6884 4957 24575,'32'2'0,"-10"-2"0,14 2 0,-15-1-3277,15 1 0,-18-1 0,9 1 2069,5 2 1208,-13-2 879,12 1 1,6-1-880,-3-1 0,0-1-452,-7 0 0,0 1 0,2-1 452,-1 0 0,3 0 0,-1 0 0,-3 0 0,4 0 0,1 0 0,-4 0 0,4 0 0,2 0 0,-2 0 0,-6 0 0,-1 0 0,0 0 0,4 0 0,8 0 0,3 0 0,-4-1 0,-7 1 0,-7-1 0,0 0 0,7 0 0,7 0 0,1 0 0,-6 0 0,2-2 0,-3 1 0,-4 0 0,0 0 0,-3 1 0,-1-1 0,-5 1 0,-3-1 0</inkml:trace>
  <inkml:trace contextRef="#ctx0" brushRef="#br0" timeOffset="14286">9830 4867 24575,'22'0'0,"-1"0"0,5 0 0,2 0 0,0 0 0,4 0 0,-3 0-1639,4 0 1,2 0 1579,-3-1 0,5 1 1,-1-1-1,-5 1 59,-5 0 0,1-1 0,5 1 0,7-1 0,-2 0 0,-8 0 1098,1 1-1098,-3-1 0,4 0 0,-8 0 0,-10 1 575,14-2-575,-21 2-820,-3 0 1,-1 0 0,-1 0 0</inkml:trace>
  <inkml:trace contextRef="#ctx0" brushRef="#br0" timeOffset="20067">2845 17798 24575,'-2'7'0,"1"7"0,-4-2 0,2 3 0,-2 0 0,3-1 0,1-2 0,1-1 0,3-7 0,3-1-3277,15-2 0,-9-2 1638,16-3 1,0-1 148,-13 2 276,15-5 0,-2 2 1214,-17 4-1115,11-6 0,1-1 1115,-13 5 0,18-9 2230,-12-4-2230,-1-2 0,4-6 0,-8 10 0,-8 10 0</inkml:trace>
  <inkml:trace contextRef="#ctx0" brushRef="#br0" timeOffset="20849">5156 17793 24575,'0'5'0,"0"5"0,0 3 0,-1-1 0,0 4 0,0-7 0,1 0 0,0 1 0,1-8 0,5 6 0,15-5 0,-4 1 0,2-4 0,1-1 0,-5-1 0,9-4 0,3-3 0,-2-1 0,0-1-305,2 0 1,0-1 304,-1 0 0,1-2 0,-3 2-656,3-5 1,-7 6-1,-4 1 1,-10 6 0</inkml:trace>
  <inkml:trace contextRef="#ctx0" brushRef="#br0" timeOffset="21842">7985 17693 24575,'1'16'0,"2"4"-3277,1 10 0,-1-11 1328,-2-2 1949,2 1 0,-1-11 1719,2 13-1719,2-17 0,1 0 0,3-1 0,28-7 0,-22 3 0,20-4-1639,-15 0 1,-2-1 378,1 0 248,6-4 1,8-3 0,-7 3 1011,-2 2-312,2-4 0,7-4 1,-7 4 311,-1 0 0,5-3 0,-1-1 0,-14 6 286,4 0 0,-3 2 1,-13 5-1,13-4 1</inkml:trace>
  <inkml:trace contextRef="#ctx0" brushRef="#br0" timeOffset="22432">10181 17761 24575,'8'1'0,"6"3"0,0 0 0,15 6 0,-6-6 0,12 2 0,-10-4 0,-3-4 0,0-1-3277,5-2 2355,-9 1 0,1-1 922,2-4 0,3-3 0,1 1 0,3-2 0,0 1 0,-2 1 0,0 0 0,3-1 0,-1 0 0,3-1 0,1 0 0,-2 1 0,-5 3 0,4-2 0,-1 2 0,3-2 0,4-2 0,-4 3-656,-6 5 1,-3 1-1,9-4 1,5 2 0</inkml:trace>
  <inkml:trace contextRef="#ctx0" brushRef="#br0" timeOffset="23310">12720 17870 24575,'25'1'0,"-1"0"0,8 0 0,1-2 0,3-1-730,-9 0 0,0-1 730,0-1 0,2 0 0,-1 0 0,1-1 0,-1-1 0,-1 0 0,1 1 0,-1 1 0,-1-3 0,-8 2 0,-15 5 0,3-1 0</inkml:trace>
  <inkml:trace contextRef="#ctx0" brushRef="#br0" timeOffset="24397">17612 17732 24575,'0'12'0,"0"-2"0,0-1 0,0 6 0,0-8 0,7 17-3277,6-7 0,-3 0 2811,7-3 466,-12-12 0,18 1 0,-11-5 0,17-2 0,-14-3-3277,20-5 2096,-22 6 871,9-1 1,1 0 309,-8 4 0,5-2 0,0 0 0,-9 3 0,3-1 0</inkml:trace>
  <inkml:trace contextRef="#ctx0" brushRef="#br0" timeOffset="25000">19512 17754 24575,'8'15'0,"8"7"0,10 4 0,-6-5-1639,-3-10 1,-2-1-1639,-6-7 0,24 7 0,-26-10 2030,28-4 1247,-28 3-943,11-5 0,0 1 943,-11 3 1136,24-14-1136,-24 13 2195,20-13-2195,-19 13 0,4-4 0,-10 7 0</inkml:trace>
  <inkml:trace contextRef="#ctx0" brushRef="#br0" timeOffset="32785">2094 7988 24575,'-17'3'0,"8"-1"0,-19 4 0,19-4 0,-20 5 0,19-5 0,-9 5 0,12-5 0,-1 1 0,-16 16 0,12-10-1639,-11 16 1,1 1-1639,9-10 1638,-1 7 1,2-1 538,9-12 1033,-4 20 67,6-18 0,0 22 0,6 3 0,0-1 0,1-8 0,1-2 3276,-3-4-2566,7 9 1,-1-1 2280,-7-15-2991,5 5 0,2 3 122,6 10-122,-1-8 0,-1-1 0,-3-5 0,0 1 0,3 2 0,2 1 0,-4-6-3277,-2-7 3192,1 6 1,2 1 78,0-2 1,2-1 5,9 9 0,1 0 0,-7-5 0,2 0 0,5 1 0,5 1 0,-6-5 2165,-1-3-2165,6-1 0,8 3 0,-8-3 0,-3-2 0,7 2 0,8 0 0,-10-2 0,-14-6 0,15 5 0,10 2 0,-9-3 0,-11-4 0,7 0 0,7 2 0,-3-2 0,-8-2 0,-1-1 0,4 1 0,2-1 0,-3-4 0,2-1 0,-6 0 0,-1 2 0,6-8 0,6-4 0,-8 4-3277,-11 5 2648,9-7 0,4-2 629,-3 3 0,1-1 652,0 1 1,1-2 0,1 0-653,5-2 0,2-1 0,-3 1 0,-6 4 0,-2 0 0,-1 0 0,8-6 0,-8 2 11,-16 9-11,7-6 0,-2-2 0,-7-8 0,7 3 162,-8 1 0,-2-2-162,1-6 0,1-5-459,-3 9 0,0 2 459,0 8 428,0-9 0,-1-3-428,-7-11 0,1 4 0,-6 1 0,0 5 0,2 15 0,-8-16 0,-1-2 0,9 15 0,-12-13 0,1 1 0,10 12-1639,-12-9 1,1 0 378,13 14 1260,-3-4 0,-4 0 0,-7-2 0,1 2 0,1 1 0,-5-3 0,-8-4 0,7 5 0,5 6 0,-4-4 0,-7-3 0,5 4 0,0 4 0,-1-2 0,-6-3 0,1 1-1517,2 3 0,1 1 1517,-2-2 0,1 0 0,6 3 0,1 0 0,-11 3 0,16-1 0,-8 3 0,3 0 0,15 1-374,-12 2 1,-2 1 373,10 0 1331,-8 4 1,-3 1-1332,5 1 0,1-1 3276,-15 4-2923,7 1 1,5-1 2922,13-7-1936,-9 7 0,0-1 1160,13-6-2500,-11 6 0,-1 1 0,9-8 0,-18 15 0,18-12 0,-3-1 0,7 0 0,1-6 0,3 1 0</inkml:trace>
  <inkml:trace contextRef="#ctx0" brushRef="#br0" timeOffset="33984">3265 8259 24575,'10'-9'0,"9"-8"0,-6 7 0,1-4 0,1-1 0,10-12 0,-1 1-1639,-5 2 1,-2 2-1639,-5 10 1328,9-17 1289,-1 8 660,-9 8 0,7-6 0,0-1 0,-7 9-1639,6-6 1,0 0 1167,-9 10 471,11-11 0,-5 10 0,-5 0 3276,11-4-3158,-13 8 0,1-2 0,-6 4 0</inkml:trace>
  <inkml:trace contextRef="#ctx0" brushRef="#br0" timeOffset="34905">3665 7774 24575,'2'8'0,"0"7"0,3 2 0,0 4 0,0-6 0,0-2 0,-4-9 0,5 5 0,-4-7 0,1 4 0,0-6 0,1 0 0,4-5 0,-1 3 0,3-5 0,-6 3 0,1-5 0,-3-2 0,-2-1 0,-2 3 0,-2 0 0,2 5 0,-2 0 0,3 0 0,-2 3 0,2-3 0,-1 1 0,3 0 0,3 1 0,10 4 0,8 3 0,10 2 0,-10-2 0,-1 0 0,-17-1 0,0 5 0,-8 2 0,-7 3 0,0-3 0,-11 5 0,11-7 0,-2 2 0,6-7 0,6-3 0,-9-5 0,5 3 0,-14-6 0,12 4 0,-3-1 0,7 1 0</inkml:trace>
  <inkml:trace contextRef="#ctx0" brushRef="#br0" timeOffset="38711">3661 7902 24575,'-3'-9'0,"1"3"0,0-8 0,3 7 0,0 7 0,1-2 0</inkml:trace>
  <inkml:trace contextRef="#ctx0" brushRef="#br0" timeOffset="49149">2179 8094 24575,'-4'-2'0,"-30"-4"-1639,13 2 1,-1-1-1,2 2 1,-1 0 545,-4-1 1,-3-1 0,6 3-234,2 1 460,-9-1 0,2 0 866,15 1 0,-5 0 0,12 1 0,2 0 0,0 0 0</inkml:trace>
  <inkml:trace contextRef="#ctx0" brushRef="#br0" timeOffset="63733">13638 5791 24575,'0'28'0,"0"1"0,0-1 0,0-3 0,0 0 0,0 8 0,0 4 0,0-8-1494,0-7 1494,0 6 0,-1 10 0,1 0 0,-1-9 0,1-1 0,0 3 0,0 10 0,1 1 0,0-9-518,0-13 0,0 1 518,2 12 0,0 8 0,0 0 0,0-10 0,1 5 0,0-9 0,0 6 0,0-1 0,-1-9-1353,-2-5 1353,3 10 0,-1 1 0,-3-2 0,0-8 0,0 1 640,0 11-640,0-10 0,0-3 0,0-11 1084,-3 13-1084,0-10 0,-7 2 0,6-3 0,-1-4 0</inkml:trace>
  <inkml:trace contextRef="#ctx0" brushRef="#br0" timeOffset="64232">13414 6910 24575,'27'-2'0,"10"2"0,-13 0 0,0 2 0,-3 0 0,-14-1 0,15 3 0,2-1 0,-9-2-1639,9 1 1,0 0-1639,-10-2 3219,17 0 1,-28 0-1,7 0 1</inkml:trace>
  <inkml:trace contextRef="#ctx0" brushRef="#br0" timeOffset="65907">13403 6953 24575,'1'14'0,"1"2"-1639,2 7 1,1 0-1639,-2-4 1638,3 14 1,0-3-1639,-4-20 5064,4 22-1787,2-5 0,-5-14-1517,5 10 0,0 0 1517,-5-12 2784,12 20-2784,-11-25 3276,3 7-2140,18-23-1136,-18 8 0,13-17 0,-3-2 3276,-13 12-1638,8-19 0,-1 0-1031,-8 17-607,4-19 0,0-1 0,-6 19 0,1-20 0,1-1 0,-3 19-1639,1-15 1,-2 1-1639,0 19 3162,-1-10 0,-1 0 115,-2 6 0,3-2 0,9 9-3277,25 14 2017,-14-6 4536,18 5-2015,-31-4-1261,3 1 0,-6 14 0,-2-9 0,0 27 3276,0-26-1638,-4 11 0,-1-2-3651,3-11 2013,-8 16 0,-4 0 0,8-11-1639,-9 10 1,0 0-1126,8-13 2092,-7 12 1,1 0 671,9-12 0,-11 18 0,14-21 1336,-4-1-1336,9-15 3276,-1-3-516,1-4-503,-2 5-2257,-2 5 0,-4 9 0,-3 0 0,-9 11 0,7-7 0,-5 5 0,14-12 0,14-21 0,-5 12 0,4-10 0,-2-3 0,-7 4 0,2-3 0,-10-1 0,-3 16 0,-3-3 0,-4 9 0,0 6 0,3 0 0,0 1 0,-8 11 0,12-11 0,4-6-3277,9-21 0,10 0 2877,-9-11 400,-5 24 0,1-14 0,-3 14 0,0 5 0,-1 9 3276,2 0 0,10 0-3129,10-10-147,0 1 255,5-4-255,-23 4 0,-15 0 0,-3 1 0,-6 2 0,14-2 0</inkml:trace>
  <inkml:trace contextRef="#ctx0" brushRef="#br0" timeOffset="66961">9412 6012 24575,'6'0'0,"11"-6"0,-11 5 0,19-9 0,-16 7 0,18-4 0,-18 3-3277,23-4 0,-26 3 1328,14-1 3668,-8 2-1719,10 1 0,-4-1 0,13 0 0,-21 4 0,18 2 0,-16 1-3277,20 4 2017,-20-5 766,24 6 494,-26-5 0,17 6 0,-20-7 3276,10 2-2260,-9-4-1016,3 2 0,-3-2 0,4 0 0,-4 0 819,8 0 0,-14 0 0,4 0 0</inkml:trace>
  <inkml:trace contextRef="#ctx0" brushRef="#br0" timeOffset="67628">11563 5763 24575,'29'6'0,"0"-1"0,-3 0 0,1 0 0,-2 0 0,2-1 0,-3 0 0,2 2 0,0-1 0,4 1 0,-5 0 0,-12-2 0,7 1 0,-1-2 0,-13-2 0,21 6 0,-22-6 0,15 3 0,-15-4 0,9 1 0,-3-3 0,9 1 0,-7-3 0,4-1 0,-15 3 0,2-1 0</inkml:trace>
  <inkml:trace contextRef="#ctx0" brushRef="#br0" timeOffset="78677">4999 6524 24575,'-1'20'0,"-1"1"0,1 5 0,0 1 0,-1-3 0,0 2 0,1 5 0,-1 4 0,0-8-1812,-1-3 1812,0 3 0,-1 10 0,0 0 0,1-8 0,-1 4 0,0-2 0,-2 10 0,1-1 0,1-11-3277,2-2 1638,-1 7 1,-3 3 1211,0-1 0,-1-1-412,2-10 1,0 0 0,-1 1 838,1-1 0,0 1 0,0 1-966,-4 9 0,-2 0 1,3-5 965,-2 4-438,1-11 0,-5 6 0,1 0 0,2-6 438,3-5 0,-1 0 624,-7 10 1,-5 4 0,1-4-625,1-7 0,0-2 1479,1 3 0,0 0-1479,-5 1 0,3-7 3276,13-12-2130,-20 16-1146,22-17 0,-21 14 0,20-13-95,-10 5 1,-1 1 94,4-5-1639,-8 5 1,0-1 555,7-4 1083,-5 0 0,0-2 0,11-4-438,-22 3 438,22-3 819,-9 1 0,15-1 0,-1 0 0</inkml:trace>
  <inkml:trace contextRef="#ctx0" brushRef="#br0" timeOffset="79929">4366 7993 24575,'14'24'0,"-2"-1"0,-1-2 0,-4-11 0,5 14 0,-1-1 0,-7-15 0,4 9 0,-1 1 0,-4-9 0,7 16 0,-6-12 0,2-1 0,-5-8 0,6-18 0,-4-22 0,3 12 0,-6-9 0,-1 3 0,-2 16-1639,-1-16 1,0 1-1639,1 18 2591,-3-12 1,1-1 685,2 12 0,-9-21 0,4 14 0,-1 3 0,4 7 0,-15 22 0,6 0 0,-4 0 0,-5 2 0,0 1 0,-2 1 0,0 1 0,1-1 0,-6 3 0,0-1 570,0 1 1,2-3-571,-1 0 0,4-2 0,-5 3 0,14-7 0,22-12 0,12-7 0,-5 3 0,8-5 0,1-2 0,-5 1-1639,9-3 1,0 0 378,-9 4 1260,4 0 0,-3 1 0,-12 7 0,10-5 0,-13 6-1517,-10 16 0,-3 5 1517,5-10 0,-13 19 0,-2 0 0,11-19 713,-6 8 0,0-1-713,8-10 0,-1 6 0,35-23 3276,-16 6-3044,15-7 1,3-1-233,-7 1 0,10-3 3276,-23 15-959,-38 16-2317,9 1-1595,-7-4 1,2-1 1594,11-5-1076,-14 6 1076,23-13 0,-2 4 0,7-6 0,6 1 0,-4-2 0,4 1 0</inkml:trace>
  <inkml:trace contextRef="#ctx0" brushRef="#br0" timeOffset="80615">4069 8123 24575,'-20'18'0,"-6"5"-3277,0-1 0,6-6 1328,-2 3 1949,20-17 1719,0 3-1719,9-5-3277,28-7 2017,-20 4 1260,11-1 0,6-1 0,-6 0 3276,-8 0-2856,10 2 0,7 0 1,-7 0-421,-11 1-1639,14 1 1,-2 0 378,-17 1 1260,10 0 0,-16 2 0,-12 2 0,-2 3 0,-3-2 0,1-1 0</inkml:trace>
  <inkml:trace contextRef="#ctx0" brushRef="#br0" timeOffset="102354">24988 15105 24575,'15'0'0,"3"0"0,-5 0 0,0 0-1639,6 0 1,1 0-1639,-7 0 1652,17 0 0,2 0 1625,-10 0-1137,10 0 0,-1 0 1137,-10 0-928,5 0 1,7-1-1,-6 1 928,-4-1 1162,8 0 0,5 1-1162,-9 0 0,2 0 0,2 0 0,1 0 0,3 0 0,1 0 0,-2 0-119,3 0 0,-2 0 1,4 0 118,-8 0 0,4 0 0,2 0 0,-3 0 0,-3 0 0,-9 0 0,6 0 0,-3 0 0,9 0 0,3 0 0,-3 0 0,-10 0 0,-1 0 0,6-1 0,12 1 0,-1-1 0,-10 0 0,-7 0 0,2 1 0,8-1 0,0 0 0,-6 1 0,9 0 0,-1 0 0,6 0 0,-7 0 0,0-2 0,-10 2 0,5 0 0,3 0 0,-2 0 0,-2 0 0,1-1 0,0 1 0,-2-1 0,2 1 0,-1 1 0,4-2 0,-2 1 0,6-1 0,1 0 0,0 0 0,-3 0 0,-7 0 0,0 0 0,-2 0 0,0 0 0,4 0 0,1-1 0,4 1-318,-3 0 1,5 1 0,2-1 0,0 1 0,-1 0 0,-4 0 0,-5-1 317,4 0 0,1 0-182,-3 1 1,10-1-1,4 1 1,0 0-1,-3-1 1,-8 1-1,-12-1 182,-8 0 405,11 0 1,-3 2 0,-16-1 0,6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28:23.814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7391 7258 24575,'1'3'0,"23"-4"0,-4-6 0,5-3 0,0 0 0,-2 2 0,0 2 0,3-4-656,1-3 1,4-2-1,1-3 1,0 0 0,-2 1-31,1-1 1,-1-1 0,-1 0-1,1-2 686,-4 3 0,1-2 0,-1-1 0,0 1 0,-3 1-469,6-4 1,-2 2 0,-4 1 0,-4 0 0,-7 5 0,-8 9 0</inkml:trace>
  <inkml:trace contextRef="#ctx0" brushRef="#br0" timeOffset="3598">3695 10365 24575,'9'0'0,"2"0"0,5 0 0,0 0 0,13 0 0,8 0 0,-6 0 0,5 0 0,-10 0 0,-14 0 0,8 0 0,-2 0 0,-10 0 0,21 3 0,4 1 0,-7-4-1093,2 3 1,7 2 0,-5-1-2185,1-4 3231,-6 0 0,7 2 0,3 0 0,-2-1 0,-7 0-939,-5 0 1,0-1 984,2 0 0,8 1 0,4-1 0,4 1 0,0 0 0,-1-1 0,-4 1 0,-5-1-1071,6 1 0,-6-1 0,7 0 1071,-7 0 0,6 1 0,2-1 0,2 0 0,1 0 0,-1 1 0,-2-1 0,-4 1 0,2-1 0,-3 1 0,-2 0 0,0-1 0,1 1 0,7 0 0,-1-1 0,0 1 0,-1 0 0,-4 0 0,0 0 0,-3 0 0,-7 1 0,2 0 0,13 1 0,-3-1 3276,-20-1-2806,21 1 1,-1 0-471,-18 0 1068,13-2 1,3 0-1069,4-3 1638,-10 2 0,-2 0 698,4-4-2336,-12 4 0,-11 1 0,-1-1 0,-2 0 0,1 0 0</inkml:trace>
  <inkml:trace contextRef="#ctx0" brushRef="#br0" timeOffset="9479">31567 6446 24575,'-15'15'0,"1"-1"-1639,-2-1 1,1 0-1639,2 1 1902,-5-1 0,1-1 1375,10-7 1696,-19 12-1696,20-13 0,-13 8 0,10-5 0,-18 5 0,12-6 0,-8 3 0,0-1 0,3-2 0,-3 2 0,-7 3 0,5-2 0,-3-2 47,2 2 1,-3 2 0,5-2-48,0-3-1639,-11 6 1,1 0 1068,15-6-32,-14 5 0,1 0 602,17-4-528,-5-1 0,1 0 1,11-1-1,-3-4 1</inkml:trace>
  <inkml:trace contextRef="#ctx0" brushRef="#br0" timeOffset="19876">31642 8838 24575,'0'16'0,"0"14"0,0-18 0,0 17 0,0-1 0,0-15 0,0 17 0,1 11 0,-1-7-1143,1 0 1143,0-6 0,0 7 0,0 0 0,0-7 0,2 5 0,-1 1 0,1 7 0,0-6 0,0-3 0,-1-4 0,1 4 0,-1-4 0,-2 1 0,4 6 0,-1-1 0,0-6 0,2 7 0,1 0 0,-3-9-1639,2 1 1,-2-3-1491,-2-11 2309,0 9 1,-1-19 0,0 1 0</inkml:trace>
  <inkml:trace contextRef="#ctx0" brushRef="#br0" timeOffset="20425">31467 9791 24575,'20'2'0,"-8"-2"0,6 1 0,4-1 0,-2-2 0,1-1 0,-1 2 0,0-1 0,6-2 0,-2-1 0,-6 0 0,11-1 0,-18 3 0,10-4 0,-11 4 0,7-4 0,-4 5 0,-3-1 0,7 1 0,-2 2 0,0-1 0,-3 1 0,-10 0 0</inkml:trace>
  <inkml:trace contextRef="#ctx0" brushRef="#br0" timeOffset="22346">31514 9781 24575,'16'23'0,"0"0"0,2 2 0,-1-1 0,-4-5 0,-1 0 0,8 6 0,-3-4 0,-9-10 0,7 6 0,0 1 0,-10-11 0,15 18 0,-16-19 0,11 9 0,-8-6 0,2-1 0,-2-6 0,-2-6 0,10-22 0,-7 5 0,0-1 0,1 4 0,0-1 0,1-11 0,-1 1 0,-3 11 0,1-6 0,0 1 0,-6 7 0,5-2 0,-1 0 0,-4 7 0,4-6 0,-4 11 0,-1 3 0,0 2 0,-13 13 0,-12 11 0,0-1 0,7-4 0,1-1 0,-3-1 0,2 3 0,3-6 0,11-6 0,3-9 0,3-4 0,5-13 0,-3 8 0,4-7 0,-5 11 0,1 0 0,-4 9 0,-4 12 0,7-11 0,-6 7 0,8-13 0,-9 24 0,6-7 0,-4 10 0,3-15 0,2-7 0,-1 0 0,-2-8 0,-2-4 0,-1 0 0,-2-1 0,2 14 0,0 3 0,1-3 0,2 2 0,-1-7 0,1 4 0,-6 10 0,2-6 0,-3 13 0,4-15 0,1 4 0,0-7 0,2-3 0,-1 2 0</inkml:trace>
  <inkml:trace contextRef="#ctx0" brushRef="#br0" timeOffset="33495">2054 14842 24575,'18'-2'0,"-10"0"0,8 4 0,4 0 0,-1 1 0,13-2 0,-15 2 0,0-2 0,-8 0 0,3-1 0,5 0-3277,2 0 0,-5 0 2551,16 1 726,-19 1 0,26 2 0,-5-1 0,-9-1 0,0 0 0,8-1-1639,-8 0 1,-2 0 542,-10 0 2734,10 0 0,1-2-1328,-11 1-275,23 0-35,-24 0 0,18 0 0,-16 0 0,17 0 0,-15 0 0,16 0 0,-16 0-1639,10 0 1,0 0 792,-9 0 846,20 0 2672,-12 0-2672,-7 0 348,5 0 1,2 0-349,-4 0 0,0 0 0,17 2 0,-12-2 0,-3 0 0,-6 2-1639,10-2 1,-1 0 1312,-11 0 326,6 0 0,1 0 2561,6 0-2561,-4 0 702,5-1 1,3 2-703,-5-1 0,0 1 0,-1-1 0,1 0 0,4 1 0,-3 0 0,-9-1 0,8 2 0,-1 0 0,-8-1 0,7 2 0,0-1 0,-12-1 0,8 0 0,0 0 0,-10 1 468,11-1 0,1-1-468,-9 0 0,8 0 0,4 0 0,-3 0 0,-1 0 0,1 0 0,0 0-1389,9 0 0,-2 0 1389,-4 0 0,7 0 0,-1 0 0,-11 0-806,14 0 0,-1 0 806,-16 0-1425,14 0 0,0 0 1425,-15 0 309,14-2 0,1 0-309,-13 1 0,10-2 0,1 0 0,-6 2 0,8-1 0,-2 0 0,-9 1 164,15-1 0,1 1-164,-17 1 1638,10-2 0,1 1-1596,6 0-42,-5 0 0,4 1 0,-23 0-2322,24 0 2322,-23 0 1190,13-1 1,1 1-1191,-9-1 0,17-1 0,1 0 0,-10 1 0,-1 1 0,5-1 0,-4 1 0,-1 0 0,9 1 0,-2 0 0,-11-1-1028,12 0 0,-1 0 1028,-15 0 0,5 0 0,0 0-508,0 0 508,-3 0 0,5 0 0,1 0 0,-6 0-200,12 0 1,1 0 199,-11 0 0,11 0 0,0 0 0,-14 0-1017,15 0 0,1 0 1017,-20 0 674,21 0 0,1 0-674,-17 0 662,7 0 1,3 1-663,9-1 0,-5 3 0,4-1 0,-28 0 3276,20-1-2713,-6 0-563,3 0-2432,7 0 2432,-22-1-385,10 0 1,0 0 384,-7 0 0,10 0 0,0 0 0,-7 0 0,6 0 0,1 0 0,-4 0 0,3 1 0,-1-1 0,-8 1 1638,7-1 0,1 1-758,11-1-880,3 0-1639,-10 0 1,-2 0 759,-7 0 2162,12 0 1,3 0-1284,-9 0 502,5 0 0,2 0-502,4 0 0,-11 0 0,0 0 0,7 0 0,-10 1 0,0 0 0,18 2 3276,-10-1-1952,-4-1 0,0 0-1324,-9-1-1639,9 1 1,0 0 726,-9-1-727,12 1 1,-2 0 378,-15-1 449,14 0 1,0 1 810,-14-1-196,12 1 1,0 1 195,-6 0 0,6-1 0,0 1 0,-5 1 0,11-1 0,2 0 0,-6 3 364,1-3 1,5 0 0,-4-1-365,4 3-773,7-3 1,0 1 772,-16-2-283,10 1 1,0 1 282,-9-2 0,15 1 0,1 0 0,-10-1 0,5 0 0,-1 0 3036,-14 0-3036,5 0 0,1 1 0,-6-1 0,11 1 0,2 0 0,-5-1 0,2 0 0,-1 0 2721,-5 0-2721,-2 0 0,1 0 0,5 0 0,4 0 3276,5 0-1970,-15 0 1,0 0-1307,14 0 0,-9 0 0,-2 0 2703,-4 0-2703,2 0 0,0 0 0,-6 0 0,6-1 0,-1 0 0,-9 1 0,21-4 0,-4 0 0,-3-1 0,-4 3 0,-2 0 0,-2 0-1639,6-2 1,-1 1-1639,-9 2 1638,16-4 1,0 1 1144,-17 4 494,25-3 0,-26 1 0,-2 2 0,9-4 0,-1 2 3276,6-2-1522,-3 3 1522,0 0-1257,-7-2-2019,0 0 0,-3-1 0,2 4 0,-4-2 0,6 2 0,0 0 0,-5-1 0,2 1 0,-8-2 0,1 2 0,3 0 0,6-5 0,-3 3 0,2-3 0,-9 5 0</inkml:trace>
  <inkml:trace contextRef="#ctx0" brushRef="#br0" timeOffset="42332">6382 16297 24575,'9'13'0,"-3"-5"0,-5-4 0</inkml:trace>
  <inkml:trace contextRef="#ctx0" brushRef="#br0" timeOffset="64504">19869 6458 24575,'25'0'0,"5"0"0,-11 0 0,0 0-1456,-1 0 1,2 0 1455,13-1 0,4 0 0,-2 1 0,2 0 0,-2 0 0,-1-1 0,4 0 0,-9 1 0,6-1 0,4 2 0,-1-1 0,-4 0 0,-5 0-1639,3 0 1,-1 0 1636,2-1 0,6 1 1,3-1-1,-3 1 0,-7-1 2,1 1 0,-2-1 0,0 1 0,4-1 0,0 0 0,-6 1 0,-4 0 0,0 0 0,10-1 0,5 1 0,-10-1 1347,-12 1-1347,15-1 0,-3 1 0,-21 0 0,14 0 0</inkml:trace>
  <inkml:trace contextRef="#ctx0" brushRef="#br0" timeOffset="66805">31288 7755 24575,'0'0'0</inkml:trace>
  <inkml:trace contextRef="#ctx0" brushRef="#br0" timeOffset="71881">13775 16596 24575,'-27'5'0,"14"-2"0,-20 6 0,14-6 0,5 2 0,-18-1 0,7 4 0,-2-4 0,-7 7 0,13-3 0,0 2 0,-3 6 0,19-10 0,-19 19 0,17-12 0,-14 16 0,16-15-3277,-3 13 0,7-18 3047,0 25 230,11-6 0,-8-4 0,9-1 0,1-3 0,-5-10 0,7 9 0,1 0 0,-5-10-1639,7 8 1,-1 0 378,-7-9 635,12 9 1,2 0 624,-8-6 0,17 6 0,1 0 0,-8-4 0,2-3 0,10 2 0,2 0 0,-6-1-911,-1 0 0,2-1 911,-5-2 0,7 1 0,2 0 0,2 1 0,-3-1 0,-5-1 199,3 0 0,-4 0 0,7 0-199,-12-3 0,3 1 0,4 0 0,1 0 0,2 0 0,2 0 0,-1 1 0,0-2 0,-1 1 0,-1-1-168,0 0 0,0 0 1,0-1-1,0 0 1,0 0-1,0 0 1,0 0-1,0 0 0,1 1 168,-2-1 0,1 0 0,-1 1 0,0-1 0,1 1 0,0 0 0,1-1 0,0 0 0,0 0 0,1 0 0,-3-1 0,2 0 0,1 0 0,1 0 0,1-1 0,0 1 0,-1-1 0,0 1 0,-2-1 0,-1 0 0,-3 0 0,-2-1 0,-2 1 0,12 0 0,-8-1 0,1 0 0,8 0 0,-14 0 0,4 0 0,3-1 0,3 1 0,2 0 0,1 0 0,1 0 0,0 0 0,-1 0 0,-1 0 0,-3 0 0,-1-1 0,-4 1 0,-4-1-170,12 1 1,-7-1-1,0 0 1,7 0 169,-11 0 0,5 0 0,3-1 0,2 1 0,2-1 0,0 0 0,1 1 0,-1-1 0,-2 0 0,-3 1 0,-3-1 0,-4 1 49,9 0 0,-7-1 0,0 1 0,5-1-49,-5-1 0,4-1 0,3-1 0,2 1 0,0-1 0,0 0 0,-3 1 0,-4 0 0,-4 1 0,5 0 0,-6 1 0,6-1 0,-4-1 0,6 0 0,4-2 0,2 0 0,2 0 0,-2 0 0,-2 0 0,-4 0 0,-7 1 0,5 0 0,-7 1 0,5-2 0,0 0 0,6-1 0,4-1 0,0 0 0,-1 0 0,-4 1 0,-8 0 0,5-2 0,-3 0 0,3-3 0,5-3 0,-1 0 0,-7 1 0,-10 3 0,-2-2 0,12-6 0,3-5 0,-3 1 0,-6-3 0,-2 1 0,-1 4 0,-2-1 399,-1-9 1,-6 3-400,-10 15 556,0-14 1,-1 0-557,-4 11 0,-7-18 0,-3-1 0,0 10 0,2 3 0,-3-4 0,2 4 0,-8-1 0,0 2 0,-3-3 0,2 4-203,-4-2 203,-2-1 0,-5 0 0,4 6 0,-3 0 0,4 3 0,7 4 0,-2-1 0,-5-1 0,-8-3 0,-4-2 0,-1 1 0,3 2 0,6 2 117,5 4 1,4 2 0,-7-1-118,4 0 0,-4-1 0,-5-1 0,-3-1 0,-3 0 0,-1-1 0,-1 0 0,1 1 0,0 0 0,3 1 0,3 0 0,4 2-164,-5-1 0,6 2 0,1 1 1,0-1-1,-3 1 0,-6-2 164,11 2 0,-4 0 0,-2-1 0,-2-1 0,-2 1 0,-1-1 0,-2 0 0,0 0 0,0 0 0,-1 1 0,1-1 0,1 0 0,0 1 0,2 0 0,2 1 0,3 0 0,1 1-122,-7-2 1,4 2-1,3 0 1,1 1-1,0 0 1,-2 0 0,-3 0-1,-5-1 122,13 2 0,-3-1 0,0 1 0,-3-1 0,0 0 0,-1 1 0,-2-1 0,0 1 0,-1-1 0,-1 1 0,0-1 0,-1 1 0,0 0 0,0-1 0,1 1 0,-1 0 0,0 0 0,1 0 0,1 0 0,0 0 0,0 0-24,0 0 0,-1 1 0,1-1 0,-1 1 0,0-1 0,0 1 0,0 0 0,0 0 0,1 0 0,-1 0 0,0-1 0,1 1 0,-1 0 0,1 0 0,0 0 1,1 1-1,0-1 0,0-1 0,0 1 0,1 0 24,-4 0 0,2 0 0,0 0 0,0 0 0,1 0 0,0-1 0,0 1 0,1 0 0,-1 0 0,0 0 0,0 0 0,0 0 0,-1 0 0,0 1 0,-1-1 0,-1 0-11,4 1 0,-2 0 0,-1-1 1,-2 1-1,-1 0 0,0 0 0,-1 0 1,0 0-1,-1 0 0,2 1 1,-1-1-1,2 0 0,0 0 0,2 0 1,2 1-1,1-1 0,3 0 0,2 0 1,2 0-1,4 0 0,3 0 11,-18 0 0,11 1 0,-7 0 0,4 0 0,-8 1 0,-3 1 0,-3 0 0,2-1 0,4 1 0,6-1 0,9-1 0,-10 0 0,1 0 0,7 0 0,24-1 0</inkml:trace>
  <inkml:trace contextRef="#ctx0" brushRef="#br0" timeOffset="72930">15356 14997 24575,'-18'8'0,"0"0"0,-9 1 0,-6 1 0,-1 2 0,8-1 0,-2 3 0,-1 0 0,1 0 0,0-1-820,-3 0 1,0-1 0,0 0 0,0 2 317,4 0 1,-2 1 0,1 1 0,1 1-1,2-1 502,-5 7 0,2 1 0,2-1 0,5-5 0,1-1 0,0 3 0,-4 6 0,-1 3 0,7-5 0,8 3 465,5-5 0,0 6 0,4-2-465,9 3 0,2-1 0,-8 2 0,3-1 0,9-5 0,4 0 0,-4-7 1000,-4-6-1000,10 4 0,9 3 0,-3-3 0,-8-7 0,2-2-656,5 3 1,7 1-1,4 1 1,3-1 0,0 0 412,-6-4 0,3 0 0,2 0 1,1-1-1,0 0 0,-1 0 0,-1 0 1,-4 0-258,4 2 0,-4 0 0,-1 0 0,4 0 0,7-1 500,-17-3 0,3 0 0,3 0 0,2 0 0,3 0 0,2 0 0,2 0 0,0 0 0,2-1 0,0 1 0,0-1 0,0 1 0,-1-1 0,-1 0 0,-1 0 0,-1 0 0,-2 0 0,-3 0 0,-3-1 0,-2 1 0,-4-1-602,14 1 0,-9-1 0,-2 0 0,2 0 0,10 0 602,-16 0 0,3 0 0,4 0 0,2 0 0,3 0 0,2 0 0,1 0 0,2 0 0,1 0 0,0 0 0,2 0 0,-1 0 0,0 0 0,0 0 0,-1 0 0,-2 0 0,0 0 0,-3 0 0,-2-1 0,-2 1 0,-2-1 0,-4 0 0,-3 0-422,14 0 1,-9 0-1,-3-1 1,3 0 0,8-1 421,-12 1 0,4 0 0,3 0 0,2 0 0,3-1 0,1 1 0,2-1 0,2 1 0,0-1 0,1 0 0,0 1 0,0-1 0,-1 0 0,-1 0 0,-1 0 0,-2 0 0,-1 0 0,-3 0 0,-3 0 0,-2 0-23,10 0 0,-5-1 1,-3 0-1,-2 0 0,1-1 1,3 1-1,5-1 23,-8 1 0,2 0 0,4-1 0,1 1 0,2-1 0,1 0 0,1 1 0,0-1 0,0 0 0,-1 0 0,0 0 0,-3-1 0,-1 1 0,-3 0 0,-3 0 0,-3 1 210,11-4 1,-5 1 0,-4 0-1,0 0 1,3-2-211,1 1 0,3-2 0,1 1 0,-2-1 0,-2-1 0,-5 0 0,1-3 0,-4-2 0,-1 1 0,9-2 0,-7-4 0,-20-12 0,-9-1 0,-4 6 0,-2 3 0,-4-5 0,-1-1 0,2 7 0,-6-8 0,3 11 0,-4-5 0,-3-3 0,-2 2 0,-1 4 0,-6 2 0,-4 4 0,1 1 0,1-3 238,8-1 0,3-1 0,-2-1 0,-5 2-238,1 6 0,-4 0 0,-3 1 0,-3 0 0,1 1 0,1 0 0,3 2 0,4 0 0,0 0 0,5 1 0,-2 1 0,-5-1 0,6 2 0,-3 0 0,-3-1 0,-2 0 0,-2 0 0,-2 0 0,0 0 0,-2 0 0,1 0 0,-1 0 0,0 1 0,1 0 0,4 1 0,-2 0 0,0 0 0,-1 1 0,-1-1 0,1 1 0,-1 0 0,0 0 0,0 1 0,0-1 0,0 0 0,0 0 0,1 1 0,1-1 0,0 0 0,-1 0 0,1 0 0,1-1 0,0 1 0,0 0 0,1 0 0,0 0 0,-1 0 0,0 0 0,-2 1 0,0-1 0,-1 1 0,-2-1-57,8 2 0,-2-1 0,-1 1 1,0 0-1,-2-1 0,-1 1 1,0 0-1,-1 0 0,0 0 1,0 0-1,0 0 0,0 0 1,0 0-1,1 1 0,0-1 1,1 1-1,1-1 0,1 1 1,2 0-1,1-1 0,2 1 1,1 1 56,-11-2 0,4 1 0,2 0 0,3 0 0,0 0 0,-1 1 0,0 0 0,-4 1 0,-3 0-38,9 0 0,-2 0 0,-1 1 0,-3 0 0,-1 0 0,-1 1 0,-1 0 1,0 0-1,-1 0 0,0 0 0,0 0 0,1 1 0,0-1 0,1 0 1,1 0-1,2 0 0,2-1 0,1 1 0,3-1 0,2 0 38,-16 0 0,7-1 0,3 0 0,0 1 0,-2 0 0,-5 3 0,9-1 0,-4 2 0,-4 0 0,-1 1 0,-2 1 0,-1 0 0,0 1 0,1 0 0,1 0 0,2-1 0,3 0 0,3 0 0,5-1 0,6-1 368,-7 3 1,9-1-1,-5 2-368,-6 1 0,-7 4 0,-3 0 0,1 1 0,6-2 0,10-2 0,-4 9 0,6-7 0,1-1 0</inkml:trace>
  <inkml:trace contextRef="#ctx0" brushRef="#br0" timeOffset="74305">19200 15164 22881,'35'-9'0,"-1"0"0,-8 2 0,1-1 0,2-1 0,2 0-656,0-1 1,1 0-1,2-1 1,1-1 0,2 0 245,-6 1 0,2-1 1,1 0-1,1 0 1,1-1-1,-1 1 0,0-1 1,-1 1-1,-2 1 0,-1 0 1,-1 0-1,1 0 1,0 0-1,1 0 0,3-1 1,2 0 274,-8 3 1,2-1 0,2-1-1,1 1 1,2-1 0,0 0-1,1-1 1,1 1 0,-1 0-1,1 0 1,-1-1 0,0 2-1,-1-1 1,-1 1 0,-2 0 0,-1 1 52,7-2 1,-3 1 0,-1 0 0,-1 1 0,-1-1 0,1 1 0,1 0 0,1 0-1,2-1 1,3-1 81,-10 4 0,1-1 0,2-1 0,1 1 0,2-1 0,0 0 0,2-1 0,0 1 0,1 0 0,-1-1 0,1 1 0,0 0 0,-1 0 0,0 0 0,-2 0 0,0 0 0,-1 1 0,-2 1 0,-2-1 0,-1 2 0,-2-1-238,13-2 1,-4 1 0,-3 1 0,-1 0 0,-1 1 0,1-1-1,1 0 1,4 0 237,-7 1 0,3-1 0,2 0 0,0 0 0,2 0 0,0 0 0,0-1 0,-1 2 0,-1-1 0,-2 1 0,-2 0 0,-3 1 0,-3 1 0,15-2 0,-5 1 0,-4 2 0,0-1 0,5 1 0,-2-1 0,-1 1 529,-6 0 0,-1 1 0,-8-1-529,-11 2 0,0-1 0,-3 0 0</inkml:trace>
  <inkml:trace contextRef="#ctx0" brushRef="#br0" timeOffset="74821">22772 14134 24575,'5'33'0,"0"0"0,-2-2 0,2-2 0,3-2 0,1-1-1742,0 2 1742,1 1 0,0-2 0,-3-12 563,0-13-563,-2-4 0,4-32 0,-5 12 288,2-15-288,-11 13 0,3 6 0,-7-7 0,7 14 0,14-1 0,-6 11 0,23 1 0,-4 4 0,-2 1 0,0 2 0,-2-1 0,-6 0-820,17 9 1,-26-13 0,2 4 0</inkml:trace>
  <inkml:trace contextRef="#ctx0" brushRef="#br0" timeOffset="75557">18773 16691 24575,'34'-9'0,"0"-1"0,0 1 0,-13 3 0,2-1 0,1 1 0,7-3 0,6-1 0,3-1 0,2-1 0,0 1 0,-3 0 0,-5 2 0,-5 1-1093,2-1 1,-5 1 0,6-1 682,-4 2 0,4-2 1,3-1-1,2 0 1,2-1-1,1 1 0,-2-1 1,0 2 44,-5 0 1,1 0 0,0 0 0,0 1 0,0-1 0,0 1 0,0-1 0,0 1 0,-1 0-46,1-1 0,-1 1 1,-1 0-1,0 1 1,1-1-1,1 0 0,3-1 1,1 0 331,-8 2 0,1 0 0,1 0 0,2-1 0,1 0 0,1-1 0,0 1 0,1 0 0,0-1 1,0 1-1,0-1 0,-1 1 0,0 1 0,-1-1 0,0 1 0,-2 0 78,4 0 0,0-1 0,0 2 0,0-1 0,-1 0 0,0 1 0,-1 0 0,0 0 0,-1 0 0,0 0 0,0 0 0,-1 1-180,3-2 0,0 0 1,-2 0-1,0 0 1,0 1-1,0-1 0,-1 1 1,2 1-1,0 0 180,1 0 0,3 1 0,1 0 0,1 0 0,0 1 0,-3 0 0,-1 0 0,-4 1 0,-5 1 0,-6-1 0,4 2 0,-3 0 0,5 0 0,7 0 0,4 0 0,-2 0 0,-5 1 0,-11-1 0,-6 1 0,9 0 0,0 0 0</inkml:trace>
  <inkml:trace contextRef="#ctx0" brushRef="#br0" timeOffset="76146">22242 15963 24575,'12'32'0,"-3"-10"0,-1-3-850,-5-11 850,7 10 279,-5-11-279,-2-3 0,3-10 0,-3-4-1639,-3-16 1,-2-1-1585,2 8 3223,-3-3 0,-2-1-423,-6 5 423,-3 1 278,-13-8-278,7 16 0,18 13 0,8 6 1638,19 5 0,7 0 0,-10-7 0,-1 0-1629,3 1 0,-1-1 637,4-3-646,-29-3 0,-1 2 0,-15 3 0,1 2 0,2-2 0,8-1 0,6-5 0,2-1 0</inkml:trace>
  <inkml:trace contextRef="#ctx0" brushRef="#br0" timeOffset="77763">23824 13773 24575,'14'15'0,"0"0"0,10 8 0,0 4 0,-2-6 0,-12-8 0,7 12 0,-14-11 0,2 6-3277,-16 2 0,7-12 1328,-13 14 1869,3-10 1,-1 0 79,3 1 0,-2 2 0,-5 1 0,-4 2 0,-2 3 0,-1 0 0,4-3 0,-2 2 0,-1 0 0,0 0 0,1 0 0,2-2-610,-3 2 1,3-2-1,-1-1 1,-2 3 609,1 0 0,-5 3 0,0 0 0,2-1 0,4-3 0,7-7 0,2 0 0,-11 8 0,-6 6 0,6-6 3276,8-6-2792,-9 10 1,2 0-485,18-15 0,4 16 0,1-13-1533,13 10 1,4 1 1532,-7-10 0,6 4 0,6 6 0,-4-5 2357,0 0-2357,2 1 0,7 8 0,0 0 0,-5-5-759,-7-8 0,0 1 759,3 3 0,3 5 0,2 2 0,-1-1 0,-5-5 0,-1 2 0,-2-1 0,1 2 0,2 5 0,0 0 0,-2-2 0,1 2 0,-2 1 0,-3 1 0,-2 3 0,-1-4 0,-4-11 0,0 0 0,-2 7 0,1 5 0,-2 2 0,1-5 0,-2 0 0,0 2 0,1 0 0,-1 6 0,1 5 0,0 0 0,-1-3 0,0-6-586,0-3 1,0-5-1,-1 4 586,1 2 0,0 4 0,-1 2 0,1 1 0,0-4 0,2-6 0,1 5 0,2-3 0,1 7 0,2 4 0,0-7 19,-2-13 0,2-2-19,1 7 0,4-2-1506,14-6 0,2-5 1506,-6-1 0,-1 0 0,5 2 0,-1-4-131,4-5 0,4-3 131,-5 0 0,6 0 0,3-1 0,1 0 0,-2 0 0,-5 0 0,2 1 0,-4 0 0,4-1 0,1-1 0,1-1 0,-1 1 0,1 0 0,-1 0 0</inkml:trace>
  <inkml:trace contextRef="#ctx0" brushRef="#br0" timeOffset="81410">16539 15816 24575,'8'-1'0,"11"-1"0,3 0 0,-3-1 0,12 2 0,9 0 0,-4 0 0,-9 1 0,-2 0 0,1 0 0,2 1 0,0-1 0,-1-1 0,1 0 0,-5 1-1134,8-1 1134,5 0 0,-1 0 371,-5 0-371,6-1 0,-19 1 0,-2-1 0,-13 2 0</inkml:trace>
  <inkml:trace contextRef="#ctx0" brushRef="#br0" timeOffset="82157">16676 17056 24575,'26'5'0,"-2"-2"0,4 1 0,-4 0-1595,8 2 1595,-5-2 0,8-1 0,-1 0 0,-9-1 0,-3-1 0,3 1 0,9-1 0,5 1 0,-1-1 0,-5 0-1093,-5-1 1,-3 1 0,2-1 272,7 1 1,3 0 0,0 0 0,-3 0 491,0 0 0,-3 0 0,-4 0 1215,9 0-887,-12 0 0,-5 0 0,-12-1 0,-5 0 0</inkml:trace>
  <inkml:trace contextRef="#ctx0" brushRef="#br0" timeOffset="86412">17132 15857 24575,'5'-2'0,"1"0"0,-3 2 0,2 0 0,-1 0 0,1-1 0,8-4 0,8 2-820,-2-3 1,-3 4 0,-10 0 0</inkml:trace>
  <inkml:trace contextRef="#ctx0" brushRef="#br0" timeOffset="94118">22153 10504 24575,'34'6'0,"0"-1"0,-1 1 0,1-1 0,1 0 0,-7-1 0,3 1 0,1 1 0,-3-1-1093,-2-1 1,-1 0 0,2 0 272,2 1 1,3 0 0,2 1 0,0 1 318,-4 0 0,1 1 0,2 1 0,-1-1 0,-2 0 1,-3-1 500,4 0 0,-3-1 0,3 1 0,-1 1 0,4 1 0,1 0 0,-3 1 0,-6-2 1020,-1 1 1,-3 0-1021,10 5 0,1 2 0,-9-1 0,0 3 0,-4-3-1622,-3-2 0,-2 0 1622,4 5 0,0 3 0,1 4 0,-1-2-424,-8-10 0,2 2 424,4 6 0,7 6 0,1 2 0,-1-2 0,-6-6 0,-4-6 0,-1 0 0,5 3 0,4 7 0,4 3 0,0 0 0,-3-3 0,-5-6 0,-3-2 0,0-1 0,6 7 0,5 5 0,0 2 0,-4-2 0,-5-4 0,-3 0 0,0 1 0,-1 3 0,1 2 0,0 0 0,-2-2 0,-2-3 0,-2-2 0,1 3 0,-2 0 0,0 3 0,0 2 0,0 0 0,1 0-150,-1 0 1,1 0 0,0 0 0,-1 0-1,1-1 150,0 2 0,1 0 0,0 0 0,1 3 0,-2-4 0,1 4 0,1 2 0,0 0 0,-1-2 0,-1-4 0,-1-7-198,-1 0 1,0-1 197,2 6 0,3 7 0,0 3 0,-1-4 0,-3-7 0,1 7 0,1-5 0,4 5 0,-4-6 0,-1-3 0,5 1 3276,-11-20-3138,0-6 0,-3 0 0,1-1 0</inkml:trace>
  <inkml:trace contextRef="#ctx0" brushRef="#br0" timeOffset="95452">24530 12297 24575,'-9'6'0,"-10"4"-3277,-8 11 0,8-8 1638,-7 7 1,2-1-1639,15-11 2653,-20 14 1,1-1 623,18-13-1015,-14 11 1,1-1 1014,15-12 2029,-18 16-2029,8-8 3034,9-4-3034,-19 12 0,12-8 0,-3-2 3276,-1 4-2015,13-14 2015,-1 6 0,7-7-3044,1 1-232,-1 0 0,-6 1 0,0 0 0,-6 3 0,6-1-3277,-15 10 0,16-9 3047,-17 11 230,16-11 0,-2 2 0,5-6 0,11-2 0,9 0 0,7 3 0,4 0 0,4 0 0,3 6 0,-2 0 0,-16-5 0,3 4 0,1 3 0,-3 2 0,3-1 0,7 11 0,-6-9 0,1 0 0,5-2 0,-12-9 0,6-3 0,-9 0 3276,8-13 0,-11-15-3044,4 2-1871,-10-2 1,-2 1-1639,0 10 1638,-3-10 1,-1 2 148,2 17 900,-3-12 0,1 0 590,2 13 0,-5-17 0,7 10 3276,-2 0-2600,8-8 2600,4 4-643,4-2-2633,-4 6 2640,-4 5-2640,-10 12-3277,-16 13 0,8-6 1638,-15 11 1,-1 1 148,13-10 478,-5 3 1,-4 2 0,5-3 1011,7-4-303,-11 4 0,2-1 303,13-6 2733,-12 4-2733,39-18 0,9-9 0,-11 7 0,0-1 1638,6-4 0,-2 0-826,-4 3-812,1-3 819,-13 11 0,-6 2 0,-2 2 0</inkml:trace>
  <inkml:trace contextRef="#ctx0" brushRef="#br0" timeOffset="97586">24916 13691 24575,'0'9'0,"2"1"-1639,1 14 1,1 3-1639,-1-8 2184,0 8 1,1 8 0,0-8 2420,-2-8-1328,1 10 0,0 9 0,0-8 1719,-1-9-1719,2 4 0,-1 7 0,0-9 0,-2-11 0,3 9 0,1-1 0,-3-14 819,1 5 0,-2-10 0,-1-2 0</inkml:trace>
  <inkml:trace contextRef="#ctx0" brushRef="#br0" timeOffset="97972">24899 13854 24575,'21'-7'0,"12"-5"0,-21 10 0,15-7 0,-13 6 0,2-2 0,11-4 0,-15 5 0,6-3 0,-6 4 0,-1-2 0,8-1 0,-12 2 0,3 1 0,-8 3 0,-1 0 0</inkml:trace>
  <inkml:trace contextRef="#ctx0" brushRef="#br0" timeOffset="98370">24987 14036 24575,'25'0'0,"-10"0"0,6-2 0,0 0 0,-4-1 0,8-3 0,-16 4 0,-4 1 0,-4 1 0</inkml:trace>
  <inkml:trace contextRef="#ctx0" brushRef="#br0" timeOffset="98722">24943 14228 24575,'0'3'0,"6"0"0,2-4 0,23-1-581,-18 0 581,20-1 144,-10 3-144,-5-3 0,1 0 0,8 2 0,4-4 0,-25 4 0,4 0 0,-8 1 0,1 0 0</inkml:trace>
  <inkml:trace contextRef="#ctx0" brushRef="#br0" timeOffset="99423">25458 14061 24575,'-31'-7'0,"6"2"-3277,-2 2 0,15 2 1328,-6 1 1949,7 0 1719,3 0-1719,-10 4 0,12-3 0,-9 6 0,1 0 0,1 2 0,-16 10 0,16-8 3276,-9 5 0,17-8-3044,5 4-232,15 3 0,-5-5 0,20 5 0,-20-14 0,16 3 0,-14-4 0,9-2 0,-12 1 0,7-3 0,-4 2 0,-1 0 0,10-2 0,-14 3 0,4-3 0,-8 4 0,-2-2 0,0 2 0</inkml:trace>
  <inkml:trace contextRef="#ctx0" brushRef="#br0" timeOffset="99807">25380 13675 24575,'19'29'0,"0"0"0,-4-5 0,-1 1 0,-3-4 0,-4 0-1639,2 10 1,0 0-1639,-6-13 2184,1 7 1,1 6 0,-2-6-2185,-1-9 3426,3 16 1,-1-1-150,-3-21-428,6 22 428,-6-21 3276,2 13-2965,-3-17-311,0 2 3276,2-6-2754,9-4 0,-6 0 1,5-2-1</inkml:trace>
  <inkml:trace contextRef="#ctx0" brushRef="#br0" timeOffset="100645">25800 14073 24575,'-2'-3'0,"1"-1"0,-10 2 0,2-1 0,-15-2 0,-8 2 0,6 1-1639,5 2 1,3 0-1639,7 2 0,-18 5 1787,23-4 1490,-11 2 0,14 0 0,0-5 0,-3 10 3276,4 3-2015,3 7-1261,0-5 0,10 4 0,-8-16 3276,7 5 0,-5-8-3044,8-1-232,-5-1 0,8-3 0,-11 4 0,11-6 0,-10 5-3277,17-17 0,-16 15 2080,10-17 1197,-14 18 0,1-6 0,-4 14 0,7 5 0,-4 1 0,10 3 0,-8-10 0,16 3 0,-13-5 0,11 1 967,-5-2-967,-4 0 0,10 0 0,-7-1 0,0 0 0,2 0 819,-5-3 0,-2 3 0,-4-3 0</inkml:trace>
  <inkml:trace contextRef="#ctx0" brushRef="#br0" timeOffset="101744">26159 14026 24575,'-16'-2'0,"7"2"0,-5 1 0,7 0 0,-7-1 0,-6 2 0,10-1 0,-6 1 0,10-1 0,-2 4 0,-3-3 0,0 7 0,3-4 0,-1 8 0,2 1 0,2-2 0,2 2 0,5-10 0,1 6 0,2-6 0,4 6 0,-2-7 0,8 1 0,-8-4 0,6 0 0,0 0 0,-2-3 0,3 1 0,-4-1 0,-5 0 0,2-2 0,0 0 0,3-8 0,3-9 0,-3 10 0,0-11 0,-3 4 0,-4-17 0,3-1-888,-6 15 0,0-1 888,0-6-1639,0 4 1,0 0-1281,0 2 2796,-2-9 0,1 0 123,0 9 0,0 2 0,-1 1 0,-1-1 0,4 17 1165,-2 4-1165,6 14 0,5 18 0,-5-13 0,3 17 0,1-1 0,-6-16 0,3 8 0,-1 2 269,-2 2-269,-2-12 0,-1 3 0,1 4 0,0 0 0,-1-6 0,0-2 0,0 7 0,1-19 0,-6 0 0,2-3 0,-3-1 0,3 1 0</inkml:trace>
  <inkml:trace contextRef="#ctx0" brushRef="#br0" timeOffset="102548">27266 13511 24575,'0'6'0,"-7"12"0,-5 8 0,0 1-1639,0-6 1,0-2-1639,4-5 1638,-9 7 1,-1-1-1639,8-11 4170,-3 5 1,-2 2-894,-3-2 0,0-2 0,1 3 0,-3-1 0,-5 2 0,4-3 0,1-2 1638,-10 6 0,-1 0-377,2-6-1261,11-2 0,1 0 0,0-3 3276,9-1 0,4-4-3044,1-1-232,-2 0 0,4 0 0,-1 0 0</inkml:trace>
  <inkml:trace contextRef="#ctx0" brushRef="#br0" timeOffset="102995">26876 13813 24575,'-3'27'0,"-1"1"0,3-5 0,-2 2 0,1-19 0,-9 13 0,1-11 0,-4 4 0,1-7 0,7-2 0,1-1 0,29-6 0,-13 3-1639,12-2 1,-1 0-1639,-14 3 3047,24-1 230,-30 1 0,8 0 0,-13 0 0</inkml:trace>
  <inkml:trace contextRef="#ctx0" brushRef="#br0" timeOffset="104065">28113 13171 24575,'-15'6'0,"-13"2"0,-3 7 0,13-8 0,-1 0 0,1 3 0,2-1 0,-3 1 0,-8 7 0,19-12 0,-4 6 0,0 1 0,-4 6 0,2-3 0,-5 10 0,9-5 0,0-2-3277,6 9 0,3-20 3047,8 17 230,9-6 0,-5-3 0,10 0 0,-1-3 0,-10-7 0,17 6 0,3 0 0,-15-6 1638,13 2 0,1-1 1638,2-2-4148,0 0 872,-9-2 0,-8-2 0,2 0 0,2-2 0,-7 2 0,-7-2 0</inkml:trace>
  <inkml:trace contextRef="#ctx0" brushRef="#br0" timeOffset="104403">28291 13427 24575,'4'17'0,"0"7"0,-1-13 0,1 3 0,-3-8 0</inkml:trace>
  <inkml:trace contextRef="#ctx0" brushRef="#br0" timeOffset="104617">28266 13379 24575,'11'-2'0,"-3"1"0,-2 1 0,-3 0 0</inkml:trace>
  <inkml:trace contextRef="#ctx0" brushRef="#br0" timeOffset="111383">29396 12285 24575,'10'31'0,"-1"0"0,1 0 0,-2 1 0,1-1 0,-1-5 0,-1 1 0,0-3-3277,2 9 2841,-2-9 1,2 5 0,1 2 435,-1-3 0,1 3 0,0 2 0,0-2 0,-2-4-1093,1 0 1,-2-3 0,2 3 697,1 4 0,2 4 1,0 3-1,-1-1 0,0-1 395,-2-7 0,0-1 0,-1 0 0,0 1 0,0 3-283,0-2 0,-1 3 1,1 1-1,0 2 1,-1 0-1,1 0 0,-1-2 1,0-2 282,2 1 0,-1-2 0,0-2 0,0 1 0,-1 1 0,0 2-348,0 0 1,-1 2 0,0 1 0,0 1 0,-1 0 0,0-1 0,0-1-1,-1-3 348,1 5 0,-2-3 0,0-2 0,0 1 0,1 1-226,-1-2 1,1 0 0,-1 0 0,1 2 0,0 1 0,-1 3 225,0-6 0,0 1 0,-1 3 0,1 1 0,0 0 0,0 2 0,-1 0 0,1-1 0,0 0 0,0 0 0,0-2-16,0 1 0,0 0 0,0-1 0,1 1 0,-1-1 0,1 0 0,-1 0 0,0-1 0,0 0 0,0 0 16,0 0 0,-1 0 0,0-1 0,1 0 0,-1 0 0,0 1 0,0-1 0,0 2 0,1 0 0,-1-1 0,0 3 0,1 2 0,-1 1 0,1-1 0,0 0 0,-1-1 0,0-2 0,0-3 0,0-4 0,-1-5 0,1 8 0,-1-8 0,1 6 0,-1-2 0,1 7 0,0 4 0,0 2 0,1 1 0,-1 0 0,0-4 0,0-4 0,0-7 0,-1 0 0,1-5 0,0 4 0,1 1 0,1 7 0,0 2 0,1 2 0,0-2 0,0-3 0,-1-7 0,3 10 0,0-2 386,1-1 0,0 4 1,1 0-1,-1-3-386,0-4 0,-1-3 0,1-1 0,2 6 0,-1-1 0,-2 1 0,-1-4 2794,1-2-2794,-4-4 0,0-1 0,1-2 819,-1 15 0,-2-25 0,-1 1 0</inkml:trace>
  <inkml:trace contextRef="#ctx0" brushRef="#br0" timeOffset="129501">23798 8972 24575,'0'16'0,"0"-6"-3277,1 18 0,-1-18 0,3 22 0,-1-24 4363,1 26-1086,0-23 0,2 20 0,-1 0 2632,0-8-2632,0 5 3276,-1 5-1058,1 3-3311,-2-12 1,0 4 0,1-2 443,-1-5 1,1 0 648,-1 5 0,1 4 0,0-8 0,1-5 0,0 15 0,0-3 0,-1-20 1686,3 23-1686,-4-33 0,-1 0 0,-1-5 0,0 0 0</inkml:trace>
  <inkml:trace contextRef="#ctx0" brushRef="#br0" timeOffset="130319">23855 9051 24575,'36'-9'0,"-14"3"0,0 1 0,-3 1 0,1 1 0,11-2 0,1 1 0,-8 1 0,0 1 0,-5 0 0,3 0 0,17 0 0,-5 1 0,-21 1 0,22-1 0,-2 1-3277,-24-1 3202,19 0 75,-22 1 0,-4 1 0,4 4 0,-2 23 0,0-14 0,0 11 0,-1 1 0,1-8-1639,0 9 1,-1 1 1483,-1-9-1484,2 11 1,-2-2 378,-2-15 1260,2 19 0,2-1 0,-3-20 0,5 17 0,0 0 3276,-2-18-2646,2 10 1,-1 0-631,-3-13 3276,4 13 0,-6-10-3044,-11 11-232,2-11-1639,-13 2 1,-2-1-1639,8-5 2184,-8 1 1,-7 1 0,5-1 563,-3 2 410,-1-3 1,-7 0 0,4 0 118,5-1 0,2 0-959,-2-1 1,1-1 958,-8 2 3276,27-4-2665,3-1 2665,7-3-2407,6 1-869,6-5 0,-10 5 0,3-1 0</inkml:trace>
  <inkml:trace contextRef="#ctx0" brushRef="#br0" timeOffset="131486">24926 8916 24575,'2'26'0,"0"-3"0,1 2 0,1 4 0,0-4 0,1 5 0,-1-6 0,1 0-1093,0 1 1,1 5 0,-1-6-2185,-2-5 1638,4 12 1,-1-1 148,-5-21 625,5 15 0,0 2 865,-2-15-1231,2 11 1,0 0 1230,-3-12 2376,5 21-2376,-6-23 0,3 6 3276,-2-10-2914,-1-5 2194,0-14-2556,0 5 819,0-7 0,-1 11 0,-1 4 0</inkml:trace>
  <inkml:trace contextRef="#ctx0" brushRef="#br0" timeOffset="132154">24973 8996 24575,'29'-2'0,"0"0"0,-6 1 0,1-1 0,10-1 0,3-1 0,-2 0 0,-8 1-1386,-8 0 0,0 1 1386,10-2 0,11-1 0,2-1 0,-3 1 0,-11 1 0,2-3 0,4 1 0,7 0 0,-9 1 0,-12 2 0,6 0 0,-2 0 879,-15 3-879,4 26-1639,-11-6 1,-1 1-937,1 16 936,-1-5 1,-1-4 697,0-17 1583,0 26-642,0-9-1517,0-4 0,0-1 1517,0 12 0,1-16 0,-1-1 3034,1 7-3034,0 2 0,-8 9 0,4-16 0,-9-7-1868,-11-1 1868,7-5 0,-18 6 0,-1-1 0,11-6 0,-1 0 0,-9 2 0,-1-1 0,7-1-77,8-3 1,1 0 76,-7 2 0,-6 0 0,1 1 0,7-3 0,0 0 0,-1 1 0,9-2 3276,16-2-3190,-2-1 1,8-1-1</inkml:trace>
  <inkml:trace contextRef="#ctx0" brushRef="#br0" timeOffset="132920">24405 9898 24575,'-23'29'0,"3"-4"0,3-2 0,3-7 0,-6 8 0,-3 2 0,3-4 0,1-1 0,2-3 0,0 0 0,-6 8 0,4-4 0,12-15 0,-15 23 0,18-27 0,1 5-3277,19-18 0,-8 3 3047,16-9-1409,-11 1 1,-1 1 378,2 0 248,3-6 1,4-7 0,-4 6 1011,-4 7 0,5-9 0,2-1 0,4-2 0,-11 10 0,5-5 0,-1 0 0,-7 9 3033,5-11-3033,-10 28 0,6 20 0,1 6 0,-5-11 0,1 1 0,4 11 0,4 5 0,-4-6 0,1 0-1517,8 2 1,-1-3 1516,-12-20 0,10 14 0,0-2 0,-13-14 0,17 19 0,-17-22 3034,-1 4-3034,-24-20 0,1 3 1638,-4-3 0,-2-1-1453,0 3 1,0 2-67,2-2 0,0 1 0,3 2 0,2 1 1,2 1-1</inkml:trace>
  <inkml:trace contextRef="#ctx0" brushRef="#br0" timeOffset="133154">24143 10098 24575,'29'4'0,"-2"-3"0,1 0-1004,8 2 1004,-9-4 0,7 0 0,0-1 0,-8 1-888,1 0 888,5-1 0,9 0 0,2-1 0,-11 0 0,2-1 0,2 0 0,6-1 0,-8 0 456,-11 1-456,5-2 0,-4 0 0,-18 3 0,7-3 0,-14 5 121,1-2 0,-2 3 0,1-2 0</inkml:trace>
  <inkml:trace contextRef="#ctx0" brushRef="#br0" timeOffset="133555">25015 9894 8191,'17'24'0,"-11"-13"0,13 12 0,0 0 0,-11-13 2908,16 18-2908,-5-4 0,-8-10 1077,5 8 1,1 1-1078,1 5 0,1 2 0,-3-5 0,-12-18 3276,2 2-2015,-12-20-1261,3 2 0,-2-5 0,3 7 0</inkml:trace>
  <inkml:trace contextRef="#ctx0" brushRef="#br0" timeOffset="134171">25089 9993 24575,'26'-15'0,"-9"5"-1639,8-2 1,1 1-1639,-11 3 1638,11-2 1,4-1-1,-6 5 1,-2-1 1454,-4 1 0,2-1-109,7 1 0,3 0 0,-5 1 293,-5 0-116,6 1 1,-2 1 115,-17 4 2919,2 0-2919,-18 21 0,-5-5 0,-2 1 0,-4 1 0,-2 0 1092,3-3 0,-2 1 0,0-2-684,-9 2 1,1-3-133,10-2 1,0-1-277,-13 8 528,26-18-528,8 1 0,0-5 0,28-3-752,-15 0 752,8 2 0,4 2 0,-7 1 0,2 2-181,5 2 0,4 3 0,-3-1 181,-3-4 0,-1 3 0,4 5 0,1 5 0,-8-1 0,-8 3 0,0-2 0,-2 1 0,-11 7 0,-4-14 0,-13 12 0,5-15 0,-7 3 0,-2 1 0,2-4-1639,-17 2 1,1-1 711,15-2 580,-17 0 1,0-1 346,21-2 0,-8 1 0,1-1 0,10-1 3276,-12 0-3130,10-4 1,2 3-1,2-3 1</inkml:trace>
  <inkml:trace contextRef="#ctx0" brushRef="#br0" timeOffset="134912">24979 10140 24575,'12'0'0,"-3"2"0,-11 2 0,-5 1 0,-7 4 0,-6 5 0,8-7 0,8 3 0,11-8 0,13-2 0,-11 0 0,4 0 0,-13 1 0,-4 4 0,-12 11 0,6-7 0,-8 11 0,8-11 0,-6 7 0,7-6 0,2-1 0,11-8 0,-7 0 0,0 2 0,-8 1 0,5-1 0,1-2 0</inkml:trace>
  <inkml:trace contextRef="#ctx0" brushRef="#br0" timeOffset="137961">23860 9875 24575,'-11'15'0,"-2"4"0,3-2 0,-2 10 0,4-8 0,-3 16 0,6-17 0,1 5 0,2 1 0,-2 0 0,2-2 0,1 0 0,0 0 0,6 14 0,0-14 0,6 3 0,2-1 0,3 1 0,4 1 0,6 2-503,-5-11 0,3 0 1,1 0 502,0-2 0,2 1 0,0-1 0,-1-1 0,-1 1 0,-1 0 0,1-2 0,3-1 0,2-1 0,-2-1 0,-7-4 0,-7-3 0,13 4 0,3-1-32,4-5 32,-15-3 0,0 1 0,1 0 0,-1-2 0,3-8 0,-3-3 0,-1 1-1639,6-11 1,-1-1-1359,-11 10 2997,6-9 0,-1 0 0,-4 5 0,3-8 0,0 0 748,-2 6-748,2-7 0,-1 0 0,-7 12-1639,4-12 1,-1-1 660,-4 11 978,-1-3 0,-2 0 3276,-4 0-2537,0-5-739,-5-11 0,0 15 0,-3-2 0,-14 1 0,-3 7 0,11 5 0,-4 1 0,-10 1 0,-5 3 0,4 0-1494,9 1 1,0 0 1493,-9 0 0,-4-1 0,1 2 0,3 0 0,1 1 1638,-1 1 0,-2 0-1180,3 0 0,0 0 1,1 1-459,0 0 0,2 1 0,4-1 0,4 1 0,1 1 0</inkml:trace>
  <inkml:trace contextRef="#ctx0" brushRef="#br0" timeOffset="138379">23772 10130 24575,'-34'-6'0,"9"1"0,-3 0 0,-1 1-1093,4 0 1,0 1 0,-4-2 701,0 0 0,-4-2 0,-3-1 0,0 0 0,0 0 1,2 0-266,2 1 1,0-1-1,1 1 1,0-1 0,-1 0 272,-1 0 1,0-1 0,0 0 0,0 0 0,2 0 382,-5-2 0,0 0 0,4 1 0,7 1 1995,0-4-1995,-2-2 0,3 0 0,13 4 0,-5-2 0,1 0 0,3-1 507,-3 1 1,9 6 0,3 5 0</inkml:trace>
  <inkml:trace contextRef="#ctx0" brushRef="#br0" timeOffset="138749">22784 9815 24575,'-8'7'0,"-1"0"0,19-7 0,25-2 0,-7-1 0,-2 0 0,-3-1 0,-12 0 0,0 1 0,-12 3 0,-27 2 0,10 4 0,-6-4 0,0-1 0,1 5 0,0-3 0,0 0 0,7 0 0,-15 2 0,28-5 0,-3 2 0</inkml:trace>
  <inkml:trace contextRef="#ctx0" brushRef="#br0" timeOffset="139995">27272 8695 24575,'-18'13'0,"0"0"0,-10 4 0,3 3 0,0 0 0,0-3 0,4-1 0,-4 2 0,3-1-2126,-5 3 2126,3-3 0,-4 4 0,4-4 0,-6 5 0,5-5 0,-4 3 0,4-3 0,-1 2 0,1-3 0,-5 3 0,7-3 0,7-4-1639,-6 3 1,1-1-1639,11-7 3110,-1 3 0,9-8 0,1 1 1</inkml:trace>
  <inkml:trace contextRef="#ctx0" brushRef="#br0" timeOffset="141674">25470 9754 24575,'-17'4'0,"6"2"0,-10 3 0,4 2 0,1 0-754,2-3 754,-3 2 0,0 2 186,-5 3-186,6-4 0,0 1 0,-2 1 0,1 1 0,-6 5 0,4-1 0,16-12 0,-10 13 0,6 0 0,0-2 0,6 2 0,2 2 0,6 1 0,2-1 0,-3-2 0,1 1-1639,12 11 1,2-3-1301,-5-12 1846,4 0 1,6 2 0,-4-4-168,-1-4 248,8 1 1,9 3 0,-6-4 1011,4-6-198,-6-1 1,8 0 0,3-1 0,-4-2 197,0-5 0,-2-2 0,0 1 150,2 3 0,-1 0 1,-1-2-151,-4-1 0,-2-2 0,-4-1 0,0-4 0,-4-1 2866,3 1-2866,2-9 0,-5 1 3276,-17 13-2771,2-13 0,-2 0-300,-6 12 0,2-13 0,-2 20 1</inkml:trace>
  <inkml:trace contextRef="#ctx0" brushRef="#br0" timeOffset="142087">26050 10202 24575,'21'4'0,"5"1"0,-1 1 0,-5-2 0,7 2 0,7 1 0,-8-3 0,-7-1 0,10 0 0,8 2 0,-8-2 0,-11-2 0,8 1 0,7 0 0,-9 1-530,-12-1 530,10 2 0,3-1 0,-5 2 0,4-1-1639,-2 1 1,-1-1-1639,-5-2 3223,16 6 54,-26-6 0,2 1 0,-6-1 0,-2-1 0</inkml:trace>
  <inkml:trace contextRef="#ctx0" brushRef="#br0" timeOffset="145888">22722 9855 24575,'15'-6'0,"3"-1"0,2-1 0,7-4 0,0 0 0,-2 1 0,0 0 0,6-5 0,-3 0-3277,-1 0 0,-1-1 0,-11 6 4605,-12 7-1328,0 2 1719,2-2-1719,-5 3 0,1 0 0,-2 1 0</inkml:trace>
  <inkml:trace contextRef="#ctx0" brushRef="#br0" timeOffset="146374">22669 9679 24575,'9'18'0,"1"-2"0,4-1 0,1-6 0,-6-6 0,2-1 0,0-1 0,9-3 0,-4 0-3277,15-7 0,-21 7 0,19-10 1787,-23 11 1490,8-6 0,-8 2 0,-5 4 0,3-2 0,-6 4 0</inkml:trace>
  <inkml:trace contextRef="#ctx0" brushRef="#br0" timeOffset="967436">17630 15500 24575,'0'0'0</inkml:trace>
  <inkml:trace contextRef="#ctx0" brushRef="#br0" timeOffset="967914">17643 16711 24575,'0'0'0</inkml:trace>
  <inkml:trace contextRef="#ctx0" brushRef="#br0" timeOffset="971387">13973 7899 24575,'29'-2'0,"1"2"0,-1 0 0,-6 1 0,2-1 0,9 0 0,1 1 0,-6-1-1313,-7 0 0,0 0 1313,9 0 0,8 0 0,1 0 0,-8 0-1459,-5 0 1,-2 0 1458,11 0 0,0 0 0,-13-1 0,-3 1 0,7-1-1639,9-1 1,-1 0 787,-14-1 791,6 1 1,8-1 0,-2 1 59,-1-2 0,-2 1-245,2 0 0,-1 1 245,2-1 0,-5 0-2118,-3 1 2118,-6 1 819,16-1 0,-30 2 0,9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31:15.843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13184 4881 24575,'7'0'0,"26"-1"0,-22 0 0,22-1 0,5 0 0,-18 1 0,1-1-1093,13 0 1,5-1 0,-4 1-547,-10 1 1,-2 0 988,4 0 0,2-1 1,-3 0 2368,10 0-1719,-4 0 0,1 0 0,-13 0 0,0-1 0,13 2 0,-3-1 0,-16 0 0,17 1 0,-21 0 3276,-2-1-2457,-3 0 0,-4 1 0,0 1 0</inkml:trace>
  <inkml:trace contextRef="#ctx0" brushRef="#br0" timeOffset="2062">21730 4975 24575,'20'-3'0,"3"1"0,3-3 0,-4 2 0,2 0-1639,2 1 1,1 0-1,-7-1 1,-1 1-1,8-1 1,-2 0 2966,3 1-1328,0-3 1719,-1 2-1719,-12 0 0,-8 0 0,0 0 0,-3 1 0</inkml:trace>
  <inkml:trace contextRef="#ctx0" brushRef="#br0" timeOffset="7459">17304 5983 24575,'9'19'0,"0"-2"0,3 10 0,-7-13 0,6 14 0,-8-17 0,6 17 0,-6-15 0,2 13 0,-2-6 0,0-4 0,-1-1 0,-1-8 0,-1-6 0,-2-14 0,-1-10 0,1-3 0,-6-9 0,6 25 0,-5-14 0,4 16 0,1 2 0,-2 9 0,2 18 0,0-5 0,0 11 0,1-18 0,-1 8 0,1-8 0,0 4 0,1-5 0,0-1 0,1 0 0,-1-5 0,2 1 0</inkml:trace>
  <inkml:trace contextRef="#ctx0" brushRef="#br0" timeOffset="26717">5353 15142 24575,'7'25'0,"0"-2"0,-5-16 0,2 3 0,1 0 0,1 2 0,-2-1 0,-2-3 0,-2-1 0,2 6 0,-2-4 0,4 9 0,-3-12 0,3 11 0,-4-11 0,2 13 0,-2-6 0,0-1 0,0 3 0,0-10 0,-2 13 0,1-11 0,-3 14 0,1-6 0,2-1 0,-4 3 0,5-12 0,-6 14 0,5-12-3277,-4 15 0,4-16 2798,-6 20 479,5-16-3277,-6 22 2099,5-22 1178,-2 26 0,1-9 3276,2-1-2097,-1 9-1179,3-26 249,4 27-249,0 0 0,2-2 0,-3-8 0,0-2 3276,0-9-1638,1 13 0,-1-1-1406,1-14-232,0 17 0,-1-1 0,1-20 0,0 16 0,-1 1 0,0-13-1639,0 10 1,0 0-1639,-1-10 1638,3 11 1,0-1 148,0-12 228,2 22 0,0 1 1262,-4-18-1099,4 19 0,0-2 1099,-5-19 0,4 7 0,0-3 0,-5-14 0,5 7 0</inkml:trace>
  <inkml:trace contextRef="#ctx0" brushRef="#br0" timeOffset="27816">5166 15092 24575,'-31'-1'0,"-4"-1"0,4 1 0,16 0 0,-22 0 0,1 0 0,23 0 0,-9 1 0,-7-1 0,4 1 0,0 0-1093,0 0 1,-4 0 0,5 0-2185,4 0 2210,-13 0 0,0 0 1067,16 1-1639,-16-1 1,-1 1 1009,17 0-677,-16-1 0,2 0 1306,18 0 0,-11 0 0,-7 1 0,6-1 0,2 1-393,-4-1 1,-6 1-1,6-1 393,2 0 168,-2 0 0,-7 0 0,5 0-168,-4 4 0,1-4 0,-6 0 0,8 1 0,3 2 0,-11-2 0,4-2 0,24 1 1139,-10 0 0,-1 0-1139,12 0 2281,-7 0-2281,6 3 0,7-2 0,-3 2 0</inkml:trace>
  <inkml:trace contextRef="#ctx0" brushRef="#br0" timeOffset="37499">14127 13037 24575,'-10'16'0,"2"5"-3277,2 9 0,3-12 0,0 11 4605,0-9-1328,-1 11 0,1 2 0,-2 4 859,2-3 1,0 0-860,-4-1 0,5-15 0,-3 11 0,-1-2 0,3-15 0,-1 15 0,1 0 0,1-17-896,1 13 1,-1 1 895,0-11-1639,0 8 1,0 1 972,0-11 666,0 8 0,0 2 0,-1-2 0,1 1 1638,0 6 0,0 3-1305,0 4 1,0-1 1457,0 1-1791,0-2 0,0-5 3276,1-16-1638,-3 16 0,0 1-1936,1-17 298,-3 19 0,-1-7 0,4-9 0,-2 7 0,-1 2 0,2-3 0,-1 0 0,-3 13 0,1-3 0,1-3 0,3-16 0,-4 20 0,1 6-1639,4-13 1,1 0 149,-4 1 1,0 2-151,2 8 1,0-4 728,1-15 203,-3 16 1,-1 2 706,1-11-1341,-1 8 0,0-2 1341,2-14 0,0 12 0,1 0 0,3-17-100,-2 25 1,-1 0 99,3-21-560,0 24 1,0 1 559,0-27 628,1 19 0,0 1-628,-1-15 0,0 11 0,0 0 0,0-9 1325,0 10 1,0 4-1326,1-6 0,-1-1 1638,0-2 0,1 0-1294,0 12 0,0-6 1385,0-19-1729,-1 14 0,1 2 0,-1-9 0,0 7 0,0 0 0,0-2 0,2 6 0,1 2 0,0-3 0,0-6 0,1 2-135,3 3 1,0-1 134,3 10 0,-4-11 0,0 2 0,0 0 0,-2-3 0,-3-8-1639,1 10 1,0-1 467,-2-13 2626,0 13 0,0 2-1455,0-5-1639,3 15 1,-1 1 1136,0-12-394,1 0 1,2 4 0,-2-6 895,-2-11 130,6 24 1,1 0-131,-5-20-696,4 14 1,-1-2 695,-2-16 833,-1 7 1,0 0-834,0-9 0,2 22 0,-3-23-274,0 23 274,-2-24 0,1 11 0,0 2 0,-1-11-796,2 13 1,0 1 795,-1-14 718,1 14 1,0 0-719,-2-12 1370,2 8 1,-1 1-1371,-1 7 0,-2-7 0,0 0 0,1 6 0,-3-7 0,1-2 0,2-8 1564,1 9 1,0 0-1565,2-9 1220,4 27-1220,-1-11 0,-2-5 0,-1 0 0,1 4 0,-5-6 0,0 0 0,-1 8 0,-3-2 0,2 8 0,2-25 3276,-1 13-300,1-12-2976,2 2 1605,-1-3-1605,-1-12 0,-1-13 0,-2-8 0,1 4 0,1 6 0</inkml:trace>
  <inkml:trace contextRef="#ctx0" brushRef="#br0" timeOffset="38859">14042 13013 24575,'-25'0'0,"-1"0"0,1 0 0,-6-1 0,0 0 0,1 0 0,2-2 0,1-1 0,0 1-1093,1 2 1,-1-1 0,-3 0 853,-2-1 0,-6 0 0,-1-1 0,1 1 0,7 1-1400,-5 1 1,1 0 1578,8 0 1,-3 0-1,-3-1 1,0 1-1,-1 0 1,3 0 59,-2 1 0,0 1 0,0 0 0,2-1 0,1 1 0,0-1 0,2 0 0,-1 0 0,-4 1 0,4-1 0,-5 1 0,-3-1 0,-1 1 0,1 0 0,2-1 0,4 1 0,6-1 0,-7 0 0,-1 1 0,9-1 0,-6 0 0,-5 1 0,-3-1 0,-2 1 0,0-1 0,0 1 0,3-1 0,4 1 0,5-1-792,-11 0 1,6 1 0,-7-1 791,13 0 0,-3 0 0,-4-1 0,-3 1 0,-1 0 0,-2-1 0,0 1 0,0 0 0,0-1 0,2 1 0,2 0 0,2 0-410,-3-1 0,1 1 1,2 0-1,0 0 1,1 0-1,0 0 0,0-1 1,-1 1 404,-1 0 1,0-1-1,0 0 1,0 0 0,1 0-1,-1 0 1,0 1 0,1-1-200,-1 1 0,-1 0 1,0 0-1,0 0 1,2 0-1,1 0 0,3 0 1,5 0 203,-6 1 0,7-1 0,-5 1 46,-3 0 0,-5 1 0,-2-1 0,0 1 1,2 1-47,2-1 0,1 1 0,0 1 0,0-1 0,1 0 0,2-1 0,1 1 0,0-1 0,-1 0 0,-2 0 0,1 0 0,-4 1 0,-2 0 0,0-1 0,3 1 0,2-1 0,6-1-163,-9 0 1,2-1 162,2 1 0,-2 0 0,-2 1 0,1-2 0,0 1 0,0-1 0,1 0 0,4-1 770,-3 1 0,0 0-770,4 1 0,-5-1 0,-1 0 0,2 1 0,9-1 0,-9 0 0,9 3 0,3 0 0,9-2 1604,-8 1 0,0 1-1604,-2 2 0,-5-1 0,1 0 0,1 1 0,5 0 0,2-2 0,8 0 2271,-8 1-2271,7-1 3276,0 0-617,-2 0-128,6-1-2531,-4 1 30,4-2-30,-1 1 0,2 0 0,4-2 0,1 0 0</inkml:trace>
  <inkml:trace contextRef="#ctx0" brushRef="#br0" timeOffset="40357">9077 13104 24575,'-14'0'0,"-3"0"0,4 0 0,-20 1 0,-2 0-1137,17-1 1137,-12 0 0,-12 0 0,-1 0 0,11-1-2350,1 1 2350,6-1 0,-10-2 0,-6 1 0,-2-1 0,1 0 0,4 0 0,10 1-1420,0 0 1,-1 0 1419,4 0 0,-7-1 0,-5 0 0,-3-1 0,-1 0 0,0 0 0,3 1 0,4-1 0,6 2-1047,-1 0 1,5 1 0,-4-1 1046,0 0 0,-5-1 0,-2-1 0,-2 1 0,2 0 0,3 0 0,6 1 0,-8 0 0,2 0 0,-2 0 0,-6-2 0,1 1 0,7 1 0,12 1 0,0 0 0,-6 0 0,-7 0 0,-4-1 0,-1 0 0,3 1 0,7 0 0,-5 1 0,-1-1 0,7 1 0,-5-1 0,-5-1 0,-3 1 0,-2 0 0,2 0 0,2-1 0,4 1 0,5 1-826,-2-1 1,5 1 0,-7-1 825,8 0 0,-4 1 0,-5-1 0,-3 0 0,-2 0 0,-1 1 0,-1-1 0,1 0 0,1 0 0,2 0 0,4 0 0,3 0-389,-6 0 0,4 0 0,2 0 0,-1 0 0,-4 1 389,5-1 0,-3 1 0,-2-1 0,-2 1 0,0 0 0,0-1 0,1 1 0,1-1 0,4 1 0,3-1 141,-8 0 1,6 0 0,1 0 0,-3 0-142,-4 1 0,-3 1 0,0-1 0,4 1 0,8-1 0,-9 0 0,6 1 0,-9 1 0,2 0 0,10-1 2041,11 0-2041,-11 2 0,-8 0 0,7 0 2763,9-2-2763,-13 2 0,-10 0 0,9 0 3276,7-2-3001,0 0 1,-11 0-1,-3 0 1,1 0 0,8 0-839,3-1 1,-2 0 562,5 0 0,-6 0 0,-4 0 0,-2 0 0,0 0 0,2 0 0,4 0 0,-6 0 0,3 0 0,2 0 0,-2 0 0,-3 0 0,0 0 0,0 0 0,1 0 0,2 0 0,0 0 0,3 0 0,5 0 0,-10 0 0,9 1 0,-4 0 0,5 1 550,-1-1-550,2 1 0,-5 1 0,8-1 1229,9-2-1229,-21 3 0,0 1 3207,22-1-3207,-23 1 0,-1 0 0,20-1 0,-20 0 0,0-1 0,20-2 0,-17 2 0,1-1 0,20 0 0,-12-1 0,-8-1 0,4 0 0,0-1-1093,-1 0 1,-6 1 0,6-1-2185,-5 0 3200,0 2 0,-6 1 1,6 0-397,14-1 0,0 1 473,-14 1 0,-4 2 0,6-2 0,3 0 0,-7 3 0,1 1 0,10-5 0,1 2 0,3 0 0,10-3 0,-2 0 0,-11-13 0,14 10 0,-13-10 0</inkml:trace>
  <inkml:trace contextRef="#ctx0" brushRef="#br0" timeOffset="72688">18859 7894 24575,'0'5'0,"-1"20"0,0-16 0,1 10 0,-1-1 0,1-11 0,0 29 0,0-28 0,0 22 0,0 2 0,0-19 0,0 11 0,0 7 0,0-8 0,0-11 0,0 12 0,0 8 0,0-8 0,0-10 0,0 23 0,0 0 0,0-22-1093,0 9 1,-1 8 0,1-7-2185,-1-4 3200,1 10 0,0 9 1,1-7-326,-1-9 402,0 9 0,-1 8 0,1-9 0,-1-9 0,0 2 0,-2 7 0,1 1 0,1-9 0,0-4 0,0 4 0,0 9 0,0 0 0,0-10-905,1-6 905,0 10 0,-1 4-77,-2-11 1,-1 0 76,1 7 0,-1 1 0,1-6 0,-1 1 0,1 8 0,0 2 0,0-4 0,2 3 0,0-6 0,0 8 0,-1 0 0,1-7 0,1-8 0,0 0 0,1 11 0,1 9 0,0-1 0,-1-8-181,0-1 181,1 1 0,1 10 0,0 1 0,-1-10 0,-1 5 0,1-8 0,0 6 0,0 0 0,0-7 0,-1 5 0,1 2 0,0 6 0,0-9 0,-2-10 0,1 7 0,1 10 0,-1 3 0,0-5 0,-1-4 0,0-3 0,0 0-231,0 6 0,1 2 0,-1 2 231,0-3 0,0 4 0,0 1 0,0-4 0,0-8-1639,0-10 1,0-1 1627,0 13 0,-1 7 0,1 3 0,1-2 11,2-7 0,1 1 0,-1-2 0,1-3 0,-2 3 0,1 1 0,-1-4 0,2 5 0,0 5 0,0 1 0,1-1 0,-1-4 0,-1-6 0,3 7 0,0-1 0,-3-5 0,1 5 0,1 4 0,-1 0 0,0-2 0,0-5 0,1 5 0,-1-4 0,0 1 0,0-5 0,-1 1 0,0-1 0,0 0 0,-1 6 0,0 0 0,-1-5 0,0-8 0,-1 0 0,0 8 0,-1 3 0,0-6 267,0-4-267,-2 11 0,-2 8 0,1-5 86,3-13 0,0 0-86,-2 4 0,0 7 0,-2 3 0,1-3 0,2-5 0,1-1 0,0 1 0,-1-3 0,-1 4 0,-1 4 0,1 0 0,-1 0 0,1-3 0,-1 7 0,0-2 0,0-1 0,0 0 0,0-3 0,1 0 0,-1 0 0,1 1 0,-2 1 0,1 3 0,-1 0 0,1-6 0,1-7 0,1-1 0,-2 6 0,0 8 0,0-8 0,3-10 0,-1 6 0,-3 9 0,1 0 0,1-7 0,0 0 0,0 2 0,-2 10 0,1-1 0,0-9 0,1-6 0,0 10 0,0 10 0,0-9 1423,-2-9-1423,2 10 0,1 3 0,0-12 0,1-3 0,0-4 0,1 2 0,-1 6 0,1 3 0,1-5 0,0-4 0,-1 9 0,0 6 0,2-6 0,2-6 0,0 6 0,-1 7 0,1-8 0,0-5 0,3 6 0,1 7 0,-2-6 0,-2-1 0,3 2 0,2 6 0,-1-1 0,-2 1 0,-1-3 0,2-3 0,0 1 0,-2 0 0,0 3 0,-2-9 120,0-10-120,0 6 0,2 7 0,-2-8 1157,-2-11-1157,4 21 0,-1 1 2516,-4-20-2516,4 21 0,0 0 3276,-3-20-1638,4 21 0,0 2-1406,-4-12-1871,4 11 1,-1-1-116,-3-7 1754,1 1 0,0-1 0,-1-6-1639,-1 14 1,1 0-202,-1-16 201,-2 17 1,0-1 1492,1-23-430,-3 18 1,-1 1 575,3-12 0,-1 15 0,0 0 0,1-10 0,-1 12 0,1-2 1875,1-17-1875,-3 7 0,-2 5 0,1-6 3276,3-7-3024,-8 18 1,1-2 3023,7-23-2087,-8 17 0,-1 0-1189,6-14 0,-6 14 0,-1 0 0,7-13 0,-3 7 0,-1 1 0,2-3 1638,0 1 0,-1 1-1502,-5 6-136,4-5 0,-2 3 0,8-20 0,-4 13 0,0 1 0,3-10 0,-4 13 0,1 1 0,5-14 0,-4 13 0,-2 2 0,3-8 0,-1 8 0,0 1 0,2-8-1639,-2 10 1,1-2-1639,2-10 1942,-3 13 1,1 0 1334,4-14-1639,-3 9 1,1-1 1186,2-10-71,-1 12 0,-1 1 523,2-12 0,-1 14 0,1 0 0,1-14 319,0 13 0,0 1-319,-1-6 0,1 9 0,-1-1 0,0-6 148,1 4 1,0-1-149,0-6 1638,2 1 0,2 2-1241,1 10-397,-1-14 0,0 0 0,0 7 0,-2-1 0,-2-18 0,0 10 0,-2-13 1194,2 7-1194,-3-1 0,3-3 3276,0 7-468,0-9-696,3 3-2112,-3-5 0,-1-1 0,-1-10-820,-1-5 1,1 1 0,2 2 0</inkml:trace>
  <inkml:trace contextRef="#ctx0" brushRef="#br0" timeOffset="74056">19136 7655 24575,'-3'18'0,"1"-4"0,-3 5 0,1-3 0,-3 2 0,-2 0 0,-1 1 0,2 0 0,-3 4 0,0-3 0,6-12 0,-4 14 0,4-17 0,4 1 0,-1-5 0</inkml:trace>
  <inkml:trace contextRef="#ctx0" brushRef="#br0" timeOffset="76660">18924 7930 24575,'-1'16'0,"-4"9"0,-1 10 0,-1-7-1639,3-8 1,1-3-1639,1-6 0,-4 17 0,5-22 5064,-1 7-1787,3-12 0,13-5 0,-8 0-1517,11-8 0,0-1 1517,-10 5 576,10-8 1,0 1-577,-11 9 3276,18-20-2946,-19 19-330,10-15 0,-9 14 0,7-11 0,-7 13 0,5-11 0,-14 22 0,-10 13 0,1 0 0,0 2 0,-1-1 0,4-5 0,-6 13 0,8-16 3276,1 3-1161,8-14-4694,12-6 2579,-8 2-1639,12-12 1,0 0 378,-10 8-47,20-15 0,0 0 1307,-14 14-586,11-8 0,-2 1 586,-16 11 2661,13-6-2661,-17 12 0,-9 12 0,3-5 0,-16 13 0,-2 2 0,8-9 0,-11 8 0,-1-1 3276,9-7-2924,-3 0 0,0-1-352,9-2 3276,-11 4-1754,23-13-4638,27-19 3116,-18 11 0,6-4 0,4-3-354,10-3 1,2 0 353,-8 5 0,0 1 0,0-1 0,1-2 0,-1 1 0,0 0 0,1 1 0,1 1 0,-9 3 0,-11 4 0,1 6 0,-16 6 0,-9 6 0,-8 5 0,4-3 0,0 1 47,-7 4 0,-1 1-47,3 0 0,9-10 0,1 1 0,0 1 0,1-1 0,-6 5 0,35-25 0,-1-2 0,16-11 0,3-2-601,-6 5 601,-4 3 0,7-3 0,0-1 0,-6 4 0,-5 4 0,-2 1 0,13-5 0,4-3 0,-7 3 0,-4 3 3276,11-3-369,-33 17-2032,-2 1-875,-11 7 0,-3 1 0,3-1 0,-9 3 0,-7 5 0,5-5 940,7-2-940,-7 1 0,-5 4 0,6-3 0,12-6 0,-13 6 0,22-11 0,15-9 0,9-7 0,2-2-3277,3 1 1638,-4-1 1,4-1 1571,-2 4 1,1 1 0,-2 0-265,-5 0 0,1 1 331,5-2 0,6-2 0,-1 1 0,-7 2 0,5-3 0,1 0 0,-3 2 0,-14 8 0,0-1-30,-35 30 30,8-12-1319,-11 12 0,-1-1 1319,11-11-1639,-4 3 1,1-1 1471,10-7 167,6-2 0,27-17 0,-1 3 0,4-2 0,0 0 964,5-4 0,4 1-964,-9 4 0,5-1 0,1 1 0,-2 0 0,-4 1 0,5-1 0,0 0 0,-2 3 0,6-2 0,-2 2 0,-7 0 0,2 0 0,-1 1 0,-5 0 0,-19 2 2817,4 2-2817,-24 9 0,-13 10 0,-1-1 0,8-6 0,-4 2 0,4-2 0,-3 0 0,-7 4 0,1-1 3276,17-10-758,-1 5-5795,43-23 760,-14 9 2517,15-6 0,11-4 0,-6 3 1291,-2 1-1291,0 0 0,6-1 0,-8 3 0,-12 3 0,5-2 0,-7 5 0,-26 13 0,-4 4 0,-6-3 0,-3 0 0,-9 6 707,8-6-707,40-15-1639,5-3 1,2 0 378,11-5 1260,-6 3 0,7-2 0,1 1 0,-9 2-149,4 0 149,-1 0 0,8-2 0,-1 1 0,-11 2 3276,-7 3-2683,13-3 1,-10 2-594,-22 6 0,-16 16 0,4-10 0,-4 5 0,1 0 0,6-7 3276,-1 2 0,11-6-3215,16 0 0,7-3-61,12 1-1093,-5 0 1,5 0 0,-5 0-495,-10 0 0,1 0 1587,13 1 0,6-1 0,-9 1 0,-9-1 0,3 1 0,4 0 0,-10 3 0,-15 2 0,14 3 0,-26 5 0,4-8 0,-7 10 0,9-12 0,-2 5 0,19-6 0,6-3 0,8 2 1638,4-1 0,-1-1 1638,-9 0-3044,-9 4-232,-21-3 0,-14 7 0,-5 1 0,4-3-508,-10 3 1,1-1-1,13-4 1,-7 1 0</inkml:trace>
  <inkml:trace contextRef="#ctx0" brushRef="#br0" timeOffset="77210">19016 8191 24575,'10'-1'0,"4"1"0,-3-2 0,22 1 0,-18 0 0,16 1 0,3-1-2076,-9 0 2076,2 0 0,10 1 0,5 0 0,-2 0 0,-5 0-1093,-8 0 1,-3-1 0,5 1 866,-1 0 1,5 0 0,5 0 0,1 0 0,1 0 0,0 0-1,-4 0 1,-4 0-595,5 0 1,-6 0 0,1 0 0,9 0 747,-16 0 1,4 0 0,3 1 0,2-1 0,2 1 0,2-1 0,1 1 0,1-1 0,0 1 0,0-1 0,-1 1 0,0 0 0,-2-1 0,-1 0 0,-3 1 0,-2-1-298,7 1 0,-3-1 0,-2 0 0,-1 0 0,-1 0 0,2 0 0,3 1 0,3-1 369,-9 0 0,2 1 0,3-1 0,1 1 0,2 0 0,1-1 0,0 1 0,2 0 0,-1-1 0,0 1 0,0 0 0,-2 0 0,-1-1 0,-1 1 0,-2-1 0,-3 1 0,-2-1 0,-4 0-112,15 1 0,-8-1 0,-2 0 0,0 0 1,5 0 111,-3 1 0,4-1 0,3 0 0,1 1 0,0-1 0,-2 1 0,-4-1 0,-6 0 0,-6 0 0,-2 0 0,-1 0 0,21 0 0,7 0 0,-25 0 2259,-26 0-2259,-13-5 0,-15-4 0,8 2 0,4 0 0</inkml:trace>
  <inkml:trace contextRef="#ctx0" brushRef="#br0" timeOffset="78542">20390 8077 24575,'33'-4'0,"-1"0"0,-6-1 0,5 0 0,2-1 0,1 0 0,-2 0-656,-2 2 1,0-1-1,0 1 1,0 0 0,3-1 108,2-1 1,3 0 0,2-1 0,-1 1 0,-3 0 0,-3 1-547,4 1 1,-5 0 0,1 1 844,3-2 1,1 0-1,-8 1 2962,-1 1-2714,-13-1 1623,-32 7-1623,-6 0 0,-1 1-495,-2 2 495,-5-3 0,-9-1 0,6 0 1638,13-1 0,-1 0-1552,-3 0 1,-6 0 0,-4-1 0,-2 1 0,3-1-1,5 1-86,-2-1 0,3 0 0,-3 0 0,2 0 0,-4 0 0,-2 0 0,1 0 0,1 0 0,5 0 0,-4 0 0,3 0 0,2 0 0,-14 0 0,7 0 0,17 0 0,30-5 0,24-1 0,-9-3-1093,0 4 1,5 0 0,-4 1-1020,3-1 2112,2 1 0,7 0 0,-11 2 895,-16 1-895,13-1 0,-9 1 0,-43 7 0,1 1 0,-1 1-461,4-4 1,-4 1 460,-2 0 0,-7 2 0,-2 1 0,3-2 0,7-1 0,7-3 0,0 0 0,-9 2 0,-9 1 0,-2 0 0,3 0 0,10-3 0,2-1 0,-14 2 0,3 0 3276,28-1-544,4 0-1834,19-5-898,6 0 0,6-5 0,-17 7 0,-1-3 0,-30 6 0,-2 3 0,-13 0 0,-1 0 950,8 1-950,-5-1 0,-8 0 0,7-1 0,3-2 0,3 1 0,-5 1 0,8-2 0,7 0 0,-1-2 0,23 1 0,5-2 0,19-2 0,3-1-2693,-6 1 2693,0 0 0,7 0 0,0 1-1093,3-1 1,1 0 0,-1 1 275,-6 1 0,0-1 0,3 1 817,-1 0 0,4-1 0,0 0 0,-2 1 0,-6 0-19,-1 1 0,-3 0 19,6 0 0,2 0 0,-14 0 0,-16 0 0,-12 6 0,-2-5 0,-11 3 0,-8 3 0,2-2 0,9-1 0,-3-1-480,-3 0 1,-7 1 0,-2 1-1,1-1 1,7-1 479,0 1 0,-1 0 0,2-2 0,-6 1 0,-1-1 0,2 1 0,9-1 3138,-6 4-3138,-3-2 0,3-1 40,20 2-40,9-3-3277,15 0 2477,-5-1 800,13 0 0,10 1 0,-6 0 0,-2 1-351,1-2 0,12 0 0,5 0 1,2 0-1,-5 0 0,-9 0 351,-4 0 0,0 0-254,-1 0 0,7-1 1,5 0-1,2 0 1,0 0-1,-2 0 1,-6 1-1,-7-1 254,-2 0 0,-1 0 0,12 0 0,9 0 0,-2 1 0,-14-1 0,-13 0 2029,8 3-2029,-54 6 999,18-6-999,-3 2 0,-2 0 3276,-9-2-3150,-3 1 1,-4 0-127,9-1 0,-1 0 0,-4 2 0,-3 0 0,7-1 0,2-1 0,-9 5 0,31-8 0</inkml:trace>
  <inkml:trace contextRef="#ctx0" brushRef="#br0" timeOffset="96722">17304 6022 24575,'-3'20'0,"-1"13"0,2-24 0,-4 23 0,5-26 0,-3 13 0,4-15 0,-3 6 0,3-7 0,-3 6 0,1-1 0,-1 4 0,1-3 0,1 5 0,1-4 0,0 0 0,-2 1 0,2-7 0,-1 6 0,-1-3 0,2 1 0,-2-2 0,2-3 0,3-1 0,-1-1 0,7-2 0,6 0 0,-5-1 0,8 1 0,-9 0 0,-1 1 0,6-2 0,0-1 0,4 0 0,-1-6 0,-10 8 0,-5-5 0,-1-9 0,-2 6 0,4-21 0,-3 13 0,0 0 0,-1 2 0,0 5 0,0-10 0,1 8 0,0-5 0,0 9 0,0 1 0,0 0 0,-1 4 0,-3-3 0,-2-4 0,-3-1 0,2 2 0,-3-3 0,6 8 0,-4-9 0,5 9 0,0-3 0,0 5 0,3 1 0,-2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33:11.442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1267 3862 24575,'17'-3'0,"9"0"0,9 1 0,3 1 0,-9 0 0,2 0 0,2 0 0,-1 1 0,0-1-820,1 0 1,0 0 0,0-1 0,1 1 509,-1 1 0,3-1 1,0 1-1,-3-1 0,-6 1 310,1-1 0,-4 0 0,3 1 0,-1-1 0,-3 0 0,-2 1 1467,4 0-1467,10-3-1093,-10 2 1,4 0 0,-4 0-778,8-2 1870,-7 2 0,4 0 0,3 1-656,-4 0 1,4 0-1,0 0 1,-1 0 0,-3 0 310,7 0 1,0 0-33,-4 0 1,6 0-1,1 0 1,-5 0-1,-12 0 377,-11 0 0,16 0 0,-21 0 0,3 0 0</inkml:trace>
  <inkml:trace contextRef="#ctx0" brushRef="#br0" timeOffset="3972">17967 4007 24575,'34'2'0,"-1"0"0,0 1 0,1-1 0,-1 0 0,0 0 0,-3-1 0,1 0 0,3 0-469,-4 1 1,4 1 0,1 0 0,1 0 0,0 0 0,-2 0 0,-4-1-352,5 1 1,-4-2 0,0 0 0,5 2 409,-5-1 0,5 1 1,2 1-1,1 0 1,1 0-1,-3 0 0,-3-1 1,-5 0-127,7 0 0,-7-1 0,8 2 536,-10-2 0,5 1 0,3 1 0,3 0 0,1 1 0,1-1 0,-3 0 0,-1-1 0,-5 0 0,-4-1 0,7 0 0,-6-2 0,5 2 0,-3 0 0,3 1 0,5 1 0,1 0 0,0 0 0,1 0 0,-3 0 0,-2 0-271,-1-1 1,-2 0-1,0 0 1,-2 0-1,0 0 1,-1 0 270,9 2 0,-2-1 0,0 0 0,0 1-295,2-1 1,0 1 0,0 0 0,-3-1 294,-1-1 0,-2 1 0,4 0 0,-6-1 0,2 2 0,2-1 0,1 1 0,-2 0 0,-1-1 277,2 0 0,-2-1 0,0 1 0,6 0-277,-7 0 0,4 1 0,4 0 0,1 0 0,0 1 0,0-1 0,-4 0 0,-4-1 0,-5-1 0,1 0 0,-7-1 0,6 0 0,3 2 0,8 0 0,4 2 0,1-1 0,-2 0 0,-6 0 0,-8-1-640,-4-1 0,-2-1 640,8 2 0,4 1 0,-13-2 0,-16-1 0,2 0 0</inkml:trace>
  <inkml:trace contextRef="#ctx0" brushRef="#br0" timeOffset="8881">2515 5018 24575,'8'-2'0,"12"0"0,12 1 0,-4-1 0,-6 1 0,-2 1 0,-8-1 0,20 0 0,-25 1 0,15 0 0,-16 0 0,11 0 0,-10 0 0,14 0 0,1 0 0,10 0 0,-6 0 0,7-1 0,-11 0 0,-3-3 0,6 3 0,-7-1 0,11 0 0,-5 0 0,12-1 0,-1 0 0,-2 1 0,4 1 0,-25 1 0,15 0 0,-21 0 0,24 0 0,-21 0 0,19 0 0,-16 0 0,8 0 0,4 0 0,9 0 0,-5 0 0,1 0 0,2 0 0,-10 0 0,-2 0 0,-5 0-3277,21 0 0,-23 0 2687,7 0 0,1 0 590,-10 0 0,12 0 0,3 0 0,6 0 0,0 1 0,-7-1 0,-3 1 3276,-13 0-1757,15-1 0,0 0-1519,-12 0 0,12 0 0,1 0 0,-10 0 0,5 0 0,0 0 0,-6 0 0,23 0 0,-18 0-1639,7 0 1,0 0-449,-10 0 2087,5 0 0,4 0-1639,7 0 1,-1 0 1414,7 1-869,-11 0 1,2-2 0,-6 2 992,-9 0-58,7-1 0,-1 0 158,-7 0 3221,21 0-3221,-5 0 0,-4 0 1638,-5 0 0,1 0-1607,-2 1 0,1 0-31,11 0 0,1 1 0,-8-1 0,0 1 0,10 0 0,0 1 0,-9-2 0,-1 1 0,-3-1 0,0-1 1638,4 1 0,-1 0 1556,6-1-3194,-5 0 0,-2 0 0,-1 0 0,-6 0 0,6 0 0,0 0 0,-8 0 0,10 0 0,0 0 0,-8 0 474,9 0 1,1 1-475,4 1 0,1 0 0,4 0 0,-16-1-1639,1-1 1,-1 1-1639,-2-1 1950,9 0 0,1 0 1327,-12 0 0,12 0 0,3 0 0,8 0 0,-18 0 0,1 0 0,2 1 0,-1-1 0,6 1 0,4 0 0,-14-1 494,10 0-494,-18 0-3277,28 0 2657,-26 0 21,14 0 1,1 0 598,-9 0 0,9 0 0,-1 0 0,-11 0 183,6 0 1,-1 0-184,-10 0 3276,21 0-3139,-23 0 1738,13 0-1875,-3 0 0,-1 0 3276,4 0-446,-2 0-2830,-3 0 1903,7 0-1903,-9 0 144,0 0-144,-4 0 0,-6 0 0,-2 0 0</inkml:trace>
  <inkml:trace contextRef="#ctx0" brushRef="#br0" timeOffset="11474">7739 4980 24575,'13'0'0,"7"0"0,2 0 0,5 0 0,-9 0-3277,9 0 0,-17 0 3162,7 0 0,3 0 115,1 0 0,-2 0 0,17 0 0,-1 0 0,-3 0 0,-14 0 0,17 0 0,0-1 0,-14-3 0,8 3 0,3 0 0,-10-1 0,-2 1 0,-1 0 0,1 2 0,7-1 0,-1 0 0,-7 0 0,12 1 0,1 0 0,-14 0 0,8 1 0,-4 0 0,-17-2 0,5 2 0</inkml:trace>
  <inkml:trace contextRef="#ctx0" brushRef="#br0" timeOffset="21686">10221 17675 24575,'22'8'0,"1"1"0,1 0 0,4 0 0,2 0 0,5 0 0,1-1 0,-4 0-884,2 1 0,3-1 884,-8-3 0,8 1 0,4-1 0,1 1 0,-1-1 0,-5 0 0,-7-2-993,4 0 1,-1 0 992,-4-1 0,6 1 0,4 0 0,0-1 0,-1 1 0,-6-1 0,-8 0 0,10 0 0,-4-1 0,7-1 0,1 1 0,-9-1 0,2 0 0,2 0 0,8-1 0,-4 0 0,-2-2 0,-3-1 0,1 0 0,2 0 0,-1 0 0,2 0 0,-6-1 0,-2-2 0,-2 3 0,5 1 0,-8 1 868,-10-1-868,19-2 0,0 1 0,-20 2 0,17-3 0,0 0 0,-17 4-1639,10-3 1,-1 0-370,-10 3 3394,19-5-1386,-19 5 0,4-1 0,-9 0 0</inkml:trace>
  <inkml:trace contextRef="#ctx0" brushRef="#br0" timeOffset="22268">11965 17732 24575,'0'23'0,"0"0"0,0 3 0,0-5 0,0-20 0,0-24 0,-1-12 0,-1 14 0,-1 1 0,1-13 0,10 33 0,19 20 0,-11-8 0,-2 1 0,-4 13 0,-16-13 0,-27-6 0,13-3 0,4-1 0,11 0 0,2-1 0,2-1 0</inkml:trace>
  <inkml:trace contextRef="#ctx0" brushRef="#br0" timeOffset="23744">6341 15954 24575,'34'0'0,"-13"0"0,8 0 0,1-1 0,-4 0 0,11 0 0,-1 0 0,-15 1 0,8 0 0,0-1 0,-10 1 0,9-3 0,4 0 0,-6 1 0,0 0 0,11-3 0,0 0 0,-11 3 0,0 0 0,10-2 0,-4 0 0,-12 3 0,12-2 0,0 0 0,-11 3 0,10-1 0,-1 0 0,-14 1 0,5 0 0,-1 0 0,-8-1 0,6 1 0,-7-6 0,-8 5 0,2-3 0</inkml:trace>
  <inkml:trace contextRef="#ctx0" brushRef="#br0" timeOffset="24346">7277 15848 24575,'0'28'0,"0"-12"0,0 21 0,0-25 0,3 14 0,-1-11 0,1-2 0,0 0 0,2-31 0,-2 12 0,3-23 0,-6 14 0,0 3 0,2 6-3277,17 19 0,-10-6 2347,9 5 1,1 0 929,-10-7 0,19 9 0,-28-11 0,1 2 0,-23 0 0,-9-1 0,9 2-30,1-5 0,1 0 30,10 0 0,-14-1 0,19 0 0,2 0 0</inkml:trace>
  <inkml:trace contextRef="#ctx0" brushRef="#br0" timeOffset="33292">3659 14583 24575,'14'0'0,"6"0"0,-6 0 0,14 0 0,-19 0 0,16 1 0,1 0 0,-13-1-1639,16 1 1,-2-1-1639,-19 0 1638,14 1 1,1-2 228,-12 0 560,13 0 0,-1 0 850,-12-1-413,13-1 1,0 1 412,-9 1 0,12-4 0,-1 0 0,-12 4 721,7-3 0,1 1-721,5-1 3276,-3 2-2512,11-3 736,-29 4-1500,28-5 0,-24 4 0,26-4 0,-24 3 3276,19-6 0,-2 3-3044,-8-1-3509,15 2 0,-29 3 3047,24-2 230,-5-2 0,-5 2 0,0-2 0,0 1 0,3-2 0,3-2 0,-6 3 0,-3 1 0,-10 2-1639,12-2 1,0 1 378,-12 4 4536,24-7-2838,-26 6-438,16-5 0,-4 1 0,10-1 0,4-1 0,-10 4 0,-1 2 0,3-1-205,-1 0 1,-2 0 204,-9 1 0,24-5 0,-26 6 0,12-1 0,-3 0 0,1 2 0,-4-1 0,13 0 0,2 0 0,-11 0 0,-1 0 0,17 0 616,-9 0 0,-1 1-616,1-1 0,4 2 0,6-2 0,1 1-1320,-12-1 1320,9 2 1638,-17-2 0,1 0-211,3 0 1,0 0-1428,11 0 0,-2 0 0,-11 0 0,-2 0 0,17 0 0,-28 0 0,18 0 0,-16 0-3277,28 0 423,-26 0 1215,15 0 1,1 0 1491,-14 0-629,15-1 1,10 1-1,-7-1 776,-7 1-732,6 0 1,9-1 0,-11 1 731,-17 0 0,21 0 0,-1 0 0,-21 0-168,24 0 1,0 0 167,-21 0 1014,7 0 1,2 0-1015,6 0 0,-1 0 0,-2 0 0,0 0 1517,6 0 0,1 0-1517,-3 0 0,-2 0 0,5-2 0,0 2 0,-11-2 0,-3 1 0,-10 1 1505,14-3 0,1 0-1505,-7 1-118,13-1 1,2 0 117,-9 2 0,-2 0 0,-1 0 0,2 1-1639,15-1 1,-4 0 962,-16 1 676,16-1 0,1 0 3276,-16 1-2938,16 0 1,1 0 1159,-10 0-1498,3-1 0,6 0 0,-7-1-39,-6 1 39,15-2 0,-2 1 3276,-18 0-1638,22-1 0,0 1-1556,-19 0-82,13-1 0,-1 1 0,-20 2 0,8-1 0,2 0 0,-3 1 0,10-1 0,3 1 0,-7 0 0,0-1 0,-3 1 0,1-1 0,16 0 0,-4-1 453,-19 1-453,20-1 0,1 0 0,-21 2 0,13-3 0,-2 0 0,-11 1-1639,6-2 1,-1 1-1639,-8 0 0,25-4 1787,-29 6-27,18-5 0,2-2 1517,-14 6-1015,20-7 1,-2 1 1014,-20 6 505,22-6 0,1-1-505,-16 6 1264,11-4 0,3 0-1264,-2 2 0,-10 2 0,0 0 0,3 0 0,11-3 0,-27 5 342,16-2 0,1 0-342,-8 3-919,8-2 1,9-1 0,-7 1 918,-5 1 0,7-2 0,6-1 0,-9 1 0,-13 2 0,17-2 0,0 2 0,-19 1-132,16-1 1,2 0 131,-8 1 0,9-2 0,0 1 0,-8 1 955,6-2 0,0 1-955,-5 1 0,1-2 0,0 1 0,-5 0 0,4 0 0,-1 0 0,-8 0 1071,15 0 1,1 1-1072,-9 0-1063,17 0 1,0 0 1062,-12 0 0,13-1 0,-2 0 717,-21 1-717,20 0 0,-2-1 3276,-21-1-2947,14 1 1,3 1-330,1-4 0,2 3-1361,-5-1 1,-3 1 1360,-9 0 0,13 0 0,0 0 0,-17 0 0,22 0 0,0-2-1517,-12 1 0,0-1 1517,-1 1 0,1-1 0,6-1 0,-4 1 0,-14 1 0,14-3 0,0 1 0,-14 3-1015,12-3 1,0 1 1014,-15 1 0,16-1 0,-1 0 0,-11-1 706,12 0 1,1-1-707,-12 3 0,13-5 0,3 0 0,-8 3 1363,13-5 0,3-1-1363,-12 3 0,0 1 0,11-5 0,0 0 0,-13 5 0,-2-1 0,7-3 0,-4 1 0,-15 6 76,12-6 1,1 1-77,-10 4-1389,12-5 1,-1 0 1388,-10 5 0,11-5 0,0 0 0,-13 5 2780,18-6-2780,0-4-1133,-10 6 0,0 0 1133,14-9 803,-6 6 1,-3 1-804,-9 5 1638,8-3 0,2-1-1084,10-6-554,-7 5 0,2-2 0,-1 1 3276,-12 6-2051,12-5 1,-1 0 1965,-15 5-3191,10-4 0,0 0 0,-11 6 0,8-4 0,2 0 0,4 0-1639,-4 1 1,0-1-1639,5 0 1638,-1 0 1,-2 0 148,-15 4 915,15-3 0,1 0 575,-12 1 0,13-1 0,1 0 0,-12 1-1327,10-1 1,0 0 1326,-14 4 0,15-4 0,1-2 0,-14 6 0,12-5 0,-2 0 0,-14 6 30,13-5 1,0-1-31,-8 6 1341,7-6 1,4 0-1342,0 0 0,-1 0 0,-5 1 0,2-1 0,6 0 0,3-1 0,-5 1 0,-2 2 0,13-3 0,-2 0 3276,-21 5-2908,21-5 1,2 0-369,-16 2 0,10-1 0,-2 0 3276,-11 3-553,17-8-2723,-5 2 0,-2-2 2368,9-1-2368,-8 2 0,-4 1-1639,-2 3 1,-3 0-1639,-9 2 2463,24-7 814,-21 8 0,19-6 0,-7 5 0,9-3 0,-4 2 0,-9 2 3276,2-3-58,5 2-2344,-8 0-874,17-4 0,-28 7 0,28-6 0,-24 5 0,19-1 0,1 1 0,-13-1 0,12 1 0,-2 1 0,-15-1-1639,10 1 1,0 0-1639,-12-1 2100,15-1 0,-1 0 1177,-13 3 0,8-3 0,1 1 0,-12 2 0,21-3 0,-25 4 0,29-6 0,-26 5-1639,11-3 1,-1 0 1082,-11 2-55,29-7 611,-27 7 0,10-4 0,0 0 0,-9 4 1475,8-6 0,-1 1-1475,-6 3-2101,22-12 2101,-24 12 0,22-12 0,-26 11 151,23-11-151,-20 9 468,17-8-468,1 2 0,-5 1 3276,11-1-2294,-9 2 2294,-6 4-185,9-6-3091,-18 12 0,16-11 0,-17 9 0,15-8 0,-15 8 1259,17-9-1259,0 1 0,-6 2 0,13-5 0,-23 13 0,13-9 0,-7 6 0,2-5 0,0 4 0,10-7 0,-11 6 0,3-1 0,3-2 0,-3 3 0,0-1 0,0 0 0,0 1 0,0-1 0,0 0 0,2-2 0,-8 2 0,12-5 0,-17 7 0,19-9 0,-9 4 0,14-5 0,-14 6 0,9-2 0,-7-3 0,4 1 0,-4 1 0,5-1 0,-18 11 0,19-10 0,-9 3 0,11-6 0,-7 3 0,10-4 0,-8 5 0,-2 2 0,-1-2 0,-9 8 0,-1-3 0,6 0 0,-9 2 0,11-5 0,-1-1 0,1-1 0,0 1 0,4-2 0,0 2 0,-8 6-3277,10-5 0,-12 6 3047,6-4 230,-10 4 0,9-2 0,-1-2 0,-5 3 0,14-6 0,-16 7 0,24-8 0,1 8 0,-4-4 0,-5 4 0,-3 1 0,-10 0-1663,17-2 1663,-21 3 0,7-1 0,-8 1 0,-2-2 0,-3 2 0</inkml:trace>
  <inkml:trace contextRef="#ctx0" brushRef="#br0" timeOffset="48305">12079 16048 24575,'21'0'0,"12"0"0,0-1 0,-5 1-945,6-1 0,1 0 945,-3 0-1639,-4-1 1,1-1-1639,6-1 3783,-5 0 1,0 0-507,-10 0 0,-2 0 0,12-2 0,-2 1 0,-3 0 647,-15 3-647,18-3 0,1 1 0,-14 1 0,15 0 0,-1 1 0,-17 2 0,11-1 0,1 0 0,-10 1 0,9 0 0,-15 0 0,-7 0 0</inkml:trace>
  <inkml:trace contextRef="#ctx0" brushRef="#br0" timeOffset="48922">12814 15982 24575,'4'23'0,"-3"-13"0,6 13 0,-6-28 0,-5-12 0,-1-3 0,1-1-1639,-9-13 1,0 2-1639,5 20 2605,-6-9 1,1 1 671,4 12 0,-7-8 0,20 14 0,13 7 0,3 3 0,3 1 0,3 2 0,7 2 0,-7-2 0,-1 1 0,-1-1 0,5 1 0,-6-1 0,-10-4 0,6 2 0,-3 0 3276,-14-5-319,-5 3-2957,-18 2 0,3-3 1664,-7 3-1664,19-9 0,10-25 0,2 5 0,2-1 0,4-14 0,0 2 0</inkml:trace>
  <inkml:trace contextRef="#ctx0" brushRef="#br0" timeOffset="52407">1480 8695 24575,'-14'31'0,"5"-11"0,1-1 0,0-1 0,-3 9 0,-3 7 0,5-7 0,1-9 0,2-1 0,4-5 0,-3 8 0,-1 0 0,3-7 0,-2 16 0,-1 0 0,3-13-1639,-3 18 1,0 1-1639,5-17 2302,-4 9 1,0 1 841,-1 2 133,3-11 0,-1 2-165,-2 12 1,0 3 164,3-12 0,0 2 0,0 0 0,0 2 0,-2 1 0,1 0 0,1-3 0,-2 9 0,1-1 0,0 2 0,0 3 0,0-9 0,-2-7 0,4 0 0,-1 8 0,0 2 0,1-3 0,-2-4 0,1-2 0,0 1-230,0 3 1,1 1 0,-1 2 229,0-1 0,0 2 0,-1-1 0,2-6 0,0-3 0,1 0 0,-2 3 0,-1 6 0,0 0 0,1-1 0,-1 0 0,1 0 0,-1 1 0,-1 0 0,0 3 0,-1-1 0,1-1 0,2-1 0,-1-1 0,0 2 0,-1 3 0,-3 5 0,1-3 0,3-7 633,2-11 0,0 0-633,-2 11 0,-2 8 0,-1-1 0,3-10 0,2-7 0,-1 7 0,-1 10 0,-1 0 0,2-9 0,1-6 0,-1 2 0,-1 7 0,-1 2 0,1-3 0,1-2 0,0-3 0,0 1-136,0 1 0,0-1 0,0 2 136,-1 1 0,0 2 0,1-1 0,0-6 0,2 8 0,-1-7 0,-1 7 0,-1-1 0,1-5 0,1 9 0,-1-7 0,0 7 0,0 1 0,1-9 0,0 2 0,0 7 0,0 7 0,1-9 0,1-12 0,0 2 0,0 8 0,-1 1 0,1-7 0,0 6 0,-1-1 0,0 7 0,0-8 744,0-6-744,1 12 0,-1 0 0,1-13 0,2 10 0,0 3 0,1-9 0,1 0 508,0-1 1,2 1 0,-1-1-509,0 1 0,1-1 0,1 0 0,2 1 0,-3-6 494,0-1-494,3 2 0,3 5 0,-1-1 0,1-1 0,1 0 0,0 0 0,1 2 0,-1-4 0,0 1 0,-2-6 929,-4-7-929,7 7 0,4 6 0,-3-4 0,2-1-305,3 4 0,4 7 0,1-3 305,-3-6 0,0-2 0,2 1 0,1 0 0,2 2 0,1-1 0,-3-1 0,-3-2 0,-2-2 0,3-1 0,10 3 0,2 0 0,-8-6 3276,-13-7-2769,9 5 1,8 1-1,-7-2-507,-8-6 0,20 6 0,-1 0 0,-20-8 0,12 3 0,-1-2 0,-12-5 1219,19-6-1219,-15-4 0,-2-1 0,5-1 0,-3-2 0,3-4 0,-5 4 0,-2 2 0,4-5 0,5-5 0,-2 1-1093,-5 3 1,-1 1 0,0-1 117,0 1 1,-1 0-1,1-2 975,0-4 0,1-4 0,-1 2 0,-4 4 0,-4 5 0,-2 0 0,6-11 0,3-7 0,-1-1 0,-3 10 0,-1 0 0,-2 4 0,2-8 0,1-5 0,0 0 0,0 4 0,-3 7 0,1 6 0,-2 0 0,2-7 0,0-8 0,1-4 0,0 0 0,-1 5 0,-1 8 0,-2 8 0,-1-1 0,1-5 0,0-9 0,0-3 0,1-1 0,-2 2 0,0 7 0,-1-7 0,-1-1 0,0 9 0,-1-5 0,1-4 0,0-2 0,0 2 0,-1 2 0,0 5 0,1-3 0,-1 4 0,-1-5 0,-1 3 0,-2-6 0,0-4 0,-1 0 0,0 1 0,1 4 0,0 6 0,1-6 0,-1 1 0,-1 7 0,-1-6 0,-2-4 0,0-1 0,0-1 0,0 3 0,1 4 0,2 7 0,1-2 0,-1-1 0,0 3 0,-2-7 0,-1-5 0,-2-4 0,1 0 0,0 0 0,0 4 0,2 4 0,1 8 0,1-6 0,-1 2 0,0 0 0,-1-9 0,-2-4 0,0-2 0,0 3 0,2 7 0,2 9 0,-1-5 0,1 5 0,-4-10 0,-1-6 0,0-3 0,0 2 0,0 4 0,3 10 0,0 0 0,-1 1 0,0-1 0,-3-9 0,-1-4 0,-1-1 0,1 2 0,1 6 0,2 9 0,-4-8 0,3 6 0,-3-9 0,-1-3 0,0 2 0,3 8 0,2 6 0,0 0 0,-1-6 0,-2-9 0,-1-3 0,2 4 0,2 8 0,0-6 0,2 10 0,-2-7 0,0-2 0,-2-1 0,2 5-1093,-3-4 1,0 2 0,1 1 607,-1-4 1,0 0 0,0 0 484,-2 2 0,0 0 0,2 8 0,0 5 0,3-2 0,0 1 0,-1 5 0,-2-20 0,8 27 0,0-14 0,3 18 0,0-5 0</inkml:trace>
  <inkml:trace contextRef="#ctx0" brushRef="#br0" timeOffset="53806">13876 16092 24575,'26'-2'0,"1"-1"0,9 1 0,-4 1 0,-10 0 0,13 0 0,-2 0 0,-16 1 0,8-2 0,8 0 0,-7 0 0,-6 1 0,10-2 0,8 0 0,-8 0 0,-8 0 0,4 2 0,6-1 0,-7 1 0,-7 0 0,9 0 0,1 2 0,-3-1 0,4 0 0,-12-2 0,-3-4 0,-9 3 0,3-2 0</inkml:trace>
  <inkml:trace contextRef="#ctx0" brushRef="#br0" timeOffset="54290">14629 15984 24575,'-2'10'0,"-1"23"0,4-7 0,0-5 0,1 0 0,2-1 0,0-13 0,2-7 0,-4-4 0,11-3 0,-4 5 0,2-4 0,-9 4 0,-23 6 0,-1 0 0,-3-1 0,7-1 0,-3 0-469,-9 0 1,-5-1 0,7-1 0,6-2 0,-5 1 0,0 0 0</inkml:trace>
  <inkml:trace contextRef="#ctx0" brushRef="#br0" timeOffset="57935">7864 14675 24575,'20'0'0,"-1"0"0,4 0-1639,6-1 1,-1-1-1639,-13 2 1638,14-2 1,-2 0-1639,-18 1 2653,13 0 1,0 1 623,-14 0-353,13 0 0,3 0 353,-7 1 0,7 0 0,1 1 0,-7 2 0,5-1 0,0 0 0,0-1 0,8-1 0,1 0 0,-6-1 0,8 1 0,1 0 0,-8-1 0,4 1 0,1 1 0,-4-2 1342,-1 1 0,1 0-1342,9-1 0,-10 0 0,2 0 0,-2 0 0,9 0 0,-7 0 0,4 0 0,-7 0 3276,-10 0-3030,9-1-1,8 1 1,-7-1-246,-3-1 0,14 0 0,0-2 1580,-19 1-1580,16-2 0,1-1-1491,-18 2 1491,8 1 0,4-1 1638,-9-1 0,0 1-581,6-1 0,1-1-1057,3 0 0,2 0 0,4-1 0,3-1 0,-5 2-725,-9 2 0,1 0 725,2 0 0,5-1 0,2 0 0,-3 1 0,-1-1 0,-2 2 0,2-1-820,2 0 1,2 0 0,0 0 0,-2 0 128,-4 1 1,-2-1 0,2 0 690,5 0 0,3-1 0,-2 1 0,-9 1 1005,-5 1-1005,3-1 0,7-2 0,2 1 0,-7 0 0,-7 2 0,0 0-1093,15-2 1,6-2 0,-6 2 923,-13 2 0,1 0 169,4-1 0,6-2 0,0 1 0,-5 0 75,-5 2 1,0 1-76,12-4 0,5 0 0,-5 1 0,-14 2 0,0 1 0,6 0 0,3 1 0,-1-1 0,9 1 0,-2 0 0,-4 1 0,1 0 0,-2-1 0,2-1 0,-7 1-1705,-6 0 1705,2 1 0,1 0 3276,13-1-3272,-5 1 1,1-1 224,-9 1 0,1-2-229,9-2 0,3-1 0,-9 0 3276,-9 1-2655,9-4 0,7-3 0,-4 0-621,3-1-708,-3-1 0,6-2 0,-5 1 708,-11 6 0,-1 0 0,14-8 0,5-4 0,-8 4-332,-2 3 332,-5 0 0,7-3 0,0-1 0,-6 4 0,3-3 0,0 1 0,5-1 0,-5 2 297,2 0-297,-6 4 0,3-2 0,0 0 0,1 1 0,-1 0 0,-1 1 0,3-2 0,1 1 0,2-1 0,3 1 0,-7 3 0,-9 5 0,12-4 0,4 0 1638,-13 5 0,1 0 0,12-2 0,0 1-1352,-13 1 0,-1 1-286,11 0 0,-4 0 0,-18 0 0,17-1 0,1 0 0,-16 1 0,23 0 0,2-1 0,-15-1 0,3 2 0,4-1 0,0 0 0,7 1 0,-2-1-220,-7 0 1,0 0 219,1 1 0,1-1 0,-4 0 0,3 1 0,6-2 0,1 1 0,1 0-1639,-1-1 1,-2-1-1639,-13 0 3234,11-1 1,2 0 42,-4 1 0,-2 0 147,-5 1 0,0-1-147,12 1 0,-5 0 0,-21 0 0,24 1 0,-4-1 0,-2 2 0,3 0 0,4 0 0,-1-1 0,1-1 1638,-6 2 0,1 0-809,1-2 1,2-1-1,-5 0-829,3 0 0,0 0 0,5-2 0,-5 1 0,7 0 0,-6 0 0,4-1 0,-7 1 0,-8 3 0,6-3 0,7-3 0,-7 3 0,-9 2 0,10-2 0,11 0 0,0-1 0,-9 1-649,-2 1 649,2 0 0,9-2 0,-1 0 0,-9 1 0,-4-2 0,4-1 0,6-2 0,-6 2 0,-1-1-1093,-1-1 1,3-3 0,-5 3-1862,-2 2 2249,2-4 0,5-3 0,-3 2 705,2 0-1093,1 0 1,6-2 0,-6 2 903,1-1 189,-3 3 0,4-1 0,-8 2 241,-8 5-241,10-6 0,0 0 0,-14 7 0,12-7 0,-16 6 3276,3 1-3199,-9 2 1,4 1 0,-5 0-1</inkml:trace>
  <inkml:trace contextRef="#ctx0" brushRef="#br0" timeOffset="59444">4917 13452 24575,'37'0'0,"-9"0"0,-3 0 0,5-1-820,3-2 1,7 0 0,1-1 0,-6 1-820,0 1 1,0-1 982,-6 0 1,5-1-1,2 0 1,-3 0 0,-5 1 569,-2 1 0,0 0 86,0-3 0,3 0 0,4-2 0,-2 1 0,-1 1-251,4 1 0,-3 0 1,6-1 250,-6 0 0,5-3 0,3 0 0,0 0 0,-1 0 0,-3 1 0,-6 2 0,-1 1 0,-5 1 0,6-2 0,-3 0 0,5-1 0,4-1 0,3-2 0,2 1 0,0-1 0,-1 0 0,-2 1 0,-4 1 0,-5 1-806,3 0 1,-6 1 0,1 1-1,6-2 806,-7 1 0,4-1 0,2 0 0,3-1 0,2 0 0,2-1 0,0 1 0,1-1 0,-1 1 0,1 0 0,-2 0 0,-1 1 0,-2 0 0,3 0 0,-1 1 0,0 1 0,0-1 0,-1 1 0,-1 0 0,1 0 0,0 0 0,0 0 0,0 0 0,1-1 0,0 1 0,-1-1 0,1 0 0,-1 0 0,1 0 0,0 0 0,1 1 0,-1 0 0,2 0 0,-3 1 0,1 0 0,3 0 0,-1 0 0,1 0 0,0 0 0,-1 1 0,-1 0 0,-2 0 0,-2 0 0,-3 1 0,-4 0 37,9-1 1,-7 1 0,-1 1 0,5-1-38,-2 1 0,5-1 0,2 1 0,1 0 0,0 0 0,-3 0 0,-3 0 0,-6 0-493,9 0 1,-2 0 492,-4 0 0,4 1 0,3-1 0,1 1 0,-2-1 0,4 0 0,1 0 0,-1 0 0,-3 0 0,-6 0 493,6 0 0,1 0-493,-11-1 0,7 1 0,3-1 0,5 0 0,1 0 0,0 0 0,-1 0 0,-3 0 0,-3 0 0,-7 0 64,11-1 0,-7 1 0,5-1-64,-8 1 0,5 0 0,2 0 0,3-1 0,1 1 0,-1 0 0,-2-1 0,-3 1 0,-4-1 0,3 0 0,-5 0 0,0 0 0,5-1 0,-2 1 0,5 0 0,2-1 0,3 1 0,1-1 0,-2 0 0,-1 0 0,-4 0 0,-4 1 0,1-2 0,-5 0 0,-1 0 0,7-1 0,-5 2 0,5-2 0,3 1 0,2-1 0,2-1 0,-1 1 0,-2 0 0,-2 0 0,-4 1 0,-6 1 0,4-2 0,-7 2 0,7-3 0,-4 1 0,6-1 0,4-2 0,3-1 0,1 0 0,2-1 0,0 1 0,-2-1 0,-2 1 0,-4 1 0,-5 2-475,7-3 0,-6 2 1,0 0-1,6-2 475,-7 1 0,3 0 0,3-2 0,3 0 0,2-1 0,1-1 0,0 1 0,-1 0 0,-1 0 0,-3 0 0,-2 1 0,-4 2 0,7-4 0,-5 2 0,-2 0 0,2 0 0,5-3 0,-9 4 0,3-1 0,3-1 0,2-1 0,1 0 0,2-1 0,0 0 0,0 0 0,0 0 0,-2 1 0,-1 0 0,-3 1 0,-2 0 0,-3 2-147,8-4 0,-6 2 1,-3 1-1,4-1 1,7-2 146,-12 4 0,2-1 0,4 0 0,2-1 0,2-1 0,2-1 0,1 0 0,2 0 0,0-1 0,0 1 0,0 0 0,0-1 0,-1 1 0,-1 1 0,-1 0 0,-2 1 0,-3 1 0,-2 0 0,-3 2-17,10-3 0,-6 2 0,-2 1 0,-2 1 0,1-1 0,4-1 0,4-1 17,-9 2 0,3-1 0,2 0 0,1-2 0,2 1 0,1-1 0,1-1 0,1 0 0,0 1 0,1-1 0,0 0 0,0 0 0,-1 1 0,0 0 0,-1 0 0,0 1 0,-3 0 0,0 2 0,3-2 0,-1 2 0,0 0 0,0 0 0,-1 1 0,0 0 0,-1 0 0,0 0 0,-1 0 0,1 1 0,-1-1 0,-1 0 0,1-1 0,5-1 0,-1 0 0,-1-1 0,0 0 0,0 1 0,-1-1 0,1 1 0,-1 0 0,1 0 0,-1 1 0,2 0 0,1 1 0,1 0 0,1-1 0,-2 1 0,0 1 0,-3 0 0,-2 0 0,-5 1 0,-4 1 0,12-4 0,-6 2 0,0 1 0,0 2 0,-9 1 0,-13 1 0,11-2 0</inkml:trace>
  <inkml:trace contextRef="#ctx0" brushRef="#br0" timeOffset="60477">4845 12035 24575,'33'10'0,"-11"-4"0,1 0 0,3 2 0,1-2-574,-4-1 1,0 0 573,2 0 0,-2 0 375,-1-5-375,8 1 0,0-1 0,-2 0-1639,5 0 1,-1-1-1486,-8-1 1485,10-4 1,0-1 507,-11 3 437,1-1 1,8-2-1,1 0 1,-4 2 693,-4 0 0,0 1-508,5-1 1,6-2 0,1 0 0,-5 1 507,2-1 0,1 1 242,-8 2 1,4-2-1,2 1 1,-1 0 0,-3 0-243,3 0 0,-2 1 0,1 0 0,5-2 0,2 0 0,-3 1 0,5 1 0,-8 1 2629,-14 1-2629,11 0 0,-1 1 0,-8-2 0,9 2 0,8 0 0,-5 1 2832,0-3-2832,-8 2 0,8 0 0,4-1 0,3 1 0,-3-1 0,-5 0 337,4-1 0,-4-1 0,6 0-337,-9 1 0,3 0 0,4 0 0,2 0 0,1 0 0,2-1 0,1 1 0,-1-1 0,0-1 0,-2 1-245,-2-1 0,1 0 1,0-1-1,-1 0 0,2 0 1,-2-1-1,1 1 1,0 0-1,-1 0 0,-1 1 1,-1-1 244,2 2 0,-2-1 0,-1 1 0,-1 1 0,0-1 0,2 0 0,0 0 0,2-1 0,2-1-189,-6 0 1,3 1 0,1-2 0,1 0 0,2 0 0,1 0-1,0-1 1,1 0 0,-1 0 0,-1 0 0,0 0 0,-2 0-1,-2 1 1,-2 0 0,-2 0 0,-3 1 188,9-3 0,-7 1 0,-2 0 0,0 0 0,3 0 0,5-2-95,-9 3 1,3 0 0,3-1 0,2-1 0,2 1 0,1-1 0,1-1 0,1 1 0,-1-1 0,1 1 0,-1-1 0,-1 1 0,-1 0 0,-2 0 0,-3 1 0,-2 0 0,-4 1 94,10-3 0,-6 1 0,-2 1 0,-1-1 0,2 0 0,7-2-24,-9 3 0,3-1 0,4-1 0,1-1 0,3 0 0,1-1 0,1 0 0,0 0 0,-1 0 0,0 0 0,-1 1 0,-2 0 0,-3 0 0,-2 2 0,-4 0 0,-3 2 24,7-3 0,-7 2 0,-1 0 0,8-3 0,-6 2 0,4-1 0,4-1 0,3-2 0,2 0 0,3-2 0,0 1 0,0-1 0,1 1 0,-2 0 0,-2 0 0,-2 1 0,-4 2 0,-3 0 0,-5 3 0,14-6 0,-9 3 0,6-2 0,-6 2 0,5-2 0,4-2 0,2 0 0,0-1 0,-2 1 0,-4 1 0,-5 2 0,-8 3 0,11-7 0,0-3 0,-7 2 0,-22 11 0,5-4 0,-8 9 0</inkml:trace>
  <inkml:trace contextRef="#ctx0" brushRef="#br0" timeOffset="60995">9381 9127 24575,'17'-12'0,"-1"1"0,9-4 0,4-3 0,-3 4 0,-8 4 0,2 1-656,3-3 1,4-3-1,4-1 1,1-1 0,0 1 108,-3 2 1,0 0 0,2 0 0,-1 0 0,1 0 0,1 0 77,-4 1 1,1 0 0,0 0 0,1 1 0,0-2 0,0 1 0,2-1 301,-3 1 1,1 0 0,0-1 0,1 0 0,0 0 0,1 0 0,1 0 0,0 0 0,0-1 27,-2 3 0,1-1 0,0-1 0,1 1 0,1 0 0,0-1 0,-1 1 0,1 0 0,-1 0 1,0-1-1,-1 2 0,-1-1 139,3-2 0,-1 1 0,-1 1 0,-1-1 0,0 0 0,1 0 0,0 0 0,2 0 0,0 0-191,-3 1 0,1 0 0,1-1 1,1 1-1,1-1 0,0 0 0,0 0 1,0 0-1,-1 1 0,-2 0 0,-1 0 1,-2 2-1,-2 0 191,6-3 0,-2 1 0,-3 1 0,-1 0 0,1 0 0,1 0-131,2 0 1,1-1 0,1 0 0,0 0 0,-2 1 0,-3 0 0,-4 3 130,9-4 0,-2 0 0,-4 1 0,4-1 0,-2 0 0,-11 4 0,-9 4 0,18-10 0</inkml:trace>
  <inkml:trace contextRef="#ctx0" brushRef="#br0" timeOffset="61862">13218 10736 24575,'26'-11'0,"8"-4"0,-11 4 0,3-2-1093,-2 0 1,2-1 0,4-3 601,-1 1 1,4-2 0,2-1 0,0 0 0,-1 0 0,-5 3-293,4-2 0,-4 2 1,5-3 782,-9 6 0,5-3 0,2-1 0,3-2 0,1 0 0,0 0 0,-2 2 0,-4 1 0,-3 2 0,-6 3 0,6-2 0,-2 0 0,-1 2 0,6-5 0,4-2 0,2-1 0,0 1 0,-2 0 0,-4 2 0,-7 4 0,3-1 0,-3 0 0,1 0 0,5-2 0,2-1 0,-3 1 0,-7 3 0,7-3 0,-6 3 0,-3 2 0,-9 4 0,1 1 0</inkml:trace>
  <inkml:trace contextRef="#ctx0" brushRef="#br0" timeOffset="77486">19422 14191 24575,'12'-8'0,"-2"1"0,-3 1 0,-1 2 0,5-6 0,2-1 0,-3 1 0,9-7 0,-2-3 0,-3 5-1639,1 0 1,-3 1-1639,-6 7 3047,19-17 230,-21 18 0,20-20 0,-10 12 0,2-5 0,4-5 0,-13 15-3277,12-13 2017,-15 16 632,15-16 628,-15 14 0,13-12 0,-12 15 0,9-10 0,-10 13 3276,14-16-2327,-1 7-9,-3-3-940,14-4 0,-5-3 0,-2 4-1639,-2 2 1,-2 2 378,-10 6 195,10-6 0,1 2 1065,-11 6 0,21-13 0,-6 8 1928,-5 2-1928,3-1 3276,5-2-2116,6-2-1160,-12 6 0,0-1 0,10-5 0,-3 1 0,-2 5 0,-1-4 0,5-2 0,-5 3 0,2 0-574,-2 1 0,3-3 1,-5 3 573,-5 4-1639,7-4 1,-1 0 1049,-9 7-252,15-9 1,1-1 840,-16 9 0,17-7 0,3-2 0,-14 5 0,-1 2 0,14-5 0,0 0 0,-13 4 0,0 0 0,9-2 0,-3 1 3034,-9 3-3034,14-5 0,2 1 0,-8 1 645,0 0 0,4-1 0,-3 2-645,6 1 0,-7-1 0,7-1 0,0 0 0,-5 1 0,-1 1 0,1 0 0,6-1 0,6-1 0,1 0 0,-4 0 0,-5 2 0,-2 1 0,-1 0 0,3-1 0,-1 1 0,1 0 0,-3 0 0,0 0 0,-2 2-1639,-2 1 1,-2 1 1439,-3-2 0,2 0-621,8 1 1,4 0 0,-8 1 819,-6-1-217,8 1 1,11-1 0,0 1 0,-10-1 216,-5 1 0,1 0 0,10 0 0,3 0 0,-2 0 0,-8 0 0,10 0 392,-6 1 1,9 0 0,1 0-1,-5 0-392,3 1 0,-2 0 0,-11-1 0,-1 0 0,3 1 0,3 1 0,4 0 0,-2 0 0,-8 0 0,2 1 0,3-2 0,12 2 0,-1-1 0,-12 0 0,-7-1 0,1-1 0,10 1 0,4 1 0,-2-1 0,-8-1 0,-7 0 0,0-1 0,7 2 0,7-1 0,3 1 0,-2-1 0,-9 0 0,8-1 0,-7 0 0,8 0 0,-1 1 0,-10-1 2807,-5 1-2807,12 0 0,8 0 0,-7-1 0,-11-1 0,10 2 0,9 0 0,-8 0 0,-10-2 0,3 1 0,9 0 0,1 1 0,-7-1 3276,8-1-3252,-4 1 0,8 0 1,0-1-1,-9 1-24,6 0 0,-9 0 0,7-1 0,2 1 0,-2-1 0,-9 1 3276,5 0-3070,-3-1 1,11 0-1,4 0 1,-2 0-1,-8 1-696,-4 0 0,0-1 490,2 1 0,6-1 0,2 0 0,-2 0 0,-7 1 0,-2-1 0,-1 1 0,6 0 0,7-1 0,-2 1 0,-9-1 0,-1 1 0,1 0 0,8 0 0,0 0 0,-9 0 0,-1 0 0,7 0 0,9 1 0,-7-2 0,-3-1 0,-5 2 0,8 0 0,1 0 0,-7 0 0,-6-1 0,1 0 0,3 0 0,7-1 0,3 0 0,-3 0 0,-7 1 0,-5 0 0,0 0 0,5-1 0,7-2 0,2 1 0,-3-1 0,-8 2 0,7 1 0,-6-2 0,9 0 0,3 0 0,-4-1 0,-9 2 0,1 0 0,5-1 0,10 0 0,-1 0 0,-11 1 0,-6 1 0,3 0 0,10 1 0,0-1 0,-8 0 0,3 0 0,1 0 0,7 0 0,-1 1-1093,-6-2 1,0 1 0,-3-1 217,6-1 1,2 0 874,-5 1 0,6-1 0,-2 1 0,-9-1 617,4-1-617,1-1 0,8 0 0,-7 1 0,-4 1-957,3-3 0,8-1 0,-7 1 957,3 0 0,-4 1 0,7-1 0,-8 1 940,-8 2-940,2 0 0,8-1 0,2 0 0,-8 1 1638,-7 1 0,0 0-1567,9-1 0,7-2 0,2 0 0,-4 0-388,1 0 0,-2 1 0,1-2 317,-1 1 0,3 0 0,-1 0 0,-3-1 0,-1 1 0,-2-1 0,1 0 0,9 0 0,2 0 0,-10 0 0,-7 0 0,2 1 0,10-1 0,1 0 0,-8 2 0,-9 1 0,1 1 0,11-3 0,9-1 0,0 0 0,-8 1 0,-9 3 0,-1 0 0,9-2 0,9 0 0,-1-2 0,-5 2 1638,-4-1 0,1 0-1562,-2 2 0,6-1 1,2 0-1,-2 1 1,-7 0-77,1-1 0,-1 1 0,-2 0 0,7 1 0,1-1 0,-4 1 0,-8 0 0,3 1 0,0 0 0,8-2 0,1 1 0,-9 0 0,1 0 0,2-1 0,6 0 0,-7 0 428,-7 0-428,12-1 0,-2 0 1021,-22 3-1021,22-3 0,1 1 1524,-21 2-1524,17-2 0,0-1 0,-18 3-1639,13-2 1,-1 0 537,-10 2 208,11-1 1,0 1 892,-12-1-92,19 0 1,-25 2 0,2 0-1</inkml:trace>
  <inkml:trace contextRef="#ctx0" brushRef="#br0" timeOffset="78862">17086 8420 24575,'-9'10'0,"-1"5"-1639,-5 6 1,0 1-1639,2-1 2808,-4 1 1,-4 5 0,5-8 0,8-8 0,-7 6 0,0-1 0</inkml:trace>
  <inkml:trace contextRef="#ctx0" brushRef="#br0" timeOffset="79298">16858 10704 24575,'0'19'0,"1"0"0,1 11 0</inkml:trace>
  <inkml:trace contextRef="#ctx0" brushRef="#br0" timeOffset="79583">16979 12586 24575,'0'0'0</inkml:trace>
  <inkml:trace contextRef="#ctx0" brushRef="#br0" timeOffset="79810">17580 13876 24575,'0'0'0</inkml:trace>
  <inkml:trace contextRef="#ctx0" brushRef="#br0" timeOffset="82881">20130 14607 24575,'0'0'0</inkml:trace>
  <inkml:trace contextRef="#ctx0" brushRef="#br0" timeOffset="83144">20279 14465 24575,'8'-21'0,"-2"4"0</inkml:trace>
  <inkml:trace contextRef="#ctx0" brushRef="#br0" timeOffset="84873">2489 4443 24575,'17'-4'0,"3"-1"-1093,7-3 1,8-3 0,-6 3-2185,5-2 2184,-7 2 1,5-1 0,-2 1-547,5-1 1,-3 2 1270,0-1 1117,4-2 1,-6 1-750,-24 5 0,0 2 0,-5 1 0,1 3 0</inkml:trace>
  <inkml:trace contextRef="#ctx0" brushRef="#br0" timeOffset="108843">2845 2794 24575,'33'-12'0,"-14"6"0,3-2 0,1 0 0,6-1 0,-2-1 0,2 3 0,-17 5 0,7-1 0,-8 2 0,3-1 0,-7 0 0,-1 2 0,-3 0 0</inkml:trace>
  <inkml:trace contextRef="#ctx0" brushRef="#br0" timeOffset="125144">23866 16201 24575,'29'-21'0,"1"0"0,-1 0 0,-5 6 0,-1-1 0,6-8 0,1-4 0,-6 5 0,-7 5 0,6-8 0,0 1 0,-12 9 0,2-1 0,-10 11 0,-2 6 0</inkml:trace>
  <inkml:trace contextRef="#ctx0" brushRef="#br0" timeOffset="126308">16990 10388 24575,'10'-18'0,"3"-4"0,-1 2 0,1-1 0,-1 2 0,-4 5 0,4-7 0,0 1 0,-6 6 0,2-4 0,0-1 0,-2-2 0,1-3 0,-4 13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35:30.498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3915 2900 24575,'21'-6'0,"-2"0"0,1-1 0,-2 1 0,1 0-1639,8-3 1,0 0-1639,1-1 4048,-1 0 1,1-1-772,-3 1 0,-1-1-1639,-3 3 1,-1-1 1351,11-6 287,-14 6 0,-5-2 0,6 1 672,-11 5 0,-5 5 1,-1 0-1</inkml:trace>
  <inkml:trace contextRef="#ctx0" brushRef="#br0" timeOffset="18715">3035 5106 24575,'19'-2'0,"9"2"0,1-1 0,-2 1 0,7-2 0,-19 2-1639,4-1 1,0 1-1639,-6 0 159,20 0 3118,-23 0 1872,22 0-1872,-8-2 0,0 2 0,8-2 0,-25 2 0,17-1 3276,-2-2-1774,-3 2 1,1 0-998,8-2-505,8 3 0,-4 0 0,-13 0 0,7-1 0,0 1 0,-13-1 0,12 0 0,0 1 0,-11 0 0,15 0 0,0 0 0,-12 0 0,9-1 0,-1 0 0,-6 1-1639,10-3 1,2 0-1533,-6 0 3171,8-1 0,-1 1-26,-15 0 26,14 1 0,1 0 0,-5 1 0,1 0 0,7 0 0,-6 1-560,4 0 560,-5 0 0,5 0 0,-5 1 647,-1 1-647,4-2 0,8 1 0,-6-1 3276,0 0-2648,-8 1 1,8 0-1,-1-1 1,-8 1-629,-1-1 0,2 1 0,9-1 0,1 1 0,-7-1-803,-6 0 1,-1 0 802,6 0 0,6 0 0,3 1 0,-3-1 0,-6 0 0,-5 0 0,0 0 0,4 0 0,6 0 0,3 0 0,1 0 0,-3 0 0,1 0 0,-1 0 0,0 0 0,0 0-378,0 0 1,-1 0-1,1 0 1,1 0 377,3-1 0,3 1 0,0-1 0,-4 0 0,-7 0-1639,-6 1 1,-2 0 1264,5-1 1,1 0-1,-1 1 528,-2 0 1,-1 0-155,1 1 0,1-1 555,0 1 0,0-2-555,8 1 0,-6-1 1242,-16 1-1242,9-1 0,1 0 0,3 0-507,11 1 1,2 0 506,0-3 0,-4 3 0,6 0 0,-8 1 117,-11 0-117,5 0 0,7 0 0,-7 1 0,-5 1 0,4-1 0,-1 0 0,-11-2 0,10 3 0,-5-1 0,11 1 0,-8-2 575,8 2-575,-3 2 0,-6-3 0,12 4 0,-22-6 0,15 1 0,-20-1 0,6 0 0</inkml:trace>
  <inkml:trace contextRef="#ctx0" brushRef="#br0" timeOffset="21035">6614 5093 24575,'-6'18'0,"3"-6"0,-1 4 0,3-10 0,0-15 0,1 2 0,5-13 0,-3 9 0,5-11 0,-4 5 0,1-1 0,0 7 0,2 8 0,1 5 0,10 1 0,-2 0 0,0 1 0,-6 0 0,-9 1 0,-11 12 0,-2 2 0,-8 7 0,6-8 0,1-1 0,5-7 0,3 0 0,4-6 0,6-4 0,-1-3 0,0-2 0,-3 0 0,1 2 0,2-2 0,2 5 0,0-1 0,1 1 0,3-2 0,-1 2 0,2-2 0,-4 2 0,-2 0 0,-1 2 0,-1-2 0,-6 6 0,-3-4 0,3 3 0,3-8 0,7-2 0</inkml:trace>
  <inkml:trace contextRef="#ctx0" brushRef="#br0" timeOffset="22248">8254 5409 24575,'5'22'0,"1"-4"0,-1 10 0,0-12 0,-2 14 0,-2-22 0,-4 23 0,1-23 0,-5 23 0,0-16 0,1 0 0,-3-3 0,1-9 0,-9 0 0,6-1 0,-17-2 0,20 0 0,-25 0 0,25 0 0,-27-3 0,24 1 0,-20-4 0,16 0 0,0-3 0,9 4 0,5 1 0</inkml:trace>
  <inkml:trace contextRef="#ctx0" brushRef="#br0" timeOffset="22582">8080 5370 24575,'5'2'0,"-1"-2"0,-2 1 0,-1-1 0</inkml:trace>
  <inkml:trace contextRef="#ctx0" brushRef="#br0" timeOffset="23200">8340 5326 24575,'6'2'0,"-1"0"0,1 4 0,3 5 0,-5-5 0,5 9 0,-3-5 0,-4 0 0,14 6 0,-6-9 0,12 7 0,-10-9 0,2-1 0,-9-5 0,1 0 0,0-3 0,-3 3 0,2-7 0,-3-2 0,-9-9 0,2 5-820,-7 0 1,8 10 0,1 1 0</inkml:trace>
  <inkml:trace contextRef="#ctx0" brushRef="#br0" timeOffset="24049">8472 5317 24575,'8'5'0,"6"-2"0,-1 4 0,-1-6 0,3 6 0,-9-2 0,2-2 0,0 9 0,-5-8 0,0 5 0,-3-2 0,0-1 0,1 0 0,2-5 0,1-7 0,4-1 0,-5-1 0,5-1 0,-6 7 0,7-8 0,3 2 0,11-5 0,-6 3 0,7 3 0,-15 5 0,1 0 0,-5 4 0,0 1 0,1 0 0,0 3 0,-1-2 0,-4 0 0,-1 2 0,1-2 0,2 7 0,2-2 0,0 0 0,12 8 0,3-6 0,2 2 0,-6-6 0,-12-7 0</inkml:trace>
  <inkml:trace contextRef="#ctx0" brushRef="#br0" timeOffset="24699">8956 5402 24575,'12'26'0,"-1"-2"0,-3-8 0,-4-3 0,-2-14 0,2-11 0,1-10 0,0 3 0,3-11 0,-6 24 0,3-13 0,-5 16 0,3 1 0,7 12 0,-6-3 0,10 8-3277,-1 2 0,-4-10 109,16 18 3168,-19-21 0,9 10 0,-11-12 0,-1 1 0,-2-3 0</inkml:trace>
  <inkml:trace contextRef="#ctx0" brushRef="#br0" timeOffset="25200">9231 5417 24575,'-12'8'0,"5"-6"0,-8 11 0,9-5 0,-3 1 0,5 3 0,0-10 0,3 6 0,12-7 0,8-1 0,1-2 0,6-3 0,-18 3 0,5-2 0,-6 2 0,-5-1 0,-1 1 0,-4 2 0</inkml:trace>
  <inkml:trace contextRef="#ctx0" brushRef="#br0" timeOffset="25637">9387 5381 24575,'-6'12'0,"3"-3"0,3 1 0,6-2 0,10-2 0,-4-1 0,9 1 0,-11-4 0,0 2 0,-11 5 0,-3-5 0,-6 5 0,3-5 0,-5 3 0,4-4 0,-1 1 0,7-6 0,1 1 0,1-2 0</inkml:trace>
  <inkml:trace contextRef="#ctx0" brushRef="#br0" timeOffset="26151">9473 5354 24575,'4'8'0,"1"10"0,1 2 0,-4-8 0,3 11 0,1 0 0,-3-13 0,2 6 0,-2-11 0,5-11 0,-5 3 0,16-18 0,-11 13 0,14-15 0,-8 9 0,1 0 0,-5 6 0,-3 18 0,1 5 0,-2 2 0,2 0 0,-6-13 0,3 2 0,-2-3 0,1-2 0,0 1 0,0-2 0,-2 0 0,-1 0 0</inkml:trace>
  <inkml:trace contextRef="#ctx0" brushRef="#br0" timeOffset="27334">10314 5442 24575,'7'0'0,"0"0"-3277,16 1 0,-13 0 1638,13-2 1,1 0 963,-7 1 1658,8-3 0,1-1-983,8-3 0,-3 0 0,-12 1 0,-1 0 0,0 1 0,0-2 0,-7 5 0,-9 2 0</inkml:trace>
  <inkml:trace contextRef="#ctx0" brushRef="#br0" timeOffset="28248">10862 5385 24575,'10'7'0,"4"10"0,1 8 0,-3 0 0,-3-5 0,-4-14 0,-2-15 0,-1 4 0,3-13 0,-2 13 0,1-6 0,-1 8 0,7 2 0,2 6 0,2 2 0,1 2 0,-5-1 0,-2-2 0,-1-3 0,3-11 0,-7 2 0,14-11 0,-14 14 0,10-8 0,-8 8 0,2-1 0,-4 7 0,-2-1 0,-1 2 0,0-2 0</inkml:trace>
  <inkml:trace contextRef="#ctx0" brushRef="#br0" timeOffset="28718">11158 5417 24575,'12'5'0,"5"-2"0,-2 1 0,7-4 0,-14 0 0,7 0 0,-10 0 0,3 0 0,1-1 0,-5 0-820,6-2 1,-8 3 0,1-1 0</inkml:trace>
  <inkml:trace contextRef="#ctx0" brushRef="#br0" timeOffset="28922">11387 5410 24575,'14'1'0,"6"1"0,0-2 0,-4 1-3277,2-3 0,-13 0 1328,8-3 1949,-10-2-705,2 1 1,-4 0-1,-1 5 1</inkml:trace>
  <inkml:trace contextRef="#ctx0" brushRef="#br0" timeOffset="29138">11480 5328 24575,'8'1'0,"-2"2"0,-1 4 0,-4-2 0,1-1 0,-2-2 0</inkml:trace>
  <inkml:trace contextRef="#ctx0" brushRef="#br0" timeOffset="59699">1929 3854 24575,'22'-1'0,"-1"-1"-1639,8 3 1,-1 0-1639,-4-1 1638,9 1 1,0 1 238,-15-2 548,7 1 0,-1 0 852,-8-1-1250,6 0 1,-1 0 1249,-12 0 2499,19 0-2499,2 0 1614,-16 0-1614,8 0 0,7 0 0,-5 0 3276,-7 0-2856,10-1 0,7 1 1,-6-1-421,-8 1 0,5-1 0,5 0 0,-5 0 0,-8 1-1639,14-1 1,-3 0 378,-19 1 1017,12 0 0,1 0 243,-10-1 0,9 1 0,1-1 0,-8 0 0,8 1 0,2 0 0,-2 0 0,6 0 3276,-9 0-2256,-11 0-201,2 0 0,-5 0 0,-2 0 0</inkml:trace>
  <inkml:trace contextRef="#ctx0" brushRef="#br0" timeOffset="64606">14787 4956 24575,'25'0'0,"-1"0"0,-7 0 0,8 0 0,0 0 0,-13 0 0,3 0 0,5-2 0,6 2 0,-10-1 0,10-1 0,-11-2 0,-4 1 0,4-1 0,-11 3 0,1 0 0,-2 0 0,-1 1 0</inkml:trace>
  <inkml:trace contextRef="#ctx0" brushRef="#br0" timeOffset="67181">25107 5025 24575,'20'-2'0,"-3"1"0,-7 0 0,4-3 0,-6 2 0,11 0 0,-15 2 0,9 0 0,-9 0 0,10-2 0,-5-1 0,8 0 0,-9-1 0,-2 3 0,-5 1 0</inkml:trace>
  <inkml:trace contextRef="#ctx0" brushRef="#br0" timeOffset="67880">22622 5056 24575,'36'-5'0,"0"0"0,-3 1 0,-10 1 0,3 0 0,1 1-1093,4 0 1,1 1 0,-3 0-547,-7 0 1,2 0 1091,2 0 1,8 0 0,5 0 0,-1 1 0,-4 0 0,-7-1-43,-5 1 0,0 0 589,2 0 0,6 0 0,5 0 0,3 0 0,1 0 0,-1 0 0,-4 0 0,-4 0-424,7 0 0,-6 0 0,7 0 424,-9 0 0,3 0 0,4 0 0,2 0 0,1 0 0,-1 0 0,-2 0 0,-2 0 0,-6 0 0,4 0 0,-5 0 0,-1 0 0,6 0 0,0 0 0,5 0 0,3 0 0,2 0 0,-1 0 0,-2-1 0,-5 1 0,-6-1-1358,7 0 0,-3-1 1358,-5 2 0,3-1 0,3 0 0,1 1 0,-1-1 0,-2 0 0,5-1 0,-2 0 0,-1-1 0,1 2 0,-3 0 0,-1 0 0,0 0 0,1 0 0,2 0 0,1 0 0,-1-1 0,-4 1 528,4 1 0,-6 0-528,-3 0 2620,13 0-2620,-8 0 0,0 0 0,-10 0 0,0 0 0,15 2 0,-4-1 0,-15 0 0,15 2 0</inkml:trace>
  <inkml:trace contextRef="#ctx0" brushRef="#br0" timeOffset="78801">2044 10075 24575,'6'0'0,"14"0"0,-12 0 0,11-1 0,0 1 0,-7-1 0,25 0 0,-26 1 0,12-2 0,-8-1 0,8 0 0,12-3 0,-15 2-1639,2 3 1,-1-1-1639,-12 1 3162,10 0 0,4 0 115,4 1 0,1-1-1639,-5 1 1,-4 0 378,-9 0-257,13 0 0,-1 0 1517,-13 0 3034,23 0-3034,-2 0 0,-15 0 0,11 0 0,-1 0 3276,-15 0-2960,9 0 0,3 0 1322,-4-1 0,2 0-170,11 0 0,1 0-1468,-10 0 0,1 0 0,15 0 0,-4 0 0,-22 1 0,18 0 0,1 0 0,-17 0 0,7 0 0,2 0 0,3 0 0,-3 0 0,12 0 0,-19 0 0,7 0 0,1 0 0,-1 0 0,5 0 0,4 0 0,-1 2 0,-2 0-1639,-7-1 1,-1 0 393,6 1 1,0 1 1244,7 1 0,-2 0-590,-3-1 590,-1-1 0,8 0 0,0 0 0,-8-1 0,0 1 0,-5-1 0,9-1 0,4 0 0,-3 0 0,-7 1 0,-4 0 0,-1 0 0,9 0 0,8 0 0,1-1 0,-4 1 0,-2-1 0,-3 0 0,0 0-1001,6 1 0,1 0 1001,-7-1 0,0 0 0,-2 0 0,-3-1 0,-2 0 0,4 0 0,3 1 0,-3 0 0,5 0 0,2-1 0,-2 1 0,-6-1 0,0 1 0,2 0 0,1 0 0,8 0 0,4 0 0,0 0 0,-4 0 0,-7 0 0,-3 0 0,0 0 0,2 0 0,6 0 0,4 0 0,0-1 0,-3 1 0,-9 0 0,-1 0 0,-1 0 0,4 0 0,8-1 0,3 1 0,0 1 0,-4-1 0,-4 1 0,-1 0 0,-1 1 0,0-1 0,2-1 0,-1 1 0,1-1 0,0 1 0,0 1 0,2 0 0,-1 0 0,-3 0 0,-8-1 0,7 0 0,-2 1 0,5 1 0,-7-2 0,-8 0 0,9-1 0,-1 1 0,-12-1 654,15 0-654,-17 0 0,2 0 0,-6 0 0</inkml:trace>
  <inkml:trace contextRef="#ctx0" brushRef="#br0" timeOffset="80569">13146 7003 24575,'20'-2'0,"1"-1"0,0 2 0,0-1 0,6 0-1639,4 1 1,0 1-1639,-1-1 2457,-6 0 1,8 1 0,-1-1 0,-6 1 1052,9 3-233,-6-3 0,9 0 0,3 0 0,-2 0 0,-8 0 264,-10 2 0,1-1-264,8 0 0,9 1 0,4-1 0,2 0 0,-4 0 0,-8-1-1475,5 1 1,0-1 1474,-6 1 0,6 0 0,2 0 0,2 0 0,-3-1 0,-6 1 0,3-1 0,-6 0 0,5 0 0,-5 0 0,4 0 0,2 0 0,-1 0 0,-2 0 0,-6 0 0,6 0 0,-2 0 0,8 0 0,3 1 0,-8-1 1736,-4 1-1736,1 0 0,-10-2 0,-1 1 0,-9-1 760,13-2-760,-19 3 320,5-1 1,-8 1-1,1 0 1</inkml:trace>
  <inkml:trace contextRef="#ctx0" brushRef="#br0" timeOffset="82111">12610 6193 24575,'-12'5'0,"-5"5"0,2-2 0,-2 1 0,6 0 0,-6 3 0,0-1 0,-12 13 0,7-8 0,5 0 0,1 1 0,-3 2 0,-6 9 0,17-16-3277,-8 9 0,13-12 2936,-8 17 341,10-17 0,-5 21 0,6-5 0,-2-2 0,7 10 0,-4-21 0,2 8 0,2 2 0,1-2 0,2 7 0,1 0 0,2-1 0,4 3 0,1-1 3276,-8-11-1638,11 12 0,-1 0-1460,-6-12-96,5 6 1,3 3-83,-2-8 0,0-1-1161,7 8 1161,-8-10 0,1-1 0,6 1 0,-1-1 0,5 2 0,0-1 0,-9-5 0,14 5 0,-2-1-756,-16-5 756,5-1 0,2 0 0,13 4 0,-12-8-1639,7 2 1,-1-1-1234,-10-3 2055,9-1 1,8-1 0,-5 0 816,6-1-490,-11-2 0,6-2 0,1 1 0,-6 0 490,-2 2 0,-1-1 0,5-3 0,4-1 0,-5 1 0,-8 3 0,0 1 0,5-2 0,3-1 0,-5 1 326,2-1-326,-1-1 0,3-1 0,-4 0 0,-2-2 0,3-3 0,0-1 3276,-10 4-2851,4-9 1,-2-1 2850,-7 8-2917,11-16 0,-1-1 2814,-14 16-3173,7-8 0,0-2 0,-2-7 0,-2 4 0,1-1 0,1-8 0,-1 1 0,-1 4 0,-6 16 0,5-20 0,1-2-2351,-6 20 2351,2-6 0,0-3-3277,-5-5 832,2 13 806,-7-13 1,-1 1 1088,2 15 82,-11-18 0,-3-1 468,-1 8 181,1 5 0,-5-3 0,-2 2-181,-1 3 0,-2 2 0,-2 1 0,-2 0 0,-3 1 0,0 0 0,3 1 0,2 0 0,3 0 0,-3 2 0,-2 2 0,-6 0 0,0 1 0,3 1 0,8 2 0,6 1 0,1 1 0,-13-3 0,-5 0 0,10 2 0,14 3 0,9 0 0</inkml:trace>
  <inkml:trace contextRef="#ctx0" brushRef="#br0" timeOffset="84637">15427 9656 24575,'0'16'0,"1"-2"0,1 0 0,3-4 0,5-11 0,7-4 0,5-3 0,2-2 0,3-1 0,-2 0-865,4-2 0,0 1 865,-3 0 0,3-2 0,-1 2 0,-6 2 0,3 1 0,-1-1 0,6-3 0,1-1 0,-7 4-470,7-4 470,0-1 0,6-4 0,-7 3 0,-9 0 0,3-1 0,-3 1 0,-12 4 421,5-7 1,-12 13 0,-1 1 0</inkml:trace>
  <inkml:trace contextRef="#ctx0" brushRef="#br0" timeOffset="91076">27609 9649 24575,'13'-4'0,"-5"1"0,-1 0 0,-5 3 0,-1-1 0,-1 2 0</inkml:trace>
  <inkml:trace contextRef="#ctx0" brushRef="#br0" timeOffset="102632">2598 14890 24575,'31'0'0,"-19"0"0,25 0 0,-20 0 0,3-1 0,2 1 0,1-1 0,3 0 0,-6 1 0,-1 0 0,4 0 0,-9 0 0,6 0 0,0 0 0,-2 0 0,8 0 0,2 0 0,-8 0 0,-1 0 0,14 0 0,-4 0 0,-5 0 0,-15 0 0,13 0 0,-1 0 0,-14 0 0,15-1 0,1 1 0,-11-1 0,13 1 0,2-1 0,-11 1 0,8 0 0,0 0 0,-9 0 0,6 0 0,0 0 0,-9 0-1639,9 0 1,-1 0-1639,-11 0 3047,16 0 230,2 0 0,-6 1 0,0 0 0,14-1 0,-3 2 0,-4-1 0,-18 0 0,17 0 0,-1 1 0,-14-2 1638,9 1 0,3 1 1638,7-2-3044,1 1-1871,-8 1 1,-3 0-1639,-7 0 2526,15 0 0,2 1 751,-4 0 0,5-1 0,-1 0 0,-2 2-1639,2-1 1,-2 0 800,-9 0-538,16 1 0,-1 0 1376,-22-4 192,21 2 1,0 0-193,-22-2 304,13 0 0,4 1-304,-5-1 0,-2 0 3245,9 2-3245,-5-2 0,4 0 0,-7 0 3276,-9 0-2751,14 0 0,9 1 1,-7 1-526,-5 1 0,2-1 0,6 1 0,-4 0-476,-7-1 1,-2 1 475,1-1 0,-1 0 0,15 1 0,-27-3 0,6 2 0,-3-2 0,2 0 0,7 0 0,-8 0 0,-1 0 0</inkml:trace>
  <inkml:trace contextRef="#ctx0" brushRef="#br0" timeOffset="106708">6353 15298 24575,'-2'20'0,"0"-1"0,0-6 0,0 7 0,-1 1-3277,-6-1 0,6-10 1845,-7 7 1,0-1 1431,3-8-1217,-7 6 1,0-1 1216,6-6 0,-10 4-1618,-8 0 1618,12-8 0,-14 4 0,0 0 0,7-6 0,-5 1 0,-7 1 0,4 0 0,10-2 0,-1 0 0,-13 1 0,-8-1 0,0 0 0,8 0 0,12 0 0,1-1 0,-10 0 0,-7-1 0,0-1 0,7 0 1229,10-1 0,1 0-1229,-15 0 0,-3-2 258,5 0 1,2-1-259,3 3 0,1 0 0,5-1 0,0 1 0,-3 0 0,4 2 0,11 0 0,-9 0 0</inkml:trace>
  <inkml:trace contextRef="#ctx0" brushRef="#br0" timeOffset="107744">5339 15494 24575,'-8'21'0,"2"-6"0,3 4 0,1-12 0,4 2 0,0-7 0,2-1 0,9-7 0,1-2 0,5-5 0,-10 3 0,-3 0 0,-6 6 0,-3 1 0,-2 9 0,-2 5 0,2 1 0,5 4 0,8-9 0,9 5 0,-4-7 0,7-1 0,-15-2 0,0-2 0,-27 4 0,5 0 0,-3-1 0,-1 0 0,0 1 0,-10 1 0,29-3 0,1 1 0,18-4 0,7-2 0,0 2 0,7-4 0,-24 5 0</inkml:trace>
  <inkml:trace contextRef="#ctx0" brushRef="#br0" timeOffset="126126">13275 14960 24575,'31'-2'0,"4"-1"0,-13 3-1093,3-2 1,6 0 0,-3 0-547,-5 1 1,-1 1 545,5-2 1,3 0 0,-3 1 1118,-6 0 0,-2 1-26,4-1 1885,12 0-1885,-22-3 0,0 3 0,23-5 0,-7 6-1639,2-3 1,0 1 746,-4 3 892,1-4 0,-4 1 0,-17 3 0,13-3 0</inkml:trace>
  <inkml:trace contextRef="#ctx0" brushRef="#br0" timeOffset="126826">15844 15048 24575,'29'-6'0,"5"-2"0,-2 4 0,0 0 0,-12 1 0,1 0 0,8 0 0,4 0 0,-6 0-3156,-3 0 3156,1 0 0,1 0 994,0-2-994,-3 0 518,3-1-518,-15 4 0,-6-1 0,-1 3 0</inkml:trace>
  <inkml:trace contextRef="#ctx0" brushRef="#br0" timeOffset="127341">17514 15041 24575,'30'0'0,"0"1"0,0 0 0,4 0 0,0 0 0,-1-1 0,-7 1 0,0-1 0,-2 0 0,2 0 0,1 1 0,3-1 0,2 0 0,-7 0 0,-10 0 0,12 2 0,-2 0 0,-15-1 0,4 3 0,-5-4 0,-4 0 0,1 0 0,-4 0 0</inkml:trace>
  <inkml:trace contextRef="#ctx0" brushRef="#br0" timeOffset="128237">20015 15113 24575,'17'-12'0,"-3"0"0,0-1 0,11-10 0,-12 11 0,1-2 0,1-2 0,-1 0 0,0-3 0,6-7 0,-14 15 0,-4 8 0</inkml:trace>
  <inkml:trace contextRef="#ctx0" brushRef="#br0" timeOffset="130733">28597 11793 24575,'-18'15'0,"10"-8"0,-11 7 0,-1-1 0,9-5 0,-10 6 0,-7 3 0,4-3 0,2 0 0,-4 1 0,-8 3 0,4-1-1639,5-2 1,2 0-1,-3 0 1,-1 1 856,-2 4 1,3-1 3046,5-5-2265,-8 9 1284,16-16-1284,6-1 0,5-6 0,1 0 0</inkml:trace>
  <inkml:trace contextRef="#ctx0" brushRef="#br0" timeOffset="131952">27983 12042 24575,'9'23'0,"-1"0"0,-1-2 0,5 9 0,0-1 0,-4-13 0,4 6 0,0-1 0,2-3 0,-3 0 0,-3-11 0,-13-12 0,0-12 0,-7-15 0,6 8-3277,6-13 0,1 29 1152,10-19 2125,-10 21 0,9-6 0,-4 3 0,-3 6 0,-15 1 3276,-2 6-1991,-8 5 0,-1-1 1548,7-1-2833,-9 3 0,3-1 0,14-6 0,-17 5 0,29-8 0,3-1 0,4-1 0,9-3 0,-11 2 0,2 1 0,-12 2 0,-17 8 0,6-4 0,-17 10 0,22-9 0,-14 10 0,11-7 0,-2 2 0,7-2 0,4-2 0,4-1 0,4 4 0,-1-7 0,3 2 0,-9-2 0,-6 6 0,3-3 0,-12 16 0,11-15 0,-6 8 0,11-12 0,7-4 0,5-1-1058,-2-2 1058,-1 2 0,-2-3 0,-4 5 0,3-5 0,-7 6 0,1-1 0,-2 1 0</inkml:trace>
  <inkml:trace contextRef="#ctx0" brushRef="#br0" timeOffset="153966">28580 3531 24575,'11'-7'0,"-3"0"0,11-4 0,1 0 0,-2 0 0,4-4 0,0 1 0,-6 3-820,4-2 1,-13 9 0,-6 4 0</inkml:trace>
  <inkml:trace contextRef="#ctx0" brushRef="#br0" timeOffset="161371">6783 5408 24575,'19'-7'0,"-6"4"-1639,7-6 1,0 0-1639,-5 5 0,17-10 4605,-18 7-1328,3-3 0,-5 2 1719,-2 1-1719,-1-2 0,3 3 0,7-7 0,0 0 0,-2 3 0,9-6 0,-1 2 0,-15 8 0,11-5 0,-19 11 0</inkml:trace>
  <inkml:trace contextRef="#ctx0" brushRef="#br0" timeOffset="163305">7112 5202 24575,'8'11'0,"-3"-4"0,8 7 0,-6-6 0,9 8 0,-6-6-3277,8 9 0,-12-11 3047,15 14 230,-15-13 0,8 8 0,-9-9 0,-3-4 0,-4-3 3276,-11-12 0,-1 3-3044,-8-8-232,6-1 0,4 8 0,5-7 0,5 11 0,2-2 0,5 3 0,21 1-836,-14 2 836,21-3 0,-9 2 0,-4 1 0,8-2 0,-22 4 0,-11 9 0,-2-6 0,-23 14 0,18-14 0,-6 1 0,0 1 0,5-2 0,-24 1 0,24-2 0,-15-1 0,25 0 0,9 0 0,7 1 0,12 0 0,-14-1 0,0-1 0,-8-1 0</inkml:trace>
  <inkml:trace contextRef="#ctx0" brushRef="#br0" timeOffset="168875">1831 3919 24575,'28'-1'0,"0"-1"0,-9 2 0,16-2 0,4 1-1639,-17 1 1,-2 0-1639,17 0 1655,-9 0 0,0 0 2282,-7 0 1,0 0-661,14 0 709,-9 0 0,0 0-709,5 0 0,1 0 0,-7-1 0,0 0 0,2 1 0,6-1 0,0-1 0,-8 2 0,-1-1 0,1 0 0,-3 1 0,-3 0 0,14 0 0,0 0 0,1 0 0,-12 0 0,0 0 0,7 0 0,-1 0 0,7 0 0,-13 0 0,-8 0 3276,2 0-2333,3 0 0,1 0-943,4 0 0,4 1 0,-1 0 0,-10-1 1453,17 2-1453,-24-2 0,0 0 0,-6 0 0,-3 0 0</inkml:trace>
  <inkml:trace contextRef="#ctx0" brushRef="#br0" timeOffset="186348">28658 3466 24575,'6'7'0,"4"1"0,4-4 0,-3 3 0,9-2 0,-14-1 0,11 2 0,-12-5 0,17 10 0,-16-9 0,11 5 0,-11-6 0,8 5 0,-5-3 0,7 4 0,-8-5 0,0 1 0,-2-1 0,-3-1 0,0-1 0,0-1 0,2 0 0,-2 0 0,0-1 0,0 1 0,-3-1 0,2 0 0</inkml:trace>
  <inkml:trace contextRef="#ctx0" brushRef="#br0" timeOffset="189839">28665 3499 24575,'8'0'0,"-1"0"0,7 0 0,-2 0 0,7 0 0,-4 0 0,0-1 0,-4-1 0,-5-1 0,-1 1 0,-2-1 0,0 3 0,0-2 0,0 2 0,-1 0 0,-1 0 0</inkml:trace>
  <inkml:trace contextRef="#ctx0" brushRef="#br0" timeOffset="195757">28689 3568 24575,'18'1'0,"-7"-1"0,9 2 0,-12-2 0,6 1 0,-7 0 0,6 0 0,-7 0 0,4 0 0,-1 0 0,-3-1 0,3 0 0,-6 0 0,-2 0 0,1 0 0</inkml:trace>
  <inkml:trace contextRef="#ctx0" brushRef="#br0" timeOffset="196686">28674 3520 24575,'-6'5'0,"1"4"0,1-7 0,2 5 0,2-6 0,0 0 0,2-1 0</inkml:trace>
  <inkml:trace contextRef="#ctx0" brushRef="#br0" timeOffset="204940">28673 3514 24575,'-3'9'0,"1"-2"0,-2-1 0,1-2 0,0 2 0,-1-2 0,0 4 0,2-5 0,-2 4 0,0-1 0,1-2 0,-2 4 0,4-5 0,-5 3 0,5-1 0,-3-1 0,5 1 0,9-3 0,-5-1 0,9 0 0,-2-1 0,0 0 0,5 0 0,-3 0 0,-6 0 0,8 0 0,-6 0 0,2 0 0,-5 3 0,-6-2 0,-1 1 0</inkml:trace>
  <inkml:trace contextRef="#ctx0" brushRef="#br0" timeOffset="249404">25338 5009 24575,'22'0'0,"0"0"0,-2 0-1639,6 0 1,-3 0-1639,-16 0 1638,14 0 1,1 0 1592,-10 0-1076,13 0 0,1 0 1122,-15 0 0,25 0 0,-3 0 0,-2 0 0,-1-1 793,-9 1 0,-1-1-793,6 1 0,-4-1 305,-10 1-305,-4 0 819,3 0 0,-9 0 0,-1 0 0</inkml:trace>
  <inkml:trace contextRef="#ctx0" brushRef="#br0" timeOffset="260423">28577 3596 24575,'10'2'0,"4"1"0,-3 0 0,-2 2 0,1-4 0,-5 4 0,2-3 0,7 1 0,-3-2 0,2-1 0,-1 0 0,-3-1 0,-2-1 0,2-1 0,-6 0 0,9 1 0,-4-4 0,4 4 0,-3-4 0,1 0 0,-5 2 0,1-2 0,-2 2 0,-2 0 0,-1-2 0,-1 3 0,0-7 0,0-2 0,-1-4 0,-1 6 0,1 0 0,-1 8 0,1-3 0,-2 3-820,-8-5 1,6 6 0,-3-5 0</inkml:trace>
  <inkml:trace contextRef="#ctx0" brushRef="#br0" timeOffset="273451">32064 11129 24575,'18'-3'0,"-4"1"0,-2 0 0,-3 2 0,7 0 0,16-2 0,-15 1 0,8-1 0,-2 1-3277,-15 1 617,16 0 2068,-8 0 1,-12 0 0,10 0 0</inkml:trace>
  <inkml:trace contextRef="#ctx0" brushRef="#br0" timeOffset="1.04095E6">26192 8924 24575,'32'0'0,"-2"-1"0,5-1 0,-3-1 0,-15 0-3277,12-2 0,-18 3 318,17-5 2959,-21 6 0,19-7 0,-19 5-2393,16-7 2393,-17 7-660,25-16 660,-20 10 0,10-10 0,0 0 0,-9 7-1130,10-14 0,-1 1 1130,-13 15 0,13-20 0,0 0 0,-13 19-779,9-18 0,-1 1 779,-12 17 1014,6-9 1,-2 0-1015,-6 8 758,3-2 1,-5 9-1,0 6 1</inkml:trace>
  <inkml:trace contextRef="#ctx0" brushRef="#br0" timeOffset="1.04134E6">26737 8547 24575,'3'7'0,"-1"-3"0,1-6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40:14.499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24376 1551 24575,'-5'5'0,"-2"5"0,-19 15 0,2 0 0,0 1-1639,6-10 1,1 1 174,-7 5 1,-2 5 1463,5-3 0,-3 5 0,-1 0 0,3-3-1093,4-4 1,1-3 0,-2 4 1080,-1 1 1,-3 3 0,-2 2 0,0 1 0,0-1-1,1 0 12,2-3 0,1 0 0,-1-1 0,1 0 0,0 0 0,1-1-508,-5 4 1,1-1-1,0-1 1,-1 3 507,3-5 0,0 1 0,0 1 0,-1 1 0,-1 0 0,0 0 0,0-1 0,-1 1 0,0 1 0,-1 0 0,1-2 0,2 0 0,2-3-737,-2 2 0,3-4 0,1 1 0,-4 3 737,1 0 0,-4 3 0,-1 2 0,0 0 0,0 0 0,2-3 0,4-4 0,-4 4 0,3-4 0,1-1 298,-2 2 1,0-1 0,-1 1-299,0 0 0,-2 1 0,1-1 0,2-2 0,-3 1 0,1-1-242,0 2 0,-1 2 0,3-4 242,-2 0 0,3 2 0,20-23 0,1 0 0</inkml:trace>
  <inkml:trace contextRef="#ctx0" brushRef="#br0" timeOffset="1822">22817 3130 24575,'0'14'0,"1"1"0,5 4 0,0-3 0,1 2 0,3 2 0,5 6 0,-2 0 0,-3-13 0,-10-16 0,0-6 0,-4-5 0,-7-13 0,1 6 0,-6-8 0,8 14 0,1 2 0,2 6 0,4 5 0,-3 5 0,1 2 0,-9 5 0,-7 7 0,3-4 0,0 1 0,-8 6-1639,4-3 1,2-1-1639,7-5 3162,-8 7 0,-2 2 115,-3 6 0,10-11 0,-1 1-1639,-3 3 1,2-1 378,7-9-257,-7 8 0,1-1 1517,10-10 1517,-8 7 0,0 0-1517,4-1 0,-5 5 0,7-9 0,13-9 0,31-8 0,-16 1 0,2 0 0,4-1 0,-4 2 0,1-3 0,0-2 0,5-4 0,-6 2 3276,-3 1-2856,2-3 0,4-6 1,-6 5-421,-8 3 0,9-7 0,-2 0 0,-14 11 0,9-9 0,-11 15 0,0-2 0,-22 21 0,6-5 0,-6 5 0,0-1 3276,6-6-1638,-9 7 0,0-1-1406,11-9-232,-12 10 0,-2 0 0,12-9 0,-18 12 0,22-13 0,-4 1 0,12-5 0,2-7 0,6 2-3277,16-19 0,-13 14 2738,10-8 1,0-2 538,-7 6 0,2-1 0,-1-1 0,-6 6 0,-4 3 0,-11 15 0,-3 0 0,-4 4 0,-16 6 0,18-11 1638,-5 3 0,-1 2 1450,1 2-3088,1-3 0,6-1 1267,16-15-1267,17-4 0,-8 2 0,6-3 0,-2 1 0,-11 6 0,23-14 0,-26 15 0,5-5 0,-17 16 0,2-5 0,-12 11 0,12-14 0,-8 8 0,17-13 0,-5 6 0,21-13 0,-14 9 0,16-11 0,-21 12 0,2-2 0,-8 4 0,-1 1 0,4-3 0</inkml:trace>
  <inkml:trace contextRef="#ctx0" brushRef="#br0" timeOffset="6259">11372 5629 24575,'6'-2'0,"17"-1"0,-7 1-1639,4 1 1,-1-1-1639,-5 0 1914,5 2 0,0-1 1363,-6 1-2490,22 0 2490,-24 0-98,17-1 98,-19 0 0,17 0 0,-18 1 0,20 0 0,-17 0 0,15-1 0,2 1 0,-7-1 0,9-1 0,1 0 0,-1 1 0,-6 0 0,3 0 0,-1 0 0,-5 1 0,1-1 291,7 1 0,4 0 1,-5 0-292,3 0 0,-4-1 0,4-1 0,-6 1 489,-4 1-489,2-2 0,6-1 0,-5 0 0,-5 0 0,9 0 0,1 1 0,-9 0 1638,3 2 0,3 0-806,-1 1 1,-1 0-833,-1-1 0,2 0 84,9 1 1,0 1-85,-5-2 0,-2 0 0,-7 1 0,-1 0 0,5-1 0,-3 0 0,-10 0 0,-1 0 0,-5 0 0,-4 0 0</inkml:trace>
  <inkml:trace contextRef="#ctx0" brushRef="#br0" timeOffset="13040">302 9826 24575,'13'-20'0,"-6"13"0,4-16 0,-6 15 0,4-18 0,-2 9 0,1-3 0,1-6 0,1-2 0,1-3 0,-1 3-206,-2 6 0,1-1 206,0-4 0,2-5 0,-1 2 0,-2 8-3277,-2 8 2866,0-5 1,2-2 333,1 3 1,2-1 76,3-11 0,2-2 0,-4 6 0,2 0 0,1-3 0,2-3 0,-5 7 0,-6 8 0,6-4 0,3-5 0,-3 4 325,-4 6-325,8-14 0,0 1 3276,-11 15-2843,11-12 0,1 1-433,-6 10 0,14-11 0,1 1-428,-11 11 428,9-3 0,9-4 0,3-2 0,-6 5-1196,-7 5 1,2-1 1195,-1 1 0,6-4 0,3-1 0,0 0 0,-4 2 0,-5 4 0,0 0 0,-2 2 0,4-3 0,6-2 0,-1-1 0,-6 4 0,-6 2 0,-3 0 0,8-2 0,-1-1 0,1-3 0,-11 11 0,3-2 0,0 4 0,5-1 0,-15 3 0,6 0 0,-10 0 0,-1 1 0</inkml:trace>
  <inkml:trace contextRef="#ctx0" brushRef="#br0" timeOffset="14292">1450 8364 24575,'-14'26'0,"7"-6"0,-1 2 0,1 2 0,-1 0 0,2-2 0,0 0 0,3 14 0,2-24 0,1 13 0,0-19 0,14-12 0,0-7 0,7-10 0,-8 6 0,0 2 0,-4 3 0,0-6 0,0 0 0,-5 5 0,2-18 0,-3 3 0,-3 7 0,0-2 0,-2 19 0,2-2 0,14 7-3277,10 6 0,-4-2 2917,-1 0 0,0 0 360,-8-1-138,16 3 138,-18-3 0,3 0 0,-10-1 3276,-8 11-79,-7 3-3197,-4 4 362,3-6 0,-1-1-362,-13 9 0,4-3 215,-5 4-215,14-12 0,-2 4 0,2-4 0,9-6 0,0 0 0,5-5 0,8-7 0,5-5 0,9-12 0,-3 5 0,1-5 0,-10 9 0,-4 8 0,-13 14 0,-5 5 0,2 0 0,0-4 0,9-9 0,24-16 0,-12 7 0,7-2 0,2-1 0,-3-2 0,-3 5 0,-36 5 0,-13 10 0,13-3 0,1 2 0,2 1 0,4 0 0,9-3 0,0 3 0</inkml:trace>
  <inkml:trace contextRef="#ctx0" brushRef="#br0" timeOffset="276232">4656 6834 24575,'11'-7'0,"10"-4"0,-5 1-1639,5-1 1,1-1-1639,-6 2 1638,8-5 1,0 1 1363,-11 3 755,16-12 1,-22 17 0,0-3-1</inkml:trace>
  <inkml:trace contextRef="#ctx0" brushRef="#br0" timeOffset="276799">5033 7696 24575,'12'-8'0,"-6"4"0,8-2 0,-9 6 0,0-1 0,-3 1 0</inkml:trace>
  <inkml:trace contextRef="#ctx0" brushRef="#br0" timeOffset="277252">4975 8612 24575,'1'13'0,"20"-11"0,-13-5-820,20-9 1,-25 12 0,4-3 0</inkml:trace>
  <inkml:trace contextRef="#ctx0" brushRef="#br0" timeOffset="278037">5177 9512 24575,'3'-1'0,"0"-1"0</inkml:trace>
  <inkml:trace contextRef="#ctx0" brushRef="#br0" timeOffset="278363">5193 10163 24575,'0'0'0</inkml:trace>
  <inkml:trace contextRef="#ctx0" brushRef="#br0" timeOffset="319155">23838 4587 24575,'-33'18'0,"6"-2"0,3-1 0,-1 2-1639,3-1 1,3 0-1639,-5 2 1638,4-3 1,-1 2 2061,3-3 1,-1 2-424,-4 3 0,-3 4 0,3-3 0,1-3 0,0 2 0,0 2 0,-4 3 0,1 0 0,6-6 0,0 1 0,-5 4 0,-4 7 0,5-6 0,2-4 0,4-4 0,-3 4 0,0-1 0,0-3 0,-1 0 0,1-1 0,1 0 0,-1 2 0,-4-1 0,-5 4 0,1-2 0,6-4 0,1-2 0,-2 2 0,-8 3 0,-1 1 0,8-5 0,1-2 0,1 0 0,-6 3 0,-2 1 0,3-2 0,0 0 0,2-2 0,1 1 358,0-1 1,1 1 0,-1 0-359,-4 0 0,-2 2 0,2-1 0,7-4 0,3 0 0,-8 2 0,-7 3 0,7-3 3276,10-5-1801,-10 6 1,2-1-889,15-8-587,-10 7 0,17-10 0,-4 2 0</inkml:trace>
  <inkml:trace contextRef="#ctx0" brushRef="#br0" timeOffset="320056">22426 5478 24575,'0'21'0,"0"-11"-3277,4 23 0,-3-25 1638,4 13 1,0 0-1639,-4-13 5064,6 21-1787,-5-10 0,-1-7 0,5 14 0,-5-19 3276,3 2-2015,-4-17 2015,0 1 0,-1-10-3044,0 13-232,-3-15 0,0 7 0,0-3 0,-1 9 0,-1 8 0,-16 11-1639,3-4 1,-2 0-1639,-10 5 1638,1-2 1,3-2 629,12-5 1009,-5 3 0,-1 0 0,3-3 0,3 0 0,33-10 0,-3 1 0,18-5 0,0 1 0,-16 3 954,16-4 1,0 0-955,-19 2 0,8 2 0,-7 1 0,-17-1 0,-24 5 0,-3 3 0,-3-1 0,-3 0 0,11-1 0,1 1 0,2-2 0,0 1 0,-14-1 0,32 1 0,-4 0 0,7 0 0</inkml:trace>
  <inkml:trace contextRef="#ctx0" brushRef="#br0" timeOffset="321105">22112 5607 24575,'22'-6'0,"13"-2"0,-14 0 0,1 0 0,-5 3 0,2-1 0,12-8 0,-1-1 0,-9 3 0,-3 1 0,0 1 0,-1-1 0,3-2 0,-5 2 0,-11 7 0,13-11 0,-13 12 0,6-9 0,-1 3 0,-2 3 0,2-3 0,-7 11 0,-2-2 0,-13 15 0,5-6 0,-12 14 0,14-14 0,-8 7 0,9-9 0,-7 8 0,9-9 0,-2 1 0,4-6 0</inkml:trace>
  <inkml:trace contextRef="#ctx0" brushRef="#br0" timeOffset="330202">22437 5452 24575,'14'34'0,"-2"-9"0,-1-3 0,-2-9 0,7 12 0,-15-23 0,1-1 0,-2 1 0</inkml:trace>
  <inkml:trace contextRef="#ctx0" brushRef="#br0" timeOffset="330987">22442 5456 24575,'-13'9'0,"4"-2"0,0 3 0,5-7 0,-3 4 0,-1-2 0,-5 4 0,4-1 0,-7 5 0,5-3 0,0 0 0,-4 2 0,10-7 0,-14 9 0,14-10 0,-25 17 0,19-12-1639,-6 3 1,1 1-1639,6-5 3047,-15 13 230,13-10 0,-4 1 0,5-3 0,14-7 0,20-1 0,-1-1 0,0 0 3276,13 0-2391,-15 0 1,-1 0-886,4 0 0,5 0 0,-2 0 0,4 0 0,-24 0 0,6 0 0</inkml:trace>
  <inkml:trace contextRef="#ctx0" brushRef="#br0" timeOffset="333091">7152 15739 24575,'6'-9'0,"-3"3"0,2-4 0,-1 3-3277,5-15 0,-3 14 0,8-20 1787,-11 23 1490,8-12 0,-10 12 0,10-10 0,-4 3 0,13-13 0,-12 12 0,6-2 0,0 2 0,-9 7-1517,12-7 0,-1-1 1517,-10 8-637,12-8 0,0 1 637,-11 7 0,9-5 0,-1 0 0,-8 8 0,11-7 0,-1-1 0,-8 6 2403,23-9-2403,-26 8 0,4 4 0,-7-3 0</inkml:trace>
  <inkml:trace contextRef="#ctx0" brushRef="#br0" timeOffset="334856">7508 15348 24575,'4'6'0,"1"6"0,-4-4 0,6 14 0,-2-9 0,1 1 0,2 0 0,-5-11 0,0 0 0,-11-36 0,5 20 0,-5-10 0,1 1 0,6 17 0,-8-13 0,8 10 0,4-3 0,0 3 0,10 2 0,-2 4 0,9 1 0,-8 1 0,5 0 0,-11 0 0,11 5 0,-10-4 0,6 6 0,-7-4 0,-1 1 0,1 2 0,-3-3 0,-3 4 0,-5 11 0,0-2 0,0 4 0,2-9 0,2-8 0,-1-2 0,-8 0 0,-6 4 0,2-3 0,-4 7 0,13-8 0,-2 3 0,4-3 0,1-1 0,2 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46:18.306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4669 3811 24575,'4'-2'0,"4"2"0,5-3 0,-5 3 0,11-1 0,0 0 0,-6 1 0,19 0 0,-11 0 0,-2-1 0,-6 1 0,12-1 0,-1 0 0,-16 1-1639,11 0 1,0 0-1639,-10 0 2834,15-1 1,1 1 442,-5-1-3,6 0 1,2 0 2,-3-1 0,-2 0 0,12 0 0,1 0 0,-2-1 0,-11 1 0,12 0 0,-2 0 3276,-15 0-1686,15 1 1,-1 1-4868,-20-1 3042,9 1 0,4 0-143,3-1 1,1 0 377,5 2 0,2 0 0,-3-2 0,3 0 0,1 2 0,3 0 0,-9 0 0,-9 0 0,5 0 0,9 0 0,0 1 0,-9 0 0,-1 0 0,-1 0 0,10 1 0,3 1 0,-3-1 0,-8 0-3277,3 3 2714,0-2 0,6 0 0,-1 0 563,-6-1 0,0 1 0,-4-1-429,-3 1 0,0-1 429,5 1 0,6 0 0,3 0 0,0 0 0,-3 0 0,1 0 0,-2 0 0,-1 0 0,2 0 159,2 1 0,0 0 0,1 0 0,0-1-159,-4 0 0,2-1 0,-2 0 0,-1-1 0,-5 2 0,4 1 0,-1-1 0,4-1 0,3-2 0,-6 1 497,-5 0-497,5-1 0,8 1 0,-8-1 0,-5 0 0,4 0 0,7 0 0,-8 1 3276,-5-1-2668,3 1 1,5 1 0,-4-1-609,0 2 481,-3-1 0,3 0 0,-3-1-481,13 3 655,-3 0-655,-9 0-681,-15-4 681,-2 1 0,6-1 0,-10-1 0,7 0 0,9 0 0,-6-1 0,21-4 0,-25 4 0,9-2 0,0 1 0,-10 1 0,16 0 0,-21 1 2863,3 0-2863,-4-1 798,-1 0-798,0-2 0,-2 3 0,0-1 0</inkml:trace>
  <inkml:trace contextRef="#ctx0" brushRef="#br0" timeOffset="4532">8803 2308 24575,'-19'9'0,"0"0"0,-1-1 0,-7 2 0,1 0 0,8-3 0,-7 3 0,-2 2 0,5-2 0,0 2 0,-6 2 0,0 0 0,6-2 0,1-1 0,0 1 0,0-1 0,-12 6 0,5-1 0,7-6 0,1-1 0,5-2 0,-2 1 0,-1 0 0,0-4 0,-3 7 0,7-5 0,10-4 0,-3 0 0,3 0 0,0 0 0,-5 1 0,-7 2 0,3-2 0,-10 2 0,14-3 0,-2 0 0,7-1 0</inkml:trace>
  <inkml:trace contextRef="#ctx0" brushRef="#br0" timeOffset="5604">8199 2478 24575,'2'13'0,"-1"9"0,-1-3 0,0 16 0,0-16 0,0 1 0,0-7 0,0-7 0,0 1 0,0-1 0,0-4 0,-1-3 0,0-2 0,-4-10 0,4 6 0,-4-13 0,5 11 0,-1-13 0,1 10 0,-5 4 0,2 7 0,-22 22 0,9-11-1639,-4 4 1,0 0-1639,6-6 1638,-6 6 1,1 0 1220,10-9 418,-19 16 0,13-7 0,-1 1 0,0-2 0,6-3 0,13-12 0,19-2 0,-7 0 980,17-4 0,2 1-980,-10 2 0,6-2 0,0 0 0,-14 5 0,8-5 0,-19 3 0,2 1 0,-8 2 0,0 1 0,1 1 0</inkml:trace>
  <inkml:trace contextRef="#ctx0" brushRef="#br0" timeOffset="7139">8195 2657 24575,'-10'3'0,"-9"-1"0,-3 7 0,-6-4 0,3 3 0,8-2 0,12-3 0,-7 6 0,3-1 0,-9 6 0,7-6 0,-3 2 0,8-6 0,4-1 0,9-5 0,1 0 0,14-4 0,-3 1 0,4 1 0,-9-1 0,-5 3 0,-6 1 0,-1-1 0,2 1 0,-1-3 0,2-1 0,2-5 0,-2-3 0,3-1 0,-5 4 0,2 0 0,-2 6 0,1-5 0,0 5 0,-1 1 0,-1 5 0,10 7 0,-5-5 0,10 7 0,-13-10 0,0 3 0,-10-2 0,2 0 0,-12 5 0,8-3 0,-12 6 0,9-4 0,1-3 0,13-3 0,16-11 0,-9 6 0,4-4 0</inkml:trace>
  <inkml:trace contextRef="#ctx0" brushRef="#br0" timeOffset="13896">4708 3818 24575,'11'-1'0,"24"-1"0,-17 0 0,9 0 0,0 1 0,-12 1 0,15-2 0,-17 2 0,5-1 0,-9 1 0,11-2 0,-4 2 0,6 0 0,-6 0 0,15 0 0,-20 0 0,23-1 0,-12-1 0,-4 0 0,6 0 0,-3 0 0,-1 0 0,0 1 0,6-1 0,2 1 0,-3 1 0,-12 0-1639,11 0 1,-1 0-1639,-11 0 1638,11 0 1,0 0 148,-14 0 1490,23 0 0,-8 0-1517,0 0 0,1 0 1517,8 0 0,-4 0 0,6 0 0,-7 0 2952,-1 0-2952,1 0 0,8 0 0,-9 0 3276,-7 0-2666,15 0 1,-2 0-1628,-21 0 1017,8-1 0,2 2 3276,15 0-1804,-6 2 0,2 0-1472,-11-1 0,1-1 0,9 2 0,4 1 0,-7-1 0,-5-2 0,3 1 0,5-1 0,-6 0 169,-4-1-169,11 0 0,-1 0 0,-20 0 0,17 0 0,2 0 0,-15 0 0,10 0 0,1 0 0,-6 0-1639,9 0 1,0 0-336,-4 0 1974,-2 1 0,3 0-259,0-1 0,2 1 259,-4 0 0,1 2 0,3-1 0,0-1 0,3 1 0,-1-1 0,-1 0-309,0 2 1,-2 0 0,3 0 308,1-1 0,3 1 0,-1 0 0,-3-1 0,-5-1 0,-2 0 0,2 1 0,2-1 0,2 1 0,1-1 0,-2 0 0,0-1 0,-2 0 0,-2 0 0,3 0 0,-2 0 0,0 0 0,-5 0 0,-10 0 0,8 1 0,0-1 0,-8 1 0,21 0 0,-18-1 3276,16 0-483,-8 0-2613,-4 0 1,-7 0-1,-9 0 1</inkml:trace>
  <inkml:trace contextRef="#ctx0" brushRef="#br0" timeOffset="16758">10401 3853 24575,'16'0'0,"-1"0"0,2 0 0,0 0 0,-9 0 0,14 0 0,-15 0-1639,13-2 1,0 0-1639,-10 1 3047,24-3 230,-23 2 0,7 2 0,1 0 0,-1-2 0,18 2 0,-14 0 0,-9 0-3277,16 0 2017,-22 0 1260,27-1 0,-25 1 0,18-2 0,-5-1 0,-11 3 0,26-5 0,-11 1 0,1 1 0,6-2 0,-22 5 0,8-3 0,-15 2 0,3 0 0</inkml:trace>
  <inkml:trace contextRef="#ctx0" brushRef="#br0" timeOffset="19696">9699 2678 24575,'1'20'0,"1"-7"0,1 22 0,0 0-1594,-3 2 1594,1-9 0,-1 3 0,-3 4 0,-1-1-1271,2-3 0,0 1 1271,-1-7 0,-1 0 0,0 1 0,0 1 0,-1 0 0,0-2 0,1-6 0,0 0 0,-1 7 0,-1 3 0,2-8 0,2-11-1639,-1 9 1,1 1 135,2-12 1213,0 16 290,0-20 466,0 6-466,0-10-2811,6-9 2811,-4 2 0,5-5 0,-7 11 0</inkml:trace>
  <inkml:trace contextRef="#ctx0" brushRef="#br0" timeOffset="21114">9820 2583 24575,'11'0'0,"26"-1"0,-10 0 0,3 0 0,-4 0 0,3 0 0,-2 0 0,2 0 0,0 0 0,2 0 0,1 0 0,-5 0-898,0-2 898,0 2 0,7-1 0,0 0-1093,0-2 1,1 0 0,-2 0-1,-5 2 1,-2 0 0,5-1 858,-3 0 0,6-2 0,2 1 0,-1-1 0,-3 1 0,-5 0 243,3 0 0,0 0-9,0 1 0,7-2 0,3 0 0,0 0 0,-4 1 0,-9 1 0,-7 1 0,1 0 0,4 0 0,7 0 0,6 0 0,1 0 0,-2 0 0,-4 1 0,-7-1-1016,-2 0 0,1 0 1016,-1 1 0,7 0 0,7-1 0,2 0 0,2 1 0,-1-1 0,-3 0 0,-5 0 0,-6 0-959,6-2 1,0 0 958,-7 2 0,6 0 0,5-1 0,3 1 0,2-1 0,1 1 0,-2 0 0,-2-1 0,-5 1 0,-6 0 202,7-1 1,-7 1-1,7-1-202,-8 1 0,5-1 0,4 0 0,2 0 0,3 0 0,0-1 0,0 1 0,-2-1 0,-2 1 0,-5 1 0,-5-1 0,10 0 0,-7-1 0,8 1 0,-11 0 0,5 0 0,5 0 0,2-1 0,2 1 0,1-1 0,-2 0 0,-2 1 0,-3-1 0,-4 1 0,-7 1 0,12-3 0,0 0 0,-11 3 0,5-1 0,6 0 0,3 0 0,3-1 0,1 1 0,1-1 0,-1 1 0,-2 0 0,-3 0 0,-3 1 0,-6-1-479,8 1 0,-8 0 1,1 0-1,8 0 479,-12 1 0,5-1 0,4 0 0,2-1 0,2 1 0,2-1 0,0 1 0,1-1 0,-2 1 0,0-1 0,-3 1 0,-2 1 0,-4-1 0,-4 1 0,13 0 0,-9 0 0,1 1 0,7 0 0,-10-1 0,3 0 0,4 0 0,3 0 0,2 0 0,1 0 0,0 0 0,0 0 0,-1-1 0,-2 1 0,-3 1 0,-2-1 0,-5 0-243,6 1 1,-5 0 0,-3 0-1,2 0 1,6 0 242,-6-1 0,4 1 0,3 0 0,3 0 0,1-1 0,2 1 0,-1 0 0,0-1 0,-1 1 0,-2 0 0,-3 0 0,-3-1 0,-5 1-70,9 0 0,-8 0 1,0 0-1,7 0 70,-5 0 0,4 0 0,5 0 0,2 0 0,2 0 0,0 0 0,-1 0 0,-2 0 0,-4 0 0,-5 0 0,-6 0 0,13 0 0,-2 0 0,-10 0 0,7 0 0,3-1 0,5 1 0,0-1 0,1 0 0,-1 1 0,-3-1 0,-5 0 0,-5 1 0,7 0 0,-8-1 0,6 1 0,-5-1 0,6-1 0,2 1 0,3-1 0,-1 0 0,-3 0 0,-3 1 0,-6 0 0,8 0 0,-2 0 0,4-1 0,7-2 0,-2 1 0,-12 1 0,-8 0 0,12 0 0,3-1-179,-10 0 0,-2 1 179,10 0 0,-10-1 0,4-1 0,-4 0 2247,-1 3-2247,14-5 0,0 1 0,-12 3 0,4-1 0,-3-1 0,-18 3 3276,4-1-3192,-11 2 3192,-1 0-2999,-8 4-277,-20 14 0,13-10-1639,-8 10 1,3 0 378,12-10-257,-13 13 0,0 1 1517,11-14 0,-5 7 0,-2 1 0,-8 8 3034,11-11-3034,-10 10 0,-4 3 0,10-9 0,1-1 0,-4 3 0,-1-1 0,-2 4 0,3-3 3276,10-10-2646,-7 7 1,-1-1-631,9-5 1638,-8 4 0,-4 1 0,-1-4 0,0 0-1522,4 0 0,-1 0-116,-4 0 0,-1 1 0,4-3 0,1 0 0,-11 5 0,2-1 0,18-10 0,-15 7 0,0 0 0,18-7-3277,-22 7 0,26-8 3047,1-1 230,8-3 0,4 1 0,-1-1 0,-7 2 0,-5 2 3276,-3-1 0,14 0-3044,-5 0-232,25-4 0,-19 2 0,16 0 0,-22 1 0,5 0 0,-9 0 0</inkml:trace>
  <inkml:trace contextRef="#ctx0" brushRef="#br0" timeOffset="26883">15073 4766 24575,'12'-14'0,"-2"4"0,10-12 0,-12 13 0,8-8 0,-13 14 0,1-1 0,-3 4 0</inkml:trace>
  <inkml:trace contextRef="#ctx0" brushRef="#br0" timeOffset="40416">11492 7106 24575,'-5'4'0,"-5"3"0,-3-1 0,-5 4 0,4-2 0,-3 2 0,1 1 0,-1 1 0,0 1 0,-2 3-1639,-1 1 1,3-2-1639,11-9 1638,-12 11 1,0 1 148,10-10-27,-10 9 0,1 1 1517,11-9 0,-8 5 0,-1 2 0,5 1 3034,-6 2-3034,24-9 3276,26-17-3024,-14 3 0,-1 0 0,16-5 1,-17 5-1</inkml:trace>
  <inkml:trace contextRef="#ctx0" brushRef="#br0" timeOffset="40855">11616 7196 24575,'-24'21'0,"7"-7"0,2-1 0,-2 1 0,2 0 0,0-1 0,-7 6 0,0-1 0,3-1 0,8-8-1639,-5 5 1,2 2-1639,7-8 1211,-8 15 2066,12-20 0,-6 13 0,15-15 0,13-2 0,3-2 0,6-3 0,0-1 0,5-3 0,-6 3 0,-1 0 0,1-3 0,4-4 0,-5 4 1115,-9 3-1115,7-5 0,-4 1 0,-16 9 0,0-1 0</inkml:trace>
  <inkml:trace contextRef="#ctx0" brushRef="#br0" timeOffset="41195">11809 7222 24575,'-8'7'0,"-11"8"-3277,1 2 0,2-2 0,-3 1 4605,2 3-1328,2-6 0,-1 3 0,-5 4 0,0 1 0,5-5 0,2 0 859,-2 0 1,3-1-860,2 1 0,0-5 0,4-2 0,5-8 0,16-6 0,-9 3 0,18-6 0,1-1 0,-13 5-656,22-8 1,-1-1-1,-22 10 1,23-10 0</inkml:trace>
  <inkml:trace contextRef="#ctx0" brushRef="#br0" timeOffset="41531">11975 7208 24575,'-10'10'0,"-15"13"0,0 0 0,11-9 0,-8 4 0,-6 5 0,8-6 0,10-8 0,-19 14 0,-1-1 0,20-13 0,-16 12 0,1-1 0,16-13 0,-5 7 0,-1-1 0,7-8 0,-3 6 0,34-20-1639,-3-2 1,2 0-1,-4 2 1,1 0 982,4-3 1,-6 2-1,-15 8 1,1 1 0</inkml:trace>
  <inkml:trace contextRef="#ctx0" brushRef="#br0" timeOffset="41799">12059 7231 24575,'-24'19'0,"6"-4"0,2-2 0,9-9 0,-11 10 0,1 1 0,11-10 0,-19 15 0,-1 0 0,17-11 0,-16 13 0,1-2 0,17-15 0,-10 13 0,1-1 0,11-11 0,-10 15 0,19-21-820,21-10 1,-14 5 0,15-8 0</inkml:trace>
  <inkml:trace contextRef="#ctx0" brushRef="#br0" timeOffset="42131">12335 7197 24575,'-6'5'0,"-16"9"0,13-6 0,-13 8 0,-1 0 0,12-9 0,-18 13 0,-1 1 0,12-9 0,-2 2 0,-4 3 0,4-2 0,2-2 0,-1 2 0,-4 3 0,5-4 0,6-6 0,-16 13 0,2 1 0,18-15 0,-9 6 0,2-1 0,13-7 0,12-11 0,-3 5 0,10-10 0,-14 11 0</inkml:trace>
  <inkml:trace contextRef="#ctx0" brushRef="#br0" timeOffset="42481">12454 7238 24575,'-12'8'0,"-11"9"0,6-6 0,0 1 0,-9 7-1639,-2-1 1,3-1-1639,13-8 1638,-17 12 1,-1-1-1639,20-11 2769,-17 12 1,1 0 507,17-14-1053,-8 8 1,2-1 1052,9-10 2105,-8 13-2105,34-23 0,8-3 0,-6 4 0,-1-2 0,-1-2 0,-3 2 0,-2 4 0,-10-1 0</inkml:trace>
  <inkml:trace contextRef="#ctx0" brushRef="#br0" timeOffset="42798">12652 7251 24575,'-10'11'0,"-16"16"0,10-9 0,-5 4 0,-2 2 0,2-2 0,1-2-1391,5-3 1,0-1 1390,-4 2 0,1 0 882,-2 2-882,-3 4 0,4-4 458,11-9-458,8-12 0,21-9 0,5-5 0,3-1-1639,-7 4 1,0 1 1224,7-4 1,-3 2 0,-15 6 0,-8 6 0</inkml:trace>
  <inkml:trace contextRef="#ctx0" brushRef="#br0" timeOffset="43115">12840 7257 24575,'-25'23'0,"0"0"0,4-3 0,-1 0 0,1 0 0,-4 4 0,0-2 0,4-1 0,0 0 0,-8 7 0,5-3 0,14-12 0,-6 3 0,2-1 0,10-10 0,-7 12 0,26-21 0,7-3 0,-6 7-820,8-6 1,8-4 0,1-2 0,-7 4-2458,4-2 3248,-5 1 0,8-2 0,-1 0 1,-11 3-1,-9 1 0,6-2 0,0 1 1</inkml:trace>
  <inkml:trace contextRef="#ctx0" brushRef="#br0" timeOffset="43403">13320 7276 24575,'-5'6'0,"-11"12"0,-9 10 0,12-15 0,-1 1 0,-9 9 0,-2 1 0,4-4 0,1-1 0,4-3 0,0 0 0,-9 7 0,5-3 0,11-10 0,-15 14 0,18-18 0,21-2 0,11-11 0,3-3-547,-10 6 1,1 1 0,9-7 0,-6 3 0,-18 7 0</inkml:trace>
  <inkml:trace contextRef="#ctx0" brushRef="#br0" timeOffset="43712">14030 7290 24575,'-12'17'0,"0"0"0,-6 7-1639,0 0 1,1-1-1639,5-7 1638,-9 9 1,2-2-1639,11-14 2653,-13 14 1,0-1 623,13-13 0,-9 6 0,1-1 0,11-7 3034,-6 3-3034,21-14 3276,-3 1-2646,17-6 1,1-1-631,-7 6 655,8-6 0,-1 2 1,-17 6-1,5-3 0</inkml:trace>
  <inkml:trace contextRef="#ctx0" brushRef="#br0" timeOffset="43948">14042 7499 8191,'-6'8'0,"-6"7"3276,6-5-1489,-11 15 1031,13-19-2818,-13 22 0,14-20 1719,-14 20-1719,-4-6 0,3-2 0,-6-3 0,1-3 0,8-8-855,-6 4 0,-6 3 0,3-3 855,-3-3 0,3 3 0,1 0 0,8-9 0</inkml:trace>
  <inkml:trace contextRef="#ctx0" brushRef="#br0" timeOffset="49367">2833 7218 24575,'-5'3'0,"0"1"0,1-1 0,-1 2 0,0-1 0,-2 1 0,0 0 0,0-1 0,0 4 0,-2-3 0,1 2 0,-8 3 0,0 1 0,1-1 0,-3 5 0,11-10 0,-5 8 0,3-4 0,-4 6 0,-1-3 0,1 4 0,6-6 0,0 0 0,4 4 0,1-7 0,-2 9 0,2-4 0,0 4 0,1-3 0,1 4 0,0-12 0,0 9 0,1-7 0,3 7 0,0-2 0,9 5 0,-8-5 0,10 4 0,-6-5 0,-1-3 0,2 2 0,-8-6-3277,10 6 0,-8-7 0,16 11 2396,-16-11-388,21 10 1269,-20-9 0,22 7 0,-16-7 3276,21 8-2342,-1-4-934,-7-1 0,0-1 0,1-1 0,-8-4 1638,6 3 0,3 0-721,-6-1 1,-2-1-918,16 3 1330,-10-2 0,1-1-1330,-5-1 0,1 1 0,11-1 0,0 1 0,-9-1 0,1 0 0,6 1 0,-3 0 0,-9-2 0,4 1 0,-1 0 0,-11 0 0,21-1 0,-15 2 0,-1-2-3277,19-4 0,-23 3 2675,11-4 1,2 0 601,-10 1 0,13-4 0,0 1 0,-8 2 0,13-4 0,0-1 0,-8 5 0,5-3 0,2-1 0,-8 3 0,-2 1-2900,11-2 2900,0-2 3276,-9 3-3146,-8 1-1769,4-3 1,0 1 1210,-7 2 49,6-5 0,0-1 379,-8 4 0,7-5 0,1 0 0,-7 3 2587,13-14-2587,-11 8 0,-1-2 1253,-6 1-1253,-6-1 3276,0 5-308,-4-15-2968,1 19 1630,-8-19-1630,0 9 0,-2-4 0,-2-2 0,-3 2 0,2 5 0,0 3 0,-1 2 0,-1 3 0,-1 1 0,-10-4 0,1 2 0,7 3 0,1 0 0,-9 1 0,0 1-3277,-8 1 0,5 1 3047,-4 2 230,10 1 0,-5 0 0,-1 0 0,-3 0 0,2 1 0,-6 0 0,8 0-286,10 1 286,-5 1 0,-6 0 0,6 0 0,8 0 0,-10 5 0,-2 1 0,5-5 0,-4 4 0,0 1 3276,9-5-1638,-7 2 0,1 0-1547,9-2-91,-5 1 0,0-1 0,1-2-3277,-13 4 0,20-4 3474,-17 1-197,15-3 0,-3 0 0,2 0 0,13 0 0,-8 0 0,10 0 0,-4 0 0</inkml:trace>
  <inkml:trace contextRef="#ctx0" brushRef="#br0" timeOffset="50035">3209 7239 24575,'-3'-2'0,"-1"2"0,2-3 0,-1 3 0,-1-6 0,1-6 0,2-12 0,-2 3 0,2-10 0,0 8 0,1 6 0,0-3 0,0 7 0,0 1-3277,6-10 0,-4 14 2381,14-21 896,-10 19-1639,6-6 1,-1 1 599,-5 5-1848,17-15 2887,-19 19 2887,13-11-2887,-13 14 111,5-2 0,-7 5 1,1 0-1</inkml:trace>
  <inkml:trace contextRef="#ctx0" brushRef="#br0" timeOffset="51958">3427 6383 24575,'8'1'0,"0"2"0,4 1 0,6 0 0,-3-2 0,5-1 0,4-1 0,-9 0 0,8-1 0,-14-2 0,-2 0 0,1-1 0,7-10 0,-5 5 0,6-10 0,-11 12 0,-2 0 0,-2-1 0,-7-2 0,-1 3 0,-9 0 0,2 8-3277,-10 1 0,14 1 3047,-11 2 230,12-2 0,-1-2 0,4 1 0</inkml:trace>
  <inkml:trace contextRef="#ctx0" brushRef="#br0" timeOffset="52592">3436 6449 24575,'-13'9'0,"0"5"0,4 3 0,-1 8 0,7-7 0,14 16 0,-3-19 0,10 2 0,3-1 0,-5-5 0,4-2 0,1-2 0,-2-4 0,0-1 0,1-1 0,-2-2 0,15-5 0,-20-1-3277,10-10 0,-13 9 2694,11-16 583,-15 14 0,10-17 0,-9 7 0,-1 5 0,-3-2 0,-3 11 3276,-8-3 0,0 4-3219,-16-1-57,7 4-1639,-3 1 1,1-1-1341,4 2 2973,-6 0 0,1 0 6,10 0 0,-10 2 0,19 0 0,3 1 0,1-2 0,-1 1 0</inkml:trace>
  <inkml:trace contextRef="#ctx0" brushRef="#br0" timeOffset="53057">3689 6351 24575,'-1'6'0,"3"0"0,1-1 0,12 2 0,2-3 0,12 0 0,-9-2 0,5-2 0,-11-4 0,-3 1 0,5-6 0,-12 6 0,12-15 0,-12 12 0,6-14 0,-10 13 0,-7-1 0,5 4 0,-7 4 0</inkml:trace>
  <inkml:trace contextRef="#ctx0" brushRef="#br0" timeOffset="53653">3755 6374 24575,'-5'10'0,"-5"11"0,3-5 0,0 5 0,2 0 0,10-7-1639,4 3 1,0 0-1639,2-4 1328,13 12 2925,-6-16-976,0-3 0,17 7 0,-21-12-196,15 3 196,-19-4 0,10-4 0,-9-3 0,-2 0 3276,-4-6-233,-4 6-1948,0-6-1095,-6 4 309,-5 1-309,-12 3 0,9 2 0,-9 3 0,16 0 0,-4 2 0,4-1 0,2 2 0,5-1 0,0-1 0,4-1 0</inkml:trace>
  <inkml:trace contextRef="#ctx0" brushRef="#br0" timeOffset="54023">4249 6346 24575,'-10'15'0,"-1"2"0,2-2 0,5-7 0,-7 11 0,-1 0 0,6-12 0,-7 12 0,-1 2 0,6-10 0,-4 8 0,0-1 0,4-6 0,-9 12 0,10-16 0,-3 6 0,7-13 0,1 0 0,-3-8 0,2 3 0,-6-16 0,7 15 0,-2-9 0</inkml:trace>
  <inkml:trace contextRef="#ctx0" brushRef="#br0" timeOffset="54244">4044 6433 24575,'12'2'0,"2"2"0,6 0 0,-3 2-3277,7 3 0,-14-4 1638,11 5 1,0 0 1143,-9-4-1144,6 2 1,0 0 1616,-11-5 0,1-1 1,-5-1-1</inkml:trace>
  <inkml:trace contextRef="#ctx0" brushRef="#br0" timeOffset="54465">4410 6554 24575,'6'0'0</inkml:trace>
  <inkml:trace contextRef="#ctx0" brushRef="#br0" timeOffset="60312">1182 8845 24575,'10'-1'0,"-2"-1"-1639,23-8 1,3-3-1639,-15 5 1638,12-3 1,0-1 2966,-12 4-1328,11-11 0,-2 5 0,-10 2 0,-2 0 0,-5 4-2818,12-11 2818,-17 11-3034,13-13 3034,-16 14 3034,9-9-3034,-9 13 0,0-1 0,-1 4 0</inkml:trace>
  <inkml:trace contextRef="#ctx0" brushRef="#br0" timeOffset="61166">1457 8643 24575,'1'11'0,"4"1"0,-2-3 0,3 2 0,-3-7 0,6 9 0,-6-7 0,9 10 0,-6-8 0,2-1 0,0 1 0,-4-4 0,2-1 0,-3-1 0,3-11 0,-1-3 0,-1-10 0,-3 8-3277,-9-9 0,4 18 0,-10-15 1787,9 16 1490,-5-6 0,19 4 0,-4 4 0,16-4 3276,-11 6-2015,9-1-1261,-11 1 3276,6 0 0,-5 1-3044,-1 1-232,2 1 0,-8 0 0,-9 4 0,0-3 0,-17 8-3277,0 1 0,6-4 425,-13 11 2852,25-17 0,-13 12 0,15-14 0,0 6 0,2-5 0,5 4 3276,3-4-2724,4 1 1,-3-4-1,-2 0 1</inkml:trace>
  <inkml:trace contextRef="#ctx0" brushRef="#br0" timeOffset="63319">1637 9656 24575,'8'-2'0,"-1"1"0,13-6 0,-12 5-3277,26-11 0,-26 12 0,14-6 4605,-2 0-1328,9-4 1719,-7 1-1719,-3 2 0,-3 1 0,-8 2-1639,16-7 1,0-1 378,-12 7 2898,13-8 0,1 1-1445,-15 7-3470,20-11 2371,-24 13 906,9-6 0,-11 7 3276,4-2-2369,-4 3 161,0-3-1068,0 3 0,-2-1 0,-1 3 0</inkml:trace>
  <inkml:trace contextRef="#ctx0" brushRef="#br0" timeOffset="65736">2597 10467 24575,'22'-5'0,"0"0"0,2 1 0,-3-1 0,-3-1 0,8 0 0,-16 2 0,16-4 0,-4 1 0,-2 0-3277,4 0 0,-21 5 3140,15-3 1,-16 3 0,7 0 0</inkml:trace>
  <inkml:trace contextRef="#ctx0" brushRef="#br0" timeOffset="71798">3786 12230 24575,'11'0'0,"14"-1"0,-14 1 0,11-3 0,-1 0 0,-8 2 0,10-2 0,0-1 0,-8 2 0,19-4 0,-22 2 0,10 0 0,-3-1 0,-5 3 0,13-3 0,-17 4-3277,19-5 0,-19 6 3047,11-5 230,-9 5 0,-2-3 0,-2 3 0,-7-2 0,0 2 0</inkml:trace>
  <inkml:trace contextRef="#ctx0" brushRef="#br0" timeOffset="73126">1419 12526 24575,'7'-5'0,"0"2"0,-3-1 0,6-1 0,-6 0 0,16-12 0,-15 12 0,8-9 0,0 0 0,-7 10 0,12-14 0,-1-2 0,-10 13 0,9-10 0,0 0 0,-12 13 0,21-20 0,-20 20 0,14-11 0,-3 2 0,14-2 0,-11 4 0,-1 0 0,13-7 0,-1 3 0,-9 4 0,-4 4-3277,8-6 0,-19 11 3047,20-7 230,-13 5 0,6-2 0,-10 2 0,-6 2 0</inkml:trace>
  <inkml:trace contextRef="#ctx0" brushRef="#br0" timeOffset="73946">1921 12107 24575,'13'19'0,"-4"-7"-3277,8 14 0,-12-18 588,14 23 2689,-14-22 0,10 19 0,-11-21 0,4 10 0,-5-12 1820,2 6-1820,-4-10 0,-1-5 0,-6-10 3276,0 1-85,-6-6-3191,4 8 0,1 0 956,0 4-956,6 3 0,14-4 0,3 2 0,4-2 0,1 5 0,-16 3 0,7 0 0,-8 0 0,3 0 0,-3 2 0,-1-1 0,-14 7 0,3-4 0,-21 7 0,20-8 0,-20 8 0,23-10 0,-9 6 0,15-7 0,4 0 0,0 0 0,1-1 0</inkml:trace>
  <inkml:trace contextRef="#ctx0" brushRef="#br0" timeOffset="76145">2106 13506 24575,'11'-13'0,"-2"4"0,-3 1 0,-1 5 0,2-4 0,4-6 0,-4 5-3277,13-16 0,-16 18 2555,10-10 0,0-1 722,-9 8-1639,9-8 1,0 0 780,-9 9 417,9-9 1,0-1 440,-7 9 1638,7-7 0,2-2-1216,5-6 664,-3 5-1086,4-3 0,-1 3 3276,-12 12-1880,17-14 0,0 1 766,-16 14-2162,16-11 0,3-2 0,-7 6-1639,7-3 1,0 0-1639,-9 5 0,13-5 1787,-26 12 1490,4-2 0,-9 3 0,-1 1 0,-1 1 0</inkml:trace>
  <inkml:trace contextRef="#ctx0" brushRef="#br0" timeOffset="76610">2629 12950 24575,'3'15'0,"6"13"0,-5-17 0,8 14 0,-7-18 0,0-6 0,-4 0 0,-3-5 0</inkml:trace>
  <inkml:trace contextRef="#ctx0" brushRef="#br0" timeOffset="85718">6146 7179 24575,'5'-4'0,"0"0"0,3 1 0,-2-1 0,6-5 0,-3 2 0,-1-1 0,-1 2 0,-1 0 0,5-3 0,13-10 0,-9 6 0,4-1 0,-6 1-3277,4-9 0,-4 6 3047,4-5 230,-1-2 0,4 1 0,0-4 0,-5 9 0,-1 3 0,-6 4-1639,6-5 1,-1 1 378,-6 6 2898,6-5 0,2 0-1010,-3 5-628,5-3 0,1 1 0,-3 2-1639,9-1 1,-1 1 588,-11 1-397,18-3 0,-1 0 1447,-19 5 0,17-3 0,0 0 0,-17 4 40,12-1 1,-1 0-41,-9 0 2933,15-2-2933,-6 3 0,9-1 0,-6 3 3276,5-1-2999,-20 3 1,1 0 0,-7 0 0</inkml:trace>
  <inkml:trace contextRef="#ctx0" brushRef="#br0" timeOffset="86569">6964 6678 24575,'-5'13'0,"2"8"0,3-5 0,2 3 0,-3-16 0,0-7 0,-8-9 0,6 5 0,-6-1 0,8 6 0,-1 1 0,14 2 0,4 2 0,1-1-3277,13-1 0,-22 0 3047,12 0 230,-13 0 0,-7 0 0,-6 3 0,-3 0 0,-4 1 0,12-1 3276,3-2 0,5 1-3218,-2 2 0,-2-2 0,-2 1 0</inkml:trace>
  <inkml:trace contextRef="#ctx0" brushRef="#br0" timeOffset="90869">25532 6380 24575,'5'0'0,"19"-6"0,3-2 0,4-2 0,-9 1 0,-1-2 0,-5-5 0,-2 0 0,11-5 0,-10-1 0,-3 0 0,-5 6 0,0-10 0,0-3 0,-4 7 0,1 1 0,-1-2 0,-1-1 0,-4-5 0,-3-3 0,0 6 0,1 4 0,-3-9 0,-4-9 0,2 8-1382,-2 4 1382,-1-6 0,-2-2-1639,3 9 1,1 3-1411,-2-7 3049,3 8 0,2 3 0,7 10-3277,8-12 2323,-4 13 1137,10-4 1,3 1-184,-1 1 1638,3-2 0,1 0-502,11-6-1136,-5 5 0,-8 4 0,-14 9 0</inkml:trace>
  <inkml:trace contextRef="#ctx0" brushRef="#br0" timeOffset="91587">25846 5335 24575,'-3'12'0,"-1"9"0,2 0 0,0-1 0,1 6 0,1-18 0,1 6 0,0-14 0,1-1 0,-1-6 0,1 1 0,0 3 0,12-1 0,-5 1 0,18-3 0,-15 3 0,22 0 0,-21 1 0,10 1 0,-24 1 0,1 0 0,-9 1 0,2 5-820,-17 5 1,14-3 0,-10 0 0</inkml:trace>
  <inkml:trace contextRef="#ctx0" brushRef="#br0" timeOffset="99120">30714 7944 24575,'0'35'0,"-1"-6"0,0 2 0,1 0 0,-1 0-1639,0 6 1,0-3 95,0-15 1,-1 0 1542,0 11 0,0 4 0,-2-6 0,1 1 0,-1 0 0,1-2 0,1-1 0,-2 3 0,0 0 0,-1 3 0,0-2 0,1-4 0,1-5 0,-1-1 0,0 9 0,-2 4 0,2-6 1864,2-2-1864,-3 2 0,1-2 1022,3-10-1022,-3 0 0,4-13 0,0-1 0,0-4 0</inkml:trace>
  <inkml:trace contextRef="#ctx0" brushRef="#br0" timeOffset="100473">30694 7894 24575,'18'-12'0,"12"-2"0,-22 9 0,13-2 0,1 0 0,-4 2 0,5 0 0,0 0 0,-3-3 0,0 5 0,0 0 0,-5-5-1639,11 2 1,0 1-1639,-13 1 1638,13-2 1,-1 1 1315,-13 2 323,15-2 0,3 0 0,-5 1 0,8-1 0,1 0 0,-3 0 0,7 2 0,-2 0 1928,-12 0-1928,14 1 0,-2 0 0,-23 1 0,15 0 0,0 0 0,-17 1 0,8 1 0,0 0 0,-8-1 0,19 4 0,-22-3 3276,12 4-482,-13-4-638,5 3-2156,8 3 0,8 3 0,2 1 0,-8-1 0,1 0-300,7 0 0,3 1 0,-2-2 300,-5 1 0,-2-2 0,0-1 0,-1-1 0,7 2 0,-26-4 0,5-3 0,-8 5 0,10 4 0,-3 7 0,4-3 0,6 17 0,-11-17 450,4 3 0,0 2-450,-2 2 0,3 14 0,-7-14 0,-4 1 0,0 2 0,1 2 0,0-1 0,-1 0 0,0 0-1639,1 9 1,1-3 1450,-2-6-427,0 2 0,0-1 615,-1-2 0,-2-1 0,0-1 0,1-4 0,-8 16 0,5 2 0,-3-9 0,5-7 0,0-2 3214,-1-11-3214,1 18 1481,-1-16-1481,0 10 0,0-14 0,-1 6 0,-3-5 0,-8 10 0,-5-3 0,-4-1 0,-1-1 0,-7 1-1639,-2-3 1,2-2-1639,13-3 3200,-7 0 0,-7 2 1,5-1 76,2-2-274,-4 2 1,-8 2 0,2-1 273,10-5 0,0 0 0,0-1 0,1 2 0,0 0 0,0 0-936,-5 0 0,0-1 0,2 0 936,5-1 0,0-1 0,-1 2 0,-2 0 0,0-1 0,-4 0 0,-1-2 0,1 1 0,4 0 0,0 1 0,0-1 0,-6 1 0,-1-1 0,6 0 0,-5-1-565,2 1 1,0 1 564,6-1 1638,-1 1 0,0 0-1396,5 0-242,2 0 0,14 0 0,6 0 0</inkml:trace>
  <inkml:trace contextRef="#ctx0" brushRef="#br0" timeOffset="105231">27547 10454 24575,'10'-3'0,"1"-1"-820,18-6 1,-18 7 0,11-6 0</inkml:trace>
  <inkml:trace contextRef="#ctx0" brushRef="#br0" timeOffset="106432">30656 9987 24575,'6'20'0,"0"7"0,1 2-1149,0 7 1149,-1-6 0,1 6 0,-2-8-1175,-1-8 1175,1 9 0,2 10 0,0 2 0,0-9-848,-1-10 1,0 0 847,1 4 0,1 7 0,1 4 0,1 0 0,-1-4 0,-2-8 0,0-4 0,0-1 0,3 6 0,2 8 0,1 1 0,-1-2 0,-3-9 0,4 4 0,-1-1 0,1 4 0,-2-6 0,-4-8 0,6 9 482,-11-19-482,3-7 268,-5-5 1,0-5-1,0 5 1</inkml:trace>
  <inkml:trace contextRef="#ctx0" brushRef="#br0" timeOffset="107382">30815 9903 24575,'8'-9'0,"10"-5"0,-11 6 0,19-9 0,-18 14-1639,14-8 1,1 2-1639,-11 6 2184,17-4 1,11-3 0,-9 2-2185,-11 3 2965,5 1 0,9-2 1,0 0-1,-9 1 312,-5 2-677,13-2 1,10-1 0,-8 2 676,-9 2 0,3-1 0,10-2 0,1 1 0,-10 1 0,1 1 0,-3-2 0,8 0 0,0-2 0,-9 2 0,-5 1 0,3-2 0,9-1 0,-1 0 0,-8 1 0,1-1 233,2 1 0,6-1 0,-9 1-233,-12 3 1187,7-1 1,2 0-1188,6 3 1638,-3 0 0,0 1-1362,4 5-276,-3 5 0,-18-2 1487,-4 27-1487,-4-14-1093,2 4 1,0 6 0,1-5 708,-2-9 1,2 2 383,1 4 0,2 7 0,1 3 0,1 0 0,1-1-541,2-4 0,1 0 0,1 0 0,0 0 0,-2-1 541,0 5 0,-1-1 0,1 0 0,0 1 0,5 4 0,2 4 0,-1-6 0,-6-12 0,-7-13-178,6 18 1,-2 1 177,-6-15 1264,1 10 1,-2 1-1265,-10 5 0,0-3 3276,-6 4-2770,4-19-506,4 2 3276,-7 3-898,-2 0 898,1-5-3209,-8 1 0,-1-2-67,8-4 0,-11 0 0,-9 1 0,7 0-1156,6 0 1156,-4-3 0,-11 1 0,0-1 0,10-1 0,1 0 0,1-2 0,-11 0 0,-3 0 0,1-1 0,10 0 0,7-1 0,0 0 0,-9 0 0,-8-1 0,1 1 0,9-1 0,0 1 0,-5-2 0,4 1-528,17 0 528,-14 0 0,22 1 0,2 0 0,-13 3-820,-21 2 1,17-2 0,-12 1 0</inkml:trace>
  <inkml:trace contextRef="#ctx0" brushRef="#br0" timeOffset="112458">24637 13712 24575,'-4'-19'0,"-1"4"0,-6-11 0,1 8 0,-1 0 0,-1-2 0,-6-8 0,1 0 0,7 11 0,-6-8 0,0 0 0,5 9 0,-4-7 0,0 0 0,2 2-1639,-1-2 1,1 1-1639,5 10 1804,-1-8 0,2 2 1473,4 8-740,-1-12 1,0-1 739,3 7 0,0-7 0,1-2 0,7-5 0,-1 0 0,7 1 0,-8 18 0,8-11 0,-7 12 0,6-5 0,1 0 0,0 4 0,4-6 0,-1 0 0,-1 4 0,0-2 0,0-1 0,-4 6 0,6-9 1543,-6 9-1543,-6 3 1631,11-6-1631,-12 8 0,3-1 0,-5 1 0,0 4 0,-1-1 0,0 2 0</inkml:trace>
  <inkml:trace contextRef="#ctx0" brushRef="#br0" timeOffset="113577">24632 12708 24575,'-4'5'0,"0"4"0,2 2 0,-4 13 0,4-12-3277,-4 12 0,6-19 3047,-2 9 230,2-10 0,-1 6 0,1-13-3277,1-6 2017,0-1 4536,7-23-2547,-4 20-729,0-6 0,0 0 0,0 0 0,-1-1 0,-1 7 0,1 7 0,0 5 3276,2-2-32,-1 2-3244,13 0 0,-11 1 796,14 1-796,1 4 0,-2 1 0,3 1 0,-8 0 0,-11-3 0,2 6 0,0 2 0,-2 10 0,2-8 0,-4 2 0,-2-13 0,-5 7 0,2-7 0,-11 10 0,10-11 0,-13 10 0,10-7 0,-13 7 0,9-1 0,1-2 0,27-15 0,-9 3 0,20-13 0,-24 13 0,2-2 0,-18 6 0,6 1 0,-25 7 0,16-2 0,-3 0 0,0-1 0,4 0 0,1 1 0,25-5 0,0-2 0,9 0 0,-11-2 0,-1 2 0,-4-1 0</inkml:trace>
  <inkml:trace contextRef="#ctx0" brushRef="#br0" timeOffset="114738">30728 11798 24575,'-11'22'0,"1"1"0,-2 0 0,2 1 0,0-1 0,4-11-1639,-1 12 1,1 0-1639,2-10 1638,-1 16 1,1 2 685,2-6 1472,1-1 0,0 6 0,-1-1-519,0 4 0,0-3 0,1-2 0,1 0 0,-3 10 0,-1-4 0,2-14 0,-1 0 0,0 0 0,-3 13 0,-2-3 0,2-4 0,2-2 0,3-22 3276,2 2-978,-3-6 591,7-2-2889,2-13 0,2 2-484,3-14 0,-8 20 0,1-5 1</inkml:trace>
  <inkml:trace contextRef="#ctx0" brushRef="#br0" timeOffset="115805">30724 11789 24575,'8'0'0,"13"-3"0,-7 0 0,11-2 0,2 0 0,0-2-1639,9 1 1,0 1-1639,-11 0 2184,1 0 1,6-1 0,-6 2 2258,-3 2-1166,6-4 0,8-1 0,-4 1 0,-10 2 0,0 0-917,9-2 1,3 0 0,-4 0 916,-9 2 0,0 0 0,7 0 0,7 0 0,0 0 0,-4 0-271,-1-1 0,1 1 271,1 0 0,5 1 0,-1-1 0,-4 0 0,-1-2 0,-4 1 1638,-1 3 0,-4 0-692,-4-1-815,-13 1-131,0 2 3276,5-4-173,19 3-3103,-6-2 1224,12 3-1224,-26 4 0,-1 13 0,0 5 0,0 8 0,-1-5 0,1 1 0,-1-5 0,0-1 0,4 10 0,0 3 0,-7-12 0,-1-1 0,0-4 0,1 13 0,0 2 0,-2-7 0,1 4 0,-1 3 0,-2-7 0,0-2 0,-3 11 0,-3 2 0,0-4 0,1-16 0,-7 20 0,-1 0 0,6-20 0,-5 19 0,1 0 0,6-18 0,-1 7 0,2-2 0,3-10 0,1 13 0,0-13 0,2 7 0,-5-16 0,-9 7 0,-3-6 0,-10 4 0,1-3 0,0-1 0,-8 0-1093,-1-1 1,-8 0 0,5 0-547,11 0 1,-2-1 1605,2-1 0,-4 1 0,-5-1 0,-2 0 0,-2 0 1,1 1-1,0-1-377,2 0 0,-1 0 1,-1 1-1,0-1 1,-1 0-1,1 0 0,-1 1 1,1-1 251,1 0 1,0 0-1,1 0 1,-1 0-1,0 0 1,0 0-1,-1 0 1,-1 0-63,2 0 0,-2-1 0,-1 1 0,-1 0 0,1-1 0,-1 1 0,3-1 0,1 1 0,3 0 0,3 0 220,-9-1 0,5 1 0,3 0 0,-1 0 0,-3-1 0,0 0 0,3 0 0,5 1 0,2-1 0,9 2 0,11-1 0,3 0 0,4 0 0</inkml:trace>
  <inkml:trace contextRef="#ctx0" brushRef="#br0" timeOffset="424049">9244 17339 24575,'9'0'0,"12"-2"0,7 0 0,-1 1-3277,6-1 0,-23 2 0,14 0 398,-18 0 4312,15 0-1433,-16 0 0,17 0 0,-3 0 0,17 0 0,-12-1 0,-3 1 0,-2 0 0,-7-2 2465,21 2-2465,-25 0 838,15 0-838,-17 0 0,8 0 0,4 2 0,-6-2 0,22 1 0,-27-1 155,11 0 1,1 0-156,-8 0 0,24 0 0,-25 0 47,19 0-47,-5 0 0,-4 0 0,1 0 0,-2 0 3276,-11 0-1728,11 0 0,0 0-1548,-11 0-1639,11 0 1,1 0-625,-10 0 2263,10 1 0,4 1 0,11-1 0,-1 1 0,-8-1 0,-4-2 0,-8 1-1639,7 0 1,1 0 378,-11 0 828,11 0 1,0 0 431,-12 0 3276,21 0-2443,-12 0-833,-3 0 0,9 0 0,-19 0 0,15 0 0,-13 0 3276,11 0-408,2 0-3023,-7 0 155,2 0 0,4 2 0,-3-2 0,6 2 0,-7-2 0,-12 0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49:34.337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15682 3354 24575,'22'-7'0,"0"-1"0,-3 1 0,0-1 0,5-2 0,-1-1 0,7-4 0,-8 2 0,2-3 0,-3 3-3277,0-2 1638,3 0 1,1-1 1443,-10 3 1,-1 1 2197,8-3-2003,2-4 0,-1 0-820,-4 1 1,2 0 0,-14 10 0</inkml:trace>
  <inkml:trace contextRef="#ctx0" brushRef="#br0" timeOffset="3496">8594 5124 24575,'27'0'0,"1"0"0,0 0 0,-1 0 0,-1 0 0,-3-1 0,-11 0 0,20 0 0,-6-1 0,-1 2 0,-4-3 0,-8 3 0,-2-2 0,25 1 0,-6-2 0,-11 1 0,0 0 0,14-4-768,-16 3 0,-3 0 1,-7 1-1</inkml:trace>
  <inkml:trace contextRef="#ctx0" brushRef="#br0" timeOffset="6206">21962 5079 8191,'32'0'0,"0"0"0,1 0 0,-1 0 0,0 0 0,0 0 0,-3 0 0,0 0 99,0 0 0,8 0 0,4 0 0,2 0 0,-1-1 0,-4 2 0,-9-1-99,6 0 0,-3 1 158,-1-1 1,2 0 0,2 0 0,-3 0-159,-1 2 0,-1-1 0,1 1-92,-1-1 0,2 0 0,-1 0 0,-1 0 92,-1 1 0,-2 0 0,2 0 0,7 0 0,2 0 0,-1-1 449,-2 1 1,0 0 0,2 0-450,-7 0 0,2 1 0,1-1 0,1 1 0,-2-1 0,-2 1 216,7 0 1,-3-1 0,4 2-217,-7-1 0,5 1 0,2 0 0,0 1 0,0-1 0,-3 0 0,-4 0 0,4-1 0,-4 0 0,5 0 0,-9 0 0,4 1 0,3 1 0,1-1 0,1 1 0,-1 0 0,-2-1 0,-4-1-25,9 1 1,-4-1 0,-1-1 0,4 2 24,-2-1 0,4 2 0,1-1 0,-1 0 0,-3 0 0,-7 0 0,5 0 0,-1 0 0,-1 0 0,8 0 0,2 0 0,-5 0 0,-8-1 0,-9-1 0,-1 1 0,9 0 0,8 1 0,0-1 0,-4 0 1458,0-3 0,-2 0-1458,0-1 0,-1 0-416,2 1 0,-3 0 0,-3-2 1,-24 2-1</inkml:trace>
  <inkml:trace contextRef="#ctx0" brushRef="#br0" timeOffset="30944">5949 9185 24575,'26'-11'0,"5"-2"0,-16 5 0,16-13 0,-15 6 0,6-4 0,-4-2 0,-10 11 0,4-5 0,-11 12 0</inkml:trace>
  <inkml:trace contextRef="#ctx0" brushRef="#br0" timeOffset="32742">5947 9195 24575,'22'-3'0,"-10"2"0,6-1 0,0-1 0,-5 2 0,16-2 0,-15 2 0,4-2 0,-4-1 0,-3-3 0,6 0 0,-6-2 0,3 1 0,-2-3 0,-6 6 0,-1 1 0,-18 9 0,6 1 0,-12 1 0,4-3 0,2 0 0,-6-1 0,7 0 0,-2-3 0,9-1 0,2-3 0,12-5 0,-2 3 0,6-2 0,-3 4 0,0 0 0,3-1 0,-5 0 0,-4 6 0,-2-2 0,-8 7 0,1-4 0,2 2 0,0-2 0,1 1 0,2-1 0</inkml:trace>
  <inkml:trace contextRef="#ctx0" brushRef="#br0" timeOffset="37239">17559 7887 24575,'0'0'0</inkml:trace>
  <inkml:trace contextRef="#ctx0" brushRef="#br0" timeOffset="42582">3233 16061 24575,'4'-1'0,"17"-10"0,3-2 0,3-1-419,-4 1 1,0 1 418,0 0 275,-15 5-275,6-1 0,-6 0 34,0 3 1,-7 4 0,1-1 0</inkml:trace>
  <inkml:trace contextRef="#ctx0" brushRef="#br0" timeOffset="43205">2646 16908 24575,'32'-17'0,"-18"9"-1639,8-6 1,-1 0-1639,-13 7 1328,18-12 1949,-17 12 0,2-4 1719,3-2-1719,-3 2 0,-2 2 0,-3 4 0</inkml:trace>
  <inkml:trace contextRef="#ctx0" brushRef="#br0" timeOffset="44067">3300 16017 24575,'5'1'0,"-1"-3"0,2-5 0,1-4 0,1 0 0,2-3 0,-3 5 0,-1 3 0,-3 3 0,-3 5 0</inkml:trace>
  <inkml:trace contextRef="#ctx0" brushRef="#br0" timeOffset="44803">2621 16843 24575,'12'16'0,"-9"-9"0,10 9-3277,0-2 0,-6-8 1328,13 12 1949,-13-12 1719,11 6-1719,-9-5 0,3-1 0,-5-8 3276,-3-8 0,1 0-3218,-4-12 0,0 15 0,-3-4 0</inkml:trace>
  <inkml:trace contextRef="#ctx0" brushRef="#br0" timeOffset="46788">14955 17780 24575,'16'26'0,"-1"-4"-3277,-3 6 0,-8-17 1328,8 19 1949,-8-7-2818,4 13 2818,-3-10 0,1 9-142,-6-18 142,2 7 0,-1 3 0,-1-10 3276,2 5-2086,-1 0-1190,2-7 0,2 8 3276,-1-17 0,8 11-3149,-8-12 191,11 9-318,13-2 0,0-6 0,2-1-1216,-10 1 1,2-1 1215,3-2 0,4-2 0,1-1 0,0 1-820,-2-1 1,0 0 0,0 0 0,0 0 143,4-1 1,-1 1 0,2 0-1,5 1 676,-8-1 0,5 1 0,3 0 0,2 0 0,1 0 0,-2 0 0,-1 0 0,-4 0 0,-4 0-820,1 0 1,-4-1 0,-1 0 0,7 1 746,-4 0 1,5 0 0,3 0 0,3 1 0,1-1 0,0 1 0,0 0 0,-2 0 0,-4 0 0,-3 0-463,4 0 0,-4 1 1,-2 0-1,1 0 0,3 0 535,-3 0 0,0-1 0,2 1 0,1 0 0,1-1 0,0 2 0,1-1 0,1 0-119,-4 1 1,2 0 0,1 0-1,1 0 1,0 1 0,0-1-1,0 1 1,-1-1 0,-2 0 0,-2 0-1,-2-1 119,11 2 0,-5-1 0,-1-1 0,0 1 0,4 1 159,-4-1 0,4 0 1,1 2-1,2-1 1,-2 0-1,-2-1 0,-4 0 1,-5 0-160,2-1 0,-5-1 0,-1 1 0,6 2 0,-1 0 1330,0 0 0,-9-3-1330,-20-4 3276,-2 0-2574,-5-1 2574,2 0-603,-5-5-2673,3 3-1639,-11-9 1,0-1 653,6 8-654,-19-15 1,1 0 378,16 12 1151,-9-8 1,-2-1 108,7-4 0,-6-2-1481,6 3 0,2 0 1481,3 6 0,-5-9 0,0 1 0,11 15 1481,-6-7 0,1 0-1481,1 0 0,-2-2 0,-5-8 0,11 16 217,-5-7-217,7 7 3276,1 0-2961,-1 0 0,4 6 0,0 3 1</inkml:trace>
  <inkml:trace contextRef="#ctx0" brushRef="#br0" timeOffset="48080">14878 17774 24575,'0'13'0,"-3"3"0,1-4 0,-13 18-1712,10-18 1712,-8 12-3277,3-7 614,5-9 2321,-10 20 342,11-21 0,-3 9 0,4-8 845,13-14-845,2-5 0,5-6 3276,3-12 0,-10 12-3225,2-5-51,-5 5 0,-4 6 0,5-5 0,-6 8 546,3-2-546,-1 8-3277,14 3 0,-10 0 2139,18 8 0,3 2 1138,-9-3-111,5 2 0,2 1 111,-7-3 0,-1 0 0,7 3 0,-5-3 0,-1 0 0,-8-4 0,-9 2 0,-10-6 3276,-27 1-892,-1 1 617,6-1-3001,-1 2 0,4 0-32,15-2 32,-7 1 0,-2 1 0,6 2 0,1-3 0,-6 4 0,14-6 0,-6 2 0,4-2 0,-5 0 0,1-5 0,-4 0 0,6-2 0,-1 2 0,5 1 423,14-2-423,1 3 0,12-1 0,6 2 0,-4 1 0,2 0 0,-1 1-1400,6-1 1,1 0 1399,-2 1 0,1 0 0,-6 0 0,-7 0 0,7 0 0</inkml:trace>
  <inkml:trace contextRef="#ctx0" brushRef="#br0" timeOffset="49476">17454 17868 24575,'-2'10'0,"-5"18"0,2-12 0,-2 4 0,0 0 0,2-5-1639,-3 4 1,1 0-1639,3-8 1328,-9 17 1949,15-45-2818,-3 4 2818,5-13-3034,3-11 3034,-6 29 3034,3-19-3034,-3 6 0,0 10 0,1-18 0,-1 24 3276,1-6-2015,-1 6 2015,0 0 0,1 2-3044,-2-2-232,11 9 0,4 3 0,11 10 0,4 3 0,-8-8 0,-1 0 0,7 7 0,-3-1 0,-6-6 0,-29 0 0,-2-5 0,-15 6 0,7-8 0,-10-1 0,7 0-1639,2-3 1,1 1-1639,5-1 1729,-6 2 0,2-2 1548,12 0 0,-13 5 0,20-7 0,4 2 0,1-3-1639,11-5 1,2-1 1327,-8 4 311,22-14 3276,-19 11-2976,0-1-300,8-2 0,-12 6 2863,1-2-2863,-12 6 0,-3 4 0,0-3 0,-5 9 0,6-8 3276,-3 3-2457,2-4 0,1-1 0,1 0 0</inkml:trace>
  <inkml:trace contextRef="#ctx0" brushRef="#br0" timeOffset="52597">14919 17877 24575,'27'-8'0,"-6"0"0,-11 7 0,-6-1 0</inkml:trace>
  <inkml:trace contextRef="#ctx0" brushRef="#br0" timeOffset="78763">22227 9217 24575,'9'-7'0,"5"-5"0,-6 3 0,7-4 0,-1-1 0,-9 7 0,18-16 0,-16 15 0,8-9 0,-7 7 0,6-5 0,-13 12 0,3-1 0</inkml:trace>
  <inkml:trace contextRef="#ctx0" brushRef="#br0" timeOffset="81241">25533 9448 8369,'24'-4'0,"-9"3"-90,18-4 90,-22 4 2920,8 0-2920,2 1 2153,-9 0-2153,23 0-98,-17 0 98,4 0 3276,3 0-2015,-10 0-1261,5-3 0,12-3 0,-14 2 0,11-3 0,-13 2 3276,6 3 0,3-5-5300,-8 4 2024,-1 0 0,-14 2 0,0 1 0</inkml:trace>
  <inkml:trace contextRef="#ctx0" brushRef="#br0" timeOffset="82574">28285 9507 24575,'15'-6'0,"3"-1"0,2 0 0,4-1-1639,4 2 1,1-1 540,5-2 1098,-5 4 0,0 1 0,-9 0 0,-1 1 0,13-1 0,1 1-547,-9 3 1,-2 0 0,-2-1 0,-1 0 0,6 1 0</inkml:trace>
  <inkml:trace contextRef="#ctx0" brushRef="#br0" timeOffset="82879">29713 9501 24575,'32'-5'0,"-9"2"0,-2 0 0,-3-3 0,16 3 0,-23 1 0,5 1 0,-9 1 0,-1-2 0</inkml:trace>
  <inkml:trace contextRef="#ctx0" brushRef="#br0" timeOffset="83776">21109 10448 24575,'6'-2'0,"2"2"0,-1-1 0,3 1 0,8-1 0,2 0 0,5 0 0,1 0 0,1 0 0,0-2 0,-5 2 0,-1 0 0,-2 0 0,5-1 0,5 1 0,-6 1-1657,-5-1 1657,14 1 0,5 0 0,-8 0 0,-1-1 0,0 2 0,2-1-820,-1 0 1,4 0 0,1-1 0,-6 1-660,-2 0 0,3 0 1479,-3 0 0,6 1 0,5 1 0,2-1 0,1 0 0,-1 0 0,-3 1 0,-6-2-1093,9 1 1,-5 0 0,6 0 992,-10-1 1,6 2 0,4-1 0,2 1 0,0-1 0,0 1 0,-3-1-1,-5 0 1,-5 0-265,3-1 0,-6 0 1,5 0 363,-2 1 0,7-1 0,3 1 0,0-1 0,-2 0 0,-4 1 0,-9-1 0,-2 0 0,-3 0 0,12 0 0,-1 0 0,0 0 0,1 0 0</inkml:trace>
  <inkml:trace contextRef="#ctx0" brushRef="#br0" timeOffset="85008">25471 10561 24575,'17'-4'0,"14"0"0,-11 0 0,6-1 0,2 0 0,1 1 0,0-2 0,-1 2 0,-9 1 0,13 0 0,0-1-1714,-16 3 1714,11-1 0,2-1 0,4 2 0,-5 0 0,-1 1 0,-2 0 0,-12 0 0,9 0 0</inkml:trace>
  <inkml:trace contextRef="#ctx0" brushRef="#br0" timeOffset="85580">27540 10541 24575,'25'0'0,"-1"1"0,6-1 0,-7 2 0,-2-2 0,-5 0 0,14 0 0,-15 0 0,5 0 0,-9 0 0,0 0 0,-2 0 0,-2 0 0,9 1 0,-7-1 0,13 3 0,11-1 0,-14 0 0,12 0 0,3 1 0,-3-2 0,-7 0 0,5 0 0,-5 0 0,8-1 0,-9 0 0,-3 0 0,-13 0 0,1 0 0</inkml:trace>
  <inkml:trace contextRef="#ctx0" brushRef="#br0" timeOffset="86664">21757 11696 24575,'17'0'0,"6"0"0,13-3-1639,-12 2 1,0 0-1639,7-2 2184,0 2 1,7 0 0,-4 0 900,-10 1 1,1 0 191,1 0 0,5-1 0,5 1 0,0 0 0,-2 0 0,-4 1-283,3 0 0,-4 1 0,5 0 283,-2 0 0,5 0 0,2 0 0,1 0 0,-2 1 0,-4-1 0,-2 1 0,-4 0 0,0 1 0,5-1 0,-1 0 0,6 0 0,1 0 0,2 0 0,-2 0 0,-1 0 0,-5-1-588,2 1 0,-5-2 0,0 1 1,4 0 587,-2-1 0,4 1 0,2-1 0,1 1 0,-3-1 0,-3 0 0,-7 0 0,5-1 0,-4 0 0,-1 0 0,1 0 0,0 0 0</inkml:trace>
  <inkml:trace contextRef="#ctx0" brushRef="#br0" timeOffset="87462">25815 11818 24575,'21'-2'0,"-2"2"0,0 0 0,13-5 0,2 3 0,6 0-1093,-6 1 1,2 0 0,-3 0-547,2 0 1,-1 0 545,-2 1 1,2 0 0,-2 1-1,-4-1 1,0 0 0,-3 0 908,3 0 0,1 0 86,6 0 0,6 0 1,-1 0-1,-8 0 1,-12 0-1,-1 0 0,17 0 1,-1 0-1</inkml:trace>
  <inkml:trace contextRef="#ctx0" brushRef="#br0" timeOffset="87859">28326 11852 24575,'16'0'0,"11"0"0,-21 0 0,19 1 0,4 1 0,-2 1-1093,-4-2 1,6 0 0,-4-1-2185,10 3 3044,-8-4 1,2 0-436,0 2 0,0 0 668,-5-1 0,1 0-1093,4 1 1,2 0 0,-4 0 353,8-1 739,-5 0 0,5 1 0,-4-1-448,-2 0 0,-1 0 1,4 1-1,-2-1 0,7 0 1</inkml:trace>
  <inkml:trace contextRef="#ctx0" brushRef="#br0" timeOffset="88207">30093 11796 24575,'13'-1'0,"9"-2"0,-3 2 0,0 0-991,-1 0 1,3 0 990,7 0 0,4 0 0,-5 1 0,4 0 0,0 0 0,5 1 0,-8-1 0,-7-1 319,3 1 0,1 1-319,-6-3 81,-11 2 1,2 0 0,-9 0 0</inkml:trace>
  <inkml:trace contextRef="#ctx0" brushRef="#br0" timeOffset="89096">21504 12843 24575,'37'0'0,"-18"-2"0,9 0 0,7-1 0,-6 1-3277,-4-2 1992,9 0 0,2-1 1285,-14 3 0,-1-1 0,-2 0 0,0-1 0,14 2 0,-1-1 0,3-3-1639,-5 5 1,-2 0-146,-8-2 1784,0 2 0,1 0 825,7-1-825,0 1 0,6 1 0,4 0 0,-5 0 0,-1 0 0,-5 2 0,-1-1 0,-6-1 0,0 0 0</inkml:trace>
  <inkml:trace contextRef="#ctx0" brushRef="#br0" timeOffset="89762">26263 12859 24575,'23'-5'0,"-12"3"0,13-1-3277,1 2 0,-11 1 1638,10-2 1,-1-1-1639,-14 3 5064,22-5-1787,-8 5 0,0-3-1517,11 1 0,-1 0 1517,-9-1 0,5 0 0,-6 0 0,-20 3 0,5-2 0</inkml:trace>
  <inkml:trace contextRef="#ctx0" brushRef="#br0" timeOffset="90066">28280 12898 24575,'6'0'0,"17"0"-1639,7-1 1,2 0-1639,3 1 2184,-6-1 1,5 0 0,-2 1-547,6 0 1,-3 0 1576,-1 0 1,-1 0 0,2 0 0,-6 0-1,-19 0 1</inkml:trace>
  <inkml:trace contextRef="#ctx0" brushRef="#br0" timeOffset="90367">30322 12764 24575,'6'0'0,"2"0"-3277,3 3 0,-4-2 1241,17 4 2036,-14-4 0,12 4 0,-15-4 0,0 2 0</inkml:trace>
  <inkml:trace contextRef="#ctx0" brushRef="#br0" timeOffset="93126">32020 6956 24575,'28'24'0,"-3"0"-1639,-14-8 1,-2 0-1639,2 1 0,3 16 2852,3-1 425,-5 3-697,0-5 0,1 6 1,0-2 696,-3-7 0,1 1 0,-1 5 0,1 4 0,0 0-674,-2-10 1,0 0-1,-1 1 1,1-2 673,0 6 0,0-2 0,0 4 0,0-4 0,1 5 0,1 0 0,-2-2 0,0-4 0,1 7 0,0 0-224,-3-7 0,2 6 0,0 4 0,0-2 0,-2-3 0,-1-8 224,-1-2 0,-1 0 241,1 1 0,1 6 1,1 2-1,-1-1 0,-1-4-241,0-1 0,-2-2 0,1-3 0,0 0 0,0 1 0,2 9 0,2 8 0,0-1 0,-2-9 0,2 0 0,-2-3 0,2 9 0,1 4 0,-1-2 0,-1-8 0,-2-5 0,0 1 0,1 3 0,1 7 0,1 3 0,-1-2 0,0-6 0,0 4 0,0 0 0,-1-7 0,1 6 0,0 2 0,1-1 0,-1-1 0,-1-7 108,3 8 1,0-1-109,-2-6 0,1 5 0,0 1 0,0 1 0,-1-3 0,0-2 0,0-1 0,0 0 0,0 1 0,1 4 0,0 1 0,0 1 0,1 3 0,-2-8 0,0 2 0,1 2 0,0 0 0,0 0 0,0-2 0,-2-2 0,2 7 0,-1-3 0,0-1 0,0 1 0,-1-3 0,2 0 0,-1 1 0,-1-1 0,-2-2 0,0 8 0,-2-3 0,-1-2 931,2 3 0,-2 1-931,-3-7 0,-1 3 0,-1-1 0,0-5 0,3-5 0,-1 0 0,-5 11 0,-3 8 0,0-1 0,2-10-832,1 3 832,1-7 0,-2 5 0,0 3 0,0-3 0,0 0 0,0-2 0,1 1-86,-2 5 1,1 1 0,0 0 85,0-3 0,0-1 0,-2 4 0,0-2 0,-3 4 0,-1 1 0,2-3 0,1-7 0,2-3 0,-1-1 0,-2 3 0,-2 5 0,-2 4 0,1-2 0,2-4-478,-1-2 0,2-3 0,-1 2 478,0-1 0,-1 1 0,0 2 0,1 2-105,3-3 0,0 2 0,0 2 1,1 0-1,0-2 0,1-4 105,-3 5 0,1-3 0,0 2 304,2 4 1,0 5 0,2-2 0,3-4-305,5-1 0,1-4 0,-4 2 0,2 0 0,5 0 0,2 1 0,-2-6 2698,-1-2-2698,7 6 0,0-3 3276,-10-18-3090,5 12 1,0 0 3089,-6-13-709,3 26 274,-5-23-2841,-4 12 0,3-11 0,-4 2 0,8-11 0,0 0 0,6-4 0,-4 0 0,0-2 0</inkml:trace>
  <inkml:trace contextRef="#ctx0" brushRef="#br0" timeOffset="94350">32693 7970 24575,'-7'11'0,"-2"8"0,2-4 0,1 2 0,0 3 0,1 5 0,0 0-2089,-4 8 2089,5-10 0,1-1 501,1 5-501,1-1 0,1 3 0,0-12 0,0-17-1639,1-19 1,2-10-1343,-2 9 2981,1-10 0,0-2-311,-2 7 311,0 1-1639,0 2 1,0 1 833,0 5 805,0-3 0,0 0 0,1-2 0,0-5 0,4-1 0,-4 13 0,6-15 0,-6 15 0,4-6 0,1 0 0,-3 9 0,7-20 918,0 10-918,-1 1 3276,2 1-2015,0-1-1261,-6 17 0,-1-4 3276,-4 10 0,-5 11-3044,3 1-232,-1 1-3277,5 6 0,-2-14 0,4 17 1787,-3-19 1490,2 15 0,-3-12 0,0-1 0,-2-2 3276,0-5-2015,-1 1-442,0-2 0,1 1 0,1-1 0</inkml:trace>
  <inkml:trace contextRef="#ctx0" brushRef="#br0" timeOffset="94964">33022 7703 24575,'-20'9'0,"4"0"0,0 1 0,-7 2 0,4 2 0,0-1 0,3-3 0,-11 14 0,16-14 0,-1 9 0,15-6 0,2-2 0,18 10 0,-13-15 0,11 6 0,2 1 0,-8-6 0,5 5 0,0-1 0,-9-3 0,12 13 0,-14-10 0,6 9 0,-5 2 0,-5-6 0,1 10 0,-8-5 0,-1-4 0,-10-2 0,8-9 0,-9 2 0,11-5 0,-4 1 0,1-4 0,5 0 0,-3 0 0,5 0 0</inkml:trace>
  <inkml:trace contextRef="#ctx0" brushRef="#br0" timeOffset="95345">33116 7752 24575,'25'-12'0,"-9"3"-1639,5 1 1,0-1-1639,-9 2 0,14-6 4605,-18 8-1328,-1-2 0,3 1 0,-5 2 0,1-2 0,-4 5 0,1-3 0</inkml:trace>
  <inkml:trace contextRef="#ctx0" brushRef="#br0" timeOffset="95616">33246 7745 24575,'3'25'0,"0"-1"0,-2 6 0,6 7 0,0-1-3277,-5-17 2628,2 3 1,1 2 1242,1-1 0,0 0-594,1 0 0,-1 0 395,1 2 0,0-1-395,0-3 0,-1-3 0,-4-11 0,3 10 0,-5-13 602,-5 0 0,3-4 1,-3 2-1</inkml:trace>
  <inkml:trace contextRef="#ctx0" brushRef="#br0" timeOffset="101167">21853 16909 24575,'24'4'0,"0"0"0,0 0 0,-2-1 0,6 0-1639,6 0 1,1 0-1639,0-1 2184,-7-1 1,3 0 0,-5-1 2420,-2 0-1328,4-1 0,-1 0 0,-9 1 1719,8 0-1719,-13 0 0,-4 0 0,13-1 0,-1 2 0,-4-2 0,0 2 0</inkml:trace>
  <inkml:trace contextRef="#ctx0" brushRef="#br0" timeOffset="103337">29070 16590 24575,'11'0'0,"-3"0"0,-2 0 0,-2 0 0,4 0 0,3 0 0,-1 0 0,16-3 0,-15 2 0,18-3 0,-20 4 0,1-2 0,-7 2 0</inkml:trace>
  <inkml:trace contextRef="#ctx0" brushRef="#br0" timeOffset="107825">26350 1850 24575,'7'23'0,"2"0"0,2 4 0,0-4 0,-2-7 0,-5-4 0,4 4 0,-5-5 0,4 1 0,-3 5 0,0-8 0,-3 5 0,-1-10 0,0 3 0,-4-4 0,0 2 0,-15 4 0,0 2 0,-9 2-1639,6-4 1,2 0-1639,1-3 2764,-6 1 1,2 0 512,8-5 0,-15 4 0,18-4 0,3-1 0,13-1 0,9 0 0,19-5 0,-3 2 0,5-1 0,1 0 0,-7 3 1638,1 0 0,-1 0 1476,-3 1-6391,0-1 959,-7-1 2318,5-7 0,-14 5-3277,13-9 2017,-15 10 1107,3-4 1,-8 7-1,1-2 1</inkml:trace>
  <inkml:trace contextRef="#ctx0" brushRef="#br0" timeOffset="108359">26595 2009 24575,'-2'10'0,"-1"3"0,7 1 0,0 2-1639,9-1 1,2 0-1639,-3-3 2302,5 0 1,3-1-1844,17-3 2818,-14-3 0,-2-2 0,1 0 0,0-3 0,-4 0 0,4-4 0,-2-1 0,-8 2 0,17-9 0,-11 0 0,-7 7 3276,10-12-2015,-14 13-1261,5-10 0,-4 2 0,-2-4 0,-4-7 0,-13 3 0,6 4-1639,-12 4 1,-1 4 378,7 3 1250,-7-3 0,-3 0 10,-5 2 0,-3-3 0,8 4 0,1 0 0,-3-1 0,-12-1 0,21 3 0,7 2 0,11 1 3276,17 2-2024,-6 2-1252,19 1 0,-23-1 0,5-2 0</inkml:trace>
  <inkml:trace contextRef="#ctx0" brushRef="#br0" timeOffset="108663">27715 1846 24575,'6'24'0,"0"6"0,1-14 0,0 20-776,-5-30 776,1 18-3277,-3-8 155,0-7 2234,-2 23 888,1-22 0,-3 13 0,-2-9 0,0-4 0,-6 5 0,1-7 365,-2-2-365,0-3 0,4-3 0,2 0 0,6 0 0</inkml:trace>
  <inkml:trace contextRef="#ctx0" brushRef="#br0" timeOffset="108858">27638 2065 24575,'11'3'0,"1"0"0,13-1 0,-5-1-1639,3-1 1,0 0-1639,-5 0 2730,17 2 1,-1 0 0,-22-1 0,7 1 0,1 1 0</inkml:trace>
  <inkml:trace contextRef="#ctx0" brushRef="#br0" timeOffset="109020">28178 2126 24575,'-35'5'0,"19"-2"0,-5-2 0</inkml:trace>
  <inkml:trace contextRef="#ctx0" brushRef="#br0" timeOffset="109992">18642 1972 24575,'-23'20'0,"8"-6"0,1-1-1993,-4 2 1993,-3 6-3277,4-3 0,8-9 1661,-5 11 1,1-1 1615,7-10 0,-10 20 0,12-11 0,-1 0-1289,3 1 1,0 1 1288,1-5 1081,3 5 0,0-1-1081,1-8 3276,7 12-2447,1-6-829,-2-8 0,7 3 0,0-1 3276,-8-5-1816,22 9-167,-7-7-1293,4-3 0,0 0 0,0 0 0,2-3 0,2 1 0,-2-1-684,-14-2 684,4-1 0,-1 0 0,-5-3 0,-2 1 1423,8-10-1423,-11 7 0,12-17 0,-12 15 0,5-16 0,-11 19 0,1-10 0,-3 10 529,-10-4-529,-22 2 0,14 3 0,-1 0-732,-8 1 0,-1 1 732,5 0 0,0 1 0,-3 2 0,2 1 703,-5 0-703,-3 4 0,2 1-1074,17-2 1074,-10 0 0,1 1 0,10 1 0,10-4 0,29-3 0,3-2-598,3-3 0,3-2 598,-5 3 0,-2 0 0,-7 0 0,-1 1 0,-2-1 0,0 1 0</inkml:trace>
  <inkml:trace contextRef="#ctx0" brushRef="#br0" timeOffset="110309">19887 2050 24575,'-12'35'0,"5"-15"0,1 0 0,-4 11 0,2-3-1639,0-9 1,1-2-1639,1-5 228,-13 19 3049,11-21 1864,-8 8-1864,3-6 0,5-5 0,-7 0 0,8-1 3276,-4-3-241,2 1-3035,2-4 1428,-13-6-1428,2-8 0,-3 1 0,9 1 0,8 9 0</inkml:trace>
  <inkml:trace contextRef="#ctx0" brushRef="#br0" timeOffset="110469">19606 2163 24575,'24'3'0,"-3"0"-3277,14 5 0,-16-5 2621,5 2 1,-2 0-1,-11-4 1,9 3 0</inkml:trace>
  <inkml:trace contextRef="#ctx0" brushRef="#br0" timeOffset="110656">20081 2293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52:59.100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23593 14310 24575,'12'-6'0,"-3"2"0,8-4 0,11-1 0,-11 2 0,11-1 0,-2 2 0,-14 4 0,13-4 0,5-2 0,-9 5 0,-1 0 0,-1-1 0,2 0 0,7 0 0,3 1 0,-5 0-916,3 2 916,-4-1 0,6 0 0,3-1 0,-1 1-820,-1 1 1,2 1 0,-2-1 0,0 1-249,1-1 0,-1-1 1,3 1 1067,-1 1 0,5-1 0,0 1 0,-4 0 0,-9 0-180,-1 0 180,1 0 0,9 0 0,0 0 0,-8 0 0,-1 0 0,1 0 0,6 0 0,-8 0 0,-6 0 0,3 0 0,2 0 0,0 1 0,-1 0-3277,5 4 2683,-21-4 3870,9 5-2077,-11-6-1011,4 1-188,-6-1 0,-2 0 0,1 0 0</inkml:trace>
  <inkml:trace contextRef="#ctx0" brushRef="#br0" timeOffset="1562">26793 14984 24575,'10'0'0,"13"0"0,9 0 0,-3-1 0,-9 0 0,0 0-820,10 1 1,8 0 0,0-1 0,-6 1-820,-10-2 1,1 1 818,5 0 1,5 1 0,2 0 0,-3 0-200,1 0 1,-2-1-1,0 0 1019,2 1 0,0 0 0,0 0-362,4 0 0,1 0 1,-6 0 361,3 1 0,-9-1 0,5 0 0,1 1 0,-7-1-342,8 0 342,-8-1 0,8 0 0,3 0 0,-4 0 0,-7 0 2118,6-1-2118,-4 2 0,11-2 0,6 1 0,0-1 0,-4 1 0,-11 0 859,-6 1 0,0 0-859,4 0 0,8 0 0,7-1 0,2 1 0,1 0 0,-3-1 0,-6 1 0,-8 0 1283,0 0 0,-1 0-1283,-1 0 0,7 0 0,4 0 0,3 0 0,0 0 0,-2 0 0,-6 0 0,-6 0 0,2 0 0,-1 0 0,1 0 0,7 0 0,3 0 0,1 0 0,-3 0 0,-6 0 0,7 0 0,-1 0 0,-1 0 0,6 1 0,-2-1 0,-6 1 0,-7-1 0,0 0 0,2 0 0,6 0 0,-1 0 0,-8 0 0,1 0 0,-2-1 0,9 1 0,3 0 0,-1 0 0,-8 0 0,-2 1 0,-1-1 0,10 0 0,7 1 0,0-1 0,-7 0 0,-12 0 0,1 0 0,5 1 0,7-1 0,0 1 0,-5 0 0,-1 0 0,-1 1 0,-1 0 0,5 0 0,0 1 0,-2-1-1093,0-1 1,-1-1 0,-3 1 882,2 2 0,0 1 74,10-3 0,-6-1 136,-16 2-948,7 0 0,-1-1 948,-11-1 1274,9 0-1274,-16 0 3276,7-1-2601,-7-1-1368,5 0 1,-7 1 0,2 1 0</inkml:trace>
  <inkml:trace contextRef="#ctx0" brushRef="#br0" timeOffset="2924">18915 15747 24575,'18'0'0,"-11"0"0,15-1 0,2 0 0,-6 1 0,11-1 0,9 0 0,-4 0-1512,-14 1 1,1 0 1511,6-1 0,6 1 0,-1 0 0,-5-1 0,-8 1 0,1 0 0,11 0 0,7 0 0,0 0 0,-8 0-781,-11 0 0,0 0 781,7 0 0,8 0 0,5 0 0,0 0 0,-1 0 0,-5 0-1093,4 0 1,-4 0 0,7 0 991,-12 0 0,4 0 0,2 0 1,3 0-1,1 1 0,1-1 1,0 0-1,0-1 0,0 1-197,-4 0 0,1 0 0,0-1 0,1 1 0,0 0 0,1-1 0,-1 1 0,0-1 1,0 1-1,-1 0 0,0-1 237,-1 1 1,-1 0 0,-1 0 0,0 0 0,0 0 0,0 0-1,1 0 1,0 0 0,1-1 0,2 1-95,-4 0 1,0 0 0,2 0 0,0-1 0,0 1-1,1 0 1,1-1 0,-1 1 0,1 0 0,-1-1 0,0 1-1,-1 0 1,0 0 0,-1-1 154,4 1 0,0 0 0,-1 0 0,-1 0 0,0 0 0,0 0 0,1 0 0,-1 0 0,1 0 0,1 0 0,1 0-96,-5 0 0,1 0 0,0 0 0,0 0 1,1 0-1,1-1 0,-1 1 0,1 0 1,0 0-1,-1 0 0,1-1 0,-1 1 1,-1 0-1,0-1 0,0 1 96,3 0 0,-1-1 0,0 1 0,0 0 0,-1-1 0,1 1 0,-1 0 0,0-1 0,0 1 0,0-1 0,1 1 0,0-1-11,-2 1 0,2-1 0,0 1 1,0-1-1,0 1 0,0-1 1,0 0-1,0 1 0,-1-1 0,0 0 1,-2 1-1,-1-1 0,-1 0 11,6 1 0,-1-1 0,-2 0 0,0-1 0,-2 1 0,0 0 0,0 1 0,0-1 65,1 0 1,-1 0 0,1 1-1,-2-1 1,0 1 0,-1-1 0,0 1-66,7-1 0,2 0 0,-3 1 0,-4-1 0,-7 1 2256,10 0-2256,-7 0 0,-4 0 3276,-14 0-3178,22 1-98,-19 2 0,6-1 0,-2 2 0,0-1 0,-2-2 0,7 3 0</inkml:trace>
  <inkml:trace contextRef="#ctx0" brushRef="#br0" timeOffset="5340">22529 16787 24575,'29'-3'0,"-1"1"0,-8 1 0,5 0 0,-3-2 0,7 0 0,6-1 0,3-1 0,3 1 0,0-2 0,-1 2 0,-3-1 0,-3 1 0,-6 1-982,8 0 0,-6 0 0,8 0 982,-12 0 0,6-1 0,4-1 0,4 0 0,1 0 0,1 0 0,-1-1 0,-1 1 0,-3 0 0,-5 1 0,-4 1 0,-8 0 0,3 1 0,-3 1 0,13-3 0,8 0 0,-2-1 0,-12 2 931,-11 2-931,0 1 485,-5-2-485,7 2 0,-12 0 0,11-1 0,-15 1 0,1-2 0</inkml:trace>
  <inkml:trace contextRef="#ctx0" brushRef="#br0" timeOffset="5948">23779 16599 24575,'-3'19'0,"1"9"0,1-8 0,4 15 0,-1-24 0,5 14 0,-5-17 0,4 6 0,0-24 0,1-11 0,-1-11 0,-3-1 0,-2-2 0,-1 12 0,-1 0-1639,-2-8 1,0 3-1639,0 2 3047,-4 14 230,18 20 0,-4-4 0,22 14 0,-7-11 0,1-2 0,-4 2 0,0 0 0,13-1 0,-3 0 0,-11-1 3276,-2 0 0,-24 2-3044,-25 9-232,17-6 0,0-1 0,-16 8 0,4 4 0,26-17 0,14 5 0,-5-8 0,14 0 0</inkml:trace>
  <inkml:trace contextRef="#ctx0" brushRef="#br0" timeOffset="6650">25818 16860 22742,'31'3'0,"-1"0"0,1 0 0,0 1 0,-2-2 0,2 0 0,0 0 0,2-1 0,1 0 0,0-1 0,0 0 0,1-2 0,1 0 0,0 0 0,1-1 0,-2 0 0,0 1-547,2 0 1,-1 0 0,-1 0 0,0 0 0,1 0 0,-1-1-1,2 0 1,2-1 0,0 0 0,-2-1 0,-2 1 0,-5-1-547,2-1 1,-4 0 0,-5 0 3884,4-7-2792,1 1 1771,-28-1-1771,-28-6-422,10 5 422,-10 5 0,-11-1 0,-2 1 0,6 2 852,6 4 1,-3 0-853,8 0 0,-7 0 0,-5-1 0,-4-1 0,-1 1 0,-1-1 0,1 1 0,3 1 0,5 0 0,5 0-1093,-8 1 1,8 1 0,-10 0 1013,14 1 1,-6-1 0,-3 0 0,-4-1 0,-2 1 0,-1 0 0,-2 0-1,0 0 1,1 0 0,2 0 0,1 0 0,3 0 0,4 0 0,4 1 78,-11 0 0,8 0 0,0 0 0,-6 1 0,6-1 0,-5 2 0,-4-1 0,-2 1 0,-1-1 0,-1 1 0,0 0 0,3 0 0,3 0 0,3 0 0,6-1 0,-11 1 0,8 1 0,-3 0 0,1 1 0,-5 1 0,0 1 0,4 0 0,9-1 0,-1 3-1252,-1 6 1252,26-10 0,1 1 0,1-4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9T01:53:46.455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15642 9937 24575,'19'12'0,"0"-1"0,5 1 0,3-1 0,-1 2 0,-4-1 0,1 0 0,4 1-469,-1-4 1,6 1 0,3-1 0,2 0 0,-2 0 0,-3-1 0,-6-1-1171,9 3 1,-1-2 1169,-8-3 1,6 2 0,2-1 0,2 0 0,-1 0 0,-2-1 0,-5-2-625,8 0 1,-5-1 0,0 0 969,0 1 1,-1 0-1,1-1-97,-1 0 0,2-1 1,-2 0-1,-8 0 220,0-1 0,9 0 0,-1 0 0,-12 0-1015,7 0 1,0 0 1014,-6 0 890,9 0 1,2 1-891,-8 0 0,8 0 0,-22-1 0</inkml:trace>
  <inkml:trace contextRef="#ctx0" brushRef="#br0" timeOffset="2955">18698 11812 24575,'29'0'0,"1"0"0,0 0 0,-4 0 0,2 0 0,0 0 0,4 0 0,2 0 0,-2 0-1093,4 0 1,-2-1 0,1 0-1,-3 1 1,0 0 0,2 0 330,0-1 1,1 0 0,1 0 0,-3 0-247,3 0 0,-3 0 0,0 0 1008,-4 0 0,-1-1 0,2 0 0,2-1 0,2-1 0,0 0 0,-4 1 735,-4-1 1,1 1-736,-1 0 0,6-2 0,1 1 0,-1 0 0,-4 1 0,9-1 0,-3 1-605,-8 0 0,0 0 0,-1 1 605,0 0 0,-1 1-621,11 0 621,-13 0 0,9 0 0,-27 1 0</inkml:trace>
  <inkml:trace contextRef="#ctx0" brushRef="#br0" timeOffset="7014">23147 7659 24575,'31'-1'0,"0"0"0,-7 1 0,1-1 0,2-1 0,3 0 0,-4 0 0,6-1-1639,7 1 1,-4-1-1498,-21 0-141,20 3 1811,-23-1 1671,9 0 1,0 0-206,-10 1-1612,11-2 0,-1 1 1612,-9 1 119,14-1 1,3 0-120,-8 1 0,12 0 0,-1 0 0,-11 0-744,6 1 1,-2 0 743,-16-1 2077,22 1-2077,-24-1 1202,5 0-1202,-8 0 3276,2 0-2321,1-1-955,-1-1 0,-1 1 0,-2-1 0</inkml:trace>
  <inkml:trace contextRef="#ctx0" brushRef="#br0" timeOffset="9762">25130 10353 24575,'9'-18'0,"1"0"0,0-1 0,0-3 0,-5-7 0,-1-4 0,0 4-1639,0 8 1,1-2 1624,-2-5 0,0-8 1,0-2-1,0 3 1,-2 9 13,1-2 0,-1 0 0,0-10 0,0-3 0,0 2 0,0 10 0,-1-6 0,0 7 0,0-9 0,0-3 0,0 3 0,0 9 0,0 9 0,0 0 0,0-6 0,0-9 0,1-2 0,-1 3 0,0 9 0,0-7 0,2 0 0,0-6 0,0 7-3277,0 3 53,4-2 3697,-1 14 0,-3 14 1,1 0-1</inkml:trace>
  <inkml:trace contextRef="#ctx0" brushRef="#br0" timeOffset="10295">24730 9993 24575,'35'5'0,"1"1"0,0-2 0,-9-1 0,8 0 0,4 1 0,1-1 0,-5 0-820,-3 0 1,-3-2 0,1 1 0,3 0 325,-1 0 0,3 1 1,2-1-1,0 1 1,-3 0-1,-3-1 494,6 0 0,-4 0 0,0 0 0,4 0 0,0 0 0,-7 0 366,-2 1 1,-8-2 0,-2 1 0,-1 0 0</inkml:trace>
  <inkml:trace contextRef="#ctx0" brushRef="#br0" timeOffset="14915">29331 10295 24575,'7'-2'0,"7"-1"0,-5 3 0,18-3 0,-9 3 0,4-2 0,3 1 0,-3 0 0,1 0 0,-3 0 0,1-1 0,5 0 0,-1 1 0,-4-2 0,-2 1-1294,9 0 1294,-10 1 0,1-1 0,17 1 0,-9 1 0,2 0 0,-2-1 0,0 0 0,7 1 0,1 0 0,-4-1 0,-1 0 0,-11 1 0,1 0 0,6 0 0,4-1 0,-6 1 0,0 1 0,9-1 0,3 1 0,-14-1 0,-1 0 0,13 1 0,-13-1 0,-4 1 0,-11 0 1294,10-1-1294,-10 0 0,8-5 0,6 3 0,0-5 0,4 4 0,-16-1 0,11-1 0,-8 1 0,-2 1 0,-1 1 0</inkml:trace>
  <inkml:trace contextRef="#ctx0" brushRef="#br0" timeOffset="16196">24605 11436 22588,'28'0'0,"-1"0"0,4 0 0,-4 0 0,4 0 0,-6 0 968,-3 0-968,7 0 0,6 0 0,-7 1-911,-7-1 911,4 1 0,8-1 0,4 0 0,-2 1-820,1-1 1,0 0 0,0 0 0,0 0 179,-3-1 1,-1 0 0,1 0 0,5 0 639,-7 1 0,5 0 0,3 0 0,0 0 0,1 0 0,-3 0 0,-4 0 0,-5 0-979,2-2 1,-6 1-1,7 0 979,-5 1 0,5 1 0,5 0 0,4 0 0,1 1 0,1-1 0,0 1 0,-2 0 0,-3-1 0,-4 0 0,-5 0-1080,10 0 0,-8 0 1,10 1 1079,-16-1 0,4 1 0,4 0 0,4 0 0,2 1 0,2 0 0,1 0 0,1 1 0,0-1 0,0 0 0,-1 0 0,-3 0 0,-1 0 0,-4-1 0,-3 0 0,-4 0-488,13 0 1,-8-1 0,-1 0 0,9 2 487,-12-1 0,4 1 0,3 0 0,4 0 0,2 1 0,2 0 0,1 1 0,0-1 0,1 1 0,-2-1 0,-1 0 0,-2 0 0,-3 0 0,-3 0 0,-5-1 0,-4-1 204,12 2 1,-10-1 0,8 0-205,-8 0 0,4 0 0,6 0 0,2 0 0,2 1 0,1 0 0,0 0 0,-1-1 0,-3 0 0,-3 0 0,-5 0 0,-6-1 0,13 0 0,-3 0 0,-4 0 0,6-1 0,3 0 0,0 1 0,-6-1 0,-8-1 1738,8 0-1738,-4-1 0,-2-1 0,-8-1 0,2-1 0,-8 2 0,-11 2 0</inkml:trace>
  <inkml:trace contextRef="#ctx0" brushRef="#br0" timeOffset="16506">28649 11628 24575,'0'0'0</inkml:trace>
  <inkml:trace contextRef="#ctx0" brushRef="#br0" timeOffset="19400">9554 15165 24575,'-7'2'0,"0"1"0,2-1 0,-15 9 0,11-7 0,-13 7-3277,-8 3 0,16-9 1638,-11 7 1,0-1 148,16-8-27,-22 6 0,-1 1 1517,20-6-677,-14 2 1,-8 0 0,7 0 676,11-3 0,-9 0 0,-6 1 0,7-2 0,12-1 229,-18 2 1,1 1-230,19-3 1128,-10 2 0,-2-1-1128,10 0 3276,-6 0-3179,6-1-97,9 1 3276,-15-1-1507,-3 2-1769,-2-1 0,-6 0 0,19-2 0,0 0 0,7 0 0</inkml:trace>
  <inkml:trace contextRef="#ctx0" brushRef="#br0" timeOffset="20485">8881 15315 24575,'14'10'0,"5"4"0,-2 0 0,-2 0-3277,11 11 0,-21-17 0,15 16 0,-17-20 4447,8 15-1170,-8-15 0,4 11 0,-4-7 3276,2 1-2321,-1-13-955,-2-9 0,-1-2 0,-2-9 0,-1 15 0,-12-24 0,8 24 3276,-15-18-226,16 23-1669,-12 1-1381,-7 10 0,10-1 0,-11 5 0,-1 1 0,9-3 0,-11 3 0,-1 0 0,-3 2 0,-2 1 0,31-14-3277,31-8 0,-1-4 1638,9 0 1,-2 0 1258,-12 3-811,9-2 0,0-1 1191,-12 4-1306,1-1 0,-1 0 1306,-10 3 2612,12-3-2612,-22 6-852,-12 9 852,6-4 0,-11 6 2124,6-4-2124,-10 2 3276,6-2-2646,-5 2 1,1 0-631,9-3 0,-18 6 0,22-9 3276,4 1 0,10-2-3044,7-6-232,2 5 0,-3-5 0,-8 6 0,-4 0 0</inkml:trace>
  <inkml:trace contextRef="#ctx0" brushRef="#br0" timeOffset="22302">15356 16357 24575,'27'-2'0,"-2"0"0,2 0 0,-2-1 0,5 0-410,-7 0 0,7 0 1,3-1-1,3 0 1,1 0-1,-1 0 0,-1 1 1,-4-1-247,5 1 1,-5 0-1,1 0 1,1 1 0,6-2 402,-11 1 1,2 1 0,2-2 0,2 1 0,2-1 0,0 1 0,2-1 0,-1 0 0,1 1 0,0-1 0,-1 1 0,0 0 0,-2 1-22,1 0 1,0 0 0,0 0 0,0 1 0,-1 0 0,1-1 0,0 1 0,0 0 0,0 0 0,1 0 0,0 0 0,2-1 195,-6 1 0,2 0 0,0-1 0,0 1 0,1-1 0,0 0 0,1 1 0,0-1 0,-1 0 1,1 1-1,-1-1 0,0 1 0,-1-1 0,-1 1 0,0 0 0,-1 0 78,7 0 0,-2 0 0,0 0 0,-1 0 0,0 0 0,-1 1 0,0-1 0,0 1 0,0-1 0,1 1 0,0-1-130,0 0 1,0 1 0,2-1 0,0 0 0,0 1 0,-1-1 0,0 1 0,-1-1 0,-1 1 0,-2-1 0,-3 1-1,-2 0 130,8-1 0,-4 1 0,-3 0 0,0 1 0,2-1 0,2 0 0,1 0 0,0 0 0,-2 0 0,-4 0 0,5 0 0,-4 0 0,-9 0 0,-15 0 0,5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2967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La Clase 9 respondió qué tan bien ordena el modelo; hoy respondemos por qué. El gráfico muestra la respuesta global del día: la mitad del modelo es el atraso y una quinta parte la utilización. La primera hora es explicabilidad; la segunda, clustering parte 1 con su propio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notebook de explicabilidad corre en menos de un minuto: la Celda 0 vuelve a entrenar el campeón de la Clase 9 con la misma receta. El de clustering usa segmentacion_tarjetas.csv, que hay que subir a Clase_10/Datos antes de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Pregunta a la clase quién les ha pedido explicar un modelo en su trabajo. Las tres figuras de abajo son las que van a aparecer siempre en un banco.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cuadro es el índice de la hora. Global: cómo funciona el modelo para toda la cartera. Local: por qué este cliente. Por diseño: el modelo ya es legible. Post hoc: herramientas que se aplican a cualquier modelo después de entrenarlo.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= e^beta. Si OR es 2, los odds se duplican. La utilización es la que más pesa en la logística, aunque en XGBoost el primero será el atraso: la logística solo puede ver efectos lineales y la utilización tiene una pendiente fuerte en todo el rango. La edad no hace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gain el atraso es la mitad del modelo; con weight la antigüedad queda tercera. Las variables continuas con muchos valores ofrecen muchos cortes posibles y se inflan en weight. Ninguna de las dos mide cuánto depende la predicción de la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Barajar rompe la relación de la variable con el target pero conserva su distribución. Se mide en test, no en entrenamiento. Edad y tipo de empleo: cero. Advertir sobre variables correlacionadas: se reparten la importancia y las dos parecen poco importantes.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que la logística no podía ver: entre 0.15 y 0.45 casi plano, pasado 0.70 se dispara. Los escalones son propios de los árboles. Más allá de 1.0 la curva es plana porque casi no hay datos: el modelo no sabe, no es que el riesgo deje de subir.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las curvas fueran paralelas, el efecto sería igual para todos. Se abren en abanico porque en probabilidad los efectos se multiplican: el mismo salto de utilización sube más a quien ya tiene atraso. El atraso: el gran salto es de 0 a 5 días.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propiedad clave es la aditividad: base más la suma de los SHAP da exactamente la predicción del modelo, en log-odds para XGBoost. El valor base sale 6.0 % y no 6.1 % porque se promedia en log-odds. TreeExplainer es exacto y rápido en árboles: 21 600 clientes en menos de un segundo.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de arriba abajo. Atraso y utilización: rojo a la derecha. Antigüedad e ingreso: rojo a la izquierda, misma dirección que la logística. Edad y empleo pegados al cero: el mismo veredicto que la permutación por otro camino.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Así se le explica a un comité o al cliente. Los tres primeros aportes positivos son los códigos de motivo que se guardan con cada decisión. El ingreso vacío suma riesgo: XGBoost aprendió que no declarar ingreso es una señal. Es legítimo, pero el validador lo va a preguntar.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permutación y SHAP llegan al mismo orden por caminos distintos. Gain se acerca. Weight es la que engaña. La tabla de la derecha es una aplicación de monitoreo: la participación SHAP casi no cambia en 2026, coherente con la Clase 9: el modelo ordena igual y mira lo mismo; lo que falló fue el nivel.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cuarto es el más frecuente en comités: decir que SHAP +1.16 son 116 puntos de probabilidad. Mencionar ALE como alternativa al PDP cuando hay variables muy correlacionadas.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dos o tres en voz alta y pasar al deck de clustering. Las respuestas completas están al final del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0A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A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customXml" Target="../ink/ink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customXml" Target="../ink/ink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customXml" Target="../ink/ink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customXml" Target="../ink/ink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customXml" Target="../ink/ink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566928"/>
            <a:ext cx="317754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566928"/>
            <a:ext cx="31775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EXPLICABILIDAD · CLASE 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8872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modelo dice lo que dice?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01752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XGBoost de la Clase 9 ordena bien. Hoy lo abrimos: odds ratios, importancia por permutación, PDP e ICE, y SHAP para explicar a un cliente en «Muy alto».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1605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754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modelo explicado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el atraso (SHAP)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41605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2B8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 pts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4754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AUC si se baraja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41605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36.4 %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4754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del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103883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5486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Josef Renato Rodriguez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· Programa de Especialización Data Scientist · Sesión 10 de 14</a:t>
            </a:r>
            <a:endParaRPr lang="en-US" sz="10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6400800" y="822960"/>
          <a:ext cx="530352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repartimos los 120 minutos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hora para abrir el modelo de la Clase 9 y una hora para empezar el clustering.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6949440" cy="3328416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Interpretable por diseño: odds ratios de la logística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Importancia global: nativa de XGBoost y por permutación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¿Cómo cambia el riesgo? PDP e 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SHAP: aditividad, importancia global y los motivos de un cliente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· Parte 1 (otro deck y otro notebook)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Cierre: preguntas tipo examen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arjeta"/>
          <p:cNvSpPr/>
          <p:nvPr/>
        </p:nvSpPr>
        <p:spPr>
          <a:xfrm>
            <a:off x="7772400" y="2103120"/>
            <a:ext cx="3913632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001000" y="22677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te llevas hoy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269748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odds ratios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Desconfiar de la importancia nativa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importancia por permutación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PDP a mano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a un cliente con SHAP</a:t>
            </a:r>
            <a:endParaRPr lang="en-US" sz="1500" dirty="0"/>
          </a:p>
        </p:txBody>
      </p:sp>
      <p:sp>
        <p:nvSpPr>
          <p:cNvPr id="11" name="tarjeta"/>
          <p:cNvSpPr/>
          <p:nvPr/>
        </p:nvSpPr>
        <p:spPr>
          <a:xfrm>
            <a:off x="7772400" y="5577840"/>
            <a:ext cx="3913632" cy="777240"/>
          </a:xfrm>
          <a:prstGeom prst="roundRect">
            <a:avLst>
              <a:gd name="adj" fmla="val 9412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973568" y="565099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4 es el importante: los motivos de un cliente, como los pide un validador.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60D184B-5CF9-6835-1B98-99933FF4A9CC}"/>
                  </a:ext>
                </a:extLst>
              </p14:cNvPr>
              <p14:cNvContentPartPr/>
              <p14:nvPr/>
            </p14:nvContentPartPr>
            <p14:xfrm>
              <a:off x="9260280" y="3231720"/>
              <a:ext cx="1730520" cy="14007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60D184B-5CF9-6835-1B98-99933FF4A9C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250920" y="3222360"/>
                <a:ext cx="1749240" cy="1419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CLASE 9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ordena. Ahora alguien pregunta por qué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le ganó a la logística por 4 puntos de Gini. El precio: ya no hay un coeficiente que leer.</a:t>
            </a:r>
            <a:endParaRPr lang="en-US" sz="1400" dirty="0"/>
          </a:p>
        </p:txBody>
      </p:sp>
      <p:sp>
        <p:nvSpPr>
          <p:cNvPr id="7" name="tarjeta"/>
          <p:cNvSpPr/>
          <p:nvPr/>
        </p:nvSpPr>
        <p:spPr>
          <a:xfrm>
            <a:off x="502920" y="2103120"/>
            <a:ext cx="358444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128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0.677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8072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OOT de XGBoost</a:t>
            </a:r>
            <a:endParaRPr lang="en-US" sz="1200" dirty="0"/>
          </a:p>
        </p:txBody>
      </p:sp>
      <p:sp>
        <p:nvSpPr>
          <p:cNvPr id="10" name="tarjeta"/>
          <p:cNvSpPr/>
          <p:nvPr/>
        </p:nvSpPr>
        <p:spPr>
          <a:xfrm>
            <a:off x="4270248" y="2103120"/>
            <a:ext cx="358444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22128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0.637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28072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OOT de la logística</a:t>
            </a:r>
            <a:endParaRPr lang="en-US" sz="1200" dirty="0"/>
          </a:p>
        </p:txBody>
      </p:sp>
      <p:sp>
        <p:nvSpPr>
          <p:cNvPr id="13" name="tarjeta"/>
          <p:cNvSpPr/>
          <p:nvPr/>
        </p:nvSpPr>
        <p:spPr>
          <a:xfrm>
            <a:off x="8037576" y="2103120"/>
            <a:ext cx="358444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66176" y="22128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66176" y="28072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árboles de 2 niveles</a:t>
            </a:r>
            <a:endParaRPr lang="en-US" sz="1200" dirty="0"/>
          </a:p>
        </p:txBody>
      </p:sp>
      <p:sp>
        <p:nvSpPr>
          <p:cNvPr id="16" name="tarjeta"/>
          <p:cNvSpPr/>
          <p:nvPr/>
        </p:nvSpPr>
        <p:spPr>
          <a:xfrm>
            <a:off x="502920" y="3520440"/>
            <a:ext cx="3584448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7" name="numero"/>
          <p:cNvSpPr/>
          <p:nvPr/>
        </p:nvSpPr>
        <p:spPr>
          <a:xfrm>
            <a:off x="731520" y="3721608"/>
            <a:ext cx="502920" cy="502920"/>
          </a:xfrm>
          <a:prstGeom prst="ellipse">
            <a:avLst/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3721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37216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validador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443484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¿Usa variables con sentido de negocio, y en la dirección correcta? ¿Depende de algo que no debería?</a:t>
            </a:r>
            <a:endParaRPr lang="en-US" sz="1550" dirty="0"/>
          </a:p>
        </p:txBody>
      </p:sp>
      <p:sp>
        <p:nvSpPr>
          <p:cNvPr id="21" name="tarjeta"/>
          <p:cNvSpPr/>
          <p:nvPr/>
        </p:nvSpPr>
        <p:spPr>
          <a:xfrm>
            <a:off x="4270248" y="3520440"/>
            <a:ext cx="3584448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2" name="numero"/>
          <p:cNvSpPr/>
          <p:nvPr/>
        </p:nvSpPr>
        <p:spPr>
          <a:xfrm>
            <a:off x="4498848" y="3721608"/>
            <a:ext cx="502920" cy="502920"/>
          </a:xfrm>
          <a:prstGeom prst="ellipse">
            <a:avLst/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498848" y="3721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138928" y="37216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comité de riesgos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498848" y="443484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mueve el score? ¿Qué pasa con la cartera si sube la utilización?</a:t>
            </a:r>
            <a:endParaRPr lang="en-US" sz="1550" dirty="0"/>
          </a:p>
        </p:txBody>
      </p:sp>
      <p:sp>
        <p:nvSpPr>
          <p:cNvPr id="26" name="tarjeta"/>
          <p:cNvSpPr/>
          <p:nvPr/>
        </p:nvSpPr>
        <p:spPr>
          <a:xfrm>
            <a:off x="8037576" y="3520440"/>
            <a:ext cx="3584448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7" name="numero"/>
          <p:cNvSpPr/>
          <p:nvPr/>
        </p:nvSpPr>
        <p:spPr>
          <a:xfrm>
            <a:off x="8266176" y="3721608"/>
            <a:ext cx="502920" cy="502920"/>
          </a:xfrm>
          <a:prstGeom prst="ellipse">
            <a:avLst/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66176" y="3721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8906256" y="37216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y el regulador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443484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a mí me pusieron en «Muy alto»? Hay que poder dar motivos concretos.</a:t>
            </a:r>
            <a:endParaRPr lang="en-US" sz="155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CD0ED519-B7FB-E729-457A-54BE5C9A57A6}"/>
                  </a:ext>
                </a:extLst>
              </p14:cNvPr>
              <p14:cNvContentPartPr/>
              <p14:nvPr/>
            </p14:nvContentPartPr>
            <p14:xfrm>
              <a:off x="718920" y="1329120"/>
              <a:ext cx="10045800" cy="481536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CD0ED519-B7FB-E729-457A-54BE5C9A57A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9560" y="1319760"/>
                <a:ext cx="10064520" cy="4834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preguntas para ordenar las herramientas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explica el modelo en promedio o a un cliente? ¿El modelo se lee solo o necesita ayuda?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33172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kern="0" spc="2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· toda la cartera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kern="0" spc="2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· un cliente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514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diseño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44348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hoc, para cualquier modelo</a:t>
            </a:r>
            <a:endParaRPr lang="en-US" sz="1400" dirty="0"/>
          </a:p>
        </p:txBody>
      </p:sp>
      <p:sp>
        <p:nvSpPr>
          <p:cNvPr id="11" name="tarjeta"/>
          <p:cNvSpPr/>
          <p:nvPr/>
        </p:nvSpPr>
        <p:spPr>
          <a:xfrm>
            <a:off x="2331720" y="2468880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60320" y="267004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Logística: coeficientes y odds ratios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560320" y="3566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300" dirty="0"/>
          </a:p>
        </p:txBody>
      </p:sp>
      <p:sp>
        <p:nvSpPr>
          <p:cNvPr id="14" name="tarjeta"/>
          <p:cNvSpPr/>
          <p:nvPr/>
        </p:nvSpPr>
        <p:spPr>
          <a:xfrm>
            <a:off x="7086600" y="2468880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0" y="267004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Logística: coeficiente × valor del cliente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566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Mismos números del Bloque 1</a:t>
            </a:r>
            <a:endParaRPr lang="en-US" sz="1300" dirty="0"/>
          </a:p>
        </p:txBody>
      </p:sp>
      <p:sp>
        <p:nvSpPr>
          <p:cNvPr id="17" name="tarjeta"/>
          <p:cNvSpPr/>
          <p:nvPr/>
        </p:nvSpPr>
        <p:spPr>
          <a:xfrm>
            <a:off x="2331720" y="4343400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560320" y="454456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por permutación · PDP · SHAP global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2560320" y="5440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2B8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2, 3 y 4</a:t>
            </a:r>
            <a:endParaRPr lang="en-US" sz="1300" dirty="0"/>
          </a:p>
        </p:txBody>
      </p:sp>
      <p:sp>
        <p:nvSpPr>
          <p:cNvPr id="20" name="tarjeta"/>
          <p:cNvSpPr/>
          <p:nvPr/>
        </p:nvSpPr>
        <p:spPr>
          <a:xfrm>
            <a:off x="7086600" y="4343400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0" y="454456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· SHAP local (waterfall) · LIME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5440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3 y 4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F3166A1-DC59-F747-2CA3-0CC8B857767D}"/>
                  </a:ext>
                </a:extLst>
              </p14:cNvPr>
              <p14:cNvContentPartPr/>
              <p14:nvPr/>
            </p14:nvContentPartPr>
            <p14:xfrm>
              <a:off x="371880" y="580320"/>
              <a:ext cx="10773720" cy="56192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F3166A1-DC59-F747-2CA3-0CC8B857767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2520" y="570960"/>
                <a:ext cx="10792440" cy="56379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LOGÍSTICA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 ratios: cuánto multiplica el riesgo cada variable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estandarizadas: el OR es el efecto de subir una desviación estándar. «Dependiente» es la referencia del empleo.</a:t>
            </a:r>
            <a:endParaRPr lang="en-US" sz="14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2011680"/>
          <a:ext cx="667512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arjeta"/>
          <p:cNvSpPr/>
          <p:nvPr/>
        </p:nvSpPr>
        <p:spPr>
          <a:xfrm>
            <a:off x="7452360" y="2103120"/>
            <a:ext cx="423367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80960" y="2240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lee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680960" y="265176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Utilización +1 desv. (≈ 23 puntos): </a:t>
            </a: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odds se duplican (OR 2.02).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+1 desv.: </a:t>
            </a: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odds bajan 17 % (OR 0.83).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Edad: </a:t>
            </a: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1.00, no aporta.</a:t>
            </a:r>
            <a:endParaRPr lang="en-US" sz="1300" dirty="0"/>
          </a:p>
        </p:txBody>
      </p:sp>
      <p:sp>
        <p:nvSpPr>
          <p:cNvPr id="11" name="tarjeta"/>
          <p:cNvSpPr/>
          <p:nvPr/>
        </p:nvSpPr>
        <p:spPr>
          <a:xfrm>
            <a:off x="7452360" y="4434840"/>
            <a:ext cx="4233672" cy="1920240"/>
          </a:xfrm>
          <a:prstGeom prst="roundRect">
            <a:avLst>
              <a:gd name="adj" fmla="val 3810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80960" y="4572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límite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0" y="495604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es el mismo en todo el rango: pasar de 10 % a 33 % de utilización pesa igual que de 70 % a 93 %. XGBoost no tiene esa restricción, y por eso ganó 4 puntos de Gini.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082EDAD-FAAD-9709-02F3-2F6BB516C900}"/>
                  </a:ext>
                </a:extLst>
              </p14:cNvPr>
              <p14:cNvContentPartPr/>
              <p14:nvPr/>
            </p14:nvContentPartPr>
            <p14:xfrm>
              <a:off x="606240" y="667800"/>
              <a:ext cx="10031040" cy="54187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082EDAD-FAAD-9709-02F3-2F6BB516C90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6880" y="658440"/>
                <a:ext cx="10049760" cy="5437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862072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IMPORTANCIA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importancias de XGBoost no se ponen de acuerdo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«gain» mide cuánto mejora cada corte; «weight», cuántas veces se usa la variable para cortar.</a:t>
            </a:r>
            <a:endParaRPr lang="en-US" sz="14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2011680"/>
          <a:ext cx="7315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arjeta"/>
          <p:cNvSpPr/>
          <p:nvPr/>
        </p:nvSpPr>
        <p:spPr>
          <a:xfrm>
            <a:off x="8092440" y="2103120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321040" y="2240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50 %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gain es el atraso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32461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weight el atraso baja al cuarto lugar y la antigüedad sube al tercero.</a:t>
            </a:r>
            <a:endParaRPr lang="en-US" sz="1300" dirty="0"/>
          </a:p>
        </p:txBody>
      </p:sp>
      <p:sp>
        <p:nvSpPr>
          <p:cNvPr id="11" name="tarjeta"/>
          <p:cNvSpPr/>
          <p:nvPr/>
        </p:nvSpPr>
        <p:spPr>
          <a:xfrm>
            <a:off x="8092440" y="4343400"/>
            <a:ext cx="3593592" cy="2011680"/>
          </a:xfrm>
          <a:prstGeom prst="roundRect">
            <a:avLst>
              <a:gd name="adj" fmla="val 3636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321040" y="4480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cuál creerle?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321040" y="4864608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ninguna del todo: describen cómo está armado el árbol, no cuánto depende la predicción de cada variable. Para eso, la permutación.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E87925A-E342-AFA0-0F62-972F8DF8A7F2}"/>
                  </a:ext>
                </a:extLst>
              </p14:cNvPr>
              <p14:cNvContentPartPr/>
              <p14:nvPr/>
            </p14:nvContentPartPr>
            <p14:xfrm>
              <a:off x="657360" y="599040"/>
              <a:ext cx="9406800" cy="58474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E87925A-E342-AFA0-0F62-972F8DF8A7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8000" y="589680"/>
                <a:ext cx="9425520" cy="5866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862072" cy="347472"/>
          </a:xfrm>
          <a:prstGeom prst="roundRect">
            <a:avLst>
              <a:gd name="adj" fmla="val 50000"/>
            </a:avLst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PERMUTACIÓN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Barajar una columna y medir cuánto cae el AUC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test 2025, con 5 repeticiones por variable. Si el AUC no cae, el modelo no necesitaba esa variable.</a:t>
            </a:r>
            <a:endParaRPr lang="en-US" sz="1400" dirty="0"/>
          </a:p>
        </p:txBody>
      </p:sp>
      <p:sp>
        <p:nvSpPr>
          <p:cNvPr id="7" name="tarjeta"/>
          <p:cNvSpPr/>
          <p:nvPr/>
        </p:nvSpPr>
        <p:spPr>
          <a:xfrm>
            <a:off x="502920" y="210312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8" name="numero"/>
          <p:cNvSpPr/>
          <p:nvPr/>
        </p:nvSpPr>
        <p:spPr>
          <a:xfrm>
            <a:off x="685800" y="2267712"/>
            <a:ext cx="502920" cy="502920"/>
          </a:xfrm>
          <a:prstGeom prst="ellipse">
            <a:avLst/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67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Predecir el test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328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original: 0.841</a:t>
            </a:r>
            <a:endParaRPr lang="en-US" sz="1200" dirty="0"/>
          </a:p>
        </p:txBody>
      </p:sp>
      <p:sp>
        <p:nvSpPr>
          <p:cNvPr id="12" name="tarjeta"/>
          <p:cNvSpPr/>
          <p:nvPr/>
        </p:nvSpPr>
        <p:spPr>
          <a:xfrm>
            <a:off x="502920" y="306324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3" name="numero"/>
          <p:cNvSpPr/>
          <p:nvPr/>
        </p:nvSpPr>
        <p:spPr>
          <a:xfrm>
            <a:off x="685800" y="3227832"/>
            <a:ext cx="502920" cy="502920"/>
          </a:xfrm>
          <a:prstGeom prst="ellipse">
            <a:avLst/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227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Barajar una columna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34930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rng.permutation, sin tocar las demás</a:t>
            </a:r>
            <a:endParaRPr lang="en-US" sz="1200" dirty="0"/>
          </a:p>
        </p:txBody>
      </p:sp>
      <p:sp>
        <p:nvSpPr>
          <p:cNvPr id="17" name="tarjeta"/>
          <p:cNvSpPr/>
          <p:nvPr/>
        </p:nvSpPr>
        <p:spPr>
          <a:xfrm>
            <a:off x="502920" y="402336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8" name="numero"/>
          <p:cNvSpPr/>
          <p:nvPr/>
        </p:nvSpPr>
        <p:spPr>
          <a:xfrm>
            <a:off x="685800" y="4187952"/>
            <a:ext cx="502920" cy="502920"/>
          </a:xfrm>
          <a:prstGeom prst="ellipse">
            <a:avLst/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132588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la caída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44531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original − AUC barajado</a:t>
            </a:r>
            <a:endParaRPr lang="en-US" sz="1200" dirty="0"/>
          </a:p>
        </p:txBody>
      </p:sp>
      <p:sp>
        <p:nvSpPr>
          <p:cNvPr id="22" name="tarjeta"/>
          <p:cNvSpPr/>
          <p:nvPr/>
        </p:nvSpPr>
        <p:spPr>
          <a:xfrm>
            <a:off x="502920" y="50292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" y="51389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con las correlacionadas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3232" y="54864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dos variables dicen lo mismo, barajar una no duele porque la otra la cubre.</a:t>
            </a:r>
            <a:endParaRPr lang="en-US" sz="12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4754880" y="2011680"/>
          <a:ext cx="694944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95A9D4C-68DB-A240-60EC-906375744924}"/>
                  </a:ext>
                </a:extLst>
              </p14:cNvPr>
              <p14:cNvContentPartPr/>
              <p14:nvPr/>
            </p14:nvContentPartPr>
            <p14:xfrm>
              <a:off x="739440" y="2320200"/>
              <a:ext cx="10730520" cy="39643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95A9D4C-68DB-A240-60EC-90637574492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30080" y="2310840"/>
                <a:ext cx="10749240" cy="3983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020824" cy="347472"/>
          </a:xfrm>
          <a:prstGeom prst="roundRect">
            <a:avLst>
              <a:gd name="adj" fmla="val 50000"/>
            </a:avLst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PDP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PDP: el riesgo medio si todos tuvieran la misma utilización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la variable en un valor para toda la base, predecir, promediar. Repetir para cada punto de la grilla.</a:t>
            </a:r>
            <a:endParaRPr lang="en-US" sz="14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2011680"/>
          <a:ext cx="740664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arjeta"/>
          <p:cNvSpPr/>
          <p:nvPr/>
        </p:nvSpPr>
        <p:spPr>
          <a:xfrm>
            <a:off x="8183880" y="2103120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366760" y="2176272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3.9 %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9784080" y="2176272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20 % de utilización</a:t>
            </a:r>
            <a:endParaRPr lang="en-US" sz="1250" dirty="0"/>
          </a:p>
        </p:txBody>
      </p:sp>
      <p:sp>
        <p:nvSpPr>
          <p:cNvPr id="11" name="tarjeta"/>
          <p:cNvSpPr/>
          <p:nvPr/>
        </p:nvSpPr>
        <p:spPr>
          <a:xfrm>
            <a:off x="8183880" y="3182112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366760" y="3255264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2B8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8.0 %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9784080" y="3255264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70 %: aquí empieza la subida</a:t>
            </a:r>
            <a:endParaRPr lang="en-US" sz="1250" dirty="0"/>
          </a:p>
        </p:txBody>
      </p:sp>
      <p:sp>
        <p:nvSpPr>
          <p:cNvPr id="14" name="tarjeta"/>
          <p:cNvSpPr/>
          <p:nvPr/>
        </p:nvSpPr>
        <p:spPr>
          <a:xfrm>
            <a:off x="8183880" y="4261104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366760" y="4334256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18.1 %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9784080" y="4334256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100 %: 4.6 veces más</a:t>
            </a:r>
            <a:endParaRPr lang="en-US" sz="1250" dirty="0"/>
          </a:p>
        </p:txBody>
      </p:sp>
      <p:sp>
        <p:nvSpPr>
          <p:cNvPr id="17" name="tarjeta"/>
          <p:cNvSpPr/>
          <p:nvPr/>
        </p:nvSpPr>
        <p:spPr>
          <a:xfrm>
            <a:off x="8183880" y="5394960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366760" y="546811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después de 1.0: no hay datos ahí. El modelo no extrapola.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BEE1137-D80A-E426-002B-ADA9A2281024}"/>
                  </a:ext>
                </a:extLst>
              </p14:cNvPr>
              <p14:cNvContentPartPr/>
              <p14:nvPr/>
            </p14:nvContentPartPr>
            <p14:xfrm>
              <a:off x="1106640" y="1740600"/>
              <a:ext cx="6851520" cy="43916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BEE1137-D80A-E426-002B-ADA9A228102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97280" y="1731240"/>
                <a:ext cx="6870240" cy="44103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020824" cy="347472"/>
          </a:xfrm>
          <a:prstGeom prst="roundRect">
            <a:avLst>
              <a:gd name="adj" fmla="val 50000"/>
            </a:avLst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020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ICE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ICE: una curva por cliente, debajo del promedio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Gris: 150 clientes del test. Rojo: el PDP. Azul al fondo: dónde están los clientes.</a:t>
            </a:r>
            <a:endParaRPr lang="en-US" sz="1400" dirty="0"/>
          </a:p>
        </p:txBody>
      </p:sp>
      <p:pic>
        <p:nvPicPr>
          <p:cNvPr id="7" name="Image 0" descr="/home/claude/c10/img_ex_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11155680" cy="3870812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502920" y="5943600"/>
            <a:ext cx="5486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5943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Atraso: </a:t>
            </a: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 a 5 días el riesgo medio pasa de 2.5 % a 9.8 %.</a:t>
            </a:r>
            <a:endParaRPr lang="en-US" sz="1300" dirty="0"/>
          </a:p>
        </p:txBody>
      </p:sp>
      <p:sp>
        <p:nvSpPr>
          <p:cNvPr id="10" name="tarjeta"/>
          <p:cNvSpPr/>
          <p:nvPr/>
        </p:nvSpPr>
        <p:spPr>
          <a:xfrm>
            <a:off x="6172200" y="5943600"/>
            <a:ext cx="5513832" cy="548640"/>
          </a:xfrm>
          <a:prstGeom prst="roundRect">
            <a:avLst>
              <a:gd name="adj" fmla="val 13333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55080" y="5943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Cuidado: fijar 100 % de utilización crea clientes que no existen.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D793559-DF15-C47B-A642-58164CC656BE}"/>
                  </a:ext>
                </a:extLst>
              </p14:cNvPr>
              <p14:cNvContentPartPr/>
              <p14:nvPr/>
            </p14:nvContentPartPr>
            <p14:xfrm>
              <a:off x="363240" y="980640"/>
              <a:ext cx="10130040" cy="54370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D793559-DF15-C47B-A642-58164CC656B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3880" y="971280"/>
                <a:ext cx="10148760" cy="5455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12598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125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SHAP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reparte la predicción de cada cliente entre sus variables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idea de teoría de juegos: cuánto aporta cada «jugador» en promedio, sobre todos los órdenes en que se suma al equipo.</a:t>
            </a:r>
            <a:endParaRPr lang="en-US" sz="1400" dirty="0"/>
          </a:p>
        </p:txBody>
      </p:sp>
      <p:sp>
        <p:nvSpPr>
          <p:cNvPr id="7" name="tarjeta"/>
          <p:cNvSpPr/>
          <p:nvPr/>
        </p:nvSpPr>
        <p:spPr>
          <a:xfrm>
            <a:off x="502920" y="2103120"/>
            <a:ext cx="358444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12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φ₀  valor base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6060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4000" b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−2.76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383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6.0 % en probabilidad</a:t>
            </a:r>
            <a:endParaRPr lang="en-US" sz="1300" dirty="0"/>
          </a:p>
        </p:txBody>
      </p:sp>
      <p:sp>
        <p:nvSpPr>
          <p:cNvPr id="11" name="tarjeta"/>
          <p:cNvSpPr/>
          <p:nvPr/>
        </p:nvSpPr>
        <p:spPr>
          <a:xfrm>
            <a:off x="4270248" y="2103120"/>
            <a:ext cx="358444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98848" y="2212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Σ φⱼ  aportes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498848" y="26060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40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+2.20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4498848" y="3383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103883</a:t>
            </a:r>
            <a:endParaRPr lang="en-US" sz="1300" dirty="0"/>
          </a:p>
        </p:txBody>
      </p:sp>
      <p:sp>
        <p:nvSpPr>
          <p:cNvPr id="15" name="tarjeta"/>
          <p:cNvSpPr/>
          <p:nvPr/>
        </p:nvSpPr>
        <p:spPr>
          <a:xfrm>
            <a:off x="8037576" y="2103120"/>
            <a:ext cx="3584448" cy="1783080"/>
          </a:xfrm>
          <a:prstGeom prst="roundRect">
            <a:avLst>
              <a:gd name="adj" fmla="val 4103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66176" y="2212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 f(x)  log-odds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66176" y="26060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−0.56</a:t>
            </a:r>
            <a:endParaRPr lang="en-US" sz="4000" dirty="0"/>
          </a:p>
        </p:txBody>
      </p:sp>
      <p:sp>
        <p:nvSpPr>
          <p:cNvPr id="18" name="Text 15"/>
          <p:cNvSpPr txBox="1"/>
          <p:nvPr/>
        </p:nvSpPr>
        <p:spPr>
          <a:xfrm>
            <a:off x="8266176" y="3383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36.4 % en probabilidad</a:t>
            </a:r>
            <a:endParaRPr lang="en-US" sz="1300" dirty="0"/>
          </a:p>
        </p:txBody>
      </p:sp>
      <p:sp>
        <p:nvSpPr>
          <p:cNvPr id="19" name="tarjeta"/>
          <p:cNvSpPr/>
          <p:nvPr/>
        </p:nvSpPr>
        <p:spPr>
          <a:xfrm>
            <a:off x="502920" y="4114800"/>
            <a:ext cx="35844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0" name="numero"/>
          <p:cNvSpPr/>
          <p:nvPr/>
        </p:nvSpPr>
        <p:spPr>
          <a:xfrm>
            <a:off x="731520" y="4297680"/>
            <a:ext cx="502920" cy="502920"/>
          </a:xfrm>
          <a:prstGeom prst="ellipse">
            <a:avLst/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4297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Aditivo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498348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suma cuadra hasta el sexto decimal (diferencia máxima 5 × 10⁻⁶). No aproxima la predicción: la reparte.</a:t>
            </a:r>
            <a:endParaRPr lang="en-US" sz="1300" dirty="0"/>
          </a:p>
        </p:txBody>
      </p:sp>
      <p:sp>
        <p:nvSpPr>
          <p:cNvPr id="24" name="tarjeta"/>
          <p:cNvSpPr/>
          <p:nvPr/>
        </p:nvSpPr>
        <p:spPr>
          <a:xfrm>
            <a:off x="4270248" y="4114800"/>
            <a:ext cx="35844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5" name="numero"/>
          <p:cNvSpPr/>
          <p:nvPr/>
        </p:nvSpPr>
        <p:spPr>
          <a:xfrm>
            <a:off x="4498848" y="4297680"/>
            <a:ext cx="502920" cy="502920"/>
          </a:xfrm>
          <a:prstGeom prst="ellipse">
            <a:avLst/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98848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5138928" y="4297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Exacto en árboles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4498848" y="498348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shap.TreeExplainer calcula los valores exactos de XGBoost, LightGBM o CatBoost, y rápido.</a:t>
            </a:r>
            <a:endParaRPr lang="en-US" sz="1300" dirty="0"/>
          </a:p>
        </p:txBody>
      </p:sp>
      <p:sp>
        <p:nvSpPr>
          <p:cNvPr id="29" name="tarjeta"/>
          <p:cNvSpPr/>
          <p:nvPr/>
        </p:nvSpPr>
        <p:spPr>
          <a:xfrm>
            <a:off x="8037576" y="4114800"/>
            <a:ext cx="35844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30" name="numero"/>
          <p:cNvSpPr/>
          <p:nvPr/>
        </p:nvSpPr>
        <p:spPr>
          <a:xfrm>
            <a:off x="8266176" y="4297680"/>
            <a:ext cx="502920" cy="502920"/>
          </a:xfrm>
          <a:prstGeom prst="ellipse">
            <a:avLst/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66176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906256" y="4297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log-odds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8266176" y="498348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XGBoost se suman en log-odds. Se convierte a probabilidad solo el total, al final.</a:t>
            </a:r>
            <a:endParaRPr lang="en-US" sz="130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E54A079F-EE21-8CB9-B167-11A275A51B89}"/>
                  </a:ext>
                </a:extLst>
              </p14:cNvPr>
              <p14:cNvContentPartPr/>
              <p14:nvPr/>
            </p14:nvContentPartPr>
            <p14:xfrm>
              <a:off x="659160" y="983520"/>
              <a:ext cx="10967760" cy="46389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E54A079F-EE21-8CB9-B167-11A275A51B8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9800" y="974160"/>
                <a:ext cx="10986480" cy="4657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862072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SHAP GLOBAL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y dirección en un solo gráfico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punto es un cliente del test. Posición: su SHAP. Color: el valor de la variable (rojo alto, azul bajo).</a:t>
            </a:r>
            <a:endParaRPr lang="en-US" sz="1400" dirty="0"/>
          </a:p>
        </p:txBody>
      </p:sp>
      <p:pic>
        <p:nvPicPr>
          <p:cNvPr id="7" name="Image 0" descr="/home/claude/c10/img_ex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7680960" cy="4376615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8412480" y="2103120"/>
            <a:ext cx="32735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13648" y="22128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y utilización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613648" y="25603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altos (rojo) empujan a la derecha. La utilización puede sumar hasta 1.6 de log-odds.</a:t>
            </a:r>
            <a:endParaRPr lang="en-US" sz="1250" dirty="0"/>
          </a:p>
        </p:txBody>
      </p:sp>
      <p:sp>
        <p:nvSpPr>
          <p:cNvPr id="11" name="tarjeta"/>
          <p:cNvSpPr/>
          <p:nvPr/>
        </p:nvSpPr>
        <p:spPr>
          <a:xfrm>
            <a:off x="8412480" y="3538728"/>
            <a:ext cx="32735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13648" y="36484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5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e ingreso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613648" y="3995928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altos restan riesgo. La misma dirección que en la logística.</a:t>
            </a:r>
            <a:endParaRPr lang="en-US" sz="1250" dirty="0"/>
          </a:p>
        </p:txBody>
      </p:sp>
      <p:sp>
        <p:nvSpPr>
          <p:cNvPr id="14" name="tarjeta"/>
          <p:cNvSpPr/>
          <p:nvPr/>
        </p:nvSpPr>
        <p:spPr>
          <a:xfrm>
            <a:off x="8412480" y="4974336"/>
            <a:ext cx="32735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13648" y="50840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y empleo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8613648" y="543153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Pegados al cero, igual que en la permutación.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EF63057-54E4-26CA-0A64-F09696923A51}"/>
                  </a:ext>
                </a:extLst>
              </p14:cNvPr>
              <p14:cNvContentPartPr/>
              <p14:nvPr/>
            </p14:nvContentPartPr>
            <p14:xfrm>
              <a:off x="108720" y="558360"/>
              <a:ext cx="8667000" cy="51080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EF63057-54E4-26CA-0A64-F09696923A5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9360" y="549000"/>
                <a:ext cx="8685720" cy="5126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756916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7569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SHAP LOCAL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103883: de 6.0 % a 36.4 %, y por qué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enero de 2025. Cayó en default en los tres meses siguientes.</a:t>
            </a:r>
            <a:endParaRPr lang="en-US" sz="1400" dirty="0"/>
          </a:p>
        </p:txBody>
      </p:sp>
      <p:pic>
        <p:nvPicPr>
          <p:cNvPr id="7" name="Image 0" descr="/home/claude/c10/img_ex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5394960" cy="4312518"/>
          </a:xfrm>
          <a:prstGeom prst="rect">
            <a:avLst/>
          </a:prstGeom>
        </p:spPr>
      </p:pic>
      <p:sp>
        <p:nvSpPr>
          <p:cNvPr id="8" name="tarjeta"/>
          <p:cNvSpPr/>
          <p:nvPr/>
        </p:nvSpPr>
        <p:spPr>
          <a:xfrm>
            <a:off x="6172200" y="2103120"/>
            <a:ext cx="5513832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0" y="22128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motivos (reason codes)</a:t>
            </a:r>
            <a:endParaRPr lang="en-US" sz="1600" dirty="0"/>
          </a:p>
        </p:txBody>
      </p:sp>
      <p:sp>
        <p:nvSpPr>
          <p:cNvPr id="10" name="numero"/>
          <p:cNvSpPr/>
          <p:nvPr/>
        </p:nvSpPr>
        <p:spPr>
          <a:xfrm>
            <a:off x="6400800" y="2743200"/>
            <a:ext cx="457200" cy="457200"/>
          </a:xfrm>
          <a:prstGeom prst="ellipse">
            <a:avLst/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2743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el 89 % de su línea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0424160" y="2743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+1.16</a:t>
            </a:r>
            <a:endParaRPr lang="en-US" sz="1500" dirty="0"/>
          </a:p>
        </p:txBody>
      </p:sp>
      <p:sp>
        <p:nvSpPr>
          <p:cNvPr id="14" name="numero"/>
          <p:cNvSpPr/>
          <p:nvPr/>
        </p:nvSpPr>
        <p:spPr>
          <a:xfrm>
            <a:off x="6400800" y="3429000"/>
            <a:ext cx="457200" cy="457200"/>
          </a:xfrm>
          <a:prstGeom prst="ellipse">
            <a:avLst/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704088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Tuvo 13 días de atraso en 6 meses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0424160" y="3429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+0.95</a:t>
            </a:r>
            <a:endParaRPr lang="en-US" sz="1500" dirty="0"/>
          </a:p>
        </p:txBody>
      </p:sp>
      <p:sp>
        <p:nvSpPr>
          <p:cNvPr id="18" name="numero"/>
          <p:cNvSpPr/>
          <p:nvPr/>
        </p:nvSpPr>
        <p:spPr>
          <a:xfrm>
            <a:off x="6400800" y="4114800"/>
            <a:ext cx="457200" cy="457200"/>
          </a:xfrm>
          <a:prstGeom prst="ellipse">
            <a:avLst/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7040880" y="41148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consultaron 2 veces en la central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1042416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+0.28</a:t>
            </a:r>
            <a:endParaRPr lang="en-US" sz="1500" dirty="0"/>
          </a:p>
        </p:txBody>
      </p:sp>
      <p:sp>
        <p:nvSpPr>
          <p:cNvPr id="22" name="tarjeta"/>
          <p:cNvSpPr/>
          <p:nvPr/>
        </p:nvSpPr>
        <p:spPr>
          <a:xfrm>
            <a:off x="6172200" y="5074920"/>
            <a:ext cx="267004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373368" y="5166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69 meses  </a:t>
            </a:r>
            <a:r>
              <a:rPr lang="en-US" sz="125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−0.14: le baja un poco el riesgo.</a:t>
            </a:r>
            <a:endParaRPr lang="en-US" sz="1250" dirty="0"/>
          </a:p>
        </p:txBody>
      </p:sp>
      <p:sp>
        <p:nvSpPr>
          <p:cNvPr id="24" name="tarjeta"/>
          <p:cNvSpPr/>
          <p:nvPr/>
        </p:nvSpPr>
        <p:spPr>
          <a:xfrm>
            <a:off x="9015984" y="5074920"/>
            <a:ext cx="2670048" cy="1280160"/>
          </a:xfrm>
          <a:prstGeom prst="roundRect">
            <a:avLst>
              <a:gd name="adj" fmla="val 5714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17152" y="51663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vacío 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+0.09: no declarar ingreso es una señal de riesgo.</a:t>
            </a:r>
            <a:endParaRPr lang="en-US" sz="125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050A8674-D159-F470-FC80-E7C1F78EFE56}"/>
                  </a:ext>
                </a:extLst>
              </p14:cNvPr>
              <p14:cNvContentPartPr/>
              <p14:nvPr/>
            </p14:nvContentPartPr>
            <p14:xfrm>
              <a:off x="425520" y="774360"/>
              <a:ext cx="11210040" cy="54691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050A8674-D159-F470-FC80-E7C1F78EFE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6160" y="765000"/>
                <a:ext cx="11228760" cy="5487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546604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5466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COMPARAR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rankings, una conclusión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Puesto de cada variable según cada método. Los que miden la predicción coinciden; «weight» es el que se desvía.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6400800" cy="4262931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Permutación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 máx. 6m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Utilización TC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/ ingreso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3m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Antigüedad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11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365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empleo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arjeta"/>
          <p:cNvSpPr/>
          <p:nvPr/>
        </p:nvSpPr>
        <p:spPr>
          <a:xfrm>
            <a:off x="7178040" y="2103120"/>
            <a:ext cx="4507992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88352" y="221284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por año · ¿mira lo mismo en 2026?</a:t>
            </a:r>
            <a:endParaRPr lang="en-US" sz="14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88352" y="2651760"/>
          <a:ext cx="4069080" cy="205740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Utilización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19.2 %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Deuda / ingreso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Antigüedad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C3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2DB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arjeta"/>
          <p:cNvSpPr/>
          <p:nvPr/>
        </p:nvSpPr>
        <p:spPr>
          <a:xfrm>
            <a:off x="7178040" y="5257800"/>
            <a:ext cx="4507992" cy="1097280"/>
          </a:xfrm>
          <a:prstGeom prst="roundRect">
            <a:avLst>
              <a:gd name="adj" fmla="val 6667"/>
            </a:avLst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388352" y="53309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participaciones casi no se mueven: en 2026 el modelo ordena igual. Lo que falló fue el nivel de la PD.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FF01A80-6E59-8962-57D5-73762AD482B6}"/>
                  </a:ext>
                </a:extLst>
              </p14:cNvPr>
              <p14:cNvContentPartPr/>
              <p14:nvPr/>
            </p14:nvContentPartPr>
            <p14:xfrm>
              <a:off x="943560" y="664560"/>
              <a:ext cx="11058120" cy="59796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FF01A80-6E59-8962-57D5-73762AD482B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34200" y="655200"/>
                <a:ext cx="11076840" cy="5998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PRESENTARLO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errores al explicar un modelo</a:t>
            </a:r>
            <a:endParaRPr lang="en-US" sz="3000" dirty="0"/>
          </a:p>
        </p:txBody>
      </p:sp>
      <p:sp>
        <p:nvSpPr>
          <p:cNvPr id="5" name="Text 0"/>
          <p:cNvSpPr>
            <a:spLocks noGrp="1"/>
          </p:cNvSpPr>
          <p:nvPr>
            <p:ph type="body" idx="101" hasCustomPrompt="1"/>
          </p:nvPr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explican el modelo, no el mundo.</a:t>
            </a:r>
            <a:endParaRPr lang="en-US" sz="1400" dirty="0"/>
          </a:p>
        </p:txBody>
      </p:sp>
      <p:sp>
        <p:nvSpPr>
          <p:cNvPr id="7" name="tarjeta"/>
          <p:cNvSpPr/>
          <p:nvPr/>
        </p:nvSpPr>
        <p:spPr>
          <a:xfrm>
            <a:off x="502920" y="2103120"/>
            <a:ext cx="5513832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8" name="numero"/>
          <p:cNvSpPr/>
          <p:nvPr/>
        </p:nvSpPr>
        <p:spPr>
          <a:xfrm>
            <a:off x="731520" y="2304288"/>
            <a:ext cx="502920" cy="502920"/>
          </a:xfrm>
          <a:prstGeom prst="ellipse">
            <a:avLst/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30428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no es causalidad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971800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modelo use el atraso no significa que bajar el atraso de un cliente baje su riesgo real. Explica la predicción, no el mundo.</a:t>
            </a:r>
            <a:endParaRPr lang="en-US" sz="1500" dirty="0"/>
          </a:p>
        </p:txBody>
      </p:sp>
      <p:sp>
        <p:nvSpPr>
          <p:cNvPr id="12" name="tarjeta"/>
          <p:cNvSpPr/>
          <p:nvPr/>
        </p:nvSpPr>
        <p:spPr>
          <a:xfrm>
            <a:off x="6172200" y="2103120"/>
            <a:ext cx="5513832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3" name="numero"/>
          <p:cNvSpPr/>
          <p:nvPr/>
        </p:nvSpPr>
        <p:spPr>
          <a:xfrm>
            <a:off x="6400800" y="2304288"/>
            <a:ext cx="502920" cy="502920"/>
          </a:xfrm>
          <a:prstGeom prst="ellipse">
            <a:avLst/>
          </a:prstGeom>
          <a:solidFill>
            <a:srgbClr val="1A56E8"/>
          </a:solidFill>
          <a:ln w="12700">
            <a:solidFill>
              <a:srgbClr val="1A56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30428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reparte la importancia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2971800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variables parecidas se cubren: barajar una no duele. Revisa correlaciones antes de sacar variables.</a:t>
            </a:r>
            <a:endParaRPr lang="en-US" sz="1500" dirty="0"/>
          </a:p>
        </p:txBody>
      </p:sp>
      <p:sp>
        <p:nvSpPr>
          <p:cNvPr id="17" name="tarjeta"/>
          <p:cNvSpPr/>
          <p:nvPr/>
        </p:nvSpPr>
        <p:spPr>
          <a:xfrm>
            <a:off x="502920" y="4279392"/>
            <a:ext cx="5513832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8" name="numero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44805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PDP inventa clientes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514807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100 % de utilización a quien tiene deuda baja crea combinaciones imposibles. Con variables muy correlacionadas, mejor ALE.</a:t>
            </a:r>
            <a:endParaRPr lang="en-US" sz="1500" dirty="0"/>
          </a:p>
        </p:txBody>
      </p:sp>
      <p:sp>
        <p:nvSpPr>
          <p:cNvPr id="22" name="tarjeta"/>
          <p:cNvSpPr/>
          <p:nvPr/>
        </p:nvSpPr>
        <p:spPr>
          <a:xfrm>
            <a:off x="6172200" y="4279392"/>
            <a:ext cx="5513832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23" name="numero"/>
          <p:cNvSpPr/>
          <p:nvPr/>
        </p:nvSpPr>
        <p:spPr>
          <a:xfrm>
            <a:off x="6400800" y="4480560"/>
            <a:ext cx="502920" cy="502920"/>
          </a:xfrm>
          <a:prstGeom prst="ellipse">
            <a:avLst/>
          </a:prstGeom>
          <a:solidFill>
            <a:srgbClr val="0A2559"/>
          </a:solidFill>
          <a:ln w="12700">
            <a:solidFill>
              <a:srgbClr val="0A255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44805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0A2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Log-odds no son probabilidad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0" y="5148072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C3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SHAP de +1.16 no son 116 puntos. Se suman en log-odds y el total se convierte al final.</a:t>
            </a:r>
            <a:endParaRPr lang="en-US" sz="150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5B6B8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61C8173-8648-2681-2369-0C8E39FDC2A5}"/>
                  </a:ext>
                </a:extLst>
              </p14:cNvPr>
              <p14:cNvContentPartPr/>
              <p14:nvPr/>
            </p14:nvContentPartPr>
            <p14:xfrm>
              <a:off x="6809400" y="5113800"/>
              <a:ext cx="4177800" cy="9637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61C8173-8648-2681-2369-0C8E39FDC2A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00040" y="5104440"/>
                <a:ext cx="4196520" cy="982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-fondo"/>
          <p:cNvSpPr/>
          <p:nvPr/>
        </p:nvSpPr>
        <p:spPr>
          <a:xfrm>
            <a:off x="502920" y="384048"/>
            <a:ext cx="3177540" cy="347472"/>
          </a:xfrm>
          <a:prstGeom prst="roundRect">
            <a:avLst>
              <a:gd name="adj" fmla="val 50000"/>
            </a:avLst>
          </a:prstGeom>
          <a:solidFill>
            <a:srgbClr val="E6115E"/>
          </a:solidFill>
          <a:ln w="12700">
            <a:solidFill>
              <a:srgbClr val="E6115E"/>
            </a:solidFill>
            <a:prstDash val="solid"/>
          </a:ln>
        </p:spPr>
      </p:sp>
      <p:sp>
        <p:nvSpPr>
          <p:cNvPr id="3" name="etiqueta"/>
          <p:cNvSpPr txBox="1"/>
          <p:nvPr/>
        </p:nvSpPr>
        <p:spPr>
          <a:xfrm>
            <a:off x="502920" y="384048"/>
            <a:ext cx="31775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 PRIMERA HORA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02920" y="84124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tipo examen</a:t>
            </a:r>
            <a:endParaRPr lang="en-US" sz="3000" dirty="0"/>
          </a:p>
        </p:txBody>
      </p:sp>
      <p:sp>
        <p:nvSpPr>
          <p:cNvPr id="6" name="tarjeta"/>
          <p:cNvSpPr/>
          <p:nvPr/>
        </p:nvSpPr>
        <p:spPr>
          <a:xfrm>
            <a:off x="502920" y="1828800"/>
            <a:ext cx="3584448" cy="3291840"/>
          </a:xfrm>
          <a:prstGeom prst="roundRect">
            <a:avLst>
              <a:gd name="adj" fmla="val 2222"/>
            </a:avLst>
          </a:prstGeom>
          <a:solidFill>
            <a:srgbClr val="13306B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kern="0" spc="200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33172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importancia «weight» pone a la antigüedad tercera y la permutación quinta. ¿A cuál le crees para sacarla?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70332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permutación en el test: weight cuenta cortes, y las continuas salen infladas.</a:t>
            </a:r>
            <a:endParaRPr lang="en-US" sz="1350" dirty="0"/>
          </a:p>
        </p:txBody>
      </p:sp>
      <p:sp>
        <p:nvSpPr>
          <p:cNvPr id="10" name="tarjeta"/>
          <p:cNvSpPr/>
          <p:nvPr/>
        </p:nvSpPr>
        <p:spPr>
          <a:xfrm>
            <a:off x="4270248" y="1828800"/>
            <a:ext cx="3584448" cy="3291840"/>
          </a:xfrm>
          <a:prstGeom prst="roundRect">
            <a:avLst>
              <a:gd name="adj" fmla="val 2222"/>
            </a:avLst>
          </a:prstGeom>
          <a:solidFill>
            <a:srgbClr val="13306B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kern="0" spc="200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233172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Barajar el ingreso casi no cambia el AUC. ¿Lo sacas del modelo?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498848" y="370332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revisa la correlación: deuda/ingreso usa el ingreso y lo puede estar cubriendo.</a:t>
            </a:r>
            <a:endParaRPr lang="en-US" sz="1350" dirty="0"/>
          </a:p>
        </p:txBody>
      </p:sp>
      <p:sp>
        <p:nvSpPr>
          <p:cNvPr id="14" name="tarjeta"/>
          <p:cNvSpPr/>
          <p:nvPr/>
        </p:nvSpPr>
        <p:spPr>
          <a:xfrm>
            <a:off x="8037576" y="1828800"/>
            <a:ext cx="3584448" cy="3291840"/>
          </a:xfrm>
          <a:prstGeom prst="roundRect">
            <a:avLst>
              <a:gd name="adj" fmla="val 2222"/>
            </a:avLst>
          </a:prstGeom>
          <a:solidFill>
            <a:srgbClr val="13306B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66176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kern="0" spc="200" dirty="0">
                <a:solidFill>
                  <a:srgbClr val="E61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266176" y="233172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SHAP de la utilización de un cliente es +1.16. ¿Sube 116 puntos su probabilidad?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66176" y="3703320"/>
            <a:ext cx="3154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D2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 es log-odds. Se suma al base (−2.76) y el total se convierte al final.</a:t>
            </a:r>
            <a:endParaRPr lang="en-US" sz="1350" dirty="0"/>
          </a:p>
        </p:txBody>
      </p:sp>
      <p:sp>
        <p:nvSpPr>
          <p:cNvPr id="18" name="tarjeta"/>
          <p:cNvSpPr/>
          <p:nvPr/>
        </p:nvSpPr>
        <p:spPr>
          <a:xfrm>
            <a:off x="502920" y="5349240"/>
            <a:ext cx="11183112" cy="1005840"/>
          </a:xfrm>
          <a:prstGeom prst="roundRect">
            <a:avLst>
              <a:gd name="adj" fmla="val 7273"/>
            </a:avLst>
          </a:prstGeom>
          <a:solidFill>
            <a:srgbClr val="1A56E8"/>
          </a:solidFill>
          <a:ln w="12700">
            <a:solidFill>
              <a:srgbClr val="D2DB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53492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· Clustering, parte 1.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Cambiamos de pregunta: ya no hay target. Con los mismos clientes de la cartera buscamos segmentos de comportamiento.</a:t>
            </a:r>
            <a:endParaRPr lang="en-US" sz="15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617695B-52D3-9CED-C899-D90D97697F91}"/>
                  </a:ext>
                </a:extLst>
              </p14:cNvPr>
              <p14:cNvContentPartPr/>
              <p14:nvPr/>
            </p14:nvContentPartPr>
            <p14:xfrm>
              <a:off x="3145680" y="2746080"/>
              <a:ext cx="7819920" cy="3142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617695B-52D3-9CED-C899-D90D97697F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36320" y="2736720"/>
                <a:ext cx="7838640" cy="3161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Clase 10 ML">
  <a:themeElements>
    <a:clrScheme name="Clase 10 ML">
      <a:dk1>
        <a:srgbClr val="2C3A55"/>
      </a:dk1>
      <a:lt1>
        <a:srgbClr val="FFFFFF"/>
      </a:lt1>
      <a:dk2>
        <a:srgbClr val="0A2559"/>
      </a:dk2>
      <a:lt2>
        <a:srgbClr val="F5F7FB"/>
      </a:lt2>
      <a:accent1>
        <a:srgbClr val="1A56E8"/>
      </a:accent1>
      <a:accent2>
        <a:srgbClr val="E6115E"/>
      </a:accent2>
      <a:accent3>
        <a:srgbClr val="12B886"/>
      </a:accent3>
      <a:accent4>
        <a:srgbClr val="5B6B87"/>
      </a:accent4>
      <a:accent5>
        <a:srgbClr val="D2DBEC"/>
      </a:accent5>
      <a:accent6>
        <a:srgbClr val="E9EEF8"/>
      </a:accent6>
      <a:hlink>
        <a:srgbClr val="1A56E8"/>
      </a:hlink>
      <a:folHlink>
        <a:srgbClr val="5B6B87"/>
      </a:folHlink>
    </a:clrScheme>
    <a:fontScheme name="Clase 10 M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2466</Words>
  <Application>Microsoft Macintosh PowerPoint</Application>
  <PresentationFormat>Widescreen</PresentationFormat>
  <Paragraphs>313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Clase 10 ML</vt:lpstr>
      <vt:lpstr>PowerPoint Presentation</vt:lpstr>
      <vt:lpstr>Cómo repartimos los 120 minutos</vt:lpstr>
      <vt:lpstr>El modelo ordena. Ahora alguien pregunta por qué</vt:lpstr>
      <vt:lpstr>Dos preguntas para ordenar las herramientas</vt:lpstr>
      <vt:lpstr>Odds ratios: cuánto multiplica el riesgo cada variable</vt:lpstr>
      <vt:lpstr>Las importancias de XGBoost no se ponen de acuerdo</vt:lpstr>
      <vt:lpstr>Barajar una columna y medir cuánto cae el AUC</vt:lpstr>
      <vt:lpstr>PDP: el riesgo medio si todos tuvieran la misma utilización</vt:lpstr>
      <vt:lpstr>ICE: una curva por cliente, debajo del promedio</vt:lpstr>
      <vt:lpstr>SHAP reparte la predicción de cada cliente entre sus variables</vt:lpstr>
      <vt:lpstr>Importancia y dirección en un solo gráfico</vt:lpstr>
      <vt:lpstr>Cliente 103883: de 6.0 % a 36.4 %, y por qué</vt:lpstr>
      <vt:lpstr>Cuatro rankings, una conclusión</vt:lpstr>
      <vt:lpstr>Cuatro errores al explicar un modelo</vt:lpstr>
      <vt:lpstr>Preguntas tipo examen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10 · Explicabilidad e interpretabilidad</dc:title>
  <dc:subject>PptxGenJS Presentation</dc:subject>
  <dc:creator>Josef Renato Rodriguez</dc:creator>
  <cp:lastModifiedBy>Josef Rodriguez</cp:lastModifiedBy>
  <cp:revision>2</cp:revision>
  <dcterms:created xsi:type="dcterms:W3CDTF">2026-10-28T16:04:49Z</dcterms:created>
  <dcterms:modified xsi:type="dcterms:W3CDTF">2026-10-29T01:54:25Z</dcterms:modified>
</cp:coreProperties>
</file>