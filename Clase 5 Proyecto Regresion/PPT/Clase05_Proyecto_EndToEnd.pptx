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ink/ink6.xml" ContentType="application/inkml+xml"/>
  <Override PartName="/ppt/notesSlides/notesSlide11.xml" ContentType="application/vnd.openxmlformats-officedocument.presentationml.notesSlide+xml"/>
  <Override PartName="/ppt/ink/ink7.xml" ContentType="application/inkml+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ink/ink9.xml" ContentType="application/inkml+xml"/>
  <Override PartName="/ppt/notesSlides/notesSlide14.xml" ContentType="application/vnd.openxmlformats-officedocument.presentationml.notesSlide+xml"/>
  <Override PartName="/ppt/ink/ink10.xml" ContentType="application/inkml+xml"/>
  <Override PartName="/ppt/notesSlides/notesSlide15.xml" ContentType="application/vnd.openxmlformats-officedocument.presentationml.notesSlide+xml"/>
  <Override PartName="/ppt/ink/ink11.xml" ContentType="application/inkml+xml"/>
  <Override PartName="/ppt/notesSlides/notesSlide16.xml" ContentType="application/vnd.openxmlformats-officedocument.presentationml.notesSlide+xml"/>
  <Override PartName="/ppt/ink/ink12.xml" ContentType="application/inkml+xml"/>
  <Override PartName="/ppt/notesSlides/notesSlide17.xml" ContentType="application/vnd.openxmlformats-officedocument.presentationml.notesSlide+xml"/>
  <Override PartName="/ppt/ink/ink13.xml" ContentType="application/inkml+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222" d="100"/>
          <a:sy n="222"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17:15.334"/>
    </inkml:context>
    <inkml:brush xml:id="br0">
      <inkml:brushProperty name="width" value="0.05292" units="cm"/>
      <inkml:brushProperty name="height" value="0.05292" units="cm"/>
      <inkml:brushProperty name="color" value="#FF0000"/>
    </inkml:brush>
  </inkml:definitions>
  <inkml:trace contextRef="#ctx0" brushRef="#br0">5024 9683 24575,'15'-1'0,"9"0"0,5 3-1639,1-2 1,2 0-1,-7 0 1,2 0 1185,2 0 1,4 0 0,0 0-1,-4 1 453,-4-1 0,2 0 0,-1 0 0,7 0 0,3 0 0,0 0 0,-4 0 0,-7 0-1639,-2 0 1,-2 0 1538,7 0 1,5-1-1,2 1 1,-1 1 99,0-1 0,2 0 0,-2 1 0,-4-1 571,-1 1 1,2-1-572,-1 0 0,6 1 0,2 0 0,-3 0 0,-7-1 0,-8 0 0,-2 0 0,15 1 0,-3 0 0,-10-1 0,0 0 0,-15 0 2876,7-3-2876,-5 1 3276,15-1-2552,-9 0 0,2 3 0,-9-2 0</inkml:trace>
  <inkml:trace contextRef="#ctx0" brushRef="#br0" timeOffset="5714">9831 10766 24575,'8'0'0,"10"3"0,-10-1 0,24 2 0,-13-2 0,0 0 0,0-1 0,1 0 0,10 0 0,2 1 0,-4-2 0,-2 0-3277,10 1 2740,-15 0 1,-1-2 536,10 1 0,-9 0-1639,8 0 1,0-1 235,-12 1 1403,5-2 0,-1 1-573,-1-1 573,7 0-1639,-5 0 1,-1 0 1312,-4 1 416,6-1 1,-1 0-91,-12 2 0,10-3 0,1 0 0,-9 2 0,12-1 0,-1-1 0,-12 1-105,16 0 0,2 1 105,-11-1 0,12 1 0,0 1 0,-12 0-796,15 0 1,-2 0 795,-18 0 1362,10 0 1,3 0-1363,8 1 0,-8-1 0,-1 1 0,6 1 0,-5-1 0,5-1 0,-4 1 0,5-1 0,-4 1 0,-6 0 0,-3-1 699,18 2-699,-2 1 0,-25 0 0,12-1 0,-13-1 0,14 1 0,-16-2 3276,20 3-2056,-3-2-1098,10 4-122,-11-3 0,0 1 0,10 2 0,-12-3 0,-3 0 0,-2 0-1639,5 0 1,0 0 378,-11-1 2898,12 0 0,0 0-933,-10-1-705,18 0 0,-13 0 0,-4 0 0,-3 0 0,0 0 0,10 0 0,-5 0 0,13 0 0,-18 0 3276,11 0-44,-9 0-2400,1 0-832,-3-1 0,5-2 0,-5 1 0,10-1 0,8 3 0,-1 0 0,9 0 0,-17 0 0,-9 0 0,0 0 0,-6 0 0,16 0 0,-12 0 0,7 0 0,-11 1 0,-2 0 0,-3 0 0</inkml:trace>
  <inkml:trace contextRef="#ctx0" brushRef="#br0" timeOffset="7027">12839 10788 24575,'12'1'0,"15"1"0,-10 1-1639,15 0 1,-1-1-1639,-12 0 1638,4-1 1,2 1 1775,7-1-137,-3-1-1160,4 1 1,0 0 1159,-8-1-1402,13 0 0,-2 0 1402,-23 0 1402,9-1 0,4 0-1402,2 1 0,3 0 0,4-2 0,2 1-465,-3 1 0,1 1 1,-1-1 464,1-1 0,-1 1 0,0 1 0,-5 1 0,-10-2 0,0 2 0,1-1 3276,-1-1-3081,7 2-195,6-2 0,-17 0 3276,18 0-1329,-22 0-1947,19 0 0,-10 0-558,-3-2 558,-5 2-37,15-4 37,-10 3 0,2 0 0,2-1 0,-1 2 0,0 0 0,6 0 0,-6 0 0,-1 0 0,-3-1-2937,-3 0 2937,-4 0 2941,9 1-2941,-10 0-1639,18 1 1,1-1-56,-12 1 1694,4 0 0,2 1-209,4 1 209,-12-1 2400,12 0-2400,-20 0 255,-4 0 0,-1-1 0,-2 1 0</inkml:trace>
  <inkml:trace contextRef="#ctx0" brushRef="#br0" timeOffset="9394">15271 11059 24575,'0'8'0,"1"11"-3277,3 6 0,-2-6 0,0 6 4605,1 5-1328,-1-3 0,-1 3 0,0-4 0,0 1 0,-1 0 691,2 7 0,-2 1-691,-1 4 0,0-5 0,0-11 0,0 4 0,-1-3 3276,2-14 0,-2 15-3211,4-15-65,1-2 126,0 1 0,0-8 0,-1-1 0</inkml:trace>
  <inkml:trace contextRef="#ctx0" brushRef="#br0" timeOffset="10125">15266 11157 24575,'12'-3'0,"-2"1"0,9-7 0,-2 1 0,1-1-1424,2 0 1424,-2 1 0,-1 0 0,6 0 0,-1 0-1639,0 2 1,0 0-1166,-3 2 1565,1 2 1,-2 1 1238,-11 3-116,17 5 116,-19-3 576,12 16-576,-6 1 0,0 4 3276,-3 5-1124,-25-2-2152,7-5 0,-8-7 0,-2-2 0,4-3-1421,-15 2 1,0-1 1420,13-6-824,-17 5 1,0 0 823,22-6 0,-8 1 0,2 0 0,14 0 0,4 3 0,25 8 0,-5-3 0,2 0 0,-2-1 0,-7-5 412,7 6 0,1 1-412,-9-6 0,10 5 0,2 2 0,-4-5 0,0-2 0,5 3 0,0-2 0,9 3 0,-7-7 0,-23-7 3276,1-3-251,-5-7-3025,4-8 0,0 8 0,2-1 0</inkml:trace>
  <inkml:trace contextRef="#ctx0" brushRef="#br0" timeOffset="10694">15745 11067 24575,'29'-12'0,"-6"5"0,-3 0-2729,-10 3 2729,18-2 224,-14 6-224,-5 0 0,10 5 0,-15-4 596,5 4-596,-6-5 0,-1 7 0,-5 7-3277,-14 8 1323,9-4 315,-7-4 1,1-2 734,9-6 904,-11 8 0,13-7 0,1-2 0,1 5 0,5-1 0,-1-3 3276,2 1-2015,9-2-1261,-6-4 0,27 4 0,-27-7 0,18 0 0,-19-1 0,0 0 0,-1 0 0,-9-1 0,2 3 0,-3 1 0</inkml:trace>
  <inkml:trace contextRef="#ctx0" brushRef="#br0" timeOffset="21269">11335 12694 24575,'5'2'0,"0"0"0,3 3 0,3 2 0,10 9 0,5 6 0,-12-9 0,0 0 0,8 10 0,-4-5 0,-7-4 0,0-3 0,1 2 0,-5-8 0,7 4 0,-7-6 0,12 3 0,-11-5 0,6-1 0,-11 0 0,1 0 0</inkml:trace>
  <inkml:trace contextRef="#ctx0" brushRef="#br0" timeOffset="21685">11564 12654 24575,'1'17'0,"-1"-4"0,0 10 0,-4-1 0,-1 0 0,-4 8 0,3-15-3277,-5 20 0,8-24 1328,-9 17 3668,6-11-1719,-1 0 0,-2 4 0,5-10 0,0-5 0,-2 3 819,2-8 0,0 4 0,2-5 0</inkml:trace>
  <inkml:trace contextRef="#ctx0" brushRef="#br0" timeOffset="22205">11248 12623 24575,'5'0'0,"0"0"0,5 2 0,7-1 0,0 1 0,11 2 0,-9-3 0,-1 2 0,-2-5 0,-7 1 0,-3-3 0,1 0 0,-7 3 0,1-1 0,-1 3 0</inkml:trace>
  <inkml:trace contextRef="#ctx0" brushRef="#br0" timeOffset="23020">11268 12618 24575,'6'-2'0,"3"2"0,-4-2 0,2 2 0,3-4 0,9-1 0,-5 0 0,4-1 0,-2 2 0,-6-2 0,16-3 0,-14 4 0,2 0 0,-4 3 0,-5 1 0,14-4 0,3-2 0,1 1 0,-2-2 0,-16 7 0,0-2 0</inkml:trace>
  <inkml:trace contextRef="#ctx0" brushRef="#br0" timeOffset="26184">11577 12883 24575,'5'0'0,"1"1"0,3 3 0,-3 0 0,2 2 0,-2 0 0,-2-4 0,0 4 0,2 0 0,2 3 0,-1 0 0,7 8 0,-9-12 0,12 16 0,-11-14 0,16 16 0,-3-7 0,-1 2 0,-3-4 0,-13-10 0,-5-3 0,0-1 0,2 0 0</inkml:trace>
  <inkml:trace contextRef="#ctx0" brushRef="#br0" timeOffset="27385">11577 12747 24575,'-2'25'0,"1"-12"0,1 17 0,0-16 0,-1 7 0,0-6 0,-2 2 0,3-7 0,-5 10 0,-1-5 0,0 0 0,-3 3 0,6-6 0,-1 4 0,4-7 0,0-1 0,0-4 0,0 6 0,0 3 0,0-1 0,0 2 0,0-10 0,0 4 0,0-4 0,-4 4 0,2-1 0,-3 2 0,4-5 0,1 0 0,0-3 0</inkml:trace>
  <inkml:trace contextRef="#ctx0" brushRef="#br0" timeOffset="37583">1204 7374 24575,'-1'7'0,"0"-3"0,-1 8 0,-1 5 0,-1-3 0,-2 13 0,4-18-3277,-6 22 0,6-22 1328,-3 12 2185,0 4-236,3-11-1639,-2 14 1,-1-1 870,1-12 129,-1 15 1,-1 1 638,1-14 0,-2 12 0,1 1 0,3-9-862,-2 6 1,1-1 861,3-10 2560,-5 20-2560,1 0 0,4-12 0,-1 3 0,1 1-535,0 8 1,1 1 0,0-1 534,0-7 0,0-1 0,0 1 0,1 8 0,0 2 0,1-10 3034,-1-6-3034,-1 1 0,1 5 0,-1 0 0,3 6 0,-1-1 1638,-1-3 0,1 2-1385,-1 3 0,1 3 1,-1-8-254,-1-8 0,0 8 0,0 7 0,0-7 0,0-4 0,0 1 0,1 7 0,-2-2 0,-2 0 0,1-3-944,1-2 1,0 0 943,-2 0 0,-1-3 3276,-2 7-2114,1-8 1,-1 2-1163,-2 10 0,-1 0-368,3-10 0,0 0 368,-2 4 0,-1 3 0,1-1-1093,0-5 1,1-1 0,0 0 535,0-1 1,0-1 0,0 2 556,-1 6 0,-2 3 0,0-1 0,3-7 1617,-2 1-1617,1-1 0,-4 7 0,0 2 0,1-7 0,-2-2 0,0-3 0,2-1 0,1 1 0,-2-1 0,-8 8 0,3-6 0,7-10 0,-8 8 0,0-1-71,11-13 71,-14 19 0,6-8 0,2-4 0,-1 5 0,1 0 0,3-8 0,-5 15 254,7-16-254,2-1 0,9 4 0,25 4 0,-2-4 0,1 1 0,-3-2 0,1 2 83,-2 0 1,2 2-1,-3 1-83,2 7 0,-3-1 1638,-2-7 0,-1 1-1347,0 3 0,-4-1-291,-3 0 0,-2 0 0,-2 0 0,-1 2 0,-4 1 0,0 3 0,-2 0 0,0 2 0,0-1-476,0-1 1,0 3 475,-1 1 0,-1 6 0,0-1 0,1-8 0,1 1 0,0-2 0,-1 9 0,1 4 0,-1-2 0,1-9 0,0-7 0,0 1 0,0 9 0,-1 7 0,1 2 0,0-6 0,0 2 0,-1-3 0,1 1 0,-1 0 0,1 1 0,0-5 0,0-11 0,0 11 0,0 0 0,0-6 0,1 10 0,-1 0 0,1-6 222,1 3 0,0 2-222,-1-8 0,0-1 0,1 0 0,-1 0 0,0 14 0,-1-4 2639,0-9-2639,0 7 0,0-3 0,0-17 0,2 14 0,-1 0 0,0-11-1639,1 11 1,0 0-710,-2-13 2375,1 8 0,0 3-27,-2-6 0,-1 0 0,-2 16 0,-1-6 0,-2-1 0,3-9 0,-1-1 0,0 0 0,0 1 0,0 7 0,1-1 0,0 4 3276,-1 1-1638,4-5 0,1-3-1406,0-11-232,0 16 0,0 5 0,0-10 0,0 0 0,0 2 0,0 1 0,1 0 0,0 1 0,0 0 0,2 3 0,0 0 0,1-1 0,0 2 0,0-3 0,0-1 0,0 0 0,3 13 0,-1-5-1434,-4-20 1434,1 7 0,1 3 0,-1 8 0,-1-9 0,1 1 0,0 7 0,0 1-1639,1 2 1,0-2-1394,1 4 1393,-3-8 1,0-3 696,0-15 781,-1 14 0,-1 1 161,0-11 0,1 8 0,0 2 0,-1 7 1587,0-4-1587,0-5 2223,0 0-2223,0-12-1517,0 11 1,1 0 1516,-1-11 0,3 15-47,0-9 47,-1-6 2256,3 20-2256,-4-4 1823,1-5-1823,1 1 3276,0-4-111,3 10-6442,-2-6 3155,0 2-859,3-7 981,-5-6-3277,11 17 2044,-11-19-2044,11 13 3057,-12-16 1760,7 8-1540,2-4-2474,4 5 2474,-1-5 2817,5 4-2817,-11-11 3276,14 8-2122,0 3-1154,-6-4 0,5 2 0,-9-2 0,-1-5 0,5 7 0,-11-9 0,5 0 0,-6-3 3276,6-2 0,-2-1-2720,1 1-556,0 1 0,-4 1 0,6 0 0,-4 0 0,1 0 0,-1 0 0,-1 0 0,1 0 0,3 0 0,-3 0 0,1 0 0,-1 0 0,0 0 0,4 3 0,-5-1 0,-4 0 0,-3-6 0,-1 2 0,1-2 0</inkml:trace>
  <inkml:trace contextRef="#ctx0" brushRef="#br0" timeOffset="46509">589 10258 24575,'-10'-5'0,"2"1"0,5 2 0,2 2 0,1-2 0</inkml:trace>
  <inkml:trace contextRef="#ctx0" brushRef="#br0" timeOffset="54117">1368 14288 24575,'-9'-5'0,"-4"-2"0,6-2-3277,-12-2 0,14 7 0,-17-8 3179,17 9-2124,-19-12 2222,18 12-1380,-10-8 1,1 0 1379,8 8 1108,-10-9 1,0-1-1109,4 4 388,-4-4 0,-1-1-388,-9-9 0,12 11 0,1 0 0,-4-6 0,3 3 0,11 7 3276,-10-7-2310,7 8 2310,-9-12-210,4 7-1733,-4-10-1333,7 4 0,4 7 0,2 1 0,3 3 0,-3-1 0,3-5 0,-4-6 0,1 4 0,-1-10 0,1 16 0,0-14 0,1 3 0,0 6 0,1-10 0,1 18 0,-2-5 0,1 1 0,1-5 0,-2 2 0,3-5 0,0 12 0,0-10 0,-1 0 0,2 3 0,-2-8 0,1 15 0,-1-15 0,0 15 0,0-12 0,0 12 0,0-12 0,0 5 0,0-12 0,2 2 0,-2 4 0,3 0 0,-3 6 0,2-2 0,-2 5 0,0 3 0,0 1 0,0 2 0,1-6 0,-1 6 0,2-3 0,-1-1 0,1 3 0,-1-9 0,1 8 0,-1-5 0,0 1 0,0 3 0,-1-6 0,0 7 0,3-8 0,-1 0 0,1 2 0,-2 2 0,1 2 0,-1-1 0,2-4 0,1 5 0,-3-1 0,1 3 0,-2-1 0,0 1 0,1 4 0,1 1 0,2 1 0,-2 0 0,1 0 0</inkml:trace>
  <inkml:trace contextRef="#ctx0" brushRef="#br0" timeOffset="59087">5357 5177 24575,'0'14'0,"0"11"0,1-18 0,-1 21 0,2-16 0,-2 23 0,1-10 0,-1 3-3277,3 1 0,-2-18 0,3 22 1787,-4-24 1490,5 21 0,-1-5 0,-2-6 0,3 5 0,0 0 0,1-1 0,0 8 819,0-17 0,-6-12 0,1-1 0</inkml:trace>
  <inkml:trace contextRef="#ctx0" brushRef="#br0" timeOffset="59504">5397 5295 24575,'26'0'0,"1"0"0,1 0 0,1-1 0,0 1 0,-1-1 0,10 0 0,-22 1 0,-14 0 0</inkml:trace>
  <inkml:trace contextRef="#ctx0" brushRef="#br0" timeOffset="60899">7757 5231 24575,'-22'0'0,"9"0"0,-9 1 0,0 1 0,6-2 0,-19 4 0,-1 1 0,7-2-1639,-5 2 1,0 0 241,9-1 2109,6 1 1,1 0-713,2 2 761,-3 0-761,13 1 0,6-4 0,9 6 2488,-3-2-2488,23 6 0,-7-4 0,2 0 0,-5-3 0,2 0-1093,7 3 1,3 0 0,-4-1-2185,4 1 3200,-2 0 0,7 1 1,-7-1 76,-2 1 0,6 2 0,-3 0 0,-13 1 0,1-2 0,-13 1 0,-5 4 0,-11 5 0,2-3 0,-3-6 0,-5-1 0,-2-3 0,1-1 3276,-8 7-2184,1-6 0,-5-1 0,3-2-860,-7-2-232,4 1 0,-5 2 0,0-2 0,6-3 0,1-1 0,1 0-1093,0 1 1,1 1 0,1-1-547,-8 0 1,1-2 1523,9-1 0,3 0 115,2-2 0,-1-5 0,16 2 0,8 0 0,-2 3 0</inkml:trace>
  <inkml:trace contextRef="#ctx0" brushRef="#br0" timeOffset="61649">7470 5053 24575,'0'26'0,"0"-9"0,0 9 0,0 5 0,3 1 0,0 1 0,-3-5 0,1 1 0,2 1 0,1 0 0,-1-6 0,-2-7 0,1 15 0,0 0 0,-2-15 0,-2 12 0,0 0 0,1-14 0,-4 20 0,1-1 0,3-19 0,-1 11 0,0 7 0,1-6 0,0-8-1639,0 14 1,1 0-1639,0-21 2821,1 19 456,1-27 0,0 8 0,0-10 0,4-15 0,0 2 0,0-6 0,-3 10 0</inkml:trace>
  <inkml:trace contextRef="#ctx0" brushRef="#br0" timeOffset="62233">7644 5029 24575,'8'22'0,"-6"-3"0,1 0 0,3 18 0,-3-8 0,0 2 0,-2-6 0,0 0 0,0-3 0,1 1 0,1 12 0,-1-4 0,-1-8 0,2 1 0,1 4 0,-2-4-1364,-1-5 1364,2 9 0,0 1 0,0-1 0,1-3 0,-2-1 0,0 2 0,3 11 0,-3-3 0,2 3 0,-4-30 0,3 13 0,0-16 0,-1 5 0,0-7 0,-3-1 0,0-1 0</inkml:trace>
  <inkml:trace contextRef="#ctx0" brushRef="#br0" timeOffset="64586">8934 6217 24575,'6'0'0,"1"0"0,6-2 0,-3 0 0,14-7 0,9-9-3277,-10 5 3138,9-6 139,-16 8 0,0 0 0,9-5 0,-2 0 0,4-3 0,0 0 0,-5 3 0,0 1 0,0 0 0,0 0 0,-1-1 0,2 0 0,8-7 0,2 0 0,-7 4 0,-4 2 0,1 0 0,5-4 0,-7 5 0,-9 8 0,7-6 0,7-4 0,-5 4 0,-2 2 0,12-8 0,1 0 0,-11 5 0,6-1 0,-19 11 0,-6 5 0,-2 1 0</inkml:trace>
  <inkml:trace contextRef="#ctx0" brushRef="#br0" timeOffset="65049">9709 5516 24575,'3'16'0,"3"11"-3277,3 5 0,-2-7 1638,2 3 1,-1-2-653,-3-10 1608,6 11 1,1-1 682,-8-14 0,11 14 0,-11-19 0,2 2 3276,-1-1-3088,-2-9-188,-6-14 0,2 5 0,-3-8 0,2 12 0,2 3 0,-1-1 0</inkml:trace>
  <inkml:trace contextRef="#ctx0" brushRef="#br0" timeOffset="65567">9751 5533 24575,'14'6'0,"5"2"0,-5-3-3277,19 4 0,-23-7 1677,11 2 0,0-1 1600,-10-1 0,23 2 0,-25-2 1882,3 0-1882,-11 7 0,-6 14 0,-1-2 0,0-3 0,-1 1 0,-7 4 0,4-3 0,-2 0 3276,1-7-306,-7 15-6247,1-1 1396,4-4 1881,10-11 0,4-15 0,3 2 0,-3-4 0,1 5 0</inkml:trace>
  <inkml:trace contextRef="#ctx0" brushRef="#br0" timeOffset="67029">10991 6211 24575,'8'-5'0,"19"-11"0,-18 10 0,16-9 0,0-2 0,-8 5 0,8-5 0,0-1 0,-6 3 0,9-3 0,-1-1 0,-12 7 0,15-9 0,0 1 0,-15 8-1639,11-7 1,-1 0-1639,-11 6 2461,9-3 0,-1 1 816,-10 4 0,5 0 0,2 0 0,6-2 0,-6 5 0,1 0 0,-1 0 0,-6 3 0,7-1 0,0-1 0,-8 2 819,11-3 0,-19 6 0,2-1 0</inkml:trace>
  <inkml:trace contextRef="#ctx0" brushRef="#br0" timeOffset="68097">11532 5681 24575,'7'17'0,"-3"-8"0,3 8 0,5 2 0,-2 6 0,-1-8 0,0 1 0,1 5-3277,2 4 0,-10-20 3162,5 9 0,1 3 115,6 5 0,-5-8 0,0 1 0,10 8 0,-12-18 0,2 4 0,-6-11 0,-1 2 0,-1-11 0,-2-5 0,0 3-3277,-6-23 2017,5 25 636,-6-15 0,-2-2 624,2 12-1310,-1-8 0,0 2 1310,2 10 2112,-7-22-2112,10 25 3276,-6-17-2885,10 18 1355,-1-3-1746,2 6 3276,8 0-203,18 3-3073,3-1 0,3 0 0,-13 1 0,1 0 0,16-1 0,-4 1 1315,-20 0-1315,17 0 0,-29 9 0,-5 13 0,-8-2 0,0-2 0,-2 0 0,-9 4 0,5-6 0,-1 0 0,-6 4 0,7-8 0,1-1 0,9-4 0,-11 9 0,19-13 0,0 2 0,12-6 0,-5-1 0,0 0 0</inkml:trace>
  <inkml:trace contextRef="#ctx0" brushRef="#br0" timeOffset="69415">12579 6292 24575,'13'-5'0,"-5"2"0,22-10 0,-16 6-1093,7-3 1,5-3 0,-4 2-2185,-1-1 1638,5-1 1,2-2 195,-2-1 1,-2 0 1442,-6 3 0,3 0-287,5-5 0,6-2 1,0-1-1,-5 3 287,-7 4 0,1-1 0,1 0 0,6-4 0,1-1 0,-2 1 0,-6 4-230,-5 1 0,0 0 230,6-1 0,4-4 0,1 0 0,-6 4 1525,-5 2 0,-1 2-1525,6-4 0,3-1 0,-4 3 0,1 1 0,-2-1 0,-3 3 3276,-10 8-3015,-2 0-261,-4 2 0,-2 2 0</inkml:trace>
  <inkml:trace contextRef="#ctx0" brushRef="#br0" timeOffset="70616">13295 5680 24575,'17'21'0,"6"6"0,-7-7 0,-4-5 0,2-1 0,8 9 0,-6-6 0,-2-2 0,-2-1 0,-6-5 0,15 17 0,-12-11 0,4 2 0,-3-4 0,-8-7 0,6-1 0,-7-1 0,5-4 0,-6-8-3277,-3-12 0,1 6 3047,-4-7 230,-8-1 0,2 7 0,1 0 0,-8-12 0,1 6 0,0 1 0,6 10 0,-3-6 0,-1-1 0,2 2 3276,2 0 0,5 3-3044,6 8-232,0-2 0,1 2 0,1 0 0,1 0 0,1 2 0,0 0 0,26 11 0,-1-3 0,5 0 0,-2 1-1639,-2 0 1,1 1 941,5-2 0,3 0 1,-3 0 696,3-1 0,-3-1 0,-11-1 0,0-1 0,3 0 0,2 1 0,-5 0 0,-5 0 0,-3-2 0,-24 5 0,-16 9 0,9-5 0,-7 5 0,-2 1 0,3-3 0,-3 3 0,0-1 3276,5-1-1185,-11 6-2091,22-14 0,-10 8 0,14-10 0,-2 3 0,4-4 0,1-1 0,-1 0 0,-2-4 0,0 0 0,-5-1 0,4 0 0,-2 1 0,5 1 0</inkml:trace>
  <inkml:trace contextRef="#ctx0" brushRef="#br0" timeOffset="71218">13513 5913 24575,'2'-5'0,"7"-6"0,-5 6 0,15-21 0,-12 16 0,10-20 0,-8 11 0,-1 4 0,-4 2 0,2 9 0,-5 0 0,1-1 0,-5 4 0,0 1 0,0 0 0,1 0 0</inkml:trace>
  <inkml:trace contextRef="#ctx0" brushRef="#br0" timeOffset="84192">6736 16631 24575,'6'-2'0,"3"1"0,0-2 0,1 2 0,15-4 0,3 3-507,-3-1 507,6 0 0,-4 1 0,-7 1 0,0 0 0,14 0 0,-11 1 0,-2 0 0,-3 0-1639,5 0 1,-1 0-1639,-5 0 3246,9 0 0,3 0 31,-5-1 0,0 1 169,-4-1 1,2 1-170,8 0 0,4-1 0,-7 1 0,-3 0-885,5-1 0,8-1 1,-6 0 884,-12 2 0,0-1 0,7 0 0,5-1 0,-1 0 1092,-4 2 0,-1-1 0,1 1-626,9-1 1,0 1 0,0 0-467,-8 0 0,-1-1 0,1 0 0,2 1 0,1-1 0,0 1 0,-4 0-668,-1 0 0,-1-1 668,9 1 0,4-1 0,-4 1 0,-8 0 0,0 0 0,7 0 0,5 0 0,-1 0 0,-1 0 0,0 0 0,-2 0 0,-7 0 0,-2 0 0,2 0 0,3 0 0,3-1 0,-2 1 0,-7 0 0,3-1 0,1 1 0,5-1 0,-6 1 0,-4 0 0,-1 0 0,0 0-403,1 0 403,-2 0 1638,1-1 0,2 1-1554,12-1 792,0 0-876,-10 1 0,-2 0 0,-1 0 0,8 0 0,2 0 0,-2 0-145,-1 0 1,-1 0 144,2 0 240,-6-1 1,-1 0-241,5 1 0,2-3 0,-18 3 0,-7-2 0,-4 2 0</inkml:trace>
  <inkml:trace contextRef="#ctx0" brushRef="#br0" timeOffset="90350">2153 16616 24575,'12'0'0,"20"1"0,-13 0 0,9 1 0,8 1 0,-3 0-1639,-9-2 1,2 1 1335,1 0 0,4 2 0,5-1 1,2 1-1,0-1 0,-2 0-166,-4-1 1,1-1 0,-1 0 0,1 0 0,0-1 0,-1 1 0,-1 1 99,1 0 1,-1 0-1,0 0 1,-1 1-1,2-1 1,2-1 368,0 1 0,4-1 0,1-1 0,1 1 0,-1-1 0,-3 0 0,-5 1 0,-7-1 698,3 0 0,-1 0-698,2 1 0,8-1 0,1 1 0,-4-1 0,-10 0-762,-5 0 762,9 0 0,-2 0 1618,-13 0-1618,2 0 3276,17-3-1905,-11 2 1,0-1-444,13-2-928,-4 2 0,-2 0 1383,-14 2-1383,9-1 0,0-1 0,-12 2 0,11-2 0,-17 2 0</inkml:trace>
  <inkml:trace contextRef="#ctx0" brushRef="#br0" timeOffset="107277">21248 2211 24575,'1'22'0,"6"12"0,-5-3-1639,5 5 1,0 2-1,-5-19 1,0 2 818,3 6 1,2 7 0,0-1 0,-2-5 907,-2-9 0,0 1-88,3 9 0,2 8 0,0 3 0,0-2 0,-2-7 0,-1-4 0,0 1 0,0 1 0,2 7 0,0 2 0,0 1 0,-1-3-467,-2-4 0,-1 0 0,0-1 0,0-1 0,0 0 467,0 0 0,1-1 0,-1 1 0,0 2 0,0-2 0,0 5 0,0 1 0,0 1 0,0-2 0,-1-3 0,1-6-598,-1 7 1,1 0 597,0-5 0,1 7 0,0 4 0,1 1 0,0-2 0,-1-4 0,0-7 0,0 3 0,2-2 0,0 3 0,1 7 0,1 2 0,0-4 0,-2-10 3276,2 3-3108,3 0 1,0-7 690,-6-19-859,-2-32 0,-5-1 0,-1 6 0,-3-5 0,1 5 0,1-1 0,-2 5 0,0 0 0</inkml:trace>
  <inkml:trace contextRef="#ctx0" brushRef="#br0" timeOffset="108197">21423 2454 24575,'13'18'0,"-1"-1"0,-4 1 0,-2-8 0,9 20 0,-8-17 0,4 6 0,1-1 0,-4-2-1639,7 3 1,-1 0-1639,-9-10 1941,9 4 0,2-1 1336,-8-5 1817,22 6-1817,-6-11 0,-3-2 0,3-9 0,0-3 0,-6-1 0,9-8 0,-1-1 0,-11 6 0,6-13 0,0 0 3276,-12 14-2809,4-5 0,-1-3 360,-1-7-827,-1-4 0,1-1 0,-8 14 0,-2 2 0,1 8 0,-1-15 0,1 22 0,1-5 0,-3 10 0,12 16 0,-4 3 0,2 2 0,3 6 0,-2-4-1138,2 5 1138,-4-5 0,2 8 0,0 4 0,0-3 0,-3-9-2745,2 9 2745,-2-8 0,2 8 0,0 1 0,-2-2 0,-3-1 0,-1-1 0,0-2 0,0 5 0,0 3 0,0-8 0,0 7 0,1 3 0,0 0 0,-1-2 0,-1-5 0,-2-1 0,0-3 0,0 6 0,1-5 0,0 6 0,0 3 0,0 2 0,0 1 0,0-2 0,0-2 0,-1-5 0,-1 2 0,0-4 0,0 0 0,0 2 0,0 2 0,1 2 0,0 2 0,-1 0 0,1-3 0,1-3-894,-1 5 1,1-4-1,1-2 894,1 4 0,1-3 0,-1-3 0,1-5 0,-2-11 774,0-7-774,-5-9 0,1 0 0</inkml:trace>
  <inkml:trace contextRef="#ctx0" brushRef="#br0" timeOffset="109280">23054 3285 24575,'16'5'0,"-6"-3"-3277,21 6 0,-22-7 1638,15 6 1,3-1 791,-12-4 847,11 3 0,0-1 0,-10-4-961,7 1 1,-1 0 960,-9-1-1305,13-4 0,0-1 1305,-13 3 1305,4-4 0,2-1-1305,7-1 0,-2 1 1278,-2-1-1278,3-1 0,5-1 0,-6 1 0,-1 1 1638,4-4 0,0-1-377,-7-3-1261,2-14 0,-14 12 0,-2-6 0,-2 0 0,-1 10-1300,-1-17-1,0-1 1301,-2 12 0,-1-11 0,-1-1 0,-1 7 0,-2-11 0,-1-1 0,-1 6-940,0-3 1,0 1 939,0 6 0,1 3 0,1-1 0,2 6 0,1 1 0,-3-15 0,5 3 0,1 25 3276,6-11-1987,5 6-1289,2-3 1614,3 4 1,4 0-1615,8 0 0,0 1 0,-7 1 0,2 1-1093,3 0 1,4 1 0,-6 2 1055,3-1 37,1 2 0,6 0 0,-6 0-1984,1 0 1984,3 1 0,3 0 0,-10 1 0,-2 0 0,12 0 0,-10 0 0,3 0 0,-5 0 0,-1 0 0,-1 0 0,-5 0 0,-16 0 0,2-2 0,-4 1 0</inkml:trace>
  <inkml:trace contextRef="#ctx0" brushRef="#br0" timeOffset="110114">24325 2234 24575,'3'27'0,"-1"-1"0,5 14 0,-1-6 0,-4-21 0,5 23 0,1-1 0,-4-21 0,3 21 0,2 0 0,-5-19 0,2 9 0,0-1 0,-3-10 0,4 17 0,-1-15 0,-2-1 0,-1-11 0,1-28 0,-1 9-1639,-1-13 1,0 0-1639,0 11 2184,-5-8 1,-1-7 0,-1 5 788,1 5 304,-3-3 0,-2-6 0,1 6 0,0 4-1639,-5-7 1,0 3 1488,7 12 150,-12-18 0,22 27 3276,5-1-3125,24 14-151,-7-3 1638,-3 2 0,1 1-1601,-3 1 1,-2 0-38,14 6 0,-12-3 0,-5-2 0,-8-7 3276,6 14 0,-7 0-3044,-1 1-232,-5 1 0,-2 0 0,-3-3 0,-6 9 0,-4 2 0,-3-4-1639,-5 3 1,-2-1-738,2-7 2047,-2 2 1,1-2 328,3-5 0,-5 4 0,19-13 0,16-5 0,21-8 0,-2 3-271,4-6 1,-21 8-1,-9 2 1</inkml:trace>
  <inkml:trace contextRef="#ctx0" brushRef="#br0" timeOffset="110646">25097 1930 24575,'1'33'0,"-1"0"0,1-10 0,-1 2 0,-2 3 0,-1 4 0,-2-1-1093,-2 1 1,-1-1 0,0 0-1,2-5 1,1-1 0,-2 0-1,-1 3 1,-1 1 0,-1-2-547,-2 5 1,0-2 1585,5-9 1,-2 1-191,-1 4 1,-3 4-1,0 0 1,3-7 242,0 7-388,0-4 1,-3 3-1,5-8 388,7-11 2543,-5 14-2543,6-24 3276,15-16-3062,6-6-214,4-5 0,-3 3 0,-1-1 0,-5 4 139,2-5 0,-3 1 0,-9 12 1,2-5-1</inkml:trace>
  <inkml:trace contextRef="#ctx0" brushRef="#br0" timeOffset="111065">25207 1996 24575,'20'17'0,"0"1"0,0-1 0,-1-2 0,-1 0 0,7 14 0,-3-2 0,-10-9 0,9 11 0,-2 0 0,-9-11 0,10 12 0,0 0 0,-13-14 0,8 8 0,-1-1 0,-6-8 0,4 8 0,-1-1 0,-2-9 0,0 6 0,-1 0 0,-1-6 0,-1 1 0,-5-8 0,-7-5 0,-7 2 0,4-3 0,-1 1 0</inkml:trace>
  <inkml:trace contextRef="#ctx0" brushRef="#br0" timeOffset="111482">25214 2415 24575,'30'2'0,"-16"-1"0,10-2 0,0 0 0,-7-2 0,10-3 0,0-2 0,-3 1 0,-4-4 0,0-2 0,-1 0 0,-1-1 0,-6 4 0,0 1 0,-1 4 0,3-3 0,-8 6 0,-5 2 0,-5 0 0</inkml:trace>
  <inkml:trace contextRef="#ctx0" brushRef="#br0" timeOffset="112755">27136 1976 24575,'6'35'0,"1"0"0,-1 1 0,-1 0-1093,-2-11 1,0 0 0,0 1-1,1 5 1,-1 0 0,1 3 1063,-1-3 1,0 2 0,0 0 0,0-2 28,0 1 0,1-1 0,0 0 0,1 6 0,-1 1 0,1-5 0,1-10 0,0-4 1938,1-2-1938,4 8 1068,-7-19-1068,-1-1 0,-1-3 0,-1-6 3276,2-13-2891,-2-1-385,1-8 0,-2 17 0,0 3 0</inkml:trace>
  <inkml:trace contextRef="#ctx0" brushRef="#br0" timeOffset="113261">27700 1976 24575,'19'12'0,"1"10"0,-6 6 0,-2-4 0,-5-3 0,-1-1 0,-3-5 0,-3 16 0,-20-9-2295,11-7 2295,-17 1 549,-7-5-549,13-6 0,0-1 0,1 2 0,-2-1 0,-5-1 0,3-2 0,10 0 0,-17 1 0,18-1 0,-2 1 0,11-3 1746,3 1-1746,10-1 0,-4 0 0,0 0 0</inkml:trace>
  <inkml:trace contextRef="#ctx0" brushRef="#br0" timeOffset="114158">27308 1995 24575,'15'-6'0,"-6"2"0,19-10 0,-17 10-1639,13-8 1,1 0-1639,-12 6 1638,6-3 1,2 1 2966,6 0-1328,-3 2-1409,-4 6 0,-2 1 1409,-5 2 0,6 10 0,0 2 0,4 3 0,1 0 0,4 6 1638,-5-6 0,-3-2-377,-9-5-1261,-4-3 0,-1 0 0,-6-3 0,0-1 3276,-10 12 0,-9 0-3044,3-2-232,-8 4 0,3-8 0,2 2-1639,-7 0 1,0-1-1639,10-4 2675,-14 6 1,0 0 601,14-5 0,-3 2 0,-1 0 0,5 0-3277,35 2 2339,-15-5 938,21 1 0,13 0 0,-8-1 2474,-7 1-2474,2 1 0,5 1 0,-5 0-339,5 5 339,-1 3-1639,-10-6 1,-3 1 1389,-6-3 3525,15 14-3037,-20-18 1446,15 10-1685,-10-9 1364,1-2-1364,-2-8 3276,-3-4 0,6-13-3029,-7 10-247,4-8 0,0 1 0,-8 10 0,9-16 0</inkml:trace>
  <inkml:trace contextRef="#ctx0" brushRef="#br0" timeOffset="114663">27890 1651 24575,'25'0'0,"0"0"0,5 1 0,3-1 0,1 1 0,-5 0 0,2 0 0,0 0 0,-2 1-1093,3-2 1,-3 1 0,1 0-1,5 1 1,1-1 0,-10 2 1687,-10 1-595,0 3 1303,-13 13-1303,-10-5-1639,-5 4 1,-2 0-327,2-6 2673,-11 13 0,-1 1-708,6-11 0,-5 7 0,0 0 0,6-11 0,1 4 0,14-12-3277,24 0 2580,-11-4 697,24 2 2437,-3-5-2437,-5 1 740,-3-1 0,-2 0-740,-10 2 0,2-1 0,-16 3 0,-1-1 0</inkml:trace>
  <inkml:trace contextRef="#ctx0" brushRef="#br0" timeOffset="115324">29020 1858 24575,'12'30'0,"0"-1"0,-4-10 0,1 6 0,2 6 0,-2-5 0,-1-2 0,-1 10 0,0 3-930,-2-16 0,-1-1 930,2 10 0,-1-1 600,2-3-600,-1-5 308,0-15-308,-2-3 0,11-15 0,5-12 0,-2 1 0,2-6 0,2-2 0,0 0 0,-2 4-1093,3 0 1,-2 3 0,2-5 636,-5 5 0,0-3 0,2-3 0,0 0 0,1-2 0,0 2 0,1 0-13,0 1 1,1 0 0,1 0 0,-1 1 0,1-1 0,-1 1 0,0-1 379,-2 3 0,-1 0 0,0 1 0,0-1 0,1-1 0,1-1 0,2-2-128,-5 7 0,1-2 0,2-1 1,1-1-1,0-1 0,2 0 1,-1-1-1,1 0 0,-1 1 1,0 0-1,-1 1 0,0 1 1,-2 1-1,-1 2 217,7-7 0,-3 3 0,-1 1 0,0 1 0,0 0 0,2-2 0,2-3-157,-5 7 1,1-3 0,2 0 0,1-2 0,1-1 0,0 0 0,0 0 0,0 0 0,-2 2 0,0 1 0,-2 1 0,-2 2 0,-2 3 156,9-10 0,-5 5 0,-1 1 0,3-2 150,0 2 1,4-4-1,0-1 1,-1 3-1,-6 3 1,-9 7-151,-6 1 0,0 8 0,-1-4 0</inkml:trace>
  <inkml:trace contextRef="#ctx0" brushRef="#br0" timeOffset="116945">22982 3511 24575,'14'-2'0,"15"-1"0,-2-3 0,-5 3 0,4 0 0,1 1-1093,8 0 1,2 1 0,-1 0-1,-6 1 1,0 0 0,2 2 436,-2 2 1,4 1-1,1 2 1,-3-1 0,-6 0 696,-1 0 1,-2 1-42,4 2 0,5 3 0,-2 0 0,-6-2 1881,2 4-1881,-1 2 0,4 3 0,-5-2 0,0 4 0,1 4 0,-2 0 0,-13-11 0,-1 7 0,-1-1 3276,-1-7-1111,3 18-684,-6-4-1481,-1 10 0,-2-16 0,-2 1 0,-4 13 0,0 0 0,0 1 0,-2-11 0,-1 4 0,1-2-1639,5 1 1,0-3 41,-4-3 0,1 0 1597,4-1 0,4-3 0,16 1 0,8 1 0,-12-9 0,2-1 584,14 2-584,-6-6 0,0 0 48,-2 0-48,6 0 0,-1-1 0,-12-2 0,18 0 0,-22 0 3276,4-1 0,-11 1-3044,1-3-232,1 1 0,-3-2 0,6-2 0,-7-1 0,4-3 0,-4 2 0,3-9 0,-4 9 0,1-3 0</inkml:trace>
  <inkml:trace contextRef="#ctx0" brushRef="#br0" timeOffset="117297">24220 4114 24575,'11'18'0,"1"7"0,-9-15-1639,1 11 1,-1-1-1639,0-7 1638,0 18 1,-2 0 148,-2-17 1904,-1 14 1,0 0-415,0-10-998,0 6 1,0 0 997,2-9 0,-2 12 0,2-13 0,0-4 3276,4 9-2593,-1-12 1061,4-1-1744,-3-6 3276,0-6 0,-1 1-3044,3-20-232,-4 12-656,5-12 1,-1 1-1,-4 13 1,6-18 0</inkml:trace>
  <inkml:trace contextRef="#ctx0" brushRef="#br0" timeOffset="117649">24294 4156 24575,'20'7'0,"-7"-3"0,4 6 0,-1 0 0,0-1-1639,15 9 1,2 1-1639,-13-8 2184,4 1 1,5 2 0,-7-3-2185,-13-4 5064,23 9-1787,-34-3 0,-6 6 0,-1-3-1517,-15 7 0,-1-1 1517,10-9 0,-8 6 0,-6 7 0,6-7 0,7-5 0,-12 13 0,2-2 0,18-17 0,-8 12 0,16-20 3034,9-4-3034,16-12 0,-11 6 0,10-3 0</inkml:trace>
  <inkml:trace contextRef="#ctx0" brushRef="#br0" timeOffset="118130">25015 4067 24575,'5'5'0,"10"20"0,-2-3 0,1 4 0,-1 1 0,0 3 0,0-2-1428,2 4 1,-1 1 1427,-4-4 0,0 5 0,-2-1 0,-1-7 0,0 5 0,-1 3 0,2 7 0,-2-9 0,-2-14 0,0 4 0,0 2 904,2 0-904,0 5 470,0-2-470,5 6 0,-8-23 0,5 7 0,-2-17 0,-3 1 0,1-4 0</inkml:trace>
  <inkml:trace contextRef="#ctx0" brushRef="#br0" timeOffset="118947">24942 4125 24575,'5'2'0,"10"-5"0,2-4 0,11-6 0,1 0-2240,-2-1 2240,1 3 0,10-3 0,1 0 0,-5 3 0,-5 3 0,1 0 0,3-1 0,5-2 0,1 0 0,-8 4 359,-6 3 0,-4 3-359,4 1 0,-4 4-3277,-7 23 521,-8-4 1410,-4 5 1,-2 0 1345,-3-7 0,-4 6 0,-1 1 0,-3-9 0,-8 7 0,0-2 0,4-8 305,-6 5 0,0-2-305,9-11 0,-4 4 0,17-12 3276,20-4-2229,-1 3 1,2 2-1048,12 1 1638,-11 1 0,-2 4-649,0 13-989,-3-3-1639,-4 4 1,-1-1-1639,-4-6 1638,6 9 1,-1 0 148,-9-15 137,5 11 1,-2-1 1352,-7-10 0,3 12 0,-11 2 0,-7-5 0,-3-1 0,0 10 0,-14-5 0,0-4 0,18-13-165,-19 5 1,2-2 164,18-6-261,-15 0 1,-1-1 260,16-4 0,-24-4 0,24-1 0,-10-6 0,12 8 2775,-10-9-2775,11 4 0,-1 3 0,4 2 0</inkml:trace>
  <inkml:trace contextRef="#ctx0" brushRef="#br0" timeOffset="120135">27404 3511 24575,'1'11'0,"1"3"0,2 5 0,0 1 0,4 6-496,-3-4 0,1 5 0,0 0 496,-1 3 0,0 1 0,-1-1-670,1-2 0,0-1 0,-1 3 670,0 4 0,-1 4 0,1-1 0,-2-7 0,1-6 0,0-2 0,0 15 0,1 6 0,-1-11 814,2-14-814,-2 7 0,1 5 0,-2-7 0,1-10 0,-1 9 0,0-2 0,-2-11 684,0 13-684,0-17-820,0 4 1,0-8 0,0-4 0</inkml:trace>
  <inkml:trace contextRef="#ctx0" brushRef="#br0" timeOffset="120815">27348 3761 24575,'12'-7'0,"14"-6"0,-12 5-1639,12-4 1,2-1-1639,-1-4 2184,2 7 1,7-1 0,-6 2 137,1-6 955,3 7 0,-1 2 0,-8 3 0,-6 3-1879,15 2 1879,-27 1 0,5 10 0,0 3 0,-1 14 0,-2 1 0,-1 2 0,-3-14 0,-2 0 0,-3 10 0,-2-2 3276,-2-10-2978,-9 2 0,-1 0 1711,4-7-2009,-15 7 0,-1-1 0,10-8 0,-12 5 0,1-1 0,13-6 0,-6 1 0,2-1 0,11-5 0,-6 4 0,24-6 0,13 6 0,-4-1 0,10 9 0,-1 1 0,-8-2 0,7 4 0,-1 2 0,-11-1 0,-1-2 0,2 1 0,-3-3 0,-1-2 0,12 11 0,5-7 0,-19-17 3276,1-4 0,-5-17-3044,-6 10-232,3-9 0,0 0 0,-2 11-488,4-24 1,-5 28 0,0-5 0</inkml:trace>
  <inkml:trace contextRef="#ctx0" brushRef="#br0" timeOffset="121266">27867 3372 24575,'36'-3'0,"-9"1"0,0 0 0,10-1-549,-13 2 0,4-1 0,-3 1 549,-1 0 0,-1 1 267,2-1 0,-6 5-267,-11 13 0,-15 2 0,-5 1 0,-5 12 0,3-4 0,1-3 272,8-9-272,-3 5 0,2-2 0,5-11 0,-3 13 0,4-10 0,1-2 841,2 7-841,5-9 0,-1 2 0,3-5 0,-6 0 0,5 3 0,-7-5 0,3 2 0</inkml:trace>
  <inkml:trace contextRef="#ctx0" brushRef="#br0" timeOffset="121865">28587 3813 24575,'3'3'0,"9"6"0,-8-2 0,10 5 0,6 4 0,5 7 0,0 2-888,-4-7 1,1 0 887,4 5 0,2 3 0,-5-5 0,-3-1 0,4 3 0,6 6 0,-5-4 0,-11-12 0,0 1 0,8 8 0,4 3 0,-5-4 0,0-4-1639,-3-3 1,-2-3-995,-7-6 2633,11 3 0,-15-12 0,10-13 0,-8 1 0,0-5 0,-2 0 0,-1-5 0,-2 1 0,-2 12 0</inkml:trace>
  <inkml:trace contextRef="#ctx0" brushRef="#br0" timeOffset="122124">29062 3846 24575,'-7'19'0,"0"1"0,-2 1 0,-2 3-1093,0 0 1,-2 5 0,1-3-547,2-9 1,-1 1 818,-3 5 1,-4 5 0,-1 0 0,1-4-820,-5 4 1,0-3 1515,4-4 1,0 0-1,1-2 806,-1 0 0,4-5-683,8-9 0,-3 5 0,4-8 0,-10 5 0,11-6 0,-7 3 0</inkml:trace>
  <inkml:trace contextRef="#ctx0" brushRef="#br0" timeOffset="124275">24669 1828 24575,'-20'11'0,"-4"1"-1639,7-2 1,0-1-1639,-3 0 1638,-1 4 1,2-1 607,9-7 1539,-7 9 0,-1 1-508,6-5 0,-4 6 0,0 2 0,4-4 0,-2 0 0,0 2 0,-4 8 0,8-6 0,-1 0 0,-2 6 0,5 1 1901,8-13-1901,5 9 1161,-3-7-1161,6 10 0,4-3 0,-4-3 0,5 3 0,3 3 0,0-6 0,1 2 0,0-1 0,0 0 0,1-1 0,0 1 1092,0-1 0,-1 0 0,2-1-164,7 4 1,2-1 0,-5-3-3615,-2-1 2686,-1-2 0,5 2 0,-2-1 0,-1 0 0,1-1-1093,1-1 1,3 0 0,-2 0-97,1 3 0,1 0 1189,2-1 0,5 1 0,0-1 0,-6-4 0,-7-3 0,1-1-656,4 1 1,7 3-1,2 0 1,-1-1 0,-5-1 402,5 0 1,1-2-83,-7-2 0,6 0 1,4 0-1,1-1 1,-1 1-1,-4-1 1,-5-1 334,-2 1 0,-4 0 0,4-1 0,3-1 0,5 1 0,3-1 0,2 0 0,-2 0 0,-3-1 0,-2 0 0,-2-1 0,-1 0 0,-1-1 0,-1 1-108,5 0 0,-2 0 0,5 0 108,-8 0 0,3 0 0,4 0 0,1 0 0,2 0 0,1 0 0,-1 0 0,-1 0 0,-1 0 0,0 0 0,0 1 0,0-1 0,-1 0 0,1 1 0,-1-1 0,0 1 0,-1-1 0,3 0 0,0 0 0,-1 0 0,0 0 0,0 0 0,1 0 0,1 0 0,0 1 0,2 0 0,3-1 0,-1 1 0,-2 0 0,-4 0 0,-4 0 0,-8 0 869,-1 0 1,-2 1-870,4 0 0,7 0 0,3 1 0,1-1 0,-2 1 0,-5-1 327,0-1 0,-3 0 0,3 1-327,2-1 0,5 2 0,3-1 0,-1 0 0,-1 0 0,-6-1 0,0 0 0,-4-1 0,4 0 0,0-1 0,5 0 0,0-1 0,-1 1 0,-6 0 0,4 0 0,-1-1 0,-4-1 0,5-2 0,3-1 0,0 0 0,-4 1 0,-7 1-675,-1 1 0,-2-1 675,6-1 0,5-1 0,0-1 0,-9 1 0,2-4 1135,-6 0 0,1-2-1135,-4 3 0,-1-1 463,4-4 0,-1 0-463,-3-4-608,-3-3 0,-1 1 608,0 2 527,-1-5 0,-3 0-527,-6 13-293,3-19 1,-1-3 292,-4 9-3,0-7 0,-1-2 3,-3 11 0,-1 3 3276,-1-7-2739,-8-6 0,0 2 2739,9 17-3240,-7-12 0,-2-2-36,0-8-1093,3 12 1,-1-2 0,2 2 960,0 1 1,0 1 131,-6-11 0,0 2-1361,0 5 1361,-2-8-1639,0 10 1,2 1 1080,1 2-576,-9-3 1,1 3 1133,13 11 1279,-12-6 0,-3-1-1279,-6-2 0,15 9 0,-3 0 0,-10-3 0,-5-1 0,5 3-606,-1-1 606,4 3 0,-6-1 0,0 1 0,5 0 0,1 0 0,-2 1 0,-3-1 0,0 1 0,-2 0 0,-3-2 0,0 1 0,-1-1 0,7 1 0,-1 0 0,1 1 0,2 0 648,1 2 0,2 1 1,-3 0-649,-2-2 0,-4-1 0,-2 0 0,2 1 0,5 0-589,2 1 1,4 1 0,-6-1 588,1 1 0,-8-1 0,-4-1 0,-2 0 0,0 1 0,2-1 0,5 1 0,6 1-485,3-1 1,4 0-1,-5 1 485,0 0 0,-5-1 0,-5 0 0,-2 1 0,0-1 0,0 0 0,3 1 0,4 0 0,-6 0 0,4 0 0,2 0 0,-3 0 0,3 0 0,0 0 0,-2 0 0,0 0 0,-1 0-213,0 0 0,-4 0 0,0 1 1,0-1-1,4 1 0,4 0 213,1-1 0,4 0 0,-3 1-157,-1 1 1,-5-1 0,0 1 0,3 0-1,10 1 157,0 0 893,-12 0 1,-4 3-894,8 1 0,4 0 0,-5 1 0,1 0 0,-9 1 0,-1 0 0,11-1 950,2 1-950,-1-2 0,-7 2 0,-4 0 0,4 1 0,5-1 0,2 2 0,0-1 0,2-1 0,0-1 0,1 0 0,-3 1 0,-5 2 0,-6 1 0,-1 2 0,2-1 0,7-2 814,0 1 1,3 0-815,-5 1 0,-2 0 0,3-1 0,2 2 0,5-3 0,11-2 17,-7 0 1,1-1-18,9-2 2441,-17 2-2441,21-1 2269,0-1-2269,4-2 0,-3 3 0,2-3-3277,-12 10 2506,11-7 771,-11 6 0,0-3 0,2 0 0,-5-1 0,2 0 0,11-6 0,-4 2 0</inkml:trace>
  <inkml:trace contextRef="#ctx0" brushRef="#br0" timeOffset="125865">22404 1862 24575,'6'-14'0,"4"-1"0,7-9 0,0 5 0,4-5 0,1-1 0,3 1-1639,0-2 1,0 1-634,-3 2 2272,1-1 0,0-1 0,0 0 0,-2 1 0,-1 1 0,-4 4-454,1 0 0,1 1 454,2-2 0,2 3 0,1 0 0,5-1 0,-7 6 0,1 1 0,11 1-1093,-7 5 1,5 1 0,-4 0 655,9 0 437,-11 3 0,8 0 0,6 0 0,2 0 0,-2 1 0,-3 0 0,-8 0-1639,2 1 1,0 0 1615,-2 0 0,5-1 0,3 0 0,1 0 0,-1 1 0,-4 1 69,1 1 0,-3 1 0,-1 1 0,0 0-46,3-1 0,-1 1 0,2 0 0,-1 0 0,2 1 0,-1-1 0,-3 1 0,5 2 0,-7 1 0,-7 3 561,6 10-561,-8-5 0,5 9 0,2 3 0,-3-7 0,1-1 0,-3 4 0,3 0 0,-1-7 0,5 1 0,0-1 0,-5-4 0,9 5 0,-3-2 0,7 2 0,-9-6 0,-7-7 0,4 4 3276,-15-9-2768,-2 2 2768,-7-9-2681,-4-13 1,1 10 0,-1-8 0</inkml:trace>
  <inkml:trace contextRef="#ctx0" brushRef="#br0" timeOffset="126315">24440 1495 24575,'-10'11'0,"-6"1"0,1 0 0,4 0 0,-10 3 0,-7 3 0,3 0 0,8-4 0,0 0 0,-14 7 0,1 0 0,8-3 0,4-2 0,4-4 0,-3 6 0,13-12 0,2 3 0,-1-3 0,0 11 0,1-3 0,0 0 0,8 3 0,-5-12 0,12 6 0,2-7 0,7-7 0,2-4 0,-2 0 0,0-2 0,2-2 0,0-2 0,0-6 0,-4 0 0,-3 2 0,6-6 0,-19 18 0</inkml:trace>
  <inkml:trace contextRef="#ctx0" brushRef="#br0" timeOffset="126713">24480 1559 24575,'11'12'0,"15"14"0,-10-7 0,10 6 0,-1 2 0,-9-13-3277,4 7 0,-13-13 1328,-9-1 1949,-9-2 0,-20 3 0,-1-1 639,2-2 0,-5 1-639,8-1 0,-2 1 0,0 0 0,2-1-1093,1 0 1,2-1 0,-1 1 720,-8 1 1,-1 0 0,11-1 3647,14-3-2161,12-3-1935,20 1 1,-16-2 0,8 2 0</inkml:trace>
  <inkml:trace contextRef="#ctx0" brushRef="#br0" timeOffset="127989">25404 4988 24575,'11'-1'0,"-3"-1"0,6 0 0,1 0 0,-3 1 0,21 0 0,-8-1 0,1 0-1639,-5 1 1,1 1-1,1-2 1,2-1 1561,-1 3 0,2-1 1,2 1-1017,6-1 1,1 0 0,0 0 672,-5 1 0,-1-1 0,1 0 176,4 0 0,1 0 0,-3-1 244,5 0 0,-3-1 0,-8 0 0,2-1 0,-1 2 0,6-1 0,2 1 0,-2 0 0,-7-1-425,-4 1 1,0-1 424,4 1 0,8 0 0,3-1 0,0 1 0,-5 0 0,-7 0 0,8-2 0,-9 2 0,10 0 0,5-2 0,3 1 0,-1 0 0,-4 0 0,-7 0 439,-3 0 0,-4 1 0,5-1-439,-1 0 0,7-1 0,5 0 0,2 0 0,1 0 0,-1 0 0,-2 0 0,-4 1 0,-6 0 0,4 1 0,-6 0 0,5-1 0,-2 0 0,5-1 0,2 0 0,3-1 0,0 0 0,0 0 0,-2 1 0,-1 0 0,1-1 0,0 1 0,0 0 0,-1 0 0,-2-1 0,-3 1-280,5 0 0,-4-1 0,0 1 0,5-1 280,-7 1 0,4-1 0,4 1 0,1-1 0,-1 0 0,-1 1 0,-4 0 0,-5 1 0,-8 1-1992,15-1 1992,-9 0 0,5 0 0,-2-1 0,3 1 0,-1-1 650,4-3 0,1 0-650,-8 1 0,1 0 0,-1 0 0,5-2 0,-4 0 3276,-1-3-3043,-18 7 2344,12-4-2577,6 2 0,-1 1 0,3 0 0,-19 4 3276,-5 1-2194,-9 0 1,-2 0-1</inkml:trace>
  <inkml:trace contextRef="#ctx0" brushRef="#br0" timeOffset="129088">27186 4995 24575,'5'5'0,"4"5"0,1 11 0,1-2 0,-1 2 0,2 2 0,1-3 0,-1-1-2102,5 12 2102,-5-15 0,-1-2-51,1 0 51,0-3 0,3 2 0,2 1 0,0-2 0,1-1 0,0 0 0,-2-3 0,4 0 0,2 0 0,3-3-1639,8 3 1,-1-1-1156,-6-4 1977,-3 0 1,6 0 0,-5-1 816,7 1-98,-3-2 1,7 0-1,1 0 98,-4 0 0,2-1 0,0 1 0,-3-1-987,-1 0 1,-3 0 0,2 0 986,-1 0 0,2 0 0,0 0 0,-1 0 0,6 1 0,-1-1 0,-4 1 1370,-9-1 1,2 0-1371,7 1 0,9-1 0,2 1 0,-3-1 0,-11 0 0,1 0 0,7-1 0,7 0 0,-11-1 0,-18 0 2321,21-9-2321,-23 2 0,1 1 1371,-8-3-1371,4 6 0,14-10 0,-9 8 0,15-7 0,-22 13 708,3-5-708,-8 7 0,-2-2 0,-1 3 0</inkml:trace>
  <inkml:trace contextRef="#ctx0" brushRef="#br0" timeOffset="129838">28686 5218 24575,'3'12'0,"-1"2"0,2-1 0,-2 1-3277,5 21 0,-4-21 1638,2 8 1,0 0-1639,-4-12 5064,6 16-1787,-3-15 0,0-2 0,3 4 0,-5-8 3276,1 1-2015,-3-3 2015,1 0 0,-3-9-3044,-1-10-232,-9-16 0,1 6 0,-2 0 0,5 8 0,-2 1 0,-9-13 0,-1 3 0,8 12 0,-4-1 0,1 3 0,11 9 0,-9-2 0,14 6 0,0 0 0,13 4 0,-8-3 0,14 2 0,3 1-3277,-12-3 2546,9 1 0,4 0-908,-4-1 1,-2 1-299,6-2 1937,1 1 0,-3 4 0,-14 5-3277,11 10 3067,-16-5 210,5 5 1011,-1-4-1011,-2-7 0,4 13 0,-7-17 3276,2 7-2564,-5-5-712,-1 7 0,-10 5 3276,5-7-588,-14 8-211,14-16-2477,-2 5 0,19-5 0,3-2 0,7-1 0,2 0 0,8-2 0,2 1 0,-16-2 0</inkml:trace>
  <inkml:trace contextRef="#ctx0" brushRef="#br0" timeOffset="130475">29275 5224 24575,'2'8'0,"-1"8"0,-1 6 0,0 2 0,7 12 0,7-2 0,2-6-1332,7 1 1332,-12-19-3277,13 2 211,-17-8 3066,23 1 0,-7-7 0,0 0 0,9-15 0,-17-2 0,1-2 891,-7-6-891,-15 8 3276,4 2-445,-7 6-2831,1 2 0,1 6-3277,-23-13 0,20 11 3272,-14-5-1160,-3 4 1165,9 1-1639,-14 1 1,-1 0 1190,13 1 448,-5 0 0,1 0 0,8 3 0,-2-3 3276,12 3-2414,33 9-862,-6-5 0,12 6 0,-25-8 0</inkml:trace>
  <inkml:trace contextRef="#ctx0" brushRef="#br0" timeOffset="130830">29556 5160 24575,'30'2'0,"-3"-4"0,3-2 0,2-1 0,-1 0-1485,-5 1 0,-1-1 1485,3 1 0,-4-1 0,-11-1 0,1 3 938,-3-4-938,-8 4 489,-1 0-489,-1-6-3277,-8-4 281,4 4 2996,-7-3 0,8 11 0,-1-1 0</inkml:trace>
  <inkml:trace contextRef="#ctx0" brushRef="#br0" timeOffset="131162">29680 4912 24575,'7'23'0,"0"0"0,0 2-1639,1 9 1,-1-1-1639,-4-16 1638,1 9 1,0 2-160,-3 5 1798,1-6 0,-1 1 0,-1 0 0,0-2 1032,3 0 1,0 1-1033,2-1 0,3-2 0,1-14 0,0-13 0,14-7 0,-12 3 0,5-2 0,-16 7 0</inkml:trace>
  <inkml:trace contextRef="#ctx0" brushRef="#br0" timeOffset="131505">29889 5232 24575,'10'23'0,"-2"-5"0,0 1 0,5 14 0,0-1 0,-4-14 0,-2-2 0,0-8 0,-2-2 0,-3-10 0,-2-14 0,2 11 0,0-9 0,3 5 0,1-1 0,10-7 0,4 2 0,-1 6-820,-1 2 1,-14 7 0,-1 2 0</inkml:trace>
  <inkml:trace contextRef="#ctx0" brushRef="#br0" timeOffset="132055">30215 5285 24575,'5'7'0,"-1"4"0,-1-1 0,5 10 0,1 1 0,9 6 0,-6-10 0,10-5 0,-14-11 0,11-1 0,-12-4 0,7-7 0,-5-2 0,-1 0 0,-2 5 0,-1-3 0,-3 1 0,3-6 0,-6 5 0,-1 2 0,-5-2 0,-10-2 0,5 4 0,-17-3 0,20 11 0,-18-4 0,17 7 0,-5 0 0,9 1 0,4 2 0,1-2 0,1 1 0</inkml:trace>
  <inkml:trace contextRef="#ctx0" brushRef="#br0" timeOffset="134025">24233 2417 24575,'12'13'0,"4"10"0,-7-11 0,2 7 0,-2 0 0,0-4 0,-1 3 0,1 0 0,-2-4 0,7 15 0,-9-14 0,8 11 0,-9-14 0,8 10 0,-5-14 0,-1 2 0,-5-17 0,-1 2 0,-4-11 0,-1-1 0,1 5 0,-5-15 0,0-1 0,2 11 0,-2-8 0,1 0 0,4 6 0,1-4 0,3 8 0,2 0 0,2 5 0,0 2 0,9-8 0,4 6 0,10-4 0,-1 7 0,-2 4 0,1 2 0,5 4 0,-7-1 0,3 2 0,3 3 0,-3 0 0,-1 1 0,-2-3 0,-8 0 0,-18-2 0,-1-3 0,-8 7-3277,2 3 0,1-1 2262,-5 8 1015,13-12 0,-8 5 0,9-6 0,-2-2 0,2 1 0</inkml:trace>
  <inkml:trace contextRef="#ctx0" brushRef="#br0" timeOffset="140965">21320 2327 24575,'12'16'0,"-7"-9"-1639,16 17 1,1 1-1639,-11-13 1638,12 11 1,0 1 2966,-9-10-1328,3 3 0,1 0 1719,-1-3-1719,-2 3 0,-1-3 0,-9-10 0,12 18 0,-11-16 0,12 19 0,-11-18 0,14 21 0,2-2 1638,-10-11 0,0-1 0,2-1 0,0-1-1406,-2-1-232,-2-7 0,-7-4 0,2-2 0,5-4 0,-3 3 0,9-6 0,-8 4 0,9-7 0,1-8 0,-4 5 0,-3-2 0,-1-2 0,-3 0 0,-1 1 0,9-16 0,-9 12 0,1 0 0,4-2 0,-6 5 0,3-4 0,-8 17 0,6-10 0,-6 10 0,7-11 0,-5 10 0,4-13 0,-5 8 0,1-3 0,-3 6 0,1 6 0,-1-4 0,6-3 0,-5 0 0,6-4 0,-7 6 0,5 0 0,-5 5 0,1 2 0,-1 8 0,0-2 0,0 11 0,0-6 0,0 10 0,0 3 0,0-7 0,0 13 0,0-21 0,2 16 0,-2-17-3277,3 21 0,-3-21 720,3 25 2557,-1-22 0,1 9 0,2 2 0,1-1 0,2 9 0,0-5 0,-7-15 0,6 15 0,-6-15 3276,3 21-920,0 1-2356,2 0 1638,-3-11 0,1 1-1435,1 10-203,-1-10 0,-1 0 0,1 7-1639,0-8 1,0-2-1639,-1-9 2625,1 10 0,2 1 652,-1-11 0,0 9 0,1 0 0,0-8 0,3 22 0,-1-4 0,-3-4 0,-1-4 0,-1-2 0,1-4 0,2 18 0,-3-18 0,7 22 0,1-6 0,0-3 1638,-3-8 0,-1 0 1338,-3-4-2976,2 5-3277,-3 4 1376,-3-18 1829,3 19 72,-2-17 0,0 22 0,-1-18 0,0 6 0,1 2 0,2 4 0,-1 1 0,4 11 0,-5-29 0,1 28 0,-2-27 0,3 27 0,-1-22 0,1 22 0,-1-21 1638,-1 5 0,2 1 1638,5 12-3080,-1 1-142,0-14 0,2-2-54,-1 2 0,5 5 0,-7-10 0,-2-9 0,-8-9 0,3 1 0,-10-17-820,-5-12 1,6 11 0,-3-7 0</inkml:trace>
  <inkml:trace contextRef="#ctx0" brushRef="#br0" timeOffset="142748">21703 2680 24575,'-5'-5'0,"-1"0"0,1 2 0,-9-4 0,7 3 0,-18-11 0,18 9 0,-9-5 0,-1-1 0,5 3-1639,-5-4 1,0 1-1639,8 6 3047,-16-14 230,16 9 0,-8-4 0,5-1 0,0 9 0,-7-11 0,1 6 3276,-4-2 0,3 2-3044,12 5-232,-13-5 0,11 4 0,-20-9 0,14 5 0,-1 2 0,0 1 0,0-2 0,0-2 0,10 8 0,2 1 0,-1-3 0,-5-1 0,3 1 0,0 0 0,6 8 0,-2-1 0,4 9 0,-3-4 0,1 14 0,2 7 0,-2-5-3277,5 14 0,-3-26 0,1 24 1787,-2-25 1490,0 16 0,0 3 0,0-15 0,1 12 0,0-1 3276,-1-13-2646,1 13 1,-1 1-631,0-8 0,0 6 0,0 0 0,0-9-1639,0 7 1,0-1 378,0-11 885,0 27 375,0-29 0,0 19 0,0-4 0,3-1 3276,-1 15-2202,3-6 1920,-4-6-2994,1-1 689,1-5-689,-1 2 0,2 13 0,-1-12 0,2 7 0,-2-17 0,4 17 0,-3-8 0,1 0 0,-3 0 0,2-2 0,-1-7 3276,3 13-2889,1-5-387,2 12 0,-3-10 0,0 9 0,0-7 0,-2-3 0,4 8 0,-6-18 0,8 17 0,0-1 0,2-3 0,-2 2 0,-5-18 0,-1 8 0,-1-7 0,5 13 0,2 8-1639,-2-11 1,0 0-1639,3 10 3047,5 2 230,-16-19 0,7 5 0,-7 1 0,3 0 0,1 14 0,-2-11 0,2 3 0,-2-11 0,0-2 3276,2 8 0,-1-1-6553,6 13 2,-4-12 3275,1 4 0,-4-14 0,5 8 0,-2-4 0,6 9 0,-1-7 0,5 5 3276,-6-7 0,1-4-4096,-7-5 1,-1-2 0,1 0 0</inkml:trace>
  <inkml:trace contextRef="#ctx0" brushRef="#br0" timeOffset="170344">30033 13150 24575,'-3'12'0,"1"0"0,-3 7 0,2-1 0,1 1 0,-1 1 0,0 2 0,0 0 0,1-1 0,1 2-1639,0-3 1,0-1-1639,1 0 3005,0 3 1,0-1 271,0-5 0,2 3 0,0 1 0,1 0 0,7 11 0,-6-15 0,4 3 0,-4-11 0,-1-2 0,0-6 0,-3 1 0,1-2 0</inkml:trace>
  <inkml:trace contextRef="#ctx0" brushRef="#br0" timeOffset="171423">30028 13226 24575,'28'3'0,"-9"-1"0,3 1 0,3-2 0,-2-1 0,2-2-1093,3 1 1,4 0 0,-2-1-547,3-1 1,1-1 1544,-3-1 0,2 1 1,-4 0 93,-7 1 0,-2 0 0,6-1 0,2-1 11,6 2 0,2 0-11,-1 0 0,0 1 0,1-1 0,1 2 0,-9 0 0,0 1 0,-2 0-1639,-2 2 1,-2-1 1499,1 0 0,-1 1 139,11 0-909,-15 0 909,-4-2 1341,17 3-1341,-21-3 1113,19 3-1113,-5-1 3276,-6-1-2966,2 1 1197,-3 2-1507,-2 0 0,19 6 0,-16-3 1160,2 0-1160,-10 1 0,-4-5 0,1 3 0,-2 3 0,-2-6 0,0 7-3277,3 1 2340,-5-4 937,4 7 0,1 9 0,4 8 0,-4-7 0,2 1 0,0 0 0,1-2 0,2 10 0,1-7 0,-8-18 0,0-2 0,-4-3 3276,-3 3 0,-5 2-3044,-5 4-232,2-3 0,-8 1 0,8-7 0,-26 2 0,17-4 0,-3-1 0,0-1 0,-5 0 0,3-1 0,-1 0 0,-9 0 0,10 1 0,-4 1 0,5-1-2404,-6 0 2404,-2 2 0,-3 1 0,4 3 0,-2 1-1093,0-1 1,-3 0 0,2 1 188,7-2 1,1 0-1,0 0 904,-8 2 0,0-1 0,1 0-880,6-1 1,0 0 0,2 0 879,-10-1 0,-1 0 0,7 1 0,-5 0 0,2-1 0,5 0 0,4-3 0,2 1 0,-17 0 0,4-1 0,18-2 0,-15-2 0,21 1-2290,-14-2 2290,16 4 0,-5-2 3276,1 2-3005,3 1 2718,-11-2-2989,11 2 0,25 2 0,-11-2 0,20 1 0</inkml:trace>
  <inkml:trace contextRef="#ctx0" brushRef="#br0" timeOffset="177261">25709 14159 24575,'4'0'0,"5"-1"0,9-5 0,-3 3-1639,6-3 1,1 1-1639,-9 4 1638,15-4 1,-1 0 925,-12 4 1698,10-3 0,2-1-985,-6 3 0,10-3 0,-18 4 0,8 1 0,12-3 3276,-9 2-1966,5-2 1,-2-1-1311,-13 3 0,11-2 0,2 0 0,-10 1 1338,2 1 1,-1 0-1339,-1-2 0,1 3 0,-7-1 0,6-1 0,4 0 0,9 1 0,-8-1 0,3 2 0,-13 0 0,1 0 0,1 0 0,-1 0 0,0 0 0,5 0 0,-3 0 0,-4 0 0,3 0 0,-10 0 0,3-1 0,-3 1 0,4-2 0,3 2 0,7 0 0,-6 0 0,3 0 0,-7 0 0,2 0 0,-2 0 0,-3 0 0,-1 0 0,2 0 0,-1 0 0,-2 0 0,0 0 0</inkml:trace>
  <inkml:trace contextRef="#ctx0" brushRef="#br0" timeOffset="180363">22372 14813 24575,'8'0'0,"19"5"0,-11-4 0,12 2 0,0 1 0,-10-4 0,5 1 0,6 1 0,-4-1-1752,7 0 1752,-5-1 0,6 0 0,1 1 0,-5-1-1080,-2 0 1,0 0 1079,3 0 0,6 0 0,-1 0 0,-5 0 0,-5-1 0,1 0 0,1 0 0,3-1 0,4 0 0,1-1 0,-1 0 0,-3 0 0,1-1 0,0 0 0,1 0 0,-1 0 0,2 0-469,-3 1 1,1 0 0,0-1 0,1 1 0,-1-1 0,0 1 0,0-1 199,2 0 1,1-1 0,-1 0 0,-1 1 0,2-1 0,-1 1 268,4 0 0,1 0 0,1 1 0,-2-1 0,-2 1 0,-4 0-757,2-1 1,-5 1-1,5-1 757,-3 2 0,4-1 0,3 0 0,-1 1 0,-3 0 0,-5 0 0,3-1 0,0 1 0,-6 0 0,4 0 0,2 0 0,1 0 0,-1 1 0,1-1 0,0 1 0,0 0 0,1-1 0,0 1 0,-3 0 0,1-1 0,0 1 0,0 0 0,0-1 0,0 1-282,0 0 1,-1-1-1,1 1 1,-1 0-1,2 0 1,0 0 281,-1 0 0,2 0 0,1 1 0,-1-1 0,0 0 0,-2 0 0,-2 1 0,4-2 0,-3 1 0,0-1 0,4 1 0,-6 0 0,3 1 0,2-1 0,0 1 0,2 0 0,-2 0 0,0 0 0,-2-1-323,3 1 1,-1-1 0,0 1 0,-2-1-1,1 1 1,-1 0 322,2-1 0,0 1 0,-1 0 0,1 1 0,1-1 0,2 0 0,2 0 0,2 0 0,-2 0 0,-4 0 0,-4 0 920,6 0 1,-2 0-921,-1 0 0,4 0 0,0 0 0,-8 0 0,-7-1 0,-3 0 0,13 0 0,-2 1 0,-6-2 1841,5 0-1841,-12 1 0,18-5 0,-9 6 0,-3-2 0,-1 1 2600,1 1-2600,-1 0 0,-1 1 3276,-4-1-2937,8 2 0,-23-2 1,-2 0-1</inkml:trace>
  <inkml:trace contextRef="#ctx0" brushRef="#br0" timeOffset="185574">24491 15406 24575,'8'15'0,"0"4"0,0 5 0,2 7 0,-1-2 0,-1-2 0,0 1-1093,1 4 1,1 4 0,-3-5-547,-3-10 1,-1-1 545,0 8 1,0 3 0,-1-5 2265,-1 4-1173,0 2 0,1 8 0,-1-10 1230,-1-11-1230,0 7 0,0 2 0,1 0 0,1-9 0,-1 0 3276,1 10-1681,2-4 0,1-1-1595,-1-5 0,2 5 0,1 0 0,0-4-1639,2 2 1,-1-2-1422,-1-9 3575,4 19-515,-5-19 0,-3 2 0,-1-2 0,-3-5 0,-4-5 0,3 1 0,-1-2 0</inkml:trace>
  <inkml:trace contextRef="#ctx0" brushRef="#br0" timeOffset="186439">24436 15211 24575,'-2'20'0,"1"0"0,-3 10 0,0 4 0,-1 4-1093,-2-11 1,0 0 0,0-2-547,2 0 1,0-1-1,-4 10 1,-1-3-1639,1-5 2909,4-6 1445,-3 0 1,1-1-1078,3-7 0,-1 6 0,4-12 3276,30-12-2646,-8 2 1,4 1-631,6 0 0,3 2 0,0-1 1638,2-1 0,1 1-900,-4 2 1,1 1-1,-5 0-738,3-1 0,5 0 0,-31-5 0,-1-8-3277,-13-13 198,3 6 1440,-11-5 1,-1 2 1243,9 10 395,-5-3 0,-1-2 0,-9-5 0,6 5 0,-4-2 0,-2-1 0,8 6 0,1 0 0,0 2 0,1-1 0,-9-9 0,16 21 819,2-2 0,3 5 0,2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20:36.871"/>
    </inkml:context>
    <inkml:brush xml:id="br0">
      <inkml:brushProperty name="width" value="0.05292" units="cm"/>
      <inkml:brushProperty name="height" value="0.05292" units="cm"/>
      <inkml:brushProperty name="color" value="#FF0000"/>
    </inkml:brush>
  </inkml:definitions>
  <inkml:trace contextRef="#ctx0" brushRef="#br0">1347 8107 24575,'10'2'0,"3"0"0,7 0 0,5 1 0,6 0 0,1 0-1639,-5 0 1,-1-1 163,5 0 1,-1-1 1474,-8 2 0,-3-1 1830,5-1-1830,0 2 0,6 2 0,-5-1 0,-1-2-951,1 2 1,7 1-1,-6 0 951,2-2 0,0 1 0,6 1 0,-5-1 0,-1-1 0,0 1 0,8 0 0,1 0 0,-9-1 0,2-1 0,0 1 0,7 0 0,0-1-504,-5-1 0,-1-1 0,3-1 504,-3 1 0,3 0 0,0 0 0,-1 0-635,4 0 1,-2 0-1,1 0 635,1 0 0,-1 0 0,-3 0 0,-6 1 0,-2 0-342,0-2 0,4 0 342,0 1 0,6 1 0,0-1 0,-6 0 0,-6-1 0,0 0 0,4 1 0,8 0 0,2 0 0,-4 0 0,-8 0 80,6 0-80,-2 0 0,8 0 0,-3 0 0,-2 1 0,-1 1-1128,6-1 0,1 0 1128,-6 0 0,-1 0 0,-4 0 0,-4 0 2998,-5-1-2998,2 0 0,2 0 0,-10 0 0,6 0 0,-11 0 0,18-2 0,-19 2 746,11-2-746,-1 2 2996,3 0-2996,2 0 819,-6 0 0,-11 0 0,-3 0 0</inkml:trace>
  <inkml:trace contextRef="#ctx0" brushRef="#br0" timeOffset="5330">9086 7489 24575,'-5'1'0,"-1"1"0,3 1 0,0 0 0,-3 0 0,4 1 0,-4 0 0,-2 6 0,4-3 0,-6 9 0,3-2 0,1-2 0,1 0 0,-2-3 0,6-3 0,-10 11 0,9-12 0,-9 16 0,8-13 0,-6 11 0,6-10 0,0 12 0,1-9 0,2 14 0,2-5 0,-1-3 0,4 9 0,-3-18 0,3 11 0,-2-12 0,5 16 0,-4-9 0,6 10 0,-2-4-3277,9 6 0,-9-8 3047,11 5 230,-6-10 0,0-5 0,5 8 0,-12-14 0,14 8 0,-10-4 0,16 4 0,-14-5-1639,6 2 1,0-2 378,-5-2 2804,10 6 0,1-1-1544,-8-3 0,7 3 0,3 2 0,-8-5 0,1 0 0,8 2 0,0-1 0,-5-2 0,0-1 3276,10 1-1881,-12-3 1,-2-1-1396,-3-1 0,4 1 0,0 1 0,-5-2 0,15 1 0,-14-1 2166,14 0-2166,-8 2 0,6-2 0,-10 0-3277,7-3 0,-17 0 1689,17-2 1588,-18 3 0,23-2 0,-22 2 0,22-4 0,-13-2 0,2 1 0,0-5 0,-12 5 0,10-7 0,-9 5 3276,12-12-441,-5 1-2835,3-5 0,-9 6 0,0-1 0,-7 11 0,2-14 0,-2 13 2031,-1-25-2031,2 13-3277,-1-15 0,-1 17 3047,-1-5 230,-5 9 0,-1-3-3277,-5-6 2017,6 17-1774,-7-16 3034,9 19 2786,-12-21-2786,8 18 0,-8-17 0,0 7 0,6 4 3276,-11-4-2138,13 7-1138,-6 1 3276,-2-3 0,10 8-3228,-13-9-48,12 7 555,-13-8-555,5 2 0,0 3 0,-5-2 0,5 5 0,1 1 0,-16-4 0,-4 2 0,8 2 0,-4 0 0,4 0 0,14 1 0,-12 0 0,-1 0 0,0-3 0,-3 4 0,-4-4 0,8 6 0,4 0 0,-1 0 0,-4 2-1639,2 0 1,2-1-1639,10 1 2687,-11-1 0,0 0 590,8 1-1639,-6 0 1,-1 0 693,10 0-1878,-25 0 2823,28 0 2823,-14 0-2823,12 4 635,4-1-635,-5 1 3276,6 4-2015,1-2 2015,-6 15 0,-2-5-4096,3 1 1,1-7 0,8-9 0</inkml:trace>
  <inkml:trace contextRef="#ctx0" brushRef="#br0" timeOffset="11313">15945 5493 24575,'-6'10'0,"-5"3"0,-6 8 0,0-4-1639,0 1 1,-1 1 589,4-5 0,-1 1 1049,-6 5 0,-1 3 0,1-2 0,0-3 0,0 0 0,0 2 0,-4 3 0,0 0 0,5-4-1639,6-7 1,0 0 1398,-4 4 1,-2 3 0,0-1 239,-4 4 0,2 0 0,7-7 0,-2 2 0,-8 8 0,-4 5 0,4-6 0,0 2 0,6-6 0,-4 5 0,-1 1 0,5-6 0,4-4 0,1-1 0,-5 5 0,-3 4 0,-2 2 0,2-2-818,-2 2 1,1-2-1,2 0 818,-3 1 0,1 0 0,4-3 0,-1 1 0,3-4-918,-2 5 918,-1 4-856,3-6 0,1-2 856,4-4 594,0 4 0,1 0-594,6-12 1319,-4 11 0,1 0-1319,1-3 574,-4 9 1,0 4-575,3-4 0,0-1 0,-1 2 0,-1 0 1638,0 3 0,2-3-1095,1-2 0,-1-2 1,7-14-1</inkml:trace>
  <inkml:trace contextRef="#ctx0" brushRef="#br0" timeOffset="12181">14564 6923 24575,'0'8'0,"-3"11"0,-1-3-1639,-2 9 1,-1 1-1639,-1-6 1638,0 6 1,-1 3 801,-1-5 1,0 0 836,1 0 0,-1 3 565,0 1 1,0 1-1,0 0-565,-1 5 0,0-3-605,3-5 0,0-1 605,2-4 0,1-1 3276,0 3-1864,5 0-1412,3 10 0,2-16 0,10-3 0,-8-9 0,21-1 0,-13-2 0,4-3 0,1-2 0,-2-1 0,8-6 0,4-4 0,-7 2 0,1-2 0,-1 2-1,4-2 1,0 0 0,-3 1 0,0 0 0,0-1 0,1 3 0,-1 0 0,0 1 0,3 0 0,3-2 0,-3 2 0,6-3 0,2 0 0,-3 1 0,-5 2-1602,-3 2 0,0 1 1602,1-2 0,5-1 0,-1 0 0,-4 1 0,-4 1 0,-2 1 699,0-2 1,0 1-700,5-2 0,-5 1 0,-11 4 0,-3-1 2982,-12 6-2982,1 0 0,1 0 0,4 0 0</inkml:trace>
  <inkml:trace contextRef="#ctx0" brushRef="#br0" timeOffset="16694">14768 6898 24575,'-3'15'0,"-1"3"0,-1-8 0,1-1 0,-2 3 0,-2 1 0,4 0 0,-6 8 0,6-11-3277,-9 15 0,10-17 2523,-11 20 754,11-21 0,-9 17 0,4-10 0,-2 3 0,0-2 0,2-4 3276,1 2-28,-2-1-2464,5-1-784,-2-2 0,3-2 0,-1 0 0,2-2 0,-3 1 0,4 0 0,-1-4 0,0 1 0</inkml:trace>
  <inkml:trace contextRef="#ctx0" brushRef="#br0" timeOffset="31513">9141 8871 24575,'-23'18'0,"11"-11"0,-2 7 0,11-11 0,3 0 0,-5 6 0,3 2 0,-1 9 0,2-4 0,1 14 0,0-3-569,0-4 569,1-1 0,2-9 0,1-3-3277,3 12 0,-3-14 3093,7 11 184,-5-11 0,11 14 0,-1-3 81,-2-3-81,3 2 0,-2-3 0,-1-2 0,5 2 0,1 1 0,1-2 1638,2 1 0,2 1 0,-5-7 0,0-2-1411,8 6-227,-2-5 0,-2-2-664,-15-5 664,23 6 431,-6-4-431,-5-1 0,0 0 0,11 1 0,0-2 0,-2-1 0,-10 0-1639,15 0 1,1 0-1639,-15 0 1638,16-2 1,-3-2 828,-19 1 810,5 0 0,3 0 0,5-4 0,-7 3-1517,3-3 0,-2-1 1517,-9 3 0,14-3 3034,-10 1-3034,5-2 0,4-11 0,-9 10 0,-6-5 0,-3 1 0,4-7 0,-4 3 0,0-2 3276,-2 1-2015,1-15-1261,-1 10 0,-2 0 0,-2 3 0,-2 13 0,0-19 0,-4 9 0,1 7-863,-4-8 1,-1 0 862,-1 6-460,-1-4 0,0-1 460,0 7-3277,-10-16 2893,13 20 384,-17-21 0,19 24 1065,-10-11-1065,0 4 0,8 7-2330,-23-16 2330,25 16 0,-16-6 2383,7 3-2383,1 4 3276,-16-8-2338,0 4-938,0-1 0,8 3 0,0 1 0,-13-3 3276,10 2-1246,-2 0-932,14 4-1098,1 0 0,-15-1 0,16 2-3277,-26-3 218,28 3 2106,-13-2 0,-1 0 953,11 1-1602,-9 0 1,0-1 1601,10 2 113,-14 0-113,7 0 3276,-5 3-2692,-10 2-584,11 0 0,-9 2 0,19-3 1021,-7 0 0,-2 2-1021,-7 2 0,-7 2 3276,4 3 0,15-3-3044,1 1-3509,1 3 0,9-8 0,-9 17 1787,11-17 1490,-6 10 0,2-5 0,2-6 0,-5 12 0,7-7 3276,-1 0-2015,2 0-442,0-6 0,0 0 0,1-3 0</inkml:trace>
  <inkml:trace contextRef="#ctx0" brushRef="#br0" timeOffset="40764">1798 10032 24575,'-18'0'0,"2"-2"-3277,-14 0 0,15 1 0,-5-1 4605,7 1-1328,-4 1 1719,-3-2-1719,3 2 0,-8 0 0,10 0 3276,-16 4 0,4 1-3044,8 2-232,-5 0 0,14-2 0,0-2 0,0 6 0,1-2 0,3 4 0,-1 1 0,3-4 0,1 9 0,2-10 0,-1 10 0,2-9 0,0 2 0,0 11-3277,3 1 0,-2-2 3047,3 4 230,-1-7-3277,4 10 2017,-1-9 1260,4 4 0,-4-12 0,4 3 0,9 11 0,-10-13-1517,10 7 0,1-1 1517,-10-9 1465,8 4 0,2 2-1465,5 0 0,5 2 0,2 1 0,1-1-792,-5-4 792,4 3 0,1 0 0,-13-8 0,-2 0 0,3 0 0,2 2 0,7 1 0,4 1 0,0 0 0,-6-3 0,0 0 0,0-1 0,-1 2 0,0-1 0,1 0 0,5 1 0,1-1 0,-8-2 0,-6-2 0,12 1 0,9 2 0,-9-2 0,-10-2 0,1-1 0,9 0 0,3 0 0,-1-1 0,-7 0 910,1-1 0,0 0-910,-2 0 0,6 0 0,3 0 0,3 0 0,1 0 0,0 0 0,-2 0 0,-1 0 0,0-1 0,1 1 0,0 0 0,-1-1 0,1 1 0,0-1 0,0 1 0,0-1 0,0 1 0,0-1 0,0 0 0,0 1 0,0-1-466,1 1 0,1-1 0,1 1 0,-1-1 0,-2 1 0,-4-1 0,-3 1 466,2-1 0,-4-1 0,0 2-191,5-1 0,1 1 0,-6 1 191,8-1 202,-7 0 1,-1 0-203,-5 0 0,10-2 0,-20 2 0,10-5 0,-1-1 0,-10 3 0,19-10 0,1 0 0,-16 7-444,8-6 1,7-3 0,-7 3 443,-8 5 329,11-8 0,1 1-329,-7 5 0,3-4 2962,5-2-2962,-15 3 3276,-2-3-2122,-7-6 2122,-5 2 0,-2-11-3204,0 12-3349,-9-17 253,8 23 3024,-9-16 0,3 16 0,-7-2 0,-2-1 0,-2-2 0,-4 5 0,-6 0 0,5 2-1383,3 0 1383,0 3 0,-6 0 0,0 0 0,0 2 0,0 0 0,-5 0 0,5 1 0,-4-1 0,-2 0 0,-1 0 0,2 0 0,2 0-820,-2 0 1,3 0 0,-2 0 0,-5-1 803,9 2 0,-4 0 0,-4 0 0,-2-1 0,-1 1 0,0-1 1,0 1-1,2 0 0,2 0 0,5 0 0,4 1 16,-8-2 0,7 2 0,-6-2 0,7 3 0,-5-2 0,-2 1 0,-3 0 0,-1-1 0,0 1 0,0-1 0,3 0 0,1 1-490,-4-1 1,0-1 0,2 1 0,0 0 0,2 0 0,2 0 489,-3 1 0,3 1 0,-1-1 0,-5 0-169,7 1 0,-4-1 1,-4-1-1,-1 1 0,0-1 1,1 1-1,2 0 1,4 0-1,5 2 169,-4-1 0,6 2 0,-3 0-63,-3-1 1,-6-1 0,-1 0 0,4 0-1,7 2 63,-9 0 173,8 1 1,24-1 0,-2 2-1</inkml:trace>
  <inkml:trace contextRef="#ctx0" brushRef="#br0" timeOffset="48397">21462 9796 24575,'5'0'0,"-1"0"0,-1 0 0,3 0 0,-2 0 0,3 0 0,-2 0 0,5 0-3277,7 0 0,-5 0 3047,5 0 230,2 3 0,8 3 0,0-1 0,6 2 0,-20-2-3277,18 4 2017,-21-5 989,10 6 0,0 0 271,-6-2 1638,7 6 0,3 3-1142,-8-3 0,-1 1-2205,11 7 1709,-4 2 3276,-13-10-1760,-3-5-4793,8 17 1937,-9-19 1340,5 16 0,-7-17 1736,2 11-1736,-4 0 0,1-1 609,-8 15-609,-4-3 0,2-4 0,0 0 0,-2 4 0,-2 6 0,6-9 0,1-7 0,-1 1 0,-3 16 0,3-12 0,-1 1 0,3-5 0,0-1 0,-3 13 0,1-7 0,1-2 0,2-7 1638,-3 7 0,-1 1 1638,-6 11-4504,2-5 1228,-1-1 0,5-7 0,4-9-3277,-4 21 254,7-25 3023,-1 15 0,2-19 0,-1 5 0,3-8 976,-1 0-976,-1 1 3276,2 1 0,-2 0-3044,0 11-232,-2 4 0,0 3 0,-3 16 0,3-17 0,0-1-1260,-2 12 1260,2-12 0,0 0 0,0 9 0,1-4-121,1 4 1,2 4 120,2-4 0,0-1-1382,-2-3 1,2-1 1381,1 2 0,1 0 0,0 0 0,-1 1 0,2 4 0,-1 1 0,1 3 0,-1 1 0,-1 2 0,-1-3 0,-3-1 0,0-5 0,1 4 0,-2-5 0,0 1 0,4 5 0,1 9 0,1-8 0,0-3 0,4 0 0,2 6 0,-2-7 0,-1 1 0,2-5 0,4 5 0,-4-7 0,-5-9 0,5 7 0,1 2 0,-1 2 0,-6-7 0,0 0 248,6 13-248,-6 2 0,-1-9 0,-2-4-1639,1 4 1,0 0-399,-1-7 825,3 13 1,-1-1 1211,-3-16 0,3 6 0,-1 1 0,-2 0 0,-1-5-2602,-1 21 2602,0-25 0,-1 12 2784,-1-6-2784,-1-4 0,-2 16 0,2-18 0,-7 15 0,7-21 0,-8 14 0,-6 2 0,6-4 0,-1 2 0,-3 3 0,-1 1 0,5-5 0,0 0 3276,-5 8-2139,4-11-1137,2-4 0,-15 6 0,11-9-1639,-5 6 1,0-1 752,6-4 886,-16 14 3276,13-9-2823,5-1-453,-4 5 0,12-10 0,-5-4 0,5-3 0,-3-4 0,3 2 3276,4-3-169,-3-4-3107,4-16 0,-3 3-820,1-7 1,0 17 0,0 4 0</inkml:trace>
  <inkml:trace contextRef="#ctx0" brushRef="#br0" timeOffset="50514">21782 9870 24575,'2'-7'0,"4"-10"0,-3 6 0,3-7 0,1-1 0,-1-1-1639,2-8 1,1-1-1639,-3 8 2457,0-2 1,2-9 0,-1-1 0,0 4 311,-1 0 1,0-1 507,-1 2 0,0-6 0,0-3 0,1-1 0,-2 0 0,0 3 0,-1 0 0,0 1 0,-2 1 0,1-1 0,1-2-265,-1 3 0,2-2 0,-1-1 0,1-1 0,-1 1 0,0 1 0,-1 3 265,1-2 0,-2 2 0,0 2 0,1-1 0,0 0 0,1-3 0,0-1 0,1 0 0,-1 1 0,1 2-859,-1-7 0,1 2 0,-1 2 859,0 2 0,-1 0 0,1 0 0,-1 1 0,0-2 0,-1 2 0,0 5 0,-1 7 0,0 0-277,0-7 1,1-7 0,-1 1-1,1 8 277,-1-6 552,1 4 1,-1-6-1,0 1-552,-2-4 0,-1 2 0,3 12 0,-1-2 0,-1-4 0,-1-6 0,-1 1 0,2 8 0,1-1 0,-1-3 0,-1-10 0,0-2 0,0 9 1063,2 11 1,0 1-1064,-1-8 0,1-7 0,-1 0 0,1 7 0,1 7 0,-1 2 0,0-9 0,0-4 0,0-1 0,0 3 0,-1-2 0,1 1 0,-1 2 829,0 2 1,0 1 0,0-2-830,0-2 0,-1-6 0,1 0 0,0 3 0,0 8 0,-2-6 0,3 2 0,0-9 0,0 0 0,1 7 0,1 11 0,1-1 0,-1-8 0,1-6 0,0-2 0,0 3 1092,3 1 0,1 2 0,0-3-1032,0 3 1,0-2 0,0-2 0,0 2 0,0 2-61,0-2 0,-1 3 0,2-3 0,1-4 0,1-4 0,-1 2 0,-2 11 0,-1 2 0,0-2 0,3-10 0,0 0 0,-1 8 0,-2 11 0,1 1 0,1-8 0,1-6 0,1 0 0,-2 6 0,5-6 0,-2 6 0,1-3 0,-1 5 0,1 0 0,3-5 0,4-7 0,-4 7 0,-1 5 0,4-4 0,4-5 0,-4 7 0,-3 6 0,1 2 0,6-5 0,0-1 0,-3 5 0,-4 4 0,1 1 0,4-3 0,6-4 0,0 0 0,0 4-1093,-2 4 1,0 4 0,-1-1 721,5-6 1,1 2-524,4 6 1,2 1 0,-8 3 893,-11 2 494,18-1 1,2 4-495,-14 4 0,-2 2 0,3-3 0,0 0-1058,14 8 1,-2 0 1057,-9-6 0,7 3 0,9 3 0,-9-4 1474,-6-3-1474,3 1 0,5 1 0,-2 0 1638,-1-2 0,-2-1-1576,3-2 0,0 0-62,-3 2 0,-1 0 0,-3-3 0,-7-2 819,-14 1 0,8 0 0,-14 0 0</inkml:trace>
  <inkml:trace contextRef="#ctx0" brushRef="#br0" timeOffset="50929">23364 5025 24575,'0'20'0,"0"0"0,0 3 0,4 3 0,-1 0 0,-1-2 0,-1 1-1639,5 7 1,0-3-1639,-2-10 2014,0 2 1,2-1 1262,-2-8 0,2 13-703,0-6 703,-3-9 1886,4 12-1886,-3-12 0,-1-3 0,-2-3 3276,5-23-3109,-2-4 1,0-1 0,2-5-1,-3 9 1,1 0 0</inkml:trace>
  <inkml:trace contextRef="#ctx0" brushRef="#br0" timeOffset="51360">23482 5052 24575,'-2'5'0,"11"5"0,15 5 0,-2-4 0,0-1 0,-3-2 0,0-1 0,3 2 0,-2-1 0,-8-5 0,-7 16 0,-20 15-2205,3-13 2205,2-3 0,1 1 0,-3 5 0,-2 1 0,0 7 0,6-17 0,4-4 0,-2-5 2205,3-1-2205,-7-1 0,6 1 0,-1-2 0,-3 6 0,5-4 0,-3 1 0,5-3 0</inkml:trace>
  <inkml:trace contextRef="#ctx0" brushRef="#br0" timeOffset="53527">23983 4501 24575,'10'6'0,"10"9"0,-8-1 0,0 1 0,12 10 0,-8-1 0,-2 2 0,-5-7 0,-1 0 0,2 8 0,-2-1 0,3 7 0,-2-2 0,-7-23 0,1-5 0,-4-18 0,-3-20 0,2 6-1639,1 6 1,-1 1-1639,1 8 1638,1-8 1,0 1 148,-2 11 1070,2-10 1,0-1 419,0 11 0,4-23 0,6 10 0,-4 1 0,8-2 0,-13 18 3276,7-4-2430,-3 16-846,16 23 0,-9-6 0,3 8 0,-1-2 0,-8-10 627,4 6 0,0 1-627,-1 0 0,2 4 0,-2-6 0,-8-19 0,5 3 0,-6-7 0,2 1 0,-4-6 3276,-1 0 0,3-14-3044,-1 8-232,1-22 0,2 4 0,0 0 0,3-1 0,-1 12 0,0 1 0,0 4 0,1 8 0,0 4 0,4 10 0,-3-4 0,6 20 0,-6-13 0,0 5 0,0 2 0,3 15 0,1-4 0,-5-9 0,1-3 0,0-7 0,5 18 0,0-19 0,-3 4 0,0-12 0,-6-3 0,5-3 0,-3 1 0,13-9 0,-9 6 0,14-10 0,-12 10 0,5-3 0,-10 7 0,0-1 0</inkml:trace>
  <inkml:trace contextRef="#ctx0" brushRef="#br0" timeOffset="54346">24624 4453 24575,'-13'11'0,"-9"12"0,14-16 0,-11 13 0,13-13 0,-3 9 0,6 6 0,0-3 0,4 13 0,1-18-1639,5 5 1,0-1-1639,-3-5 1328,11 16 2685,-4-12-736,-2-2 0,16 10 0,0-8 0,-2-2-1639,-2-7 1,-1-2 704,-10-4 934,18 4 3276,-14-9-2468,0 3 165,9-9-973,-1-7 0,3-5 0,-6 3 0,-8-3 0,-9 15 0,-1-8 0,-1 8 0,0-9 0,0 8 3276,-4-12 0,-3-5-3111,2 6-165,-5-15 0,9 22 0,-9-18 0,7 20 204,-7-11-204,6 15 0,-3-5 0,-1 5 0,3 2 0,-3 2 0,2 1 0,2 0 0,-8 0 0,4 0 0,-16 5 0,7 0 0,0 2 0,8-2 0,9-4 0,0 1 0</inkml:trace>
  <inkml:trace contextRef="#ctx0" brushRef="#br0" timeOffset="54895">25159 4481 24575,'-27'-8'0,"8"2"0,-5 3 0,11 3 0,-10-2 0,14 2 0,-3 2 0,9-2 0,0 7 0,-3 11 0,4-7 0,-2 13 0,4 8 0,3-13 0,3 1 0,2 6 0,2-1 0,7 8-1639,-1-19 1,0-4-1639,-7-5 0,19-1 2711,-22-4 566,9-3 0,-2-10 0,4-7 0,2-5 0,-2-2 0,-8 11 0,0-12 0,-5 18 0,0-7 0</inkml:trace>
  <inkml:trace contextRef="#ctx0" brushRef="#br0" timeOffset="55312">25173 4225 24575,'8'12'0,"0"7"0,-1 2 0,0 2 0,3 8 0,-2 1 0,-2 3 0,-3-8 0,-1-2-1639,1-4 1,-1-1 1408,-1 2 1,1-2-3048,1 8 282,-1-14 1900,1 9 0,1-1 1095,-3-14 0,3 14 0,-1-15 877,-1-4-877,4 3 3276,4-6-2015,3 0 2015,4 0 0,8-3-3218,-7 1 0,-1-1 0,-10 1 0</inkml:trace>
  <inkml:trace contextRef="#ctx0" brushRef="#br0" timeOffset="56145">25578 4350 24575,'-7'0'0,"-2"9"-3277,-3 11 0,5-6 1638,-1 8 1,1-1-1639,5-11 5064,-5 21-1787,6-9 0,0 1 0,2-1 0,4-4 0,5-9 0,7 3 0,-4-5 3276,6 0-2015,-2-7-1261,-6 2 3276,5-8 0,-12 3-6553,4-17 2,-5 14 3275,2-11 0,-3 5 0,1 1 0,-1-11 0,0 0 0,-1 7 0,0-1 0,-1 11 3276,2 7 0,-1 2-3044,6 20-232,6 7 0,-2-3 0,4 4 0,-6-19 0,11 6 0,4-6-511,-5-2 511,1-5 0,-12-6 0,-3-6 0,1 5 0,-5-5 0</inkml:trace>
  <inkml:trace contextRef="#ctx0" brushRef="#br0" timeOffset="57195">24529 5149 24575,'7'5'0,"0"-1"0,6 11 0,-3-6 0,4 2 0,1 2 0,2 0 0,0 0-1872,11 8 1872,2 1 0,-10-7 0,-6-3 0,3 1 0,0 1 0,-3-1 0,1-1 0,-1 1 0,-2-1 225,4-1 1,1 0-226,9 0 0,4 1 0,-8-8 0,-15-8 0,-3 1 0,-5-13 1421,0 8-1421,-4-21-1406,2 19 1406,-3-11 0,4 17 0,1-1 0,1 4 0</inkml:trace>
  <inkml:trace contextRef="#ctx0" brushRef="#br0" timeOffset="57548">24878 5091 24575,'-5'17'0,"3"-8"0,-5 9 0,-3 6 0,2-6 0,0 1-1775,-5 9 1775,4-10 0,1-1 0,-2 4 0,1-1 214,1-3 1,0 1-215,-2 1 0,2-1 0,1-8 0,3-4 0,1-2 0,-2 3 0,2-5 1346,1 2-1346,0-3 0,-2 0 0,-2-4 0,2 3 0,0-3 0</inkml:trace>
  <inkml:trace contextRef="#ctx0" brushRef="#br0" timeOffset="57999">24434 5053 24575,'11'0'0,"-3"0"-3277,18 0 0,-15 0 2184,12 0 1,6 0 0,-4 0-2185,-2 0 3986,11 0 0,3-1-709,-10 0 0,-3 1 0,12-1-1456,-1 0 0,-3 0 1456,-12-1 0,14-3 0,-28 3 2912,10-2-2912,-6-1-2665,9-4 2665,-6 3 2343,13-7-2343,-20 12 3276,11-6-2357,-4 2-919,4 3 0,-2-2 0,-5 4 0,-9 0 0</inkml:trace>
  <inkml:trace contextRef="#ctx0" brushRef="#br0" timeOffset="72014">19873 7629 24575,'0'0'0</inkml:trace>
  <inkml:trace contextRef="#ctx0" brushRef="#br0" timeOffset="72660">18446 8990 24575,'0'-6'0</inkml:trace>
  <inkml:trace contextRef="#ctx0" brushRef="#br0" timeOffset="73260">20958 10587 24575,'0'0'0</inkml:trace>
  <inkml:trace contextRef="#ctx0" brushRef="#br0" timeOffset="73661">21080 11606 24575,'2'5'0,"-1"0"0</inkml:trace>
  <inkml:trace contextRef="#ctx0" brushRef="#br0" timeOffset="73999">21159 12671 24575,'0'-4'0,"0"1"0</inkml:trace>
  <inkml:trace contextRef="#ctx0" brushRef="#br0" timeOffset="78799">3155 15204 24575,'10'-6'0,"7"-9"0,-7 7 0,10-12 0,-11 9-1639,3-4 1,0 1-1639,-4 3 1328,12-13 3668,-8 12-1719,0-3 0,0 1-641,4-4 641,6-11-3277,0 2 2230,-12 13 1489,11-12 1,0-1-443,-9 12 0,2-4 0,3-5 0,-3 5 0,3 0-1062,-3-1 1,4-5-1,-4 6 1062,0 3-346,8-14 1,0 0 345,-7 11 1421,5-7 1,2-3-1422,-9 9 0,0 2 1040,1 0 0,-2 1-1040,8-13 0,-2 8 0,-8 6 0,4-2 0,-1 1 0,-7 8-2282,17-18 2282,-19 21 0,11-8 0,-2 2 0,16-10 0,-3 2 0,-5 4 0,-1 0 778,2 1-778,-1-3 0,0 0 3276,-5 7-2646,8-9 1,-1 1 2645,-15 14-1946,6-6 1,1-1-1331,9-4 0,-6 3-1639,7-2 1,-1 1-1589,-8 6 3227,0-1 0,1 1-404,1 4 404,-3-2 0,7 0 0,-8 5 549,-3-1-549,8 2 0,10-4 0,-11 1 0,13-1-829,-13-2 829,-5 4 0,16-8 0,-19 7 0,13-3 0,-8 6 3276,2 0-388,-2-1-2888,-7 1 467,2-6 1,-7 5 0,1-3 0</inkml:trace>
  <inkml:trace contextRef="#ctx0" brushRef="#br0" timeOffset="79367">4573 13973 24575,'-6'8'0,"-2"4"0,3 4 0,0 0 0,1 12 0,2-8 0,1-3 0,1-4 0,1-8 0,-1-5 0,-9-7 0,4 3 0,-9-7 0,8 5 0,-1 0 0,1-3 0,7 1 0,12-1 0,11 1 0,2 0 0,7-3 0,-6 4 0,5-1 0,-7 1-3277,-4 0 2557,0 1 1,0 1 264,3-2 455,-16 5 0,12 2 0,-29 10 0,5-1 0,-12 5 0,5-3 0,0 3-502,-13 7 0,18-11 0,-8 1 0</inkml:trace>
  <inkml:trace contextRef="#ctx0" brushRef="#br0" timeOffset="80466">5172 13717 24575,'-7'1'0,"-3"3"0,9 3 0,-4 2 0,4-1 0,-2 11 0,3-6 0,0 11 0,0-9 0,7 5 0,-4-8 0,11 11 0,-1-8 0,2 4 0,10-1 0,-12-9 0,14 1 0,-9-3 0,11-1 0,-10-1 0,12 0 0,-9-4 0,-1 0 0,-5-5 0,-3-3 0,-3 0 0,6-4 0,-8 3 0,3-5 0,-6 7 0,9-14 0,-8 6 0,2-1 0,-4 2 0,-2 1 0,0 5 0,3-14 0,-3 12 0,-1-10 0,-1 5 0,-1 3 0,-3-3 0,-2 7 0,-3-3 0,-1 4 0,-7 0 0,8 4-3277,-24-2 0,23 3 1638,-16 1 1,0-1 148,16 1 1490,-25 0 0,21 0 0,4 0 0,-4 0 0,10 3 3276,-6 6-2015,4-2-1261,-8 9 0,9-10 819,-1 0 0,7-5 0,0-3 0</inkml:trace>
  <inkml:trace contextRef="#ctx0" brushRef="#br0" timeOffset="81020">5465 13557 24575,'-3'11'0,"-4"7"0,2-7 0,-4 8 0,-2 1 0,-2 3-1639,0 0 1,0 0-320,-2 4 319,2-2 1,0-1-493,4-7 2131,-3 5 0,-1 2 1189,-2-1-1189,5-7 0,0 1 0,-4 5 0,-1 1 0,0 0 0,0 0 0,4-5 0,0-1 0,-2 4 0,2-2 1753,3-3-1753,-6 12 3276,8-17-222,-3 9-1683,6-12-1371,1 2 0,1-4 0,1-3 0</inkml:trace>
  <inkml:trace contextRef="#ctx0" brushRef="#br0" timeOffset="81936">5889 13828 24575,'0'19'0,"0"-10"0,0 15 0,-3-1-3277,1 9 0,-1-8 1328,2 1 3668,-1-12-1719,0 0 0,-4 9 0,4-12 0,-9 24 0,6-24 0,-5 16 0,1-17 0,-1-5 0,-3 2 3276,5-5-2457,-1-1 0,7 0 0,-1 0 0</inkml:trace>
  <inkml:trace contextRef="#ctx0" brushRef="#br0" timeOffset="83091">6021 13795 24575,'8'6'0,"2"0"0,-6 0 0,4 3 0,0 8 0,-1-6 0,0 6 0,-4-5 0,2 10 0,-3-9 0,2 8 0,-2-8 0,0-1 0,-1 5 0,2-12 0,-3-2 0,6-10 0,-4 3 0,1-5 0,-2-1 0,1-4 0,1-12 0,0 9 0,6-13 0,2 4 0,-1 4 0,6-7 0,-4 15-3277,9-8 0,-10 13 2826,7-1 451,-14 10 0,6-1 0,-7 3 0,4 12 0,-3 12 0,0-7 0,3 10 3276,-1-7 0,4 3-3153,-3 0 207,0-3-330,-5-12 0,-2 6 0,-1-4 0,-2 0 0,0 1 0,0 4 0,3-4 0,-1 0 0,7-9 0,0-2 0,2-2 0,-4 0 0,-2-2 0</inkml:trace>
  <inkml:trace contextRef="#ctx0" brushRef="#br0" timeOffset="83785">6392 13802 24575,'3'11'0,"5"11"0,-6-9 0,5 9 0,-4-7 0,2-2 0,3 14 0,-2-14 0,5 10 0,-3-12 0,5 4 0,-4-7 0,1-2 0,-5-3 0,1-3 0,2 0 0,-2-3 0,3-1 0,-2 0 0,-1-4 0,-3 4 0,0-3 0,0 1 0,-1-1 0,2-9 0,1-2 0,-3 1 0,1-5 0,-2 13 0,-1-9 0,6 6 0,-4-3 0,6 3 0,-4 3 0,0 3 0,-3 2 0,-4 4 0,9-1 0,-7 2 0,10-2 0</inkml:trace>
  <inkml:trace contextRef="#ctx0" brushRef="#br0" timeOffset="84327">6712 13638 24575,'-2'12'0,"-1"8"0,1-1 0,-1 10 0,3-12-3277,0 15 0,0-20 1328,0 15 1949,0-3 0,0-6 1719,0 13-1719,0-11 0,0-5 0,0 4 0,0-12 3276,0 5 0,0-2-3044,0 5-232,3-9 0,-2 0 0,4-13 0,3-10 0,-3 7 0,5-8 0,-7 15 0,-1-3 0</inkml:trace>
  <inkml:trace contextRef="#ctx0" brushRef="#br0" timeOffset="84736">6767 13694 24575,'1'16'0,"1"6"0,1-8 0,0 18 0,0-6 0,1 3 0,-3-6 0,3-1 0,-1-9 0,1 13 0,0-15 0,-1 2 0,1-10 0,-4-2 0,1-1 0</inkml:trace>
  <inkml:trace contextRef="#ctx0" brushRef="#br0" timeOffset="87325">7110 13890 24575,'15'18'0,"6"7"0,-17-17 0,17 22 0,-16-18 0,5 4 0,-1 1 0,-5-4-1639,3 7 1,-1-1-1639,-5-7 1328,4 22 3668,-6-12-1719,-5 2 0,-8 11 0,1-20 0,-14 2 0,-1-9-2499,5-2 2499,1-1 3276,5-5-1791,7 0-1485,-11 0 0,14 0 0,1 0 0</inkml:trace>
  <inkml:trace contextRef="#ctx0" brushRef="#br0" timeOffset="88173">7421 13608 24575,'-10'23'0,"5"-8"0,-8 10 0,6-14 0,-8 16 0,6-14 0,-2 5 0,9-14 0</inkml:trace>
  <inkml:trace contextRef="#ctx0" brushRef="#br0" timeOffset="88548">7504 13646 24575,'0'8'0,"-2"4"0,1-3 0,-5 7 0,-2 1 0,1-2-3277,-2 4 0,5-12 3047,-5 7 230,5-10 0,-2 4 0,5-8 0,1 2 0</inkml:trace>
  <inkml:trace contextRef="#ctx0" brushRef="#br0" timeOffset="89104">7921 13650 24575,'5'0'0,"5"6"0,-1 0 0,10 11 0,-8-9 0,6 12 0,9 3 0,-8-6 0,-1-4 0,-2-2 0,-4-5 0,-5-2 0,-7-6 0,-7-1 0,3-2 0,0 2 0,3 0 0</inkml:trace>
  <inkml:trace contextRef="#ctx0" brushRef="#br0" timeOffset="89424">8026 13655 24575,'8'6'0,"9"6"0,-9-3 0,11 3 0,0-1 0,-5-5 0,3 5 0,-11-8 0,-4-1 0,2 0 0,-3 1 0,2-1 0,-3-1 0</inkml:trace>
  <inkml:trace contextRef="#ctx0" brushRef="#br0" timeOffset="122322">25723 8546 24575,'18'-8'0,"1"1"0,7-7 0,-6 2 0,7-6 0,2-2 0,0 0 0,-5 3-1093,-3 0 1,-2 1 0,3-3 682,0 2 0,4-4 1,3-2-1,2-2 1,0 0-1,0 0 0,-2 1 1,-3 2-247,3-4 1,-1 2-1,-2 1 1,0-1 0,1 0 366,-1 2 1,1-1 0,1 0 0,-1 1 0,0-1 0,-1 2 288,1-2 0,1 0 0,-2 2 0,-2 1 0,-6 5 2060,8-4-2060,-5 2 0,4-2 0,-6 3 0,-8 5 0,5-4 0,-2 1 0,-8 8 0,-2 1 0</inkml:trace>
  <inkml:trace contextRef="#ctx0" brushRef="#br0" timeOffset="126120">27341 10226 24575,'3'24'0,"0"0"0,0-4 0,0-1 0,1 3 0,3 11 0,-3-24 0,0 3 0,1-6 0,-2-3 0,3 0 0,14-6 0,-5-5-1093,5-8 1,5-8 0,-2 1-547,1-1 1,1-4 1612,-9 8 0,2-5 1,3-2-1,0-4 1,2-1-1,0-1 1,0-1-1,0 1 1,-1 0-273,-3 4 0,1-1 0,-1 0 0,0-1 0,1 0 0,0 0 0,-1-1 0,1 1 1,-1-1-1,0 1 0,1 0 183,-1 0 1,0 0-1,0 1 1,0 0-1,0 0 1,0-1-1,0 0 1,1 0-1,-1-1 1,0-1-1,1-1-88,-3 4 1,1-2 0,0-1 0,0-1-1,1 0 1,0-1 0,-1 0 0,1 0-1,-1 0 1,0 1 0,-1 1 0,0 1 0,-1 2-1,-1 1 1,-1 2 202,5-8 0,-3 3 0,0 2 0,-1 2 0,0 0 0,-1-1 0,2-2-241,-1 1 0,0-1 1,1-2-1,-1 1 0,1 0 1,-2 2-1,1 2 1,-2 3 240,5-7 0,-1 4 0,-2 3 0,-4 7 0,-1 4 0,3-2 0</inkml:trace>
  <inkml:trace contextRef="#ctx0" brushRef="#br0" timeOffset="130028">25824 12175 24575,'0'8'0,"0"4"0,1-1 0,1 2 0,2 2 0,1-7 0,8 6 0,9-8 0,0 3-1639,0-7 1,-1-4-1639,-1 0 3200,12-4 0,9-2 1,-8 1-945,-5 1 1021,-2 0 0,10-3 0,3-1 0,-2 1 0,-7 1-736,-7 1 1,0-1 735,3-1 0,7-2 0,4-1 0,-1-1 0,-2 1 0,-7 2-1639,3-2 1,-2-1 1529,-1 2 1,3-2-1,0-1 1,-1 1 108,3-3 0,-2 0 0,-2 1 1122,-3-1 0,1 0-1122,-2 3 0,3-3 0,3 0 0,-3 0 0,-4 2 0,3-2 0,-2 0 0,0-1 0,3-4 0,0 1 0,-6 4 0,8-6 0,-7 3 0,1 0 0</inkml:trace>
  <inkml:trace contextRef="#ctx0" brushRef="#br0" timeOffset="133632">25957 13786 24575,'11'25'0,"-5"-11"0,1 7 0,-6-16 0,4 10 0,-4-10 0,5 6 0,-3 0 0,6 5 0,-5-3 0,7 4 0,-4-7 0,1 0 0,2 0 0,-4-6 0,4 2 0,6-3 0,-4-2 0,17 1 0,-9-9 0,5-1 0,1-13 0,-12 7 0,-1-1-926,5-9 926,-4 9 0,-1 0 0,9-15 0,2 6 0,-3 1 0,5-4 0,-2 2 0,0 1 0,1 0-820,-4 4 1,1-2 0,1 1 0,-1 2-781,5-6 0,2 2 1600,-8 6 0,2-1 0,1 0 0,-1 1-1093,4-3 1,1 1 0,-1 0 740,-4 2 1,0 1-1,-2 0 352,7-4 0,-4 2 0,-7 7 103,-7 2 1,5-1-1,-15 8 1</inkml:trace>
  <inkml:trace contextRef="#ctx0" brushRef="#br0" timeOffset="135306">22522 14815 24575,'11'19'0,"-1"-4"0,0 6 0,0 1 0,-1 7-1639,-2-5 1,-1-1-1639,-1-1 2184,-1 6 1,1 7 0,-1-5 186,-1 2 728,-1-9 0,1 4 0,-1-2 178,1 0 0,0-1 0,3 6 0,0 1 0,-1-2 0,1 2-449,-1-4 0,2 0 0,-2-2 449,-1-5 0,0 0 0,3 12 0,0 3 0,-4-9 0,-1 0 0,0 0 0,2 3 0,-1-1 0,1 10 0,-1-4 0,1-1 0,6-6 0,0 0 0,-2-1 0,2-4 0,0-2 2849,3-3-2849,-4-1 0,8 7 0,-12-14 155,3 2 0,-8-8 1,2-1-1</inkml:trace>
  <inkml:trace contextRef="#ctx0" brushRef="#br0" timeOffset="136953">22721 14756 24575,'14'-3'0,"9"0"0,-7 2-1639,4 0 1,1 1-1639,-6-1 1638,17 1 1,2 0-172,-12 0 1294,3 0 1,5 1 0,-4 0 515,3-1 0,4 1 0,8 0 0,-8-1-1300,-5 0 1300,-3 0 0,5 0 0,0 0 737,-3 0 0,1 0 0,0 0-737,1 0 0,1-1 0,0 0-438,3 1 0,-1 0 0,-1 0 438,3-2 0,-2 0 0,-6 2 0,-1 0 1504,-7-1 1,2 0-1505,5 0 0,3 2 0,-4-1 0,3 0 0,-5 0 0,3 0 0,1-1 0,3 1 0,-3 0 0,1-1 0,1 0 162,-1 0 0,4 0 1,2 0-1,-1-2-162,-2 0 0,1-2 0,-2 0 0,-2 1 0,8 1 0,1-1 0,-7 0 0,5 0 0,3-2 0,-1 1 0,-4 0 0,-8 2-1567,13 0 1567,-8-1 0,8-2 0,2 1 0,-5 0 0,-5 3 0,-1 1 0,-2-1 0,3-2 0,5 0 0,-5 2 0,6 0 0,4 0 0,0 1 0,-2-1 0,-5 2 0,0-1 0,-4 1 0,6-1 0,-7 1 0,5-1 0,2 0 0,3 0 0,1 0 0,0-1 0,0 1 0,-2 0 0,-3-1 0,6 0 0,-2 0 0,-1 0 0,-1 0 0,0 0 0,1 0 0,-3 1 0,1 0 0,0 0 0,-1 0 0,-1 0 0,0-1 0,1 0 0,0 0 0,-1-1 0,-1 1 0,-3 0 0,4 1 0,-3 0 0,-1 0-341,6 0 0,2 1 341,-7-1 0,5 0 0,1 0 0,-3 0 0,-5 1 0,-3 0 0,1 0 0,2 1 0,8 1 0,1 0 0,-2 0 0,-8-1-1284,12 1 1284,-14 1 0,5 0 0,2 1 0,1 0 0,1 0 0,1 0 0,1 1 0,1-1-200,-1 1 1,2-1 0,1 1 0,-1 0 0,-1 0 199,-4-1 0,-1 0 0,0 0 0,-1 1 0,0-1 472,8 0 0,1 1 0,-2-1 0,-4 1-472,2 0 0,-4 0 0,-4-1 0,0-1 0,2 0 0,2 0 0,-6 0 1000,1-1-1000,-4 0 0,-3 1 3125,-10-1-3125,12 2 3276,-8-2-592,-2-2-196,7 2-2488,-10-1 0,2 1 0,3 2 0,-6 0 0,11 3 0,5 9 0,-3 2 0,2 4-1093,-4-4 1,0 1 0,0 1 725,5 6 1,-2 3 366,-6-4 0,0 3 0,-3 3-820,-4 2 1,-2 2 0,-1 1 0,0-3 92,2-4 1,-1-3 0,-1 4 256,0 3 1,0 4 0,-2 1 0,0 0 469,-2-5 0,-1-1 0,-1 2 0,1 0 0,0 2 0,2-1 0,0 1 0,0 2 0,1-1 0,-1 0 0,0-1-505,-1-3 1,0 0-1,0-1 1,-1 0 0,1-1-1,0 1 505,1 6 0,0 1 0,1-2 0,-1 0 0,1-4 0,-1 2 0,1-2 0,-1-1 218,-1-3 0,0-1 0,0 3-218,1 3 0,2 5 0,-1-1 0,0-7 0,-2-6 0,1-2 0,3 5 0,1 1 0,-1-7 0,-3-10 0,4 9 0,-1-1 3276,-3-7-3202,-1 0 2005,-1 0-2079,-1-4 3276,-14-2-513,2 2-2763,-11-6 0,-8-2 0,6-2 0,-4 0 0,1 0 0,1-1-1639,-6 1 1,-2-1 1443,4-1 0,-3 0 1,-3-1-1,-1 0 195,6 1 0,-1 0 0,-1-1 0,-1 0 0,-1 0 0,-1 0-410,6 1 0,-1-1 1,-1 1-1,0 0 1,0-1-1,-1 1 0,0-1 1,-1 1 251,2-1 0,0 1 1,-1-1-1,0 1 1,0-1-1,0 0 0,0 1 1,-1-1-1,1 0-191,0 0 0,-1 0 0,0 0 0,0-1 0,0 1 0,1 0 1,0 0-1,2 0 0,1 0 349,-4-1 0,3 1 0,2 0 0,-1 0 0,-1 0 0,-3-1-234,5 1 1,-3-1 0,-1 0-1,-1 0 1,0 0 0,0 0-1,2 1 1,2-1 0,3 1 233,-10-1 0,6 0 0,-1 0 0,-7 0-14,11 1 1,-4-1 0,-4 0 0,-1 0 0,-2 0 0,-1-1 0,1 1 0,1 0 0,3 0 0,2 0 0,5 1 13,-4 0 0,6 0 0,2 0 0,-3 0 0,-6 0 0,8 0 0,-5 0 0,-2 0 0,-3-1 0,-2 0 0,-2 0 0,0 0 0,0 0 0,1 0 0,1 0 0,1 0 0,4 1 0,2 0 0,4 1 0,-7-1 0,6 1 0,3 0 0,-3 0 0,-7 0 0,7 0 0,-4-1 0,-3 1 0,-4-1 0,-2-1 0,-1 1 0,0 0 0,0-1 0,1 1 0,1 0 0,4 1 0,2-1 0,5 1 0,5 1 0,-10-1 0,8 0 0,-6 0 0,5 1 0,-4 0 0,-4-1 0,-3 0 0,-2 0 0,1 0 0,0 1 0,3-1 0,4 1 0,5 1 0,-13-1 0,8 2 0,-3-1 127,6 1 1,-1 0-1,-2 0 1,0 0-1,-1 0-127,2 0 0,-2 0 0,-1-1 0,1 0 0,2 1 0,2 0 0,-5-1 0,4 1 0,-4 0 0,4-1 0,-5 0 0,-2 0 0,2 0 0,3 0 0,9 0 0,4-1 0,2 1 0,-9 0 0,-5 0 0,-2 0 0,5 0 1057,-3-1 1,3-1-1058,-4 2 0,1 0 0,-2-1 0,1 0 1638,12 1 0,1 0-1523,-5 1-115,2 1 0,0 0 0,1-1 0,1 0 0,-2 1 1394,3 0 0,0 0-1394,-15 0 438,0 1-438,24-1 0,15 1 0,2 2 3276,0 1-2457,13 3 0,-12-4 0,6-2 0</inkml:trace>
  <inkml:trace contextRef="#ctx0" brushRef="#br0" timeOffset="137604">28232 15069 24575,'20'0'0,"2"1"0,1 2 0,6-1-820,2-1 1,6 0 0,0 1 0,-5-1-820,-1 1 1,1 1 982,-2-2 1,6-1-1,2 1 1,-5-1 0,-9 0 1983,-1 0-1328,2 0 0,6 0 0,-7 0-846,-6 0 846,17 0 0,-32 0 0,-1 0 0,-7-2 0,3 1 0,-4-2 0</inkml:trace>
  <inkml:trace contextRef="#ctx0" brushRef="#br0" timeOffset="137978">28451 14679 24575,'13'32'0,"-6"-11"0,-1-1 0,2 5 0,-4-1 0,0 4 0,0 5-547,-2-6 1,0 5 0,0 1 0,0 1 0,0-1 0,0-4-547,1 7 1,-1-3 0,1 5 623,-2-5 1,0 6 0,1 3 0,-1 0 0,0-3 0,0-5 0,0-10 1452,1 10-984,0-7 0,0 8 0,0 3 0,0-4 0,0-10 154,2-1-154,1 14 0,-1-1 0,0-17 0,0 0 0,5 10 0,6-13 0,-5-2 3276,10-9-713,-13-5-2563,14-6 0,-14 5 0,4-5 0</inkml:trace>
  <inkml:trace contextRef="#ctx0" brushRef="#br0" timeOffset="138704">28845 15391 24575,'-23'6'0,"3"1"0,7 9 0,2 2 0,0 2 0,-5 9 0,6-7 0,2-1 0,8-6 0,8 12 0,-2-12 0,15 10 0,-9-15 0,14 3 0,-11-9 0,7 2 0,10-6 0,-6-6 0,10 3 0,-7-12 0,-15 9 0,4-15 0,-9 6 0,-4-4 0,1 2 0,-6-6 0,-1 4 0,-1-2 0,-4 7 0,1 15 0,-3 13 0,4 15 0,0-1 0,7 6 0,0-17 0,10 14 0,6-4 0,-1-3 0,5-5 0,-12-14 0,-1-1 0,-4-2 0</inkml:trace>
  <inkml:trace contextRef="#ctx0" brushRef="#br0" timeOffset="139144">29177 15382 24575,'14'21'0,"0"0"0,7 10 0,0-2-3277,-3-1 2389,-3-6 1,-1-1 1443,5-2-556,-6-5 1022,8 8-1022,-11-14 0,-6 0 0,-2-6 2587,-7-3-2587,-5-3 0,-3-12 0,2 6-3277,1-20 657,10 22 1124,7-26 1496,-2 26 0,10-17 0,-9 19 0,10-2 0,1 4 0,-4 1 0,1 2 0,-12 1 0</inkml:trace>
  <inkml:trace contextRef="#ctx0" brushRef="#br0" timeOffset="139978">29729 15317 24575,'-31'15'0,"17"-7"0,-8 9 0,2 3 0,9-4 0,-3 7 0,1 2 0,4-4 0,4 5 0,5 3 0,7-8 0,2 0 0,-6 0 0,3-2 0,17 2 0,0-7 0,-13-10 0,17 0 0,1-2 0,-15-6 0,8-1 0,-1-2 0,-12 1-3277,13-18 0,-17 17 3047,5-12 132,-8 8 98,0 1 0,-5-15 0,-7-1 0,2 4 0,-8-3 0,12 18 0,-1 6 0,7 7 0,7 17 0,-2-6 1638,2 4 0,1 3 0,-4-1 0,0-1-1546,2-1 0,-1 1-92,-2 13 0,-2-2 0,-3-2 0,-1-4 0,-2 2 0,2 3 0,-1-2 73,-1-11 0,0-1-73,0 15 0,-2-1 0,-6-4 0,0-4-1639,-6-12 1,-2-3-1639,6-4 1638,-17-1 1,0-2 148,19-2 875,-11 1 0,-7 1 0,5-1 615,4 0 0,-13 1 0,0-2 0,12-6 0,-1 2 0,16-17 0,8 16 0,0-11 0</inkml:trace>
  <inkml:trace contextRef="#ctx0" brushRef="#br0" timeOffset="140492">30339 15370 24575,'-6'20'0,"-9"14"-1736,12-25 1736,-11 16 0,6-10 0,-1-2-3277,-7 11 0,11-16 4189,-9 11-912,11-15 0,-2-4 0,11-13 0,-3 3 0,4-2 0</inkml:trace>
  <inkml:trace contextRef="#ctx0" brushRef="#br0" timeOffset="140859">30105 15351 24575,'-6'35'0,"1"-12"0,2 8 0,1 3 0,3-9 0,0 0 0,0 3 0,3 0 0,6 3 0,6-3 0,8-8 0,0-2 0,-8-2 0,1-1 0,11-1 0,5-1 0,-6-5 0,-3-4 0,1 1 0,5 0 0,-3-2 0,-7-6 0,-1 0 0,0 2 0,-1-1 0,11-9 0,-24 2 0,-1-10 0,-2 9 0,2-15 0,-3 21 0,3-7 0</inkml:trace>
  <inkml:trace contextRef="#ctx0" brushRef="#br0" timeOffset="141210">30630 15338 24575,'16'0'0,"15"0"0,3 0 0,-3 0-1093,0-1 1,6 0 0,-6 0-2185,-1-1 1702,6-3 1,-4 0 1574,-20-1 1876,11-9-1876,-29 2 0,1 4 0,-2 0 0</inkml:trace>
  <inkml:trace contextRef="#ctx0" brushRef="#br0" timeOffset="141577">30798 15069 12910,'3'16'0,"-1"10"0,0 8-702,-2-5 1,-1 4-1,0 0 1,1-1 701,0 0 0,1-2 0,-1 3 0,-2-2 0,-1 5 0,-1-1 0,1-3 0,0-7 3034,1 7-3034,-1-4 0,-2 6 0,2-7 0,2-4 0,0 6 0,0 1 0,3-9 0,4 13 0,0-26 2050,-3-6-2050,-6-9 0,-3-3 650,-1 2 1,5 7 0,-1-2 0</inkml:trace>
  <inkml:trace contextRef="#ctx0" brushRef="#br0" timeOffset="143882">27474 14891 24575,'15'-18'0,"1"0"0,5-3 0,-1-2 0,5-3 0,-3 4-3277,3-2 1944,1 0 1,2-2 1332,-4 7 0,0 0 0,2 0 0,1 0 0,-2 1 0,3-1 0,-2 2 0,1 0 0,1 1 0,-1 2 0,1-1 0,-4 3 0,7-6 0,-2 4 0,0 1 0,-1 2 0,-1 0-548,-6 6 0,-2 2 548,-5 1 1492,23 2-1492,-18 2 0,1 0 0,16 1-1639,-3-1 1,-3 0 1220,-10 0 1,11-2-1,-28 0 1</inkml:trace>
  <inkml:trace contextRef="#ctx0" brushRef="#br0" timeOffset="144732">28377 14307 24575,'0'19'0,"2"15"-3277,-2-4 0,2-2 0,-1-4 0,2-13 2909,-1-2 2523,2 9-2155,-2-16 0,0 6 0,-5-24 3276,-1 3-2015,-7-14-1261,4 7 3276,-6-9 0,7 7-3044,-1 3-232,5 5 0,12 6 0,15-2-1639,2 5 1,3 1-1,-11 2 1,0 0 1523,8 0 0,0 2-999,3 0 1114,-14 0 0,7 1 0,-35 12 0,8-6 0,-10 8 0,-2 1 0,5-3-1639,-4 4 1,0-1 747,4-6 2529,1 9 0,0 0-1386,2-6 804,-1 18-1056,6-19 0,5-3 0,-2-3 3276,8-4-113,-3-2-3163,8-1 0,-9 0 0,2 1 0</inkml:trace>
  <inkml:trace contextRef="#ctx0" brushRef="#br0" timeOffset="146696">28756 13863 24575,'8'22'0,"1"5"0,2 6 0,-6-14 0,-1 0 0,2 0 0,-2 17 0,-2-20-3277,0 16 0,-2-23 1328,1 8 3668,-1-8-1719,0-3 0,2 9 0,0-8 0,-1-7 0,-1-24 3276,0 8-627,-2-17-2649,2 8 0,0 6 0,-1 0 0,1-17 0,-3 1 0,3 20 0,-2-12-3277,10-3 55,-5 6 3222,6 1-607,3 8 607,-7 8 0,12-8 0,-13 13 0,6 5 0,8 17 3276,-9-10-1815,8 13 1,-1 0-641,-10-14-821,7 9 0,0 1-3277,-2 1 83,-1-5 1555,-3 5 1,-2-1 587,-4-11 1051,4 21 0,-7-10-2611,-1 9 2611,0-7 3034,-1 4-3034,7-21 3276,-1 0-2961,6-11 0,-5 3 0,1-1 1</inkml:trace>
  <inkml:trace contextRef="#ctx0" brushRef="#br0" timeOffset="147331">29207 13887 24575,'-7'4'0,"1"0"0,0 4 0,0 3 0,2-4 0,0 4 0,2-2 0,-1 12 0,3-3 0,5 12 0,1-15 0,16 15 0,-1-11 0,2 3 0,5-6 0,-13-12 0,-1 0 0,-3-6 0,-7-12 0,1 8-3277,-4-25 0,-1 24 3047,0-16 230,0 7 0,-4-17 0,0 7 0,-1 5 0,1 1 0,0 5 0,-9-14 0,8 20 0,-13-12 0,5 13 0,-22-1 0,17 4-1639,-7 4 1,2 1 378,11 0 1260,-15 3 3276,20 4-2015,2 9-1261,2-5 0,6 4 0,10 0 0,-3-4 0,6 6 0,-11-13 0,-1-1 0</inkml:trace>
  <inkml:trace contextRef="#ctx0" brushRef="#br0" timeOffset="147914">29414 13815 24575,'11'13'0,"-6"-7"-3277,15 19 0,-18-19 0,12 12 4478,-9-6-1201,0-1-2764,5 13 2764,-6-15-425,3 17 425,-5-21 3276,1 12-2262,-3-20-4291,-1-10 2333,0 2 3161,-6-26-2217,5 28 535,-3-18-535,4 21 0,6-7 0,15 2 0,-4 0 1638,2 3 0,-1 2-1035,1 0 0,-1 0 0,-10 5 0</inkml:trace>
  <inkml:trace contextRef="#ctx0" brushRef="#br0" timeOffset="148804">29188 14249 24575,'15'32'0,"-1"-1"0,-8-10 0,-1-1 0,1 7-1639,-2 6 1,0-1-1639,-1-13 2184,0 5 1,1 5 0,0-6-2185,2-6 4170,-1 6 1,1 2-894,2 6-1517,-2-11 0,-1 0 1517,2 12 0,2 3 2320,-3-18-2320,-1 0 3276,8 12-2369,-7-17-907,3 2 0,-8-15 819,1-2 0,-2-1 0,0 2 0</inkml:trace>
  <inkml:trace contextRef="#ctx0" brushRef="#br0" timeOffset="149416">29476 14580 24575,'0'19'0,"1"-10"-1639,-2 9 1,0 1-1639,0-10 0,1 17 4012,5-7-735,0-8-2567,8 20 2567,-7-23-81,12 15 81,-11-19 3276,12 10-2226,-5-11-1050,-2 1 507,1-6-507,-8-1 3276,4-7 0,6-11-4679,-6 8 1403,6-7 0,-7 6 0,0 3 0,1-10 0,-10 5 0,-2 4 0,-12-7 0,-5 10 0,2-2 0,-14 1 0,7 3 0,-1 0 0,2 3 0,12 3 1762,5 1-1762,6 6 0,1-4 0,2 5 0</inkml:trace>
  <inkml:trace contextRef="#ctx0" brushRef="#br0" timeOffset="150299">29858 14524 24575,'-5'3'0,"-8"6"0,0 6 0,-2-2 0,1 12 0,11-8 0,1 5 0,7-1 0,1-4 0,0-5 0,2 0 0,1-9 0,2 0 0,14-7-466,-15 1 466,11-7 0,-12-1 0,0 2 0,1-13 0,-5 8 0,-2-2 0,-1 3 0,-2 9 0,0 5-3277,5 11 236,-3-2 3041,6 10 0,-1-2 0,-1-4-1639,1 5 1,0-1 378,-2-6 1260,3 20 0,1 1 0,-3-10 0,0 0 1161,-1-3 0,0-2-1161,5 18-327,-5-18 327,-3-5 0,2 11 0,-4-15 3276,-1 3-1027,-4-5-2249,-2-2 0,-8 4 0,3-7-3277,-20 5 3181,20-6-1543,-10 3 1,2 0 768,10-2 870,-19 3 0,8-3 0,9-2-1517,-9 0 0,1 0 1517,12-2 3034,-22-1-3034,15-4 0,0 2 3276,-15-12-2015,18 7-1261,-4-5 0,13 9 0,3 3 0</inkml:trace>
  <inkml:trace contextRef="#ctx0" brushRef="#br0" timeOffset="151124">29034 14400 24575,'15'29'0,"-6"-8"0,-1-1 0,-4 3-1093,0 3 1,0 4 0,0-3-2185,-2 9 1836,2-2 1,0-1 1440,-1-4 1844,1 8-1844,2-8 0,-1 0 0,0 6 0,3-2 0,-6-24 3276,1 1-168,-4-12-3928,0 1 1,0-7 0,-1 3 0</inkml:trace>
  <inkml:trace contextRef="#ctx0" brushRef="#br0" timeOffset="152831">29110 14394 24575,'-1'-11'0,"0"1"0,5-5 0,1 0 0,2 2 0,0 0 0,0 7 0,3-2 0,-3 2 0,16-4 0,-12 4 0,19-5 0,1 2-1024,-10 2 1024,13-2 0,-7 3 0,-1-4 0,0 4 0,1 1 0,-4 0 0,-1 0 0,0 1 0,1 0 0,4 1 0,-1 2 0,-3 0 0,-1 0 0,-3 1 0,1 0 0,5 0 0,0 0 0,-5 0 0,0 0 0,11 1 0,0 0-621,-2-2 0,-1-1 621,3 1 0,-1 0 958,3-3-958,-2-2 0,-20 4 0,-1-3 0,-9 3 0,8 1 0,-2 1 1308,14 0-1308,-5 1 0,0 1 0,3 8 0,-3 10 0,-4-2 0,1 1-1186,1 5 1186,-5-6 0,0-1 0,0 10 0,-4-7 0,1 1 0,-1-2 0,-1 1 0,-1 6 0,-1 0-456,-3 6 456,1 3 0,1 5-1093,1-12 1,1 1 0,0 0 483,0-4 1,0 0 0,2 0 608,1 4 0,3 1 0,-1-6 844,4 0-844,0-2 0,-1-2 0,-7-7 0,12 15 0,-12-16 0,0-2 353,-10-4-353,-7-5 3276,-3-1-2141,-7 1 1,-1 0-1136,6-1 0,-6 3 0,-7 0 0,6 0-2072,6-1 2072,-11 2 0,-4 2 0,-2-1 0,-2-1 0,7-1 0,0 0 0,-1 1 0,-2 0 0,0 0 0,-2-1-820,2 0 1,-3-2 0,2 0 0,3 0-592,-4 1 1,-1-1 1410,7-1 0,-5 1 0,1-1 0,4 1-90,-1 0 0,1-1 90,1 0 0,-3-2 0,6 1-956,-2 2 956,8-4 0,1 0 765,0 1-765,3-1 0,-19 0 0,15 1 0,-15 0 0,15 3 3276,-5 4-988,16-3-2027,0 4-261,8-5 1519,1 0-1519,16-7 0,-10 3 0,11-4 0,-16 7 0</inkml:trace>
  <inkml:trace contextRef="#ctx0" brushRef="#br0" timeOffset="154240">30038 14276 24575,'31'-14'0,"-14"7"-3277,12-9 0,-22 13 0,8-8 4605,-2-1-1328,-1-2 0,4-4 0,5-11 0,-11 16 859,3-5 1,3 0-860,1 4 0,0 1-3056,6-10 3056,6 3 0,0 3 0,-19 11-637,15-10 0,-1-1 637,-13 9 0,6-5 0,-1 1 0,-8 8 2690,4-3-2690,-4 7 819,-1 0 0,-1 0 0,-3 0 0</inkml:trace>
  <inkml:trace contextRef="#ctx0" brushRef="#br0" timeOffset="155090">30490 13854 24575,'0'7'0,"3"7"0,-1-4 0,4 12 0,-1-11 0,4 16 0,-4-15 0,4 12 0,-6-14 0,4 8 0,-1-1 0,0-1 0,0 0 0,-3-10 0,0 1 0,-1-7 0,-11-13 0,6 4 0,-12-13 0,5 9 0,2 1 0,-2 1 0,5 1 0,1 2 0,1 0 0,7 3 0,10 4 0,-4-1 0,15 4 0,-10 2 0,0-1 0,-6 2 0,-8 0 0,-1 4 0,0 5 0,-1-4 0,1 0 0,-5-1 0,5-3 0,-3 3 0,3-5 0,0 1 0,1 0 0,0 2 0,-1 0 0,-1-3 0,0-1 0</inkml:trace>
  <inkml:trace contextRef="#ctx0" brushRef="#br0" timeOffset="161519">30450 13873 24575,'6'14'0,"2"0"0,3 2 0,0 3 0,-5-13 0,0 6 0,3 0 0,-4-3 0,17 19 0,-12-14 0,9 11 0,-3-7 0,-3-4-3277,7 5 2457,-14-12 1,2 0 0,-8-5 0</inkml:trace>
  <inkml:trace contextRef="#ctx0" brushRef="#br0" timeOffset="162089">30462 13907 24575,'15'0'0,"13"0"0,-15 0 0,20-1 0,-22 0 0,19-2 0,-14 2 0,10-4 0,-13 2 0,-1-1 0,-6 11 0,-1 4 0,-1 18 0,0-9 0,3 15 0,-3-21 0,2 15 0,-5-19 0,1 13 0,-4-8 0,1-2 0,-1-1 0,2-8 0,2-1 0,-1-1 0,1-1 0</inkml:trace>
  <inkml:trace contextRef="#ctx0" brushRef="#br0" timeOffset="166981">1482 18567 24575,'5'-2'0,"2"-1"0,7 0 0,2 1 0,13-2 0,-2 2 0,1-1 0,-1 0-1345,-2-1 1345,1 1 0,1 0 0,9-3 0,-14 4 0,2 0 0,-1 0 0,3-1 0,1 2 0,6 0 0,1 0 0,0 1-978,-6-1 0,0 1 0,2-1 978,-2 1 0,3 0 0,-1 0 0,-3 0 0,6 0 0,0 0 0,-3 0 0,4 0 0,-1 0 0,-4 0 0,-2 0 0,-1 0 0,9 0 0,4 0 0,-4 0-1212,-7 1 0,-1-2 1212,8 1 0,3-1 0,-3 0 0,3 1 0,-4 0 0,-2-2 0,0 1 0,-3 1 0,3 0 0,0 1 0,-7-1 0,8-1 0,-7 1 0,4 1 0,-1 1-483,7 0 1,-1 0 482,-8-1 0,0 0 0,0 0 0,11 1 0,-3 0 0,-8-2 0,-5 0-3277,0 2 2757,-5-2 1874,15 2-1354,-23-1 1825,16 1-1825,-4 1 0,6 0-332,-4-1 1,1 0 331,10 0 0,-9-1 0,4 0 0,-4 0 0,11-1 0,-11 0 0,5-1 0,-4 1 0,-7 0 0,0-1 0,11 1 0,0-1 0,2 1 0,1 0 0,-18 0 0,-6 0 3276,-4 0-841,-6-1-2244,1-1 1,-1 0 0,2 1 0</inkml:trace>
  <inkml:trace contextRef="#ctx0" brushRef="#br0" timeOffset="168034">3966 18509 24575,'5'0'0,"-1"0"0,2 0 0,14 1 0,-1 1 0,1 0 0,2 0 0,8 2 0,-5-2 0,0 0 0,10 3 0,-6-2 0,-2 0 0,2 2 0,-6-3 0,-1 1 0,-4-1-1639,2 0 1,-2-1-1639,-1 1 3047,13 3-386,-4-5 616,3 1-68,-1 0 0,2-2 68,-4 0 0,0-1 0,0 1 0,0-1-305,-4 0 1,-2-1 304,4-3 0,1 3 0,-14-1 581,13-1-581,-13 2 135,18-1-135,9 2 0,-7 2 0,-9 0 0,-1 0 645,4 2-645,-4 0 0,1 0 0,13 1 0,-5 1 3276,-9-4 0,-11 0-3044,-3 0-232,3 0 0,-7 0 0,6 0 0,-4 0 0,3 0 0,-2 0 0,1 0 0,-2 0 0,0 0 0</inkml:trace>
  <inkml:trace contextRef="#ctx0" brushRef="#br0" timeOffset="171201">8307 18508 24575,'26'-2'0,"-15"1"0,21-2 0,-3 3 0,6-1-1639,0 1 1,1 1-1639,-1-2 2887,-10 1 0,8 1 0,3-1 1,-1 1-1,-6-1 127,4 1 0,1 0 263,-5-1 0,6 0 0,2 0 0,-2 0 0,-5 0 0,4 1 0,-2-1 0,-2 0 0,2 0 0,-5-1 0,8 0 0,4 1 0,-4 0-300,-22 0 300,10 0 0,2 0 0,3 0 0,-5-1 0,4-1 0,-1 0 0,2 1 0,1 0 1047,0-2 1,1 0-1,-3 0-1047,-7 1 0,-2 0 779,5-1 1,-3 0-780,-4 0 0,5 1 0,-13 6-3277,14 2 1588,-11 0 1689,7 1 0,-16-7 0,1 1 0</inkml:trace>
  <inkml:trace contextRef="#ctx0" brushRef="#br0" timeOffset="171936">9409 18463 24575,'11'1'0,"8"-1"0,2 2-1639,5-1 1,0-1-1639,0 0 1638,-3 1 1,4 0 1008,4 0 0,-1-1 630,-10 0 0,0 1 673,4-1 1,3 0 0,-2 1-674,0 0 0,-2-1-782,3 1 782,-6-1 0,-1 1 0,8-1 0,5 1 0,-3 0 0,0-1 0,-3 0 0,-2 1 0,0-1 0,1 0 0,3 0 0,5-1 0,-1 1 0,-5-1 97,-7 1 1,0 0-98,14-1 0,5 1 0,-7-1 0,-1-2 810,-11 1 0,1-1-810,11-2 0,-7 0 0,-19 4 916,3 1-916,-2 0 3276,8 0-2531,-8 1 0,0 0 0,-4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23:41.252"/>
    </inkml:context>
    <inkml:brush xml:id="br0">
      <inkml:brushProperty name="width" value="0.05292" units="cm"/>
      <inkml:brushProperty name="height" value="0.05292" units="cm"/>
      <inkml:brushProperty name="color" value="#FF0000"/>
    </inkml:brush>
  </inkml:definitions>
  <inkml:trace contextRef="#ctx0" brushRef="#br0">14677 4959 24575,'26'2'0,"-1"0"0,-2 0 0,-2-1 0,-2-2 0,0 0 0,1 1 0,2 0 0,12-4 0,3-1 0,-1 1 0,1-1-1093,-1-1 1,3-1 0,-4 1-547,-3 1 1,1-1 1248,-7 2 0,5-1 0,1 0 1,0 0-1,-5 1 656,0 1 0,-3 0 0,2 0-266,4-1 0,4 0 0,1 0 0,-2 1 0,-6 0 0,3-1 0,-2 2 0,1 0 0,1 1 0,-7 0 0,-10 1 0,12 0 0</inkml:trace>
  <inkml:trace contextRef="#ctx0" brushRef="#br0" timeOffset="1349">18195 5144 24575,'33'-9'0,"4"-1"0,-14 2 0,3-1 0,-1-1-1093,0 3 1,-1-1 0,0 0-547,7-3 1,1-1 545,-1 1 1,0 0 0,-5 2-642,-5 0 2764,10-4 1,1-1-1031,-7 1 0,-5 3 0,0 1 0,-12 6 819,0 1 0,-3 1 0,-4 1 0</inkml:trace>
  <inkml:trace contextRef="#ctx0" brushRef="#br0" timeOffset="2229">22531 5250 24575,'29'-1'0,"0"0"0,0 0 0,-3 0 0,-1 0 0,4-2 0,-1-1 0,4-1 0,1-1 0,0-1 0,-3 2-1093,7-3 1,-2 1 0,1 0 436,-8 1 1,1 0-1,1-1 1,0 1 0,2-1 108,1 0 1,3-1 0,1 0 0,-1 0 0,-3 1 0,-5 1-1093,7-3 1,0 0 1576,-8 4 1,4-2 0,2 0 0,2 0-1,-1 0 1,-2 0 40,0 0 0,-1-1 0,-1 0 0,1 1 0,2-1 21,-1 1 0,1 1 0,1-1 0,0 0 0,1 0 0,1 0-150,-2 0 1,2-1 0,0 0 0,1 0-1,-1 0 1,-1 1 0,-2 0 149,5 1 0,0-1 0,-2 2 0,-2-1 0,-3 1 483,0-1 0,-2 0 1,-5 2-1,8 3 0,-31-1 1</inkml:trace>
  <inkml:trace contextRef="#ctx0" brushRef="#br0" timeOffset="6499">30431 6220 24575,'12'0'0,"2"-1"0,8-5 0,5-14 0,3-6-1639,-10 11 1,1-5 1513,-3 0 0,4-4 1,2-4-1,0-2 0,1-1 0,-2 0-285,-4 5 0,0-2 1,0-1-1,0-1 1,-1 0-1,1 1 0,-1 0 1,0 1 187,0 1 0,0 0 0,0 1 0,-1 0 0,1 0 0,0-2 0,0-1 222,0-2 0,2-3 0,0-2 0,1-1 0,-1 1 0,-1 1 0,-2 2 0,-2 4 0,-3 5-373,3-9 1,-1 1 372,-1 3 0,3-7 0,0-1 0,-1 5 0,-4 8-3277,1-1 3240,0-2 1,0 1 782,1 11-746,-6 6 0,9-8 0,-14 15 0,2-3 0</inkml:trace>
  <inkml:trace contextRef="#ctx0" brushRef="#br0" timeOffset="8014">16487 6084 24575,'6'-3'0,"-1"-3"0,4 3 0,-2-5 0,6-6 0,5-6 0,-6 5 0,4-4 0,1 0 0,-5 4 0,11-11 0,2-1 0,-8 6 0,0 2 0,4-4 0,-4 3 0,3-1 0,-3 2 0,4-3 0,1 3-1639,4 0 1,-1 3-1,-5-1 1,1 1 1561,5 0 0,3 0 1,-7 4 76,-3 2 0,1 0 0,5-3 0,-3 4 0,12-1 0,-16 4 0,0 0 0,12-2 0,-21 5 0,11 0 0,2-4 0,-1 5 0,6-7 0,-12 6 0,-4-1 0,-4 2 0</inkml:trace>
  <inkml:trace contextRef="#ctx0" brushRef="#br0" timeOffset="13359">10180 7867 24575,'30'8'0,"-11"-5"0,15 3 0,-16-4 0,8 0 0,3 0 0,-3 0 0,-2 0 0,0-1 0,0 1 0,5-1 0,-3-1 0,-10 0 0,6 1 0,3 0 0,-5-1 0,-1 0 0,16 1 0,-7-1 0,2 0 0,-4 0 0,0 0 0,-3 0 0,2 0 0,2-1 0,3 0 0,-2-1 0,-1 1 0,0 0 0,0-1 0,2-1 0,-3 2 0,-3 0 0,-1 0 0,5 0 0,-5 0 0,-14 1 0,21 0 0,-16 0 0,11 0 0,8 3 0,-15-2-1639,8 0 1,-2 1-1639,-13-2 2152,19 0 1,1 0 1124,-17 0-701,11 0 1,-1 0 700,-13 0 0,9 0 0,-14 0 3276,10-2-1462,-1 2 842,10-3-2656,-3 3 0,-6-2 0,-3 2 0,-9 0 0,1 0 0</inkml:trace>
  <inkml:trace contextRef="#ctx0" brushRef="#br0" timeOffset="21181">18896 5589 24575,'-8'24'0,"0"0"0,1-5 0,0 0 0,-1 1 0,-2 1 0,-3 4 0,0-1 0,1 5 0,-4 1 0,2-2 0,6-12-1639,-3 8 1,-1-1-1639,5-8 3162,-1 3 0,1-1 115,2-2 0,0 2 0,3-5 0,2-9 0,0 0 0,0-2 0</inkml:trace>
  <inkml:trace contextRef="#ctx0" brushRef="#br0" timeOffset="25312">26771 5190 24575,'12'14'0,"-4"-4"-1639,7 9 1,1 0-1639,-7-6 2184,7 7 1,4 6 0,-4-6-2185,-6-3 4025,8 6 0,3 3-748,-7-5 0,-2-2 0,9 7-980,-7-4 1,1 3 0,-2-4 979,0-4 309,-2 6 0,2 7 0,-2-6-309,0-2 957,-1 4 1,2 7 0,0-1-958,0 2 0,1-1 0,-3-1 0,1 1 0,-1-2 159,0-3 1,-1 0-160,-2 5 0,-1-3 0,-3-9 0,1 11 819,0-16 0,-4-13 0,2 0 0</inkml:trace>
  <inkml:trace contextRef="#ctx0" brushRef="#br0" timeOffset="25711">27076 6154 24575,'25'-8'0,"1"0"0,5-1-1639,-4 2 1,-2 0-1639,-13 2 1638,8 0 1,-1 0 1144,-11 1 2412,19-3-1918,-20 5 0,7-1 0,-12 2 3276,5-1-571,-5-1-2111,3 0 1,-3 1 0,-1 1-1</inkml:trace>
  <inkml:trace contextRef="#ctx0" brushRef="#br0" timeOffset="26297">27081 6211 24575,'16'7'0,"10"5"0,-19-8 0,11 7 0,-1 0 0,-9-6 0,9 8 0,1 2 0,-7-4 0,2 4 0,0 0 0,-1-2 0,6 14 0,-10-20 0,2 7 0,-3-12 0,-2-7 0,15-9 0,-13 4 0,7-6 0,1-2 0,-7-8 0,6-5-1639,-12 7 1,-2 3-1639,-2 9 2568,-5-11 0,-1-1 709,-2 10 0,-3-6 0,-2-2 0,-2 0 0,-1 3 0,8 9 0,11 7 3276,0 3-357,5-2-1142,-3 2-1777,6 5 0,-7-4 0,2 3 0</inkml:trace>
  <inkml:trace contextRef="#ctx0" brushRef="#br0" timeOffset="27014">27556 5362 24575,'10'0'0,"17"-3"0,-15 1 0,21-4 0,1-1-3277,-19 3 1638,9-2 1,2 0 671,9-3 967,-14 2-1639,9-3 1,-1-1 622,-12 3 1016,4-4 0,-1-3 0,-5-13 3211,2 6-3211,-13-1 0,-3 2 0,-1 15 0,-3-15 0</inkml:trace>
  <inkml:trace contextRef="#ctx0" brushRef="#br0" timeOffset="27331">27761 4875 24575,'6'22'0,"0"0"0,0 2 0,-1 0 0,0 10 0,0-1-754,-2-11 1,1 1 753,1 9 0,0 4 0,-1-2 0,1 2 0,-1-1-1639,1-1 1,1-2-1,-3-4 1,0-1 268,0-7 0,0-3 1370,3 6 0,0 5 0,-1-1 0,-1-15 0,4 13 0,-7-21 0,3 0 0,-3-3 0,0-1 0</inkml:trace>
  <inkml:trace contextRef="#ctx0" brushRef="#br0" timeOffset="27749">28252 5163 24575,'0'6'0,"0"10"0,-4 3 0,0 0 0,0 2 0,-5 8 0,2-6 0,1-2 0,0-6 0,-3 13 0,7-21 0,-2 6 0,4-10 0,5-10 0,-3 6 0,5-7 0</inkml:trace>
  <inkml:trace contextRef="#ctx0" brushRef="#br0" timeOffset="28063">28090 5252 24575,'-3'27'0,"0"0"0,-2 4 0,9-2 0,2-3 0,-1-12-1639,9 12 1,1 0-1639,-7-15 1638,9 8 1,1 0 1622,-7-12-1112,13 1 0,0-1 1128,-10-5-1388,15-5 1,-2-3 1387,-18 0 2775,22-6-2775,-10-10 0,-7 11 0,4-12 0,-1-5 0,-4-3 0,-4 12 0,-1 2 0,-2-2 0</inkml:trace>
  <inkml:trace contextRef="#ctx0" brushRef="#br0" timeOffset="28468">28493 5079 24575,'-8'12'0,"3"-2"0,0 8 0,8-1 0,0-3-3277,16 9 0,-12-19 3162,13 6 0,3 0 115,2-3 0,11 4 0,-9-3 0,-19-6 0,7 10 0,-7-1 0,-1-1 0,-3 10 0,-5-13 0,-7 9 0,3-10 3276,-9 1 0,3-3-3044,-1-2-232,-2-1 0,9-1 0,-2 0 0</inkml:trace>
  <inkml:trace contextRef="#ctx0" brushRef="#br0" timeOffset="28780">28674 5006 24575,'17'0'0,"-8"-1"0,20-4 0,-20 1-3277,23-10 0,-24 10 0,10-7 3505,2-1-228,-7 2 932,4-3 0,0-3-932,-6-1 0,-1-1 0,9-11 0,-8 3 0,-9 20 0</inkml:trace>
  <inkml:trace contextRef="#ctx0" brushRef="#br0" timeOffset="29116">28785 4472 24575,'4'28'0,"0"-1"0,0 1 0,0-7 0,-1 2 0,1 8 0,0 8 0,-1 0 0,1-7-1639,-2-8 1,1 2 1477,-1 1 0,1 8 0,0 4 0,0 1 0,0-5 0,-1-7-1478,0 0 1,0-2 963,0 1 0,0 4 0,0 0 0,0-2 675,-1-1 0,1-2 0,0-1 793,0 4 0,0 0-793,0 1 0,1 3 0,-2-5 0,2 9 0,-3-25 0,-1-12 364,-3-3 1,3 1-1,-1-1 1</inkml:trace>
  <inkml:trace contextRef="#ctx0" brushRef="#br0" timeOffset="30965">29479 3722 24575,'19'30'0,"-2"1"0,0 1 0,-10-15 0,1 1-1093,5 12 1,3 6 0,-4-6-2185,-5-5 2184,2 1 1,3 6 0,-3-8-114,-5-7 1896,4 7 0,0-1-690,-6-14 0,3 4 0,-4-1 0,4 8 0,3 11 0,0 1 0,-1-5 0,-1-4 0,-1 1 0,2 4 0,2 5 0,0 3 0,0 3 0,-2-10 0,0 1 0,0 2 0,0 1 0,1 2 0,-1 0 0,1 1 0,0 0-198,-2-3 1,2 1-1,-1 1 1,0 1-1,1 0 1,-1 1-1,1-1 1,-1 1-1,1 0 1,-1 0-1,1-1 198,0 0 0,-1 0 0,1 1 0,0-1 0,-1 1 0,1-1 0,0 1 0,0-2 0,-1 1 0,1-1 0,-1 0-114,1 1 0,-1 0 0,1 1 0,0-1 0,0 0 0,-1-1 1,0-2-1,0-1 0,-2-3 0,0-4 114,2 18 0,-2-7 0,0-7 0,1 0 0,-5-1 0,0-2 3276,1-12-3165,-1 10 0,0-21 0,0 1 1</inkml:trace>
  <inkml:trace contextRef="#ctx0" brushRef="#br0" timeOffset="31963">30330 3539 24575,'9'31'0,"1"0"0,0-1 0,-2-4 0,-1-1 0,1 0 0,2 8 0,0 2 0,-2-7 0,-1 1 0,-1-5 0,-2-4 0,2 9 0,2 8 0,-2-9 0,-4-12 0,2 7 0,3 7 0,-3-8 0,-2-11 0,3 14 0,-1-7-820,-4-21 1,2 14 0,-3-18 0</inkml:trace>
  <inkml:trace contextRef="#ctx0" brushRef="#br0" timeOffset="32512">30387 3461 24575,'20'-8'0,"1"-2"0,8 1 0,-1 4 0,5 2 0,3 0 0,-1 1 0,-4-1-1093,-4-3 1,-3 1 0,5 0 637,-1 3 0,7 1 0,3-1 0,1 2 0,-3 0 0,-5 0 0,-8 0 455,8 2 0,-4 2 0,9 2 0,-1 1 0,-10-1 0,-6 2 944,7 3 0,-7 4-944,-30 20 0,5-11 0,-12 5 0,-3 0 0,3-7 0,-1-3 0,-4 4 0,-1-3-1093,2-3 1,0-2 0,0 0 607,-8 7 1,1 0 484,6-6 0,0-1 0,5-3 0,6-5 0,-5 5 0,17-10 2433,14 2-2433,11-2 0,5-2 0,-10 2 0,3 0 0,5 0 0,5-1 0,-3 1 0,-3 2 0,-3 0 0,0-1 0,-1 0 0,12 3 3276,-29-6-165,19-7-3111,-11-1 0,3-3 0,0-1 0,-7 2 0,4-5 0</inkml:trace>
  <inkml:trace contextRef="#ctx0" brushRef="#br0" timeOffset="32880">31356 3195 24575,'27'0'0,"-1"0"0,-18 1 0,12 13 0,-15-8 0,12 14 0,2 4 0,-3 6 0,-3-10 0,-2 0 0,-6 0 0,-4-3 0,-9 1 0,12-5 0,-9-6 0,13-10 0</inkml:trace>
  <inkml:trace contextRef="#ctx0" brushRef="#br0" timeOffset="33510">30698 4497 24575,'3'16'0,"0"2"0,0 1 0,1 3-1639,0 8 1,-1 0-1639,-1-11 1638,1 7 1,0 0 882,-2-12 1742,1 6 1,0 2-987,-2 3 0,3-1 0,-1-37 0,-1-18 0,1-3 0,-2 7 0</inkml:trace>
  <inkml:trace contextRef="#ctx0" brushRef="#br0" timeOffset="33957">30720 4449 24575,'18'29'0,"-7"-14"0,8 7 0,2 0 0,-3-9 0,-2 1 0,2-2 0,14-4-3277,-17-3 1978,9-2 2337,-9-13-1038,4-15 0,-2 3 0,-6 1 0,-2-1 0,-5 4 0,1-3 0,0 0 0,1 3 0,-2-2 0,0 1 0,-1 8 0,1-9 0,2 29 0,1 11 0,0 1-1639,0 7 1,-2 0-697,-3-14 2335,1 4 0,1 1 704,0 10-704,-2-10 0,1 8 0,-1 0 0,-1-1 0,-1 4 0,0-17 0,0-11 0,0-1 0</inkml:trace>
  <inkml:trace contextRef="#ctx0" brushRef="#br0" timeOffset="34328">31285 4350 24575,'11'29'0,"-3"-5"0,0 1 0,1-3 0,1 1 0,-2 1 0,0 0 0,6 11 0,-9-15 0,-3-9 0,-1 2 0,1-2 0,-11-15 0,6 4 0,-6-8 0,8 7 0</inkml:trace>
  <inkml:trace contextRef="#ctx0" brushRef="#br0" timeOffset="34792">31409 4286 24575,'15'28'0,"-6"-10"0,-1 0 0,4 1 0,4 7 0,3-12 0,-7-5 0,5-5 0,-14-1 0,4-1 0,-7-1 0</inkml:trace>
  <inkml:trace contextRef="#ctx0" brushRef="#br0" timeOffset="35445">31623 4188 24575,'4'2'0,"9"15"0,-9-9 0,11 16 0,-5 1 0,-2-6-1639,-1 6 1,0-1-1639,-3-9 1638,1 5 1,0-2-1639,-4-12 5064,3 10-1787,-3-13 0,-5-4 0,2-18 0,-3 10 0,2-11 0</inkml:trace>
  <inkml:trace contextRef="#ctx0" brushRef="#br0" timeOffset="35949">31728 4262 24575,'22'-6'0,"-6"4"0,2-3 0,-11 5 0,11-1 0,-13 1 0,8-2 0,-8 4 0,1 4 0,-3-4 0,-2 4 0</inkml:trace>
  <inkml:trace contextRef="#ctx0" brushRef="#br0" timeOffset="36214">31757 4426 24575,'8'7'0,"8"3"0,-11-8 0,15 5 0,-14-6 0,16 0 0,-15-1-3277,19-4 0,-19 3 0,22-17 1787,-23 13 744,11-19 746,-15 18 0,-5-11 0,-4 10 0,0-1 0,2 3 0</inkml:trace>
  <inkml:trace contextRef="#ctx0" brushRef="#br0" timeOffset="36465">31729 4183 24575,'8'0'0,"-2"0"0,9-3 0,16-9 0,-2 1 0,2-2 0,0-2 0,-4 0 0,5-2 0,-37 13 0,0 4 0,-6 2 0</inkml:trace>
  <inkml:trace contextRef="#ctx0" brushRef="#br0" timeOffset="37514">31702 5213 24575,'6'18'0,"-2"7"-3277,0-7 153,-1 5 3124,-3 5 0,2-14-558,-4 13 0,1-1 558,0-14 1570,-2 22-1570,6-40-1639,4-9 1,1-4 101,0-3 1537,-1 0 0,2-2-239,0 0 1,-1 1 238,-1-1 518,1-1 1,1-5 0,-1 5-519,0-8 0,-3 12 0,0 2 0,-1 8 0,1 23 3276,-2-2-1203,9 8 1203,-8-11-2219,10 3-1057,13-6 0,-5-5 0,4-6 0,1-3 0,-9-2 0,0-2 0,4-1 0,-2 0 0,5-5 0,-14 12 0,-5 17 0,5 21 0,-5-10 0,1 2-467,0 2 0,0 3 467,-1-3 0,1 1 0,-1-1 0,-1-3 0,1 0 0,3 13 0,1-3 0,0-7 0,4-12 0,-3-12 0,-3-10 0,1 1 0,-7 9 0,1-3 0</inkml:trace>
  <inkml:trace contextRef="#ctx0" brushRef="#br0" timeOffset="37864">32310 5081 24575,'6'20'0,"0"0"0,-2 3 0,-2 1 0,2-1 0,-1 2 0,-3 6 0,-3 0 0,0 5 0,0-14 0,0-3 0,-1 1-1639,7-38 1,1-8-1639,0 8 3219,3-7 1,2-11-1,1-1 1,-2 8 57,-3 9 0,1 1-547,3-13 1,2-5 0,-4 8 0,-2 9 0,-1 3 0</inkml:trace>
  <inkml:trace contextRef="#ctx0" brushRef="#br0" timeOffset="38081">32460 4936 24575,'9'21'0,"-1"1"0,-2-2-1639,4 1 1,-1-2-1639,-6-11 0,6 4 4466,0 2-1189,-3-8-2759,11 21 2759,-11-21-169,10 20 169,-13-21 0,5 14 0,-7-13 79,0 12-79,-8-11 0,3 3 0,-3-7 0</inkml:trace>
  <inkml:trace contextRef="#ctx0" brushRef="#br0" timeOffset="38314">32384 5203 24575,'28'0'0,"-11"-2"0,15 2 0,3 0 0,-4-1 0,-4-1 0,5-1 0,-2 0 0,-6 0 0,-1-1 0,5-2 0,-3-1 0,-2-1 0,-21-2 0,-6 3 0,1 0 0,0 3 0</inkml:trace>
  <inkml:trace contextRef="#ctx0" brushRef="#br0" timeOffset="38567">32696 4962 24575,'20'30'0,"-1"-4"0,-7-7 0,5 6 0,-6-7 0,-2 0 0,0 1 0,-3 8 0,3 4 0,-6-2 0,-9-11 0,5-7 0,-5-3 0</inkml:trace>
  <inkml:trace contextRef="#ctx0" brushRef="#br0" timeOffset="38916">32754 4863 24575,'28'-9'0,"-8"3"0,-1 2 0,-5 5 0,23 2 0,-27 1 0,9 11 0,-16-1 0,-2-1 0,-3 0 0,-7-1 0,-12 4-1870,8-4 1870,-10 2-716,4-6 716,5-4 0,-11 7 0,16-10 0,2-11 0,5 5 0,2-9 0,0 13 0</inkml:trace>
  <inkml:trace contextRef="#ctx0" brushRef="#br0" timeOffset="39250">33068 4866 24575,'1'20'0,"0"0"0,0 9 0,-1-3 0,2-8 0,2 10 0,-1-1-3277,-2-14 1885,6 17 2449,-4-5-1057,4-5-3277,1 2 966,-3-14 2311,2-34 0,-5 6 0,0-1 2416,2-13-2416,-2 5 0,-1 4 0,-1 18 0,-2-14 0</inkml:trace>
  <inkml:trace contextRef="#ctx0" brushRef="#br0" timeOffset="39450">33120 4825 24575,'12'3'0,"5"1"0,-1 0 0,-2-1-3277,8-2 0,-16-1 2789,9-1 1,-12 0 0,1 0 0</inkml:trace>
  <inkml:trace contextRef="#ctx0" brushRef="#br0" timeOffset="39701">33156 5066 24575,'20'-8'0,"4"-4"0,-18 8 0,14-7 0,-11 6 0,4 0 0,-3 3 0,-5 6 0,-2 11 0,-2-5 0,-5 10 0,2-15 0,-1 0 0</inkml:trace>
  <inkml:trace contextRef="#ctx0" brushRef="#br0" timeOffset="39902">33135 5239 24575,'15'-12'0,"0"-1"0,0 1 0,6-3 0,-2 1 0,-11 9 0,13-6 0,-17 11 0,6 4 0,2 6 0,-1 0 0,-1-1 0,-7-5 0</inkml:trace>
  <inkml:trace contextRef="#ctx0" brushRef="#br0" timeOffset="84854">5891 16688 24575,'10'0'0,"5"0"0,-3 0 0,9 2 0,-2-2 0,-4 1 0,7-1 0,-13 0 0,10 2 0,-9-1 0,8 1 0,-8 1 0,5-3 0,-4 2 0,4-2 0,-1 0 0,9 0 0,-8 0 0,12 0 0,-9 0 0,-4 0 0,5 0 0,-10 1 0,9-1 0,-7 2 0,11-2 0,-1 0 0,11 0 0,-12 0 0,9 0 0,-23 0 0,15 0 0,-9 0 0,7 0 0,5 0 0,-8 0 0,16 0 0,-8 0 0,3 0 0,-2 0 0,-12 0 0,-2 0 0,-3 0 0,-4 0 0,10 0 0,2 0 0,1 0-3277,20 0 0,-27 0 3047,19 0 230,-11 0 0,17 0 0,-9 0 0,-5 0 0,-3 0 0,-9 0 0,4 0 0,-8 0 3276,3 0 0,0 0-3044,11 0-232,-4 0 0,6 0 0,-8 0 0,0 0 0,-8 0 0,10 0 0,-3 0 0,16 0 0,-12 0 0,9 0 0,-19 0 0,1 0 0</inkml:trace>
  <inkml:trace contextRef="#ctx0" brushRef="#br0" timeOffset="86964">11216 16685 24575,'27'-3'0,"0"1"0,4 0 0,-3-1 0,3-1 0,-3 2 0,0-1 0,-1 0 0,1 0 0,-1 0 0,1 1 0,-6 1 0,-2-1 0,7 0 0,0 1 0,-12-1 0,4 1 0,3 0 0,12 0 0,-11 1 0,8 0 0,0 0 0,-12 0-1093,6 0 1,7 1 0,-6 0-2185,-4-1 3200,6 0 0,6 0 1,-8 0-1352,-10 0 1428,11 0 0,3-1-1639,-3 0 1,-2 0 851,3 0-119,0 1 0,5-1 1,-8 1 905,-9 0 123,9 0 1,8 0 0,-7 0-124,-5 0-495,6 0 0,8 0 0,-7 0 495,-5 0 0,7-1 0,7 1 0,-6 1 1896,2 2-1896,-3-3 0,5 0 0,-5 0 0,2 3 0,0-3 0,5-2 0,-4 1 0,-12 1 0,0 0 0,11-1 0,5 0 0,-6 1 0,0 0 0,-5-1 0,5 1 0,-8-1 3105,-8 1-3105,9-1 0,6 0 0,-5 0 0,-1 0 0,-2 1 0,5-2 0,0 1-297,11-1 0,-1 1 297,-10 0 0,0-1 0,8 1 0,-1-1 1638,-11 2 0,0 0-1287,14 0 1,0 0-1707,-10 0 1,-2 0 1354,3 1 0,-4-2 0,-6 0 0,-3-1 3276,10 1-1573,-14-1-1267,0 2-436,-4 0 0,-5 0 0,1 0 0</inkml:trace>
  <inkml:trace contextRef="#ctx0" brushRef="#br0" timeOffset="88860">5657 16139 24575,'7'10'0,"0"-1"0,-3-3 0,2 8 0,6 11 0,-3-2 0,1-2 0,-1-1 0,-1-3-1639,-1 8 1,0-1-1639,-3-12 1328,4 23 3668,-4-6-1719,0-5 0,-1 0 0,1 12 0,1-4 0,0-5 0,-2-16 0,5 24 0,-4-26 0,0 8 0,-1-15 0,-1 4 0,-1-6 0</inkml:trace>
  <inkml:trace contextRef="#ctx0" brushRef="#br0" timeOffset="91445">5717 16147 24575,'20'0'0,"14"4"0,-27-3 0,17 4 0,3 0 0,-5-2 0,3 0 0,5 0 0,-4 0 0,2-1 0,2 0 0,7-1 0,-7 0-732,1-1 732,0 0 0,8 1 0,-8-1 0,-5 0 0,9 0 0,8 0 0,-10 0-3161,-13 0 3161,3 0 0,6 0 0,-2 0 0,2-1 0,1 1 0,0-1 0,3 2 0,2-1 0,3-1 0,-7 0 0,3 0 0,1-1 0,1 1 0,-1-1 0,0 1 0,-2 0-656,2 0 1,-2 1-1,0 0 1,1 0 0,3-1 552,-2-1 1,4 0-1,3 0 1,0-1-1,-1 0 1,-2 1-1,-5 0 1,-7 0 102,7 0 0,-2-1 0,-4 1 0,7-1 0,4 0 0,1 0 0,0 0 0,-2-1 0,-6 1-820,0 0 1,-5-1 0,1 1 0,1-1 646,0 1 1,2 0 0,1 0 0,0 0 0,-1 0 172,1-1 0,-1 0 0,1 0 0,-1 0 0,0 0-653,2 0 0,0 1 0,-2 0 0,1-1 653,-4 1 0,-1-1 0,1 0 0,3 0-188,2 1 0,5 0 0,2-1 0,-1 1 0,-3 0 0,-6 0 188,5-3 0,2 0-39,-12 3 1,6 0-1,3 0 1,2 0 0,1 0-1,1 0 1,-1-1-1,-2 1 39,-1-1 0,-1 1 0,0-1 0,0 0 0,0 0 0,0 0 0,-1 0 0,0 0 0,2 0 0,-1 1 0,0-1 0,0 1 0,1 0 0,0-1 0,3 0 0,-6 0 0,3 1 0,0-1 0,1 0 0,1-1 0,1 1 0,-1 0 0,-1 0 0,-1 0 0,-1 0 0,-1 0 0,4 0 0,-2 0 0,-1 0 0,0 0 0,-1 1 0,0-1 0,1 0 0,1 0 0,0 0 0,-1 0 0,1 0 0,0 0 0,1 0 0,1 0 0,-2 1 0,2-1 0,2 0 0,0 0 0,-1 1 0,0-1 0,-4 1 0,-2 0 0,-5 1 0,5 0 0,-6 0 0,4 0 0,1-1 0,3 0 0,2-1 0,-1 0 0,-2 1 0,5 1 0,-1-1 0,2 0 0,-7 0 0,2 0 0,1-1 0,2 0 0,-2 0 0,0 1 0,-1 0 0,0 0 0,-1 1 0,2-1 0,3 0 0,-5 0 0,5-1 0,2 0 0,1 1 0,1-1 0,-2 0 0,-3 0 0,-4 1 0,-4 1 0,1-1 0,-6 2 0,6-1-24,-2 0 1,7 0 0,3 0 0,4 0 0,0 0 0,-1 0 0,-2 0 0,-5 0 0,-6 1 23,3 0 0,-6 0 0,5 0 28,-1 0 1,4 0-1,5 0 1,2 0-1,2 0 1,0 0-1,-1 0 1,-3 0-1,-2 0-28,0 0 0,-1 1 0,-2-1 0,0 0 0,0 1 0,0-1 0,1 0 0,1 0 0,0 0 0,-1 0 0,-1 0 0,-1 1 0,10-1 0,-2 0 0,-2 1 0,-5 0 0,1 0 0,-1-1 547,-2 1 0,3-1 0,1 0-547,-5 1 0,1 0 0,0 0 0,0 0 0,3 0 0,0 0 0,1 0 0,-4 0 0,1 0 0,1 0 0,-1 0 0,3 0 0,0 0 0,0 0 0,-2 0 0,0 0 0,-2 0 0,4 0 0,-3 0 0,5 0 0,2 0 0,0 0 0,-5 0 0,-6 0 814,-2 0 0,0 0-814,3 0 0,8 0 0,4 0 0,0 0 0,-4 0 0,-8 0 0,-5 0 0,-1 0 0,11 0 0,8 0 0,0 0 0,-10 0 0,2 0 0,-3 0 0,7 0 0,-7 0 3276,-3 0-3110,-4 1 1,6-1-1,-1 1-166,9-2 0,-2 0 258,-8 2 0,2-1-258,3 0 0,6-1 0,-1 0 0,-10 0 3276,0 1-3049,1-1 1,10 2 0,4-1 0,-2 0 0,-8 0-335,-5 0 1,0 0 106,-2 1 0,6 0 0,3-1 0,1 1 0,0 1 0,-4-1-820,6 2 1,-2 0 0,-2 0 0,0 0 132,4-1 0,-1 0 0,2 1 687,-4 0 0,4 1 0,1-1 0,-5 1 0,-7-2-224,8-1 224,-11 0 0,7 0 0,4 0 0,-1 0 0,-3 0 0,-1-1 0,-3 0 0,1 0 0,0 0-84,1 0 1,0 0-1,0 0 1,2 0 83,1 1 0,2-1 0,1 1 0,-4 0 0,-5-1 0,-5 1 0,1-1 0,5 2 0,7 0 0,2 0 0,-2 1 0,-8-1 0,-7 0 0,0 0 0,10 1 0,10 1 0,4 1 0,-3-1 0,-8-1 0,-8 0 0,0 0 0,7 0 0,8 3 0,4-1 0,-4 0 0,-10-2-1278,-8-1 0,-2-1 1278,10 3 0,5 1 0,0 0 0,1-2 0,0 1 0,1-1 425,-3-1 1,2 0 0,0-1 0,3 1-426,-6 0 0,2 0 0,2 0 0,0 0 0,0 0 0,0 1 0,-3-1 0,1 0 0,1 1 0,0-1 0,-2 0 0,0 0 0,-4 0-418,5-1 0,-3 0 0,-1-1 0,6 2 418,-7 0 0,5 1 0,3 0 0,1 1 0,0-1 0,0 1 0,-4-1 0,-4 0 0,-5-1-566,8 0 1,1-1 565,-9 1 0,6 1 0,6-1 0,3 2 0,3-1 0,0 1 0,0-1 0,-2 0 0,-3 0 0,-5 0 0,-7-1 0,6 1 0,-8-2 0,7 2 0,-3-1 0,5 1 0,5 0 0,4 0 0,0 1 0,1 0 0,-2-1 0,-4 0 0,-4 0 0,-7-1 0,12 1 0,-1 0 0,-10-1 0,8 1 0,3 0 0,3 0 0,-1 1 0,-3-1 0,-6-1 0,-7 0 0,-2-1 0,-1 0 0,7 1 0,10 0 0,4 1 0,1 0 0,-6-1 0,-9 0 0,-6-2 0,-2 1 0,6 0 0,6 1 0,3 1 0,0-1 0,-3 0 0,4 0 0,-2 0 0,0 0 0,0 0 0,1 1 0,3 0 0,-9-1 0,4 0 0,2 0 0,-1 0 0,-3-1 0,-6 1 411,3 1 0,-1-1-411,5 1 0,9-1 0,2 1 0,-4-1 0,-9 0 0,-10-1 0,-2 1 0,15 1 0,6 0 0,-8 0 1661,-1-1-1661,1 4 2902,-9 1-2902,-1 0 0,1 0 2301,1 3-2301,1-2 0,5 0 0,5 0 0,1 1 0,-7-2 0,1-1 0,-1 1 0,3 0 0,0 0 0,-4 0 621,-3-1 1,-2 2-622,3 3 0,-8 3 0,-23 3 0,-7 3 0,-1 0 0,-2 2 0,1-1 187,-5 2 0,0 1-187,3 2 0,0 3 0,4-5 0,2-3 0,-1 12 0,0 0 0,4-12 0,1 6 0,0 0 3276,-1-7-2901,1 2 1,-1 1-376,-9 5 0,-1 4 0,-8-9 0,7-14 0,1-1-753,-6 0 753,6-1 0,-3 1 0,-3-2 0,-3 1 0,0 1 0,-2 2 0,-1 0 0,4-1 0,0-1 0,-2 1-1093,-6 2 1,-2 2 0,4-1-146,6-3 1,-2 1 1237,3-2 0,-4 1 0,-3 0 0,-2-1 0,-2 0 0,3-2 0,-2-1 0,-2-1 0,-2 0 0,1 0 0,0 0 0,1 0 0,3 1-547,1 0 1,3 1 0,2 0 0,-2-1 0,-2 1 0,-5-2 468,8-1 1,-2 0 0,-3-1 0,-2 0 0,-2 0 0,-1 0 0,-1 0-1,0-1 1,0 1 0,1-1 0,1 0 0,2 0 0,1 0 0,4 0 0,2 0-418,-9-1 1,6 1 0,3-1 0,-1 0-1,-3-1 1,-7 1 494,14 0 0,-4 0 0,-1 0 0,-3 1 0,-1-1 0,-2-1 0,-1 1 0,-1 0 0,-1 0 0,-1 0 0,0 0 0,-1 0 0,1 0 0,0 0 0,0 0 0,0 0 0,2 0 0,1 0 0,1 0 0,1 0-114,-3 0 1,0 0-1,1 0 1,0 0-1,1 0 1,1 0-1,-1 0 1,1 0-1,0 0 1,-1 0-1,1-1 1,0 1-1,-1 0 1,1 0-1,-2 0 114,3 0 0,-1 0 0,0-1 0,0 1 0,0 0 0,0 0 0,0-1 0,0 1 0,-1 0 0,1-1 0,0 1 0,0 0 0,0 0 0,-1-1 0,1 1 0,0 0-12,-1 0 0,-1 0 0,-1 0 1,-1 0-1,0 0 0,-1 0 1,1 0-1,1 0 0,0 0 0,1 0 1,1 0-1,2 0 0,2 0 1,3 0-1,1 0 0,4 0 12,-15 0 0,8 0 0,1 0 0,-7 0 0,10 0 0,-3 1 0,-3 0 0,-3 0 0,-1 0 0,-1 0 0,-1 1 0,1-1 0,1 0 0,1 1 0,2-1 0,3 0 0,-7 0 0,4 1 0,0-1 0,2 1 0,0-1 0,-1 1 0,-1-1 0,1 1 0,1 0 0,-1 0 0,0 0 0,0 0 0,-1 0 0,-1-1 0,-1 1 0,3-1 0,-2 0 0,-2 0 0,-1 0 0,-1-1 0,1 1 0,1 0 0,3-1 0,2 0 0,4 1 0,4-1 85,-5 0 1,7 0 0,-8 0-86,6 0 0,-6 0 0,-4-1 0,-3 1 0,-3 0 0,-1 0 0,-1-1 0,1 1 0,2 0 0,3-1 0,3 1 0,6 0 0,-9 0 0,7-1 0,0 1 0,-8 0 0,12 0 0,-4-1 0,-4 1 0,-2-1 0,-3 1 0,-1-1 0,-1 1 0,-1-1 0,0 0 0,1 1 0,2-1 0,1 1 0,3-1 0,3 1 0,3 0 0,-13-1 0,8 1 0,1 0 0,-1 0 0,-7-1 0,11 1 0,-5 0 0,-3 0 0,-3 0 0,-1 0 0,-2 0 0,1-1 0,1 1 0,1 0 0,3 0 0,4 0 0,3 0 0,5 0 0,-9 0 0,8 0 0,-5 1 0,1-1 0,-5 0 0,-2 0 0,-1 1 0,2-1 0,2 1-65,-4 1 1,1 0 0,2 0 0,3-1 64,4 0 0,3 0 0,-5-1 0,0 1 0,-7 0 0,-4 0 0,-1 1 0,2-1 0,4 0 0,8-1 0,-6 1 0,1-2 0,4 1 0,-8 0 0,-4 0 0,-1 0 0,1 0 0,6 0 0,9 0 0,2 0 0,1 0 171,-4 0 0,-6 0 1,-3 0-1,-1-1 1,2 0-172,3-1 0,0-1 0,1 1 0,-2-1 0,-1 0 0,2 0 0,-3 0 0,-1 0 0,0 0 0,0 0 0,0 0 0,2 1 113,1-1 0,1 0 1,0 0-1,1 1 1,-3-1-1,-2 1-113,6 0 0,-4 0 0,-2 0 0,-1 0 0,0 0 0,0 0 0,2 0 0,3 0 0,3 1 0,5 0 0,-6 1 0,7 0 0,-6 0 0,3-1 0,-6 1 0,-4-1 0,-2 1 0,-1 0 0,1-1 0,2 1 0,5 0 0,6-1 0,-2 1 0,6 0 0,-5 0 0,-1 0 0,-6 1 0,-3-1 0,-2 0 0,3 1 0,3-1 0,7 0 0,-3 0 0,1 1 0,2-1 0,-7 1 0,-3-1 0,0 1 0,4 0 0,7-1 0,0 1 0,0-1 0,-6 0 0,-8 1 0,-3 0 0,4 0 0,9-1 586,-5 1-586,10-1 0,-7 1 0,-2-1 0,3 1 0,-4-1 0,2 0 0,-2 0 0,3 0 0,0 0 0,-2 0 0,1 0 0,-1 0 0,-1 0 0,0 0 0,1 0 0,0 0 0,0 0 0,1 0 0,4 0 0,-2 0 0,-1 0 0,4-1 0,-3 1 0,0 0 0,4-1 0,4 1 0,-1 0 0,-9-1 0,-6-2 0,-2 1 0,2 0 0,7 1 0,1 1 0,1-1 0,0 0 0,-2 0 0,0-1 0,0 0 0,-2 0 0,2 2 0,-1-1 0,-2 1 0,0 0 0,2 0 0,2 0-269,-1 0 0,3 1 0,0-1 0,-1 0 269,-6 0 0,-1 1 0,-1-1 0,1 0-156,-1 0 1,-1 0 0,3 0 0,4 0 155,4-1 0,0 1-142,-8 0 0,-3 0 0,9-1 142,10-1 1011,-6 2 0,-1 0-1011,-7-3 0,3 3 0,-8-1 0,2 1 0,10 0 0,-6-1 0,-1 2 1579,2 0-1579,13-2 0,-2 1 0,-11 1 0,-4 0 0,5 0 0,-5-2 0,6 1 0,-10 0 0,-4 1 0,3-1 0,9 1-475,9-1 0,0 0 475,-5 0 0,-8 0 0,-5 0 0,-3 0 0,2 0 0,5 0 0,7 0 0,-2 0 0,0 0 0,4-1 0,-8 1 0,-2-1 0,1 1 0,4-1 0,9 1 3276,-7-1-3243,-6-1 0,3-1-33,23 0 1903,-22-5-1903,7 2 0,2 1 1127,0-3-1127,-1 3 0,-2 2 0,-7 0 0,-1 1 563,0 1 0,-1 1-563,4-1 0,-1-1 0,3 2 0,2-1 0,4 2 0,5 0 0,12-1 0,3-1 0,-1 0 0,4 0 0</inkml:trace>
  <inkml:trace contextRef="#ctx0" brushRef="#br0" timeOffset="92214">6838 16720 24575,'5'2'0,"4"-2"0,-5-10 0,2 3 0,-9-12 0,2 14 0,-3-3 0</inkml:trace>
  <inkml:trace contextRef="#ctx0" brushRef="#br0" timeOffset="93640">12698 16770 24575,'-17'-2'0,"2"2"0,-2-2 0,-3 5 0,6-1 0,-5 3 0,9-1 0,2 0 0,9-1 0,15 0 0,12-7 0,0 3 0,3-7 0,-19 5 0,-2-2 0,-41-6 0,16 7 0,-8-2 0,-3 2 0,4 3 0,1 2 0,-8-1 0,4 0 0,5 3 0,17 0-3277,17 7 0,-1-5 2053,18 0 1,2 0 1223,-12-5 0,4 1 0,6 0 0,-5 0 0,0-1 0,3 1 0,-4-2 0,-16-2 0,-14 1 0,-6-1 0,-10 2 0,-1 2 0,7 1 0,-18 1 2217,4 4-2217,8-3 0,-3 2 0,19-5 0,8 1 0,-8 9 0,-3 2 0,0 0 0,2-5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26:03.042"/>
    </inkml:context>
    <inkml:brush xml:id="br0">
      <inkml:brushProperty name="width" value="0.05292" units="cm"/>
      <inkml:brushProperty name="height" value="0.05292" units="cm"/>
      <inkml:brushProperty name="color" value="#FF0000"/>
    </inkml:brush>
  </inkml:definitions>
  <inkml:trace contextRef="#ctx0" brushRef="#br0">2772 7692 24575,'-33'-1'0,"0"0"0,2 1 0,1 0-1039,7 0 1,1 0 1038,0 1 0,-1 1 0,-5 1 0,1 0 0,7-1 0,0 1 0,-11 0 0,-3 2 0,4-1 0,-2 0 0,-1 0 0,-6 0 0,7 0-3277,3-1 3033,6 0 1,-5-1-1,3 1 244,3 1 0,2 0 617,0-1 0,0 1-617,-15 3 0,3 1 0,9-1 0,-1-2 0,4 1 0,12-2 859,-17 12-859,18-8 3276,-8 11-2680,9-12-596,-4 9 0,8-11 120,-4 6-120,4-1-3277,-2 8 0,2-6 3047,-1 8 230,3-5 0,0 0 0,7 22-1639,3-12 1,1 1 378,2 8 1260,0-9 0,-1-2 3276,-2-6-2646,3 3 1,0 0-1561,0 1 930,-1-2 0,2 1 0,6 6 0,-4-8 0,0 0 1638,-4-3 0,1 0-736,4 0 0,1 1-902,1-1 0,1-1 0,-3-2 0,1 1 0,10 4 0,4 2 0,-4-5 0,4 0 0,-5-2-1638,-6-3 0,0-1 1638,6 3 0,3 2 0,1-2 0,-2-4 0,0-1 0,1 0-308,-1 0 0,1 1 0,2 1 0,3-1 308,-5-2 0,3 0 0,2 0 0,2-1 0,0 1 0,-1 0 0,-3-1 0,-3 0-820,8 2 1,-4 0 0,-1-1 0,2 0 628,-4-2 1,3 1 0,0-1 0,-1 1 0,-2-2 0,-4 0 190,8-2 0,-1 0-635,-1 1 0,5 1 0,0-1 0,-3 1 635,-5-2 0,-3 0 0,3 0 39,4 1 0,4 0 0,-1 0 0,-4 0-39,-6-1 0,-3 0 0,0 0 0,10-1 0,3-2 0,-6 1 0,4-1 0,-1 0 0,-5 0-558,-5 0 0,-1-1 558,2 0 0,1-1 0,-2 0 0,2-1 0,-2-1 1047,-3 0 1,0 0-1048,7-5 0,4-2 0,-5 2 0,4-4 0,-5 2 0,6-4 0,-6 3 0,-3 0 0,-3 3 0,3-3 0,-2 2 0,-4 2 0,-2 1 0,8-8 0,-2 1 0,4 0 0,-11 4 0,0 0 3276,-2-2-2961,6-4-315,2-8 0,-7 14-1113,0-6 0,-2 1 1113,-4 8 0,2-5 0,2-1 3276,7-13-3079,-8 12 1,1-1-198,5-10 0,0 0 0,-1-2 0,-6 9 0,-1 4 0,-6 11-3277,2-21 3054,-4 21 331,-1-13-108,-2 7 3276,-5 1-2015,-6-17-1261,5 19 0,-7-15 0,1 9 0,-4-2 0,-3 1 0,0 0 0,-2-1 0,-4 3 0,-7-3 0,6 3 3276,1-2-3168,4 6 0,-5-1 1,3 1-109,5 2 0,-1 2-1093,-7-1 1,-3 0 0,2 1-135,3 0 1,-1 0 1226,-3-1 0,-3 1 0,2 1-1054,6 2 0,1 0 0,0 0 1054,-4-1 0,-2-1 0,-4 0-464,4 1 0,-4 1 0,-4-1 0,2 1 0,1 0 0,6 0 464,0-2 0,4 1 0,-6 0 0,3 1 0,-5 1 0,-6 0 0,-2 0 0,0 0 0,1 0 0,3 1 0,5-1 0,8 1 20,-5-1 1,2 1-21,-3 0 0,-9 0 0,-4 0 0,1 1 0,7-1 0,11 1 0,2 0 1242,2 3 1,1 0-1243,6-2 3065,0 8-3065,7-2 0,-11 13 0,9-12-1200,-8 8 1,-1-1 1199,11-10 173,-8 7 0,-1 0-173,2-1 0,2-3 0,0 0 0</inkml:trace>
  <inkml:trace contextRef="#ctx0" brushRef="#br0" timeOffset="868">4557 7671 24575,'3'-5'0,"6"-4"-3277,15-11 0,-11 9 1638,6-7 1,0-2 2417,-1-2-779,0 1 0,4-5 0,-3 4-315,-6 8 1,0 0 314,3-5 0,3-1 0,-1-1 0,3-5 0,1 1 0,-4 6 0,1-1 0,1-2 0,3-3 0,2-4 0,0 1 0,-4 4 0,3-2 0,0 1 0,-1 1 0,3-5 0,-1 2 0,-6 7 0,-3 3 0,1-2 0,4-4 0,-1 1-1639,3-2 1,-2 2 1488,-9 8 0,3-1 150,5-3 0,6-5 0,3-1 0,-2 1 0,-4 6 662,-4 4 0,2 1-662,2-3 0,7-4 0,4-3 0,2-1 0,0 1 0,-2 2 0,-5 4-593,-2 3 0,-3 3 0,1 0 0,4-1 593,-4 0 0,4-1 0,2-1 0,3-1 0,0-1 0,1 1 0,-1 0 0,0 0 0,-3 2 0,-3 1-224,8-1 0,-5 1 1,0 2-1,1-1 1,4-1 223,-8 2 0,3 0 0,2-1 0,0 0 0,2 0 0,0 0 0,-1 0 0,0 0 0,-2 2 0,-2 0 0,7-2 0,-3 2 0,-1 0 0,0 1 0,1-1 0,3 0 0,-5 0 0,2 1 0,1-2 0,1 1 0,0 0 0,0 0 0,-1 0 0,-2 1 0,-2 0-131,3 0 0,-3 1 1,0 1-1,-2-1 1,1 1-1,0-1 131,7-1 0,1-1 0,-1 0 0,-1 1 0,-2 1 40,-4 1 1,0 2-1,-3-1 1,-2 1-41,3-2 0,0 1 350,5 1 1,3 0 0,-6 0-351,3 0 0,2 5 0,-3 1 0,-10-1 0,2 3 0,4 2 0,-5-1 0,-4-3 1018,9 4 1,3 1-1019,-1-2 0,-1 0 0,-1 1 0,-1 0 278,3-1 1,-2 0-279,4 1 0,-24-7 3276,0 0-2550,-1 0 2550,-2 1-568,-2 2-2572,1 1-136,1-1 0,-1-2 0,-1-1 0</inkml:trace>
  <inkml:trace contextRef="#ctx0" brushRef="#br0" timeOffset="1717">8213 6076 24575,'-8'17'0,"0"6"0,-2-2 0,-1 5 0,3 0 0,2-5 0,0 13 0,4-20 0,1 2 0,2-14 0,2-5 0,3-11 0,-1 0 0,5-17 0,-5 15 0,0-13 0,-3 3 0,-2 6 0,0-11 0,0 11 0,1 7 0,1 4 0,4 9 0,17 12 0,-1-5 0,-3 1 0,1-1 0,4 1 0,10 3 0,-16-6 0,4 1 0,-9-5 0,-6-1 0,1 2 0,-8-2 0,-4 6 0,1-4 0,-4 7 0,-6 1 0,-2 2 0,-13 11 0,7-8 0,3-2 0,0 0 0,1-2 0,-3 5 0,13-12 0,4 1 0,3-4 0,2 0 0,4 0 0,-4 0 0,2 0 0</inkml:trace>
  <inkml:trace contextRef="#ctx0" brushRef="#br0" timeOffset="2971">14182 7731 24575,'-9'8'0,"-7"7"0,6-8 0,-9 12 0,11-13-3277,-13 17 0,14-14 1328,-5 9 3244,4 1-1295,2-2 0,-3 14 0,6-10 0,0 1 0,1-2 0,1 1 0,-1 1 0,1 1 0,1 4 0,2-1 0,3 2 0,-1-2 0,2-2 3276,3 3-1638,1-5 0,4 1-1627,3-2 0,1-1-76,-1-1 1,1-1 64,8 2 0,-1-3 0,2-4 0,4 0 0,1-2-2142,-10-3 2142,2 0 0,3 0 0,7-1 0,-3-1-3277,2 3 2661,1-2 1,4 1 615,-3 0 0,1 1-429,-4-2 1,1-1 0,0 0 428,0 1 0,-1 0 0,-1-1 0,-2-1 0,-1 0 0,-5-2 0,-2-2 0,-12-5 0,-2-9 0,-2 0 1436,-1-19-1436,3 7 0,2-1 0,-3-1 0,1 1 1638,1-1 0,0 0-996,-1-8 0,-1 4 84,-4 13-726,2-5 0,-1-3-1639,-4 4 1,-2 1-1214,4 1 2852,-5-6 0,-2 0 0,-4 3 0,-7 1 0,0-1 0,3-2 0,1 11 0,1 0 0</inkml:trace>
  <inkml:trace contextRef="#ctx0" brushRef="#br0" timeOffset="3838">14305 7814 24575,'-22'-18'0,"5"6"0,-1 0 0,-9-7 0,4 4 0,-4-1 0,1 2-1639,4 1 1,-2-1 1008,-3 0 1,-6-3 0,0 0 0,5 2 629,3 4 0,-2-1 0,3 1 0,-7-2 0,-2-2 0,-3 0 0,2 1 0,3 1 0,6 2-1639,-7-1 1,1 0 1335,3 1 1,-4-2 0,-4-2 0,-1 1-1,1 0 1,4 1 302,-2 1 0,3 2 0,0 0 0,1-1-209,1 1 1,1 0 0,0 0 0,-4-2 208,4 3 0,-3-2 0,-2 0 0,-1 0 0,2 0 0,2 1 0,4 1 0,-3-1 0,5 2 0,-5-2 0,2 2 0,-5-1 0,-2-1 0,-1 0 0,1 1 0,3 0 0,5 1 0,-10-3 0,0 0 0,9 4 0,-5-1 0,-2 0 0,0 0 0,3 0 0,5 2 0,-2-2 0,-1 1 0,3 1 0,-7-1 0,-3-1 0,0 0 0,3 2 0,6 1-1249,-2 0 1,1 1 1248,0 0 0,-5-2 0,-3 0 0,0 1 0,2 0 0,-4 2 0,0-1 0,1 2 0,4-1 0,6 1 0,3 0 0,-5 0 0,-3-2 0,-7 1 0,-3-2 0,0 1 0,5 0 0,7 1 0,2-1 0,-1 0 0,2 2 0,-7-1 0,-5 0 0,-1-1 0,0 1 0,4 0 0,7 0 0,-2-1 0,6 1 0,-4-1 0,-6 1 0,-5 1 0,-3 0 0,5-1 0,8 1 566,6-2 1,3 0-567,-14 2 0,3 0 3232,12 0-3232,-11-1 3276,20 0-3111,0 1 3111,-2-1-943,-3 1-2333,3 1 0,-6-1 0,-1-1 0,-1 0 0,0 0 0,1-2 0,0 0-1639,-8 1 1,3-1-1069,12-2 2707,-14 1 0,24 4 0,-3 1 0,5 1 0</inkml:trace>
  <inkml:trace contextRef="#ctx0" brushRef="#br0" timeOffset="4536">9272 6178 24575,'8'3'0,"7"4"-3277,13 10 0,-11-6 0,14 7 2889,-11-4 388,-4-5 967,1 2 1,1 0-968,1 1 0,3-1 0,-1 2 0,-14-12 0,10 6 0,2 0 0,-3-4 0,7 4 0,1-1 0,-5-3 0,16 2 0,-27-8 0,5 1 3276,-16-11-2585,-1 2 1,1-1-1,0 5 1</inkml:trace>
  <inkml:trace contextRef="#ctx0" brushRef="#br0" timeOffset="4923">9672 6117 24575,'0'11'0,"-4"11"-3277,-9 7 0,6-8 0,-7 6 2599,4-11 0,0 1 678,-4 10-574,-2-2 1,-3 4-1,3-4 574,-1 3 0,2-6 0,-5 7 0,0-1 0,4-6-433,-5 7 433,4-4 0,-3 4 0,3-5 0,0 1 0,2-3 0,1-2 0,4-5 0,-8 12 1309,13-16-1309,1-2 3276,-1-1-2367,6-6-143,-2-4-766,8-5 0,-6 4 0,5-4 0</inkml:trace>
  <inkml:trace contextRef="#ctx0" brushRef="#br0" timeOffset="6429">9706 6208 24575,'-1'8'0,"-8"16"0,3-12 0,-8 14 0,5-4 0,-1 0 0,2-1 0,3-4 0,3-13 0,1 4 0,0-6 0,1 3 0,-2-2 0,10-14 0,-4 5 0,8-15 0,-4 4 0,-2 7 0,1-5 0,-5 11 0,1-2 0,0-2 0,2 0 0,1 1 0,0-1 0,-3 3 0,2-3 0,-5 3 0,1-7 0,-1 6 0,2-3 0,1 5 0,-1 0 0,1 3 0,-3-1 0</inkml:trace>
  <inkml:trace contextRef="#ctx0" brushRef="#br0" timeOffset="8297">5079 8123 24575,'6'18'0,"0"1"0,2 4 0,1-3 0,-6-16 0,13-1 0,1-8 0,2-2 0,2-2-3277,11-5 3275,-6 1 0,8-5 0,4-1 0,-3 1 0,-6 2-1637,-1 1 1,0-1 1366,-6 5 0,5-3 0,4-1 0,1 0 0,0-1 0,-2 1 0,-2 0-384,1 0 1,-3 0-1,0 0 1,1 0 0,0 0 538,0 1 0,1-1 0,0 1 0,1 0 0,0-1 0,2-1-216,-2 1 0,2 0 1,2-1-1,-1 0 1,1-1-1,-1 2 1,-2 0-1,-3 1 333,2-1 0,-2 2 0,-2-1 0,1 1 0,1 0-137,2-2 1,2 0-1,0 0 1,0 0-1,-4 1 1,-4 3 136,3-4 0,-3 1 315,7-5 0,-4 2 0,-15 8 0,-6 2 0</inkml:trace>
  <inkml:trace contextRef="#ctx0" brushRef="#br0" timeOffset="11290">5889 9308 24575,'8'-2'0,"3"-1"0,-7 1 0,9-4 0,-10 4 0,7-1 0,-7-1 0,2 3 0,-2-2 0,-1 3 0</inkml:trace>
  <inkml:trace contextRef="#ctx0" brushRef="#br0" timeOffset="11752">5956 10169 24575,'17'-1'0,"12"-5"0,-4 2 0,5-7 0,1 0 0,-2 2 0,-4 1 0,5-1 0,-5 1 0,0 3-656,0-1 1,-2 1-1,-15 4 1,-3-2 0</inkml:trace>
  <inkml:trace contextRef="#ctx0" brushRef="#br0" timeOffset="14758">1828 13797 24575,'2'6'0,"1"1"0,0 1 0,-1 3 0,5 5 0,-4-2-3277,8 15 0,-7-18 1240,6 19 2037,-9-25 0,4 14 0,-3 4 0,0-1 0,0 1 0,-1 0 0,0 1-808,1 4 1,-1 3 0,1-3 807,-2-5 0,1 0 0,0 7 0,1 4 0,-1-6 3276,1 4-2569,-1 5 0,1-2 495,-2-21-1202,2 22-3277,-2-16 1467,0-9 2959,0 18-1149,-2-23 0,2 11 0,-2-12 706,0 0-706,1 0 3276,-2 1-546,3 0-383,0 11-2347,-1-9-3277,0 25 0,0-21 3047,1 20-1139,0-10 1,0 0 1368,0-4 0,0 3 0,0 8 0,-1 7 0,1 1 0,0-6 0,-1 2 0,0-1 0,0-3 0,0 4 0,0-1 0,1-5 0,-1-4 0,0-2 0,-2 9 0,-1 0 0,1-5 0,0-1 0,0-3 0,0-1 0,0 2 0,0-3 0,1-9-3277,-1 20 2924,0-22 353,0 11 3276,1-7-2922,-1-2 2383,3 4-2737,-1-7 0,-1 4 0,2-5 0,-2 9 0,4-11 0,-2 3 0,2-7 0</inkml:trace>
  <inkml:trace contextRef="#ctx0" brushRef="#br0" timeOffset="28553">10853 16557 24575,'6'-1'0,"9"-1"0,-8 2 0,8 0 0,1-1 0,10-1 0,3-2 0,6 1 0,-11-2 0,4 3 0,0 0 0,-7-3 0,6 3 0,8-1 0,-8 1-2012,-10-1 2012,5 1 0,7-1 0,0 0-1093,0-1 1,1 0 0,-2 1-328,3 0 0,4 0 1420,-4 0 0,7-1 0,1 1 0,-2 0 0,-7 1-1297,-4 1 0,-1 0 1297,5 0 0,7-1 0,0 1 0,-4 0-348,5 1 0,-2 1 348,-6 1 0,1 0 0,0-1 0,1 0 0,0 0 0,-3 0 0,1 2 0,-3 0 0,-4-2 0,-2 1 0,-4 0-1171,3 0 0,-1-1 1171,-7-1 1638,7 0 0,1 0-1620,4 0-18,6 0 0,2-2 0,1 1 0,-9 0 0,4 0 0,7 0 0,-8 0 1666,-8 1-1666,11 0 0,3 0 0,-13 0 0,-2 0 0,9 0-1634,6 0 0,-2 0 1634,-15 0 0,6 0 0,1 0 3018,-2 0-3018,0 0-1639,1 0 1,-1 0 1155,-5 0 492,8 0 1,1 0-10,-10 0 1638,8 0 0,3-1-1372,-7 1 0,-1 0 195,13-2-461,1 2 0,-8 0 0,-5 0 0,9 0 0,1 0 0,-8 0 0,3 0 0,2 0-117,2 0 117,6 0-1639,-7 0 1,-1 0 993,2 0-513,4 0 0,-3-1 1158,-15 1 2775,22-2-2775,-18 2 0,-3 0-2252,21 0 2252,-26 0 0,15 0 2496,-3 0-2496,0 0 0,5 0 0,1 0 0,-3 0-701,12 0 1,0 0 700,-11 0 0,5 0 0,-2 0 0,-9 0 0,12 0 0,-22 0 0,7 0 450,-5 0-450,-4 0 0,16 0 0,-16 2 0,21-1 0,-23 1 0,14-1 1489,-8-1-1489,2 0 0,-2 0 3276,1 0-2015,0 2-1261,0-2 0,17 3 0,-14-3 3276,13 2 0,-20-2-3218,-2 0 0,-6 0 0,-2 0 0</inkml:trace>
  <inkml:trace contextRef="#ctx0" brushRef="#br0" timeOffset="29375">3516 16892 24575,'-18'21'0,"9"-10"-3277,-12 13 0,17-20 1328,-10 11 1949,0-4 0,6-3 0,-20 9 0,18-11 0,-14 4 0,16-7 1719,-1 0-1719,4-3 0,2 0 0,1 0 0</inkml:trace>
  <inkml:trace contextRef="#ctx0" brushRef="#br0" timeOffset="31402">3363 16903 24575,'-5'0'0,"1"0"0,1 2 0,-1 2 0,3 1 0,1-2 0,0 0 0,3-3 0,1 4 0,3-3 0,3 3 0,1 0 0,6 0 0,-6 1 0,5-3 0,-5 0 0,-3 0 0,4-1 0,-10-4 0,-1-3 0,-3 0 0,-5-5 0,-4 7 0,3-2 0,-5 4 0,4 1 0,-4 1 0,-7 0 0,9 0 0,-9 5 0,15-2 0,-8 4 0,10 2 0,-1-3 0,4 4 0,4 3 0,-1-5 0,4 7 0,1-9 0,-3-3 0,2 1 0,-1-2 0,5 0 0,1-1 0,0-2 0,-4-1 0,-3 0 0,-2-3 0,-2 1 0,-6-7 0,-3 2 0,-2 2 0,0 0 0,0 5 0,-4-1 0,7 1 0,-6 2 0,6 2 0,1-1 0,-2 4 0,6-3 0,-1 6 0,5-2 0,-1 4 0,2-5 0,3 4 0,1-5 0,-1 0 0,3-3 0,2-5 0,-2 2 0,8-10 0,-8 3 0,2-2 0,-6 5 0,-3 5 0,-2 1 0,-4 4 0,1 1 0,3 1 0,2 1 0,6-3 0,-5-2 0,0-2 0,-1-2 0,-2 0 0,0 1 0</inkml:trace>
  <inkml:trace contextRef="#ctx0" brushRef="#br0" timeOffset="39882">17952 8239 24575,'1'7'0,"2"5"0,2 5 0,0 4 0,-1-2 0,-2 12 0,-1 4 0,0-11 0,-1 1-1093,0 4 1,1 1 0,-1-1 977,-2-1 0,1-2 115,0-2 0,0-1 408,-1-2 0,-2 0-408,0 5 0,-1 0 0,0-5 0,-1-1-342,1 2 1,0-1 341,-3 3-3277,3-3 888,2-10 4119,0 3-1730,3-9 0,-2 7 0,4 12 526,-2-11-526,3 16 0,-3-12 0,2 8 0,-2-4 0,0 0 0,0 0-1639,0 8 1,0 0 378,0-13 1126,0 8 0,0 2 134,0-4 0,0-2 0,0-1 0,0 1 0,0 9 0,0 5 0,0-3 0,-1-3 0,0 0-660,1 5 0,0 4 1,0-3 659,0-3 0,1-1 0,0 1 0,0 1 0,1-3 0,-1-9 0,1 1 0,0 10 0,0 5 0,0-9 0,-2-7 0,2 11 0,-2 3 3276,-7 0-3220,0-3 0,0 1 1582,2-12 0,0 0-1138,-3 8 0,0-3-500,3-5 0,-4 8 219,5-10 1,1 1-220,1 3 0,-1-1 0,1 8 0,2 2 3276,1-15-2252,1 4-1024,-1-4 0,1-1 66,-2-3-66,-2 0 1099,-2 13-1099,-1 2 0,-2-2 0,3 8 0,2-17-1639,2 9 1,1 0-1639,2-6 3162,-1 5 0,0 1-529,7 3 644,-4 1-1639,1-8 1,0-2 592,0 0 616,5 8 430,-7-23 3276,2 6-2441,-4-5-223,-2 2-612,4 4 0,8 3 0,-4-7 0,3 0 0,-9-7 0</inkml:trace>
  <inkml:trace contextRef="#ctx0" brushRef="#br0" timeOffset="43908">25148 8165 24575,'-29'3'0,"8"-1"0,-6 1 0,10-2 0,-3 1 0,6-1 0,-10 4 0,14-3 0,-5 2 0,-5 5 0,10-5 0,-11 8 0,-2 4 0,-7 5-1393,4-3 1393,1 2 0,11-9 0,0 5-3277,-1 4 231,8-8 3046,4 0 0,1-3 0,1 0 0,-2 1 932,6 4-932,0-1 0,9 8 0,-3-5 0,3-3 0,2 1 0,11 7 0,1 4 1638,-7-12 0,2-1 1638,10 7-3044,-1-4-232,-5-3 0,-2-1 0,-4-5 0,8 5 0,3 0 0,-1-5 0,-2 0-1190,-6 1 0,-1-1 1190,5-1 0,1-1 0,-3-1 0,-1-1 0,10 0 0,-4 1 0,5 0 0,-2-1-1639,2-1 1,-2 0 278,0 1 1,0 0 1359,-5-1 0,-3-1 0,7 3 0,-5 0 0,0 0-917,10 1 917,-13 0 0,1-1 1471,9-1-1471,-12 0 0,2 0 0,7-1 0,1 0 0,-11 1 0,0-1 0,4-3 0,-2 0 0,-6-1 0,9 0 0,-1 0 0,-11 2 0,24-2-1820,-13 0 1820,-2 0-1498,4 1 0,-1 0 1498,-7 2 0,19-4 0,-24 2 0,3-2 3276,5-3-2667,-1-1-609,-4 1 0,3-6 0,-10 8 1969,10-9-1969,-8 5 0,10-4 0,-9 4 3276,8-4 0,-3-2-3044,0-1-232,-5-5 0,-7 8 0,-4-7 0,-2 9-3277,-1-11 0,1 12 3047,-6-17 230,3 16 0,-9-18 0,-7 5 0,1 0 0,2 10 0,0 2 0,-4-1 0,-9 1 0,-6 0-820,10 7 1,-2-1 0,-1 2 0,3-1 399,-1-2 0,3 0 0,-3 2 420,-3 0 0,-1 2 0,-2 0 0,2-1 827,-2 0 0,0 1 0,-2 0-827,6 1 0,-3 1 0,-1 0 0,1 0 0,2 0-772,1-1 1,1-1-1,0 1 1,0 0 771,-3 0 0,-3 1 0,4 0 0,5 1 0,-9 4 0,1-1 0,11 1 0,3 0 0,5-1 0,0 1 0</inkml:trace>
  <inkml:trace contextRef="#ctx0" brushRef="#br0" timeOffset="45463">25411 8859 24575,'-20'0'0,"-8"0"0,16 0 0,-15 0 0,-1 0 0,9 0 0,-10 1 0,0 0 0,9-1 0,-1 2 0,0 0 0,-4 0 0,-11 3 0,14-2 0,-3 0 0,9 0 0,-17 2 0,19-2 0,-15 2 0,15 2 0,-6 1 0,9 0 0,-7 5 0,-9 4-1106,10-5 1106,-10 3 0,16-6 0,2-5 0,-10 10 0,10-4 0,-4 0 0,9 0 0,1 2 0,0 4 0,-1-1 0,0 5 0,1-12 1106,1 8-1106,0-3 0,2-3 0,0 0 0,2 0 0,2 3 0,1 2 0,9 8 0,1-2-1639,-2-5 1,1 0-1639,2 4 3047,3 1-2294,-2-8 2524,-7-3-212,6 2 0,0 1 212,-4-4 0,19 11 0,-20-14 0,22 9 0,1-4 3276,-7 2-2804,5-2 2803,-6-2-3275,-2-2 0,1 0-777,9 4 777,-13-7 0,1 0 0,6-1 0,-8-1-1639,4-1 1,0-1-714,-10 2 2352,12-2 538,-5 0-538,0 0-1639,5 0 1,1 0 972,-3 1 364,1 0 1,5-1-1,-4 1 302,7 1 0,-3-1 0,6 0 0,-5-1 0,-10 1 0,0-1 0,9 0 0,4-1 0,-5 1 0,-3 0 0,4-3 0,1 0 2501,-7 2-2501,10-5-1396,-9 4 1,-1 0 1395,2-1 0,4-1 0,-1 0 0,-13 1 765,4 1 1,1 0-766,11-3-1086,-10 3 1,1-1 1085,-4 1 0,-1 0 0,18-4 2866,-24 2-2866,1 1 3276,2-5-2098,-10 5-1178,1-3 0,-5 3 3276,2-7 0,6-5-2793,-4 3-483,6-7 0,-6 9 0,3-3 0,2-8 0,-6 13 0,3-19 0,-7 19 0,-2-18 0,-1 16-3277,-13-19 0,11 19 3047,-11-12-253,2 10 483,-1-1-1639,-5 1 1,-1 0 538,4 3 124,-6-1 1,-7-3-1,6 4 976,5 2 1039,-12-4 1,-7-2-1040,12 6 0,-1 2 0,1-1-537,-6 0 0,-5-1 537,7 2 0,-7-2 0,-4 1 0,0-1 0,3 1 0,7 1 0,3 1 0,5 2 0,-5-2 0,-2 0 0,-6-1 0,-2-1 0,-1 0 0,1 1 0,5 2 0,-1 1 0,4 1 0,0 0 0,-1 0 535,-1-1 1,1-1 0,-1 0 0,-2 1-536,2 1 0,-3 1 0,1 0 0,2 0 0,5 0 0,0 0 0,2 0 0,-11 2 0,5 2-590,19 0 1,-1 0 0,6-1 0</inkml:trace>
  <inkml:trace contextRef="#ctx0" brushRef="#br0" timeOffset="46660">25299 9593 24575,'-22'0'0,"-5"0"0,-2 0-1639,-2 1 1,-1 1-1639,-4 0 2184,12 0 1,-4-1 0,3 1 1228,2 1 0,1 0-136,-5 0 0,-1-1 0,3 1 0,2 1 0,-6 1 0,-6 4 0,22-3 1859,-14 8-1859,21-8 0,-13 10 0,7-3 0,2 0 3276,0 2-654,9-8-2622,-3 11 0,5-8 1802,1 16-1802,3-13 0,6 17 0,-2-16 0,7 12 0,-1-10 0,0 0 0,8 7 0,-8-10-1639,5 2 1,-1 0-1639,-6-7 3162,3 3 0,1 0-973,10 1 1088,3 3-182,-8-7 0,4 2 1,0-1 181,-2-2 0,0-1 0,0 0-722,8 3 0,0 0 722,2-1 0,-1-2 0,-6-4 0,2 0 0,5 2 0,4 0 0,1 0 0,-5-2 0,2 0 0,-1-1 0,-2 1 89,3 0 1,-2 0-1,-1 0-89,-1 0 0,-1-2 0,-3 0 0,-5-1 0,-2-1 939,7 0-939,-3 0 0,4-1 0,-7 1-116,-7-1 116,8 0 0,2 1 0,-4 1 0,-4 1 0,4-1 0,-1 0 0,-3 1 0,2-1 0,1-1 0,-4 0 0,13-7 0,-16 7 1591,8-11-1591,-16 9 3276,6-11-452,-10 7-2824,3-10 0,-4 9 0,2-10 0,-5 9 0,-2-8 0,0 8-3277,-10-14 849,10 18 2428,-9-15 0,6 10 0,-1-3-3277,-11-11 2017,11 14 1260,-13-12-421,8 12 421,-3-2 1638,1 2 0,-4 1-1112,-7 0 0,-1 2-1508,7 1 0,1 0 982,-10 1 0,-3 1 0,-1 4 0,0 2 0,8-2 0,-4 0 0,-2 1 0,-7 0 0,-3 1 0,2-1 0,8 1 0,0-1 0,1 0 0,-2 1 0,-4 0 0,-1 1 0,5 0 0,-1 2 0,4 1 169,7 1 1,1-1-170,-14 3 0,3 0 0,13-2 0,4 3 0,15-9 0,1 3 0</inkml:trace>
  <inkml:trace contextRef="#ctx0" brushRef="#br0" timeOffset="47410">25151 10584 24575,'-7'-5'0,"1"1"0</inkml:trace>
  <inkml:trace contextRef="#ctx0" brushRef="#br0" timeOffset="48000">24765 8461 24575,'0'0'0</inkml:trace>
  <inkml:trace contextRef="#ctx0" brushRef="#br0" timeOffset="48452">24675 10302 24575,'-6'-16'0,"-2"-6"0,0-2 0,-1 1 0,2 3 0,-1 0 0</inkml:trace>
  <inkml:trace contextRef="#ctx0" brushRef="#br0" timeOffset="48846">24656 8452 24575,'0'0'0</inkml:trace>
  <inkml:trace contextRef="#ctx0" brushRef="#br0" timeOffset="49485">24642 10469 24575,'-1'-20'0,"0"0"0,1-5 0,0-2 0,-1-3 0,0-2 0,0 2-1639,0 5 1,0 0 1091,-1-11 1,1-3 0,-1 10 0,0 16 0,-1-17 0</inkml:trace>
  <inkml:trace contextRef="#ctx0" brushRef="#br0" timeOffset="51113">27234 7477 24575,'-17'-3'0,"-3"2"0,5-1 0,-6 2 0,2 0 0,-7 0 0,-6 2 0,7-2 0,-8 1 0,13 1 0,0-1 0,0 0-3222,-12 1 3222,29-2 754,-2 2-754,-5 4 0,-3 2 0,-4 4 0,-1 1-3277,-7 5 588,-3 2-198,4 3 2887,19-17 0,-12 10 0,11-4 0,-2 0 0,-7 20 0,5-6 0,1 1 0,7-2 0,2-18 3276,1 9-2015,2-4-1261,3-2 0,2 7 0,6-5 0,-3-2 0,13 2 0,-8-8 0,7 1 0,1-2 0,-3-2 0,-2 1 0,1 0 0,9-2 0,1 1 0,6 0 0,-4 0 0,2 0 0,-2 0 1638,-2-1 0,1 1-923,5-1 1,3 1 0,-9-1-716,-14-1 0,19 0 0,0 1-1114,-19 0 1114,6-1 0,1-1 0,-4-2 0,6-5-3277,8-2 1446,-15 2 1831,-3 0 0,-8 2 0,0-7 799,0 3-799,-1-9 0,-4 13-3277,-5-11 2017,2 12 1260,-23-21 0,18 22-1030,-13-9 1,0 0 1029,8 8-205,-13-4 0,-4-2 205,9 5 0,0 0 0,-6-1 0,2 1 0,-9-3 0,23 9 0,7 1 0</inkml:trace>
  <inkml:trace contextRef="#ctx0" brushRef="#br0" timeOffset="51967">27562 8186 24575,'-8'-3'0,"-4"-1"0,-22-4 0,14 2-899,-2 3 1,-3 0 898,3 2 0,0-1 0,0 0 0,-2 0 0,-3 1 0,-2 1 0,1-1 0,-5-1 0,2 0 0,2 2 0,0 0 0,3 0 0,3 0 0,5 0 0,-17 2 0,19-1 450,-13 4-450,17-2 0,-6 7 0,7-5 0,0 5 0,-5 0 0,1-1 0,-15 10 0,12-8 0,2 0 0,2 1 0,3-2 328,-6 6-328,12-7 0,0-3 0,2 13 0,13 6 0,-5-3 0,6-7 0,2-1 0,1-1 0,9-1 0,3 0 0,-9-4 0,1 0-1262,13 3 1,2-1 1261,-7-1 0,2-2 0,2-1 0,3-1 0,-2 0 0,3 0 0,-1-1 0,3 1 0,-4-2 0,-10-3 0</inkml:trace>
  <inkml:trace contextRef="#ctx0" brushRef="#br0" timeOffset="52686">28246 9214 24575,'8'-7'0,"8"-10"0,0-1 0,2-2 0,-2 1 0,1-1-1639,4-5 1,-2 2 818,1-2 1,-10 10 0,-7 10 0</inkml:trace>
  <inkml:trace contextRef="#ctx0" brushRef="#br0" timeOffset="54007">28352 9988 24575,'11'-1'0,"1"-5"0,10-4 0,-7 0-3277,7-6 0,-14 9 553,14-22 2724,-15 18 0,5-6 0,-1-1 0,-3 4-2491,9-13 2491,-12 15 0,6-5-125,-9 9 0,1 2 1,-2 1-1</inkml:trace>
  <inkml:trace contextRef="#ctx0" brushRef="#br0" timeOffset="57457">23980 9281 24575,'0'0'0</inkml:trace>
  <inkml:trace contextRef="#ctx0" brushRef="#br0" timeOffset="58005">23986 9883 24575,'0'0'0</inkml:trace>
  <inkml:trace contextRef="#ctx0" brushRef="#br0" timeOffset="69581">22146 14317 24575,'13'-2'0,"5"-2"0,-4 2 0,7-2 0,-8 3 0,6 0 0,-4 0 0,15 0 0,-6 1 0,-4 0 0,5 0 0,3 0 0,4 1 0,-3 0-979,-6-1 1,2 0 978,5 1 0,8 0 0,-2 0 0,-8-1 0,4 1 0,-6 0 0,8 0 0,3 1 0,0-1 0,-6 0-1233,5 0 0,2-1 1233,-8 1 0,5 0 0,2 0 0,2-1 0,-1 0 0,-4-1 0,2-1 0,-3-2 0,0 0 0,3 0 0,-1 0 0,3 0 0,-1-1 0,0 0 0,-5 1-1058,2-2 1,-4 0 0,-1 0 1057,-3 1 0,-1-1 0,-3 0 0,-3 1 0,-2-1 0,4-2 0,-1-1 0,2 0 0,-1-2 0,-4-3 0,-1 0 1361,0-2-1361,-3-3 0,-2 0 1835,0 5-1835,-3-3 0,0-1 0,0-4 0,0-5-1340,-1 3 0,-1 2 1340,-1 0 0,-1-2 0,0-1-1090,-2-2 1090,2-10 0,-3 16 0,-1 1 0,2-7-378,-3 4 1,0 1 377,-2-2-86,-2-12 86,0 17 0,-2-7 0,5 13 3276,-5-7-927,6 13-835,-2-4-1514,6 3 1216,3 3-1216,2-1 0,7 0 0,-6 2 587,6-4-587,2 1 0,-3 2 68,7-2-68,-12 5 0,-2 0 0,-4 1 0</inkml:trace>
  <inkml:trace contextRef="#ctx0" brushRef="#br0" timeOffset="70313">23904 13502 24575,'2'16'0,"0"2"0,3-4 0,1 5 0,-4-10 0,4 1 0,-5-7 0,3-2 0,-4 1 0,-2-6 0,-4 0 0,-2-7 0,-3-1 0,4 4 0,1 0 0,6 7 0,7-1 0,24-3 0,-1 0 0,6 0 0,-10 1 0,-19 10 0,-5 15 0,-7-2 0,-5 4 0,-2 0 0,-2 4 0,-4 1 0,10-10 0,2-6 0,2-1 0,-2 4 0,4-1 0,2-1 0,0-2 0,2-6 0</inkml:trace>
  <inkml:trace contextRef="#ctx0" brushRef="#br0" timeOffset="80179">23412 15247 24575,'18'0'0,"-10"0"0,24 1 0,-16 1 0,21 0 0,-21-1-3277,21-1 0,-28 0 0,18 0 4605,-16 0-1328,6 0 1719,-5 2-1719,5-2 0,-9 1 0,17 1 0,-12-2 0,11 2 0,1 0 0,-13-1 0,7 0 0,1 1 0,-6-1 0,9-1-574,-7 2 574,1-2 0,-5 0 0,-4 0 3276,12-2-53,-4-1-3223,-3 1 0,3-1 0,-1 2 859,6-2-859,-3 1 0,1-1 0,-14 1 0,4 2 0,-1-1 0,3 1 0,-3 0 0,5-2 0,-9 2 0,6-3 0,-4 3 0,1-3 0,2 3 0,-4-2 0,2 2 0,-3 0 0,-1 0 0,-2 0 0</inkml:trace>
  <inkml:trace contextRef="#ctx0" brushRef="#br0" timeOffset="82539">28629 15235 24575,'13'0'0,"1"0"0,0 0 0,-2 0 0,4 0 0,-6 0 0,-3 0 0,1 0 0,3 0 0,-1 0 0,6 0 0,-7 0-3277,12 0 0,-14 0 3047,10 0 230,-10 0 0,1 0 0,5 0 0,4 0 0,-1 0 0,5 0 0,-13 0-3277,16 0 2017,-18 0 1260,15 2 0,-10-1 0,2 1 0,13 1 0,-1-3 3276,-3 2-2015,-1-2 2015,-11 1 0,4-1-3044,-4 2-232,0-2 0,-3 0 0,3 0 0,-2 0 0,1 0 0,-6 0 0,0 0 0,-1 0 0</inkml:trace>
  <inkml:trace contextRef="#ctx0" brushRef="#br0" timeOffset="89063">23677 16292 24575,'10'30'0,"1"0"0,-4-10 0,2 10 0,3 8 0,-4-10 0,-3-13 0,3 10 0,3 9 0,-3-8 0,-3-10 0,1 7 0,2 6 0,-3-7 0,-4-9 0,3 8 0,-1 1 0,0-2 0,1 3 0,4 10 0,-2-13 0,2 2 0,-5-12 0,-2-7 0,-1-2 0</inkml:trace>
  <inkml:trace contextRef="#ctx0" brushRef="#br0" timeOffset="89944">23695 16362 24575,'18'-7'0,"16"-5"0,0 6 0,0-3 0,-14 5 0,-1 1 0,4-2 0,-1 0 0,-4 1 0,-5 3 0,-1 0 0,1 1 0,-3 0 0,-5 1 0,-1 2-3277,2 13 0,-4-8 3047,5 14 230,-2 1 0,-1-9 0,3 17 0,-5-3 0,1-2 0,-2-3 0,-1 1 0,0-5 0,0 0 0,0 1 0,0 0 0,0 7 0,0-1 0,0 4 0,1-7 0,0-2 0,-1-4 0,3 13 0,-3-21 3276,2 10 0,-2-13-3044,0 5-232,0-3 0,0 7 0,0-9 0,2 15 0,0-6 0,3 2 0,1 5 0,-2-16 0,1 7 0,-3-10 0,0-4 0,-2-2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28:31.082"/>
    </inkml:context>
    <inkml:brush xml:id="br0">
      <inkml:brushProperty name="width" value="0.05292" units="cm"/>
      <inkml:brushProperty name="height" value="0.05292" units="cm"/>
      <inkml:brushProperty name="color" value="#FF0000"/>
    </inkml:brush>
  </inkml:definitions>
  <inkml:trace contextRef="#ctx0" brushRef="#br0">1529 3923 24575,'17'0'0,"13"0"0,-21 0-1639,10 1 1,0-1-1639,-9 1 2302,13 1 1,5 0 974,-4 0 0,-1-1 0,-2 1 0,0 0 0,5-1 0,3 0 0,-7-1 1719,-4 0-1719,9 1 0,9-1 0,-5-1 0,1 0-245,-2 0 1,7 1-1,-2-1 245,-8-1 0,-1 1 0,-1-1 0,5 1 0,-1 0 0,1-1 0,0 1-1639,-6 0 1,-3 0 622,-2 1 58,5 0 1,6-1 0,-7 1 957,-10 0-567,14-1 0,7 1 0,-6-1 567,-10 1 953,15-1 1,5 1-954,-11-1 0,0 0 0,0 1 0,1 0 0,3 0 0,3-1 0,2-1 0,1 1 0,-4 0 0,-5 1 0,-1 0 0,1-1 0,8 1 0,3-1 0,-1 0 0,-10 0 2637,0 1-2637,3 0 0,10 0 0,2 0 0,-8 0 1231,-11 0 0,1 0-1231,1 0 0,6 0 0,3 0 0,-3 0 0,-5 0 0,-1 0 0,1 0 0,2 0 0,7 1 0,2-1 0,-3 0 0,-6 0 0,-6 1 0,1-1 0,6 0 0,8 0 0,5 1 0,0-1 0,-4 0 0,-9 0 0,-5 0 0,1 0 0,0 0 0,7 0 0,5 0 0,2 0 0,-2 0 0,-4 0 0,-8 0 0,2 0 0,0 0 0,-3 0 0,7 0 0,4 0 0,2 0 0,-2 0 0,-4 0 0,-5 0 0,4 0 0,0 0 0,1 0 0,8 0 0,1 0 0,-2 0 0,-8 0 0,-5 0 0,0 0 0,2 0 0,6 0 0,2 0 0,-3 0 0,-7 0 0,-7 0 0,1 0 0,6 0 0,9 1 0,5-1 0,0 0 0,-5 1 0,-7-1 0,-4 0 0,0 0 0,1 1 0,8 0 0,4 0 0,2 0 0,-3 0 0,-3-1 0,-9 1 0,-2-1 0,0 1 0,4 0 0,7-1 0,5 1 0,-1 1 0,-3-2 0,-9 1 0,-4-1 0,-1 0 0,9 1 0,8-1 0,-1 0 0,-8 1 0,5-1 0,-1 0 0,6 1 0,-5-1 0,-2 0 0,-8 1 0,4-1 0,0 1 0,6-1 0,0 0-259,-7 0 0,1 1 0,3-1 259,5 0 0,4 0 0,1 0 0,-5 0 1092,-4 1 0,-3-1 0,3 1-1081,2-1 0,3 0 0,-1 0 0,-6 0-11,-7 0 0,-1 0 0,12 0 0,4 1 0,-6-1 533,2 1-533,-3-1 0,5 1 0,-10-1 2320,-12 0-2320,18 0 0,6 0 0,-14 0 0,-1 0 0,2 0 0,0 0-1639,11 0 1,-2 0 1635,-9 1-1605,6-1 1,-3 1 1607,-10 0 0,18-1-3277,-11 0 3240,-11 0-1071,6 0 0,-1 0 1108,-9 0 517,13 0 0,2 0-517,-9 0 1147,9 0 1,-1 0-1148,-7 0 819,3 1 0,-14 0 0,-5 0 0</inkml:trace>
  <inkml:trace contextRef="#ctx0" brushRef="#br0" timeOffset="3948">7496 3918 24575,'8'4'0,"9"4"0,1 0-3277,-2-2 1638,2 3 1,3-1 856,4-4 0,0-1 1313,-7 0 1,2 1-532,5-2 0,4-1 0,3 1 0,0-1 0,-1 0 0,2-1 0,-1 1 0,0-1-334,-2 0 0,0 0 1,1-1-1,0 0 334,0 0 0,2-1 0,0-1 0,-2 1 0,-4 0 0,5 0 0,0 0 0,-3-1 0,5-1 0,1 0 0,-3 1-1093,1 0 1,-2 1 0,0 0 849,2 0 1,0 0-1,1 0 243,-5-1 0,3 1 0,-3 0 0,-4 1 763,-5 1 0,1 0-763,6-1 0,7 0 0,3 0 0,-2 0 0,-7 1-1378,-4 0 0,0-1 1378,2 1 0,5 0 0,1 0 0,-1-1 0,-1-2 0,1 1 0,-1-1 0,-2 1 143,-3 1 1,-2 0 0,5 0-144,1-1 0,5-1 0,2 0 0,2 0 0,-1-1 0,-4 1 0,6 1 0,-2-1 0,-1 1 0,-1-1 0,-3 0 0,-2 0 0,1 0 0,-1 0 0,3 0 0,0 0 0,-2 1 0,-8-1 3276,-1 0-3165,2 2 0,5 1 0,-3 0-111,-5-2 0,0 0 93,10 1 1,5 1 0,-1 0-94,-7-3 0,-1 0 0,-2 0 0,6 3 0,0-1 0,-4-1 0,0-2 0,-5 2 0,-2 1 0,8-1 0,0 0 0,-14 2 332,18-2-332,-26 2 0,7-2 0,-12 2 0,1 0 0</inkml:trace>
  <inkml:trace contextRef="#ctx0" brushRef="#br0" timeOffset="13047">20767 1292 24575,'0'26'0,"0"-7"0,0 13-1093,-1-5 1,1 5 0,-1-6-2185,1 2 2184,0 3 1,0 6 0,0-6 1823,1 2-731,0-8 0,0 7 0,0 0 0,-1-3 56,0 2 1,1 3-57,1-7 0,0 7 0,1 2 0,0 0 0,0-4 0,-1-6 0,0-1 0,0 0 0,0 0 0,2 6 0,1 4 0,0 2 0,0-1 0,-1-3 0,0-7-1025,0 9 0,0-1 1025,0-6 0,1 6 0,0 3 0,1 0 0,-2-3 0,1-6 0,-1 4 0,1-1 0,0-3 0,0 4 0,1-1 0,0-4 0,-1 0 0,0-3 0,1 6 0,-1-1-257,3 7 257,-8-27 337,3-3 0,-3-6 0,2-3 0</inkml:trace>
  <inkml:trace contextRef="#ctx0" brushRef="#br0" timeOffset="14262">20863 1484 24575,'6'-2'0,"4"-1"0,4 3 0,-1-3 0,17 0 0,-18 1 0,11 0 0,7-1 0,-2 1-1639,-3 0 1,3 1 1274,0-1 0,5 0 0,4 0 0,-1 0 0,-4 1-571,3-1 1,-3 0 0,6-1 934,-10 2 0,2-1 0,4 0 0,1 0 0,2 0 0,0-1 0,1 1 0,-1 0 0,-2 0-365,1 0 1,-1 1 0,1-1 0,0 0 0,-1 0 0,1 0 0,-1 1 0,1-1 0,-1 0 265,-2 0 0,1 1 0,-1-1 0,-1 0 0,1 0 1,0 1-1,1-1 0,0 0 0,0 1 99,1 0 0,1-1 0,2 1 0,-1 0 0,1-1 0,-1 1 0,-1 0 0,-1 0 0,-2 0 0,-3 0-558,8 0 1,-3 0 0,-3 1 0,0-1-1,0 0 558,-1 1 0,-1-1 0,0 1 0,0 0 0,2-1-193,4 0 1,2 0-1,0 1 1,-4-1-1,-5 0 193,-2 1 0,-1 0 185,0 0 1,5 0 0,2 0 0,0-1 0,-3 1-186,5-1 0,-2 0 0,0 1 0,1-1 0,-1 0 0,1 1 0,-1-1 0,-1 1 0,-4 1 2770,3-1-2770,2 3 0,-2 1 3276,-16-3-3269,4 2 0,0 1 3269,-1-1-781,-5 2-833,3 4-1662,-3 9 0,-7-4-1639,5 9 1,1 0-1407,-6-9 3045,3 5 0,-1 3 314,-1-3 0,-1 1-314,1 13 0,-1 1 0,3-8 0,0 1 0,-2 9 0,0 4 0,0-6-459,-1-15 0,0-1 459,2 7 0,0 5 0,1 0 0,-1-6 0,3 9 0,-1-7 0,4 5 0,-1 1 0,-2-8-1799,-1-1 1799,2 2 0,1 6 0,-1-3 0,-2-6 0,-1-1 0,3 6 0,-1 0 0,0-4 0,-2 0-497,0-1 0,-2-4 497,-5-12 537,0 12-537,-3-12-2233,-6 12 2233,2-11 3276,-5 6-2597,-8-3-3614,-17 0 2935,9 2 0,2-9 0,-6 0 0,-2-2 0,5 1-676,5-1 1,-1 0 675,0-1 0,-6 0 0,-3 0 0,-3 0 0,-2 0 0,0 1 0,1-1 0,3 1 0,-2 1 0,-1-1 0,-1 1 0,0 0 0,0 0 0,2-1 0,0 1 0,2-1 0,-5 0 0,3-1 0,0 0 0,1 1 0,-2-1 0,-2 1 0,3 1 0,-1-1 0,-2 1 0,-1 0 0,0 0 0,1 0 0,0 1 0,2-1 0,2-1-423,-2 2 1,1-1-1,2-1 1,1 1 0,-1 0-1,-1 0 423,0 0 0,-1-1 0,1 1 0,-1-1 0,-4 1 0,-2 0 0,11-1 0,-3 0 0,-3 1 0,-1 0 0,-1-1 0,-1 1 0,-1 0 0,0 0 0,1 0 0,1-1 0,1 1 0,2-1 0,3 1 0,2-1 0,-9 0 0,6 0 0,2 0 0,0 0 0,-3 0 0,-6 0-61,11-1 1,-2 1 0,-4 0 0,-2 0 0,-2-1 0,-1 1 0,-1 0 0,-1 0 0,1 0 0,-1 0 0,1 0 0,2-1 0,1 1-1,2 0 1,3 0 0,2 0 0,4 0 60,-12 0 0,8 1 0,2-1 0,-2 1 0,-7-1 0,9 1 0,-4-1 0,-3 1 0,-2-1 0,-2 1 0,-1-1 0,0 1 0,0 0 0,2 0 0,1 0 0,3 0 0,3 0 0,4-1 0,-13 3 0,6-1 0,3 1 0,-2-1 0,2 1 0,-3 0 0,2 1 0,2-2 0,5 0 1014,-4 0 1,10-1-1015,16 0 3034,0-2-3034,15-2 3276,-4 1-2015,29-1-1261,-7 2 0,4 0 0,0 0 0,4 0 0,0 0 0,-2 0 0,2 0 0,-7 0 0,0 0 0,-19 0 0</inkml:trace>
  <inkml:trace contextRef="#ctx0" brushRef="#br0" timeOffset="15251">24374 1470 24575,'-3'22'0,"3"-11"-1639,-2 10 1,1 0-1639,1-9 1638,0 16 1,0 2 702,1-8 936,1 12 0,1 2 0,1-6 0,1-4 0,1 5 0,-1-6 0,-1-1 0,2 8 0,3 8 0,-3-9 0,-2-11 0,3 9 0,1 7 0,-1-9 1991,-3-10-1991,5 15 0,1 1 0,-6-16 0,2 5 0,0 0 0,-2-6 0,1 1 3276,-5-10-755,2-14-2521,1-9 0,-3 5 0,3-4 0</inkml:trace>
  <inkml:trace contextRef="#ctx0" brushRef="#br0" timeOffset="16412">24403 1539 24575,'14'0'0,"6"-2"0,1 0 0,-2 0 0,6-2 0,8-1 0,1-2-820,0 2 1,3-1 0,0 0 0,-1-1-1,-7 2 1,-2 0 0,1 0 0,3 0 272,1 0 1,4-1 0,2 1 0,0 0 0,-3 0 0,-6 1 275,-3 1 1,-4 0 0,5 0 270,4 1 0,7 0 0,3-1 0,-1 1 0,-2-1 0,-8 1-968,6-1 0,-1 0 968,-6 1 0,6 1 0,1 0 0,1 0 0,-4 0 0,1 1 0,-2-1 0,-1 0 0,0 1-579,-4 0 0,-1 0 1,2 0-1,4 0 579,-3 0 0,3 0 0,3 0 0,2 1 0,2-1 0,1 0 0,-1 1 0,0-1 0,-1 1 0,-2-1 0,1 0 0,-1 1 0,0-1 0,-1 1 0,0-1 0,0 0 0,0 1 0,1-1 0,1 1 0,0-1 0,1 1 0,0-1 0,-1 1 0,0-1 0,-2 1 0,0-1 20,3 1 1,1-1 0,-2 1 0,-1-1 0,-4 1-1,-4-1-20,8 0 0,-5 0 943,-6-1 0,1-1 0,-1 0-943,2 1 0,0-1 0,-3 0 0,12-4 3276,-19 10-3012,-13 24-264,-1-7 0,0 8 0,0 0 3276,0-9-2374,0 3 1,-1 6-1,0-5-3835,1-4 2933,0 5 0,-1 2-119,1-1 1,-1-1 118,1-1 0,0 0 0,0 4 0,-1 1 0,1 0 0,-1-4 0,-1-10 0,-1 4 0,0 0 0,-1-5-3277,-6 18 1621,4-22 1656,-5 12 3276,-3-13-3031,-8 5-30,6-3-215,-8-3 0,0-2 0,1 0 0,-6-1 0,-2 0 0,-2 4-1639,-4-5 1,0-1 378,5 3 1260,-1-2 0,-8-1 0,5-1 3276,-3 1-3192,8 0 1,-6 0 0,-3 0-1,1 1-84,3-1 0,0 0 0,1-1 0,-1 1-504,1 0 1,1-1 0,-1 1 0,-2-1 503,4 1 0,-1 0 0,-1 0 0,-1 0 0,1 0 0,1-1-656,-5 1 1,0-1-1,1 0 1,1 0 0,1 0 583,2 1 0,2 0 0,0-1 1,-2 1 432,2-2 0,-1 1 0,-1-1 1,0 0-1,1 1-361,-5 0 0,1 1 0,0-1 0,0 1 0,1 0 0,1 0 0,-1 0 0,0 0 0,-3-1 0,-1 1 0,1-1 0,1 2 0,3 0 0,1 1 0,3-1 0,6-1 0,2-1 325,-10 3 0,0-1-325,3-4 0,1 3 0,-7-1 0,19 1-995,-7 1 1,0 0 994,9-2 1543,-9 4 0,0 0-1543,11-3-2158,-18 5 2158,21-6-605,-19 9 605,18-7 0,-17 6 0,19-8 3276,-4 0-2596,7-3-680,-19 2 0,-1-6 0,0 4 0,5-3 0</inkml:trace>
  <inkml:trace contextRef="#ctx0" brushRef="#br0" timeOffset="17146">21114 2010 24575,'23'0'0,"1"0"0,-5 0 0,0 0 0,8-1 0,0 0 0,-7 0 0,1 1 0,11-2 0,1 0 0,-12 2 0,1-1-1093,4-1 1,1 1 0,-3-1-890,3 2 343,-2-2 1,-1 0 657,-11 1 981,9 0 0,-20-1 0,-3-1 0,-1 0 0,-2 0 0,3 1 0</inkml:trace>
  <inkml:trace contextRef="#ctx0" brushRef="#br0" timeOffset="17563">21335 1757 24575,'1'9'0,"6"16"-1639,-2-2 1,0 2-1639,4 6 1638,-4-7 1,-2-1 462,-1 9 1176,1-9-896,-1 8 1,-1-1 895,2-14-1273,2 14 1,-1-3 1272,-1-18 2545,7 23-2545,4-11-1557,6 1 1557,-3 1 2345,7-8-2345,-20-13 3276,11 3-2356,0-3-920,-2-1-3277,23 6 2358,-25-6 919,8 2 0,-1-1 0,-13-1 0,10 0 0</inkml:trace>
  <inkml:trace contextRef="#ctx0" brushRef="#br0" timeOffset="18081">21706 2130 24575,'13'21'0,"0"-1"0,-2 0 0,-1-3 0,-1-1 0,0 2 0,-7-13 0,4 5 0,-6-10 0,3-2 0,-3-4 0,2-10 0,-4-11-800,2 8 800,-3-5-244,3 11 244,-2 3 0,5-11 0,7 6-3277,-3 3 1884,4 2 783,10 4 610,-10 3-1639,8 0 1,0 1 345,-8 2 1293,11 0-347,-2 1 347,-9 1 2922,13 1-2922,-17-1 0,1-1 0,-7-1 0</inkml:trace>
  <inkml:trace contextRef="#ctx0" brushRef="#br0" timeOffset="18818">22107 2066 24575,'-11'12'0,"0"1"0,4-3 0,0 0 0,3 0 0,-2 7 0,0-3 0,7 8 0,4-15 0,16 8 0,-4-11 0,18-3 0,0-12 0,-7 3 0,3-9 0,-20 13 0,5-12 0,-8 7 0,0-2 0,-5 2 0,-5 4 0,1 1 0,-1 3 0,0 4 0,5 7 0,1-1 0,3 10 0,0-9 0,10 12 0,-7-13 0,13 8 0,-11-10 0,17 3 0,-2-3 0,-1-1 0,-5-3 0,-14-3 0,-3-4 0,-2 3 0,-2-4 0</inkml:trace>
  <inkml:trace contextRef="#ctx0" brushRef="#br0" timeOffset="19132">22531 2083 24575,'13'21'0,"-6"-11"0,2 7 0,-3-5 0,-2-4 0,8 12 0,-10-12 0,8 9 0,-8-10 0,4 6 0,-4-7 0,-1-2 0,-6-17 0,3 8 0,-3-9 0</inkml:trace>
  <inkml:trace contextRef="#ctx0" brushRef="#br0" timeOffset="19304">22474 1972 24575,'4'3'0,"-2"0"0,0-1 0,2 0 0,8 4 0,-4-2 0,2 2 0,-9-4 0</inkml:trace>
  <inkml:trace contextRef="#ctx0" brushRef="#br0" timeOffset="20216">22848 1980 24575,'6'11'0,"6"13"0,-7-13 0,4 11 0,2 0 0,-4-8 0,0 3 0,1 0 0,-2-7 0,-2 5 0,-2-9 0,0 4 0,-2-6 0,0 3 0,0-3 0,-2 0 0,2-4 0,-3-13 0,3 7 0,-2-12 0,2 13 0,2-10 0,2-1 0,5-9 0,-1 6 0,4-3 0,-2 10 0,-1 1 0,1 5 0,4 6-1639,5 5 1,1 0-1639,2-1 3162,-3 1 0,1 1-3162,14 4 2017,-19-6 1173,7 2 1,-2 1 86,-15-3 0,7 8 0,-7 5 0,2 9 0,-1-6 3276,0 4-2101,-1-11 2101,-2-5-563,0 2-2339,-1-8-374,2 0 0,-2-1 0,15 2 0,-11-3 0,14 3 0,9-3 680,-13 0-680,9 0 0,6 0 0,-7 0 0,-7 0 0,9 0 0,1 0 0</inkml:trace>
  <inkml:trace contextRef="#ctx0" brushRef="#br0" timeOffset="20765">24973 1940 24575,'14'-1'0,"16"-2"0,-19-1 0,11 1 0,8-1 0,-6 2-3041,-3-1 3041,12-1 0,1 1 0,-1 0 0,-6 1 715,10-4-715,-26-3 0,-2 4 0,-10-2 0</inkml:trace>
  <inkml:trace contextRef="#ctx0" brushRef="#br0" timeOffset="21182">25059 1631 24575,'8'17'0,"0"0"0,6 13 0,0 1 0,-5-10 0,0 0 0,3 4 0,1 1 0,1 6 0,-2-3-1454,-2-12 1454,6 16 0,-7-15 0,-2-6 354,4 12-354,-7-16 0,-1 2 0,-1 0 0,-2-3 0,0 12 1100,0-6-1100,3 15 0,4-3 0,2 0 0,11-6 0,4-17 0,-6-2 0,3-6 0,-13-1 0,-3 3 0,1-2 0</inkml:trace>
  <inkml:trace contextRef="#ctx0" brushRef="#br0" timeOffset="21632">25488 1928 24575,'6'25'0,"2"12"0,-2-15 0,-2 3 0,0 0 0,-4-14 0,0 1 0,0-2 0,2-7 0,1 1-3277,12-14 0,-9 6 3047,11-10 230,-8 2 0,-3 5 0,1-3 0</inkml:trace>
  <inkml:trace contextRef="#ctx0" brushRef="#br0" timeOffset="22084">25486 1938 24575,'-5'6'0,"-2"7"0,3-5 0,-1 12 0,4-5 0,1-2 0,0 0 0,0-1 0,0-4 0,3 17 0,-1-14 0,4 16 0,5-9 0,-4-3 0,23 3 0,-12-13 0,7-1 0,2-1 0,-3-3 0,0-1 0,-3 0 0,-1-1 0,16-5 0,-29 2 0,-1-3 0,2-2 0,-3 4 0,4-2 0,-7 7 0</inkml:trace>
  <inkml:trace contextRef="#ctx0" brushRef="#br0" timeOffset="22796">25710 1877 24575,'-5'3'0,"-3"3"0,6-2 0,-5 8 0,6-7 0,-1 9 0,2-8 0,2 8-3277,9-1 0,-5-1 3047,8-1 230,12-2-1639,-5-4 1,0-1 378,12 5 1260,-14-7 0,-1 0-112,-1-1 112,-4 1 3276,4 1-2071,-9 0-1205,-3 2 0,6 4 3276,-5-2 0,5 2-2876,-6-3-400,-1 1 0,-1-1 0,-7 5 0,-2-7 0,-12 6 0,7-7 0,-21 5 0,22-7 0,-21 6 0,18-5 0,-2 1 0,1 1 0,8-2 0,-6 2 0,7-3 0,-3-1 0,16-4 0,-1 0 0,11-5 0,-11 5 0,0 0 0</inkml:trace>
  <inkml:trace contextRef="#ctx0" brushRef="#br0" timeOffset="23179">25895 1927 24575,'8'-1'0,"14"-2"0,-3 1 0,3 1 0,0-1 0,0 0 0,16-3 0,-2-1 0,-7 3 0,2-3 0,-3 0-3277,-18 5 0,13-4 3229,-18 2 48,-7-4 0,3 2 0,-5-2 0</inkml:trace>
  <inkml:trace contextRef="#ctx0" brushRef="#br0" timeOffset="23668">26079 1613 24575,'3'20'0,"-2"-12"0,1 15 0,4 2 0,1-4 0,1 2 0,-2-3 0,1 1 0,5 6 0,1-2 0,-3-3 0,1-3 0,0 0 0,3 13 0,0-3-1639,-8-7 1,-2-3-1639,-2-9 1638,2 13 1,0-1 148,-2-12 1490,4 21 0,0-10 0,0-9 0,11 16 0,-3-19 0,3 4 3276,-4-10-2015,-6-2 2015,-4-1 0,-6 4-3044,-1-1-232,-3 5 0,5-5 0,-1 1 0</inkml:trace>
  <inkml:trace contextRef="#ctx0" brushRef="#br0" timeOffset="24612">24893 4185 24575,'-8'-2'0,"-2"-1"0,-17-8 0,4 2 0,-3-2 0,1 1 0,-2-1 0,2 1-794,-4-1 0,0 0 794,2-1 0,-2 0 0,4 0 0,8 2 0,1-1 0,-9-3 0,-3-3 0,-3-2 0,2 0 0,-3-2 0,1-1 0,1 3-947,2 1 1,2 1 0,-4-2 946,6 3 0,-5-2 0,-2-1 0,0-1 0,1 1 0,4 3 0,5 2 0,-1 1 0,0-1 0,-2-1 0,-6-4 0,-3-2 0,1 0 0,2 1 0,7 5 0,1-1 0,2 1 0,-4-3 0,-5-5 0,1 1 0,6 5 0,-4-5 0,9 1 0,-1-4 0,3 5 0,4 8 0,-2-8 0,-4-4 0,4 5 0,4 7-1639,-7-7 1,1 1 267,8 9 3084,-21-11-1713,22 14 0,-17-6 0,17 8 0,-16-4 0,13 7 0,-21-5 0,9 4 0,1-1 0,5 0 0,14 1 0,-2 1 0</inkml:trace>
  <inkml:trace contextRef="#ctx0" brushRef="#br0" timeOffset="25446">23255 2942 24575,'10'26'0,"-1"1"0,-2-9 0,-1 0 0,4 10 0,0-3 0,-4-7 0,5 12 0,0-2-1348,-6-16 1348,3 8 0,1 2 329,-2 0-329,3 1 0,3 6 0,-1-23 0,3-30 0,-3-5 0,-4 1 0,0-1 0,-5 4 0,0 3-236,3-13 236,-5 4-814,-5 17 814,2 3 0,-10-6 0,8 11 0,-5-3 0,11 10 0,24 16 0,-2-5-1093,-1-1 1,4 3 0,-5-3-1730,4-1 2145,-2 0 0,4 1 0,-8-3 677,-10-5 455,19 14-455,-43-5 0,3-1 0,-5 0 0,-1 0 0,0 0 1638,0-2 0,0-1 403,-2 2 1235,-2-2-2125,7-1-1151,8-1 0,2-1 0,3 0 0</inkml:trace>
  <inkml:trace contextRef="#ctx0" brushRef="#br0" timeOffset="26113">24574 4525 24575,'-4'25'0,"1"-7"0,0 9 0,-1 1 0,0 4-820,1-7 1,0 8 0,-1 0 0,2-6-2458,-1 10 2730,0-10 1,0 7 0,-1 6 0,-1 0 0,1-4 0,1-6 85,1 1 1,-1 0 460,0-4 0,0 7 0,-1 3 0,0-1 0,1-3 0,1-8 995,0-2 0,1-1-995,0 10 0,0 4 0,1-9-518,1-12 518,1 6 0,0 0 3276,-2-12-1004,7-12-2272,-4-18 0,1 2-1093,-3-5 1,0-6 0,-1 6 712,0 5 380,-1-15 0,0-4-1593,-1 12 1,1 0 1592,-1 5 0,0-2 0,-1-9 0,-1-4 0,0 4 0,2 10 0,-1 2 0,-1-10 0,1 3 0,1 12 0</inkml:trace>
  <inkml:trace contextRef="#ctx0" brushRef="#br0" timeOffset="26562">24522 4837 24575,'24'-1'0,"0"1"0,7-1 0,-2 0 0,0 1 0,4 5-3277,1-3 860,-15 3 3671,-14-3-1254,-3-1 0,-5 4 0,-1-2-820,-4 0 1,5-1 0,2-2 0</inkml:trace>
  <inkml:trace contextRef="#ctx0" brushRef="#br0" timeOffset="26980">24572 4606 24575,'23'-4'0,"-6"3"0,5-2 0,2-1 0,-5 2 0,0-1-1131,14-1 1131,-6 0 277,-19 3-277,1 3 0,2 0 0,8 7 0,-3-3 0,-2 0 0,-6-5 0</inkml:trace>
  <inkml:trace contextRef="#ctx0" brushRef="#br0" timeOffset="27514">25086 4689 24575,'-8'14'0,"-2"4"-3277,-2 13 0,4-12 1638,2 6 1,1-1-1639,3-14 5064,-2 22-1787,4-15 0,0-3-3034,7 16 3034,-2-20 0,6 6 0,1 0 0,-5-9 3034,13 12-3034,3-4 0,-14-9 0,13 4 0,0 0 0,-12-6 3276,16 4-2015,-20-8 2015,-2-2 0,14-8-3218,-9 5 0,5-3 0,-11 6 0</inkml:trace>
  <inkml:trace contextRef="#ctx0" brushRef="#br0" timeOffset="27847">25233 4784 24575,'19'23'0,"0"-4"-3277,-2 2 0,-8-11 0,7 5 4605,-4-4-1328,4 0 1719,-2 1-1719,-2-4 0,-4-3 0,-1-3 3276,5 2 0,-6-5-3044,2-2-232,-2-11 0,-4 6 0,1-11 0,-3 16 0,0-4 0</inkml:trace>
  <inkml:trace contextRef="#ctx0" brushRef="#br0" timeOffset="28102">25381 4806 24575,'-28'25'0,"13"-11"0,-6 4 0,0 0 0,8-4-1639,-4 2 1,1 0-1639,8-7 0,-7 11 1053,9-13 2224,2 0 2094,-1 0-2094,15-17 0,0 2 0,16-16 0,-14 11 0,2 1 0,-13 10 0</inkml:trace>
  <inkml:trace contextRef="#ctx0" brushRef="#br0" timeOffset="28480">25465 4592 24575,'14'16'0,"0"0"0,8 9 0,-1-3-3277,-8-11 2436,1 3 0,-1 0 1819,1 1-978,-4-4 916,8 12-916,-12-4 0,1-5 0,-7 5 0,-6-6 0,-1 0-3277,-15 14 2517,13-18 180,-11 7 0,-1 0 580,6-6-1639,-11 6 1,-1 1 868,12-8-584,-11 4 1,3-1 1353,16-7 1056,-12 3 1,0-2-1057,12-3-475,-28 0 1,27-4 0,-12 0 0</inkml:trace>
  <inkml:trace contextRef="#ctx0" brushRef="#br0" timeOffset="34112">22399 807 24575,'-21'21'0,"1"1"0,4-6 0,1 1 0,-8 9 0,0-1 0,9-9 0,1-2 0,0 2 0,1-1 0,-2 2 0,0-1 0,2 0 0,5-2 0,-10 12 0,5-4 0,3-5 0,-8 10 0,1-7 0,4-5 0,0-2 0</inkml:trace>
  <inkml:trace contextRef="#ctx0" brushRef="#br0" timeOffset="34616">21989 1039 24575,'8'15'0,"5"11"0,0-4 0,-3 2-1639,-1-4 1,-1-3-1639,-3-5 809,9 18 2468,-8-21 1790,10 10-1790,-3-8 0,0-4 0,5-2 0,-11-5 0,18-4 0,-18 3-145,26-12 145,-23 7 0,17-10 0,-18 8 0,2 1 0,-8 4 0,-1 3 3276,7-2-62,14 9-4034,-9-4 1,6 5 0,-19-7 0</inkml:trace>
  <inkml:trace contextRef="#ctx0" brushRef="#br0" timeOffset="35915">23790 804 24575,'26'6'0,"-3"1"0,7 0 0,-1 2 0,-5 0 0,1 0 0,-7-2 0,2 0-678,8 3 0,4 2 0,1 0 678,-4-3 0,0 0 0,3 1-820,2-1 1,3 1 0,1 0 0,-4-1-17,0 1 1,-2-1-1,1 0 836,-1 0 0,2 0 0,-2-1 0,-6-1 0,3 3 0,-1-1 0,6 2 0,-9-3-1007,-10-4 1007,9 3 0,2 1 0,-1 2 0,-6-5 476,-1 1 0,0 1-476,-3-4 3276,5 3-308,-9 0-2968,0-1 0,1 6 0,10 6 0,-8-5 814,1 0 1,0 0-815,-2-1 0,2 0 0,-4-4 0,-8-7 0,1 2 0</inkml:trace>
  <inkml:trace contextRef="#ctx0" brushRef="#br0" timeOffset="36499">24982 1055 24575,'8'13'0,"7"7"0,-7-7 0,13 13 0,-12-13 0,8 14 0,-12-18-3277,7 16 0,-11-19 0,5 7 4242,-2-5-965,-2-5 1769,6 11-1769,-6-9 0,5 6 0,-6-5 3276,4 2 0,-9 0-2731,-1 2-545,-20 5 0,4-7 0,-1 1 0,4-2 0,-2 0 0,-12 2 0,1-1 0,-5 0 0,12-2 0,1 0 0,-1 1 0,8 0 0,11-4 0,3 0 0,6-1 0,-2 0 0,3-2 0</inkml:trace>
  <inkml:trace contextRef="#ctx0" brushRef="#br0" timeOffset="41373">28047 1729 24575,'19'12'0,"1"0"0,-4-2 0,1 2 0,7 4 0,-1 0 0,0 2 0,-2-3 0,-2-1 0,-5-3 0,2 2 0,0 0 0,1 0 0,-2 0 0,0-1 0,0 2 0,13 11 0,-9-7-1639,0 1 1,-1-2-1639,-2-3 1813,7 8 0,0 0 1464,-8-10-1639,7 5 1,-2 0 1272,-10-9 276,5 2 0,1 1 90,-6-3 3276,13 5-2998,-12-5 2354,-1-5-2632,-3 0 819,-2-2 0,-2-1 0,-1 0 0</inkml:trace>
  <inkml:trace contextRef="#ctx0" brushRef="#br0" timeOffset="41727">28589 1733 24575,'-4'18'0,"-10"16"0,-4-9 0,-6 3 0,1-1-1093,6-6 1,1-1 0,-4 3 545,-1-1 1,-5 4 0,-2 1 0,-1 0 0,2-1 0,1-2-274,0 1 1,2-3 0,-1 1 0,-3 3 584,3-4 0,-3 2 0,-1 3 0,-2 0 1,1 0-1,0-1 0,3-2 0,3-2-145,-2 3 0,3-2 0,1-2 0,-2 3 380,1-3 0,-3 1 0,0 2 0,1-1 0,1-1 0,3-2 0,-3 5 0,3-2 0,2-2-232,-3 0 1,1-1 231,0 3 0,0 1 0,5-7 2343,7-7-2343,7-13 0,4-4 0,2-8 0,-4 13 0,0 1 0</inkml:trace>
  <inkml:trace contextRef="#ctx0" brushRef="#br0" timeOffset="44682">20681 934 24575,'-29'22'0,"2"2"0,6-4 0,6-4 0,3-2 0,0 0 0,-3 1 0,0 3 0,-1 3 0,-2 3 0,0-1-1639,6-7 1,1 0 147,-3 3 1,1-1-346,-4 8 1836,10-11-1639,-7 10 1,1-1 812,9-10 461,-5 12 1,0 0 364,7-9 1638,-2 8 0,0 2-1615,3-1 1,1-2 428,-1 11-452,1-10 0,0 0 1638,2-5 0,0 0-566,2 12 1,0 2-1073,-1-11 0,0 1 0,3 5 0,2 3 0,-2-7 20,-1-11-20,1 11 0,3 2 0,5 2 0,-5-7 0,2-2 0,2 5 0,-1-5 0,2 3 0,1 0 0,3 4 0,-2-3 0,6 4 0,-7-9 0,3 4 0,1 1 0,0-2 0,4 4 0,1-2 0,0 1-580,-4-5 1,-1 1 0,1 0-1,2 0 580,2 2 0,1 1 0,2 1 0,-2-3 0,-4-3 0,2-1 0,0 0 0,-1-1 0,6 3 0,2 3 0,0-1 0,-4-2 0,-5-5-2283,9 5 2283,-6-5 0,5 3 0,2 1 0,-4-3 0,-2-3 0,-2-1 0,-1-1 0,2 0 0,3 0 0,2 2 0,8 4 0,2 0 0,-2-1 0,-9-4 0,-5-3 0,0 0 0,5 0 0,8 4 0,4 0 0,1 1 0,-4-2 0,-6-3 0,3-1 0,2-1 0,-11-1 0,5 0 0,3 0 0,2 0 0,0 0 0,1 0 0,-2-1 0,0-2 0,1 0 0,1-1 0,-1 0 0,-1 0 0,0-1 0,-2 2-656,3-1 1,-2 1-1,-1 0 1,1 0 0,2-1 544,0 0 1,1-1 0,1 1 0,1-1 0,-1-1-1,-2-1 111,3-1 0,-1-1 0,0-2 0,-2 1 0,-1 0-341,-2 1 0,-3 0 1,1 0-1,4-1 341,-3 1 0,4-2 0,4 0 0,2 0 0,0-1 0,-1 1 0,-3 0 0,-3 0 0,-6 1 0,5 0 0,-7 0 0,7-1 0,-5 0 0,6 0 0,4 0 0,2-1 0,1 0 0,-1 0 0,-3 1 0,-4 0 0,-5 1 0,0 1 0,-5 0 0,5-1 0,1-1 0,6-1 0,5-1 0,0 0 0,-2-1 0,-5 2 0,-7 1 0,0 2 0,-2-2 0,4-5 0,5-3 0,-2 0 0,-8 2 1102,-5-1-1102,2-3 0,4-5 0,-6 4 0,-5-4-496,8-11 1,-2 0 495,-10 12 0,3-4 0,3-7 0,-2 6 3229,-2 0-3229,1 0 0,3-7 0,-2 2 0,-3 5 0,-2 0 0,1 1 0,5-8 0,-2 0 0,-3 0 0,0-1 0,-3 5 0,0 0 0,-3-1 0,0-7 0,-1 7 1853,0 6-1853,-1-11 0,-2-2 0,-2 15 0,-1 1 0,0-3 0,-1-1 0,-3-3 0,-3-3 0,0 1-1093,0 3 1,-2 1 0,1 0 733,-3-5 0,-1 0 359,2 0 0,-2 2 0,-3 6 0,1 2 0,-1-5-283,0 6 1,-7-4-1,-4-1 1,1 2 282,-2 1 0,-2 2 0,0 1 0,1-1-267,5 3 0,1-1 1,0 0-1,-2 1 0,-3-1 267,2 2 0,-2-1 0,-3 1 0,0-1 0,-2 1 0,1-1 0,0 2 0,1 0 0,2 1 0,0 1 0,1 1 0,0 0 0,-1 0 0,1 0 0,-1 1 0,0-1 0,-2-1 0,1 1 0,-1 0 0,1 0 0,-1 0 0,0 0 0,-1 0 0,1 1 0,1 0 0,-1-1 0,-2 1 0,1 0 0,0 0 0,2 0 0,0 1 0,4 1 0,2 0 0,-5 0 0,5 2 0,0 0 0,-4-1-164,-1 1 0,-5-1 0,-3-1 0,0 1 0,2 0 0,3 0 0,8 2 164,-5-2 0,1 1 135,3 1 0,-5-1 0,-2 0 0,0 0 0,4 1-135,-6 0 0,3 1 0,2 1 0,5 0 0,2 1 0,-5 0 0,-1 0 0,-7 0 0,-3-1 0,1 1 0,2 0 0,6 1 0,2 1 0,4 0 0,-2 0 0,-1-1 0,-3-1 0,-1 1 0,0 0 0,2 1 0,0 2 0,2 1 0,-1 1 0,-1 1 0,-3 1 0,-3 0 0,0 1 0,0 0 0,0 0 0,4-2 0,1 0 0,0 1 0,0 0 0,-1 1 0,1 0 0,-2 3 0,-1-1 0,2 1 0,4-1 0,4-1 0,0 2 0,2 0-207,-13 6 1,7 0 0,23-9 0,-1 2-1</inkml:trace>
  <inkml:trace contextRef="#ctx0" brushRef="#br0" timeOffset="45678">23712 1316 24575,'0'-12'0,"0"2"0,1-1 0,0 5 0,4-19 0,2 0 0,1-4 0,1 5 0,1-3 0,1 4 0,0 0-379,0-1 1,1-1 378,3-4 0,2 0-1639,-1 2 1,-1 2 72,-5 8 0,1 1 1566,2-5 0,0 1-1722,7-1 1722,-5 5-1639,8-4 1,1 1 1075,-10 9 87,16-6 1,2 0 475,-6 7 0,-1 2 0,5-1 0,-4 2 0,10-3 0,-11 5 0,7 0 0,-1-1 0,-7 2-930,3 0 930,-3 0 0,5 0 0,-1 0 0,3 2 0,-1 0 0,-11 0 0,3 0 0,9 0 0,8 1 0,0 0 0,-8 1 0,-11-1 0,0 0 0,13 2 0,9 0 0,-1 1 0,-9 0 0,0 1 0,-1 1 0,5 2 0,-8-2 2908,-6 1-2908,6 5 0,-1 1 0,-5 0 0,7 7 0,4 2 252,-11-4 0,1 0 0,2 0-252,4 2 0,2 0 0,0 0 0,-5-3 0,0 1 0,0-2 0,4 2 0,1-1 0,-5-3 1638,-8-5 0,-1 0-1156,6 5 1,3 2-1,-6-3 2794,-2-2-3000,-1 0 0,-2 0-276,-3 2 0,0 10 1440,-1-5-1440,-4 3 0,-1-1-465,-3-11 465,5 20 930,1-13-930,3 5 0,-4-4 0,3-4 0,-10-11 0,3-1 0</inkml:trace>
  <inkml:trace contextRef="#ctx0" brushRef="#br0" timeOffset="46019">25571 1256 24575,'6'-1'0,"15"-8"-1639,-1 4 1,0 0-1639,8-6 1638,-7 6 1,0-1 2966,8-3-1328,3 0-1105,-1 1 1105,-12 2 0,-11 6 0,-3-1 3276,6 1-1167,-7 0-2929,4 0 1,-5 0 0,1 0 0</inkml:trace>
  <inkml:trace contextRef="#ctx0" brushRef="#br0" timeOffset="46834">25557 1313 24575,'29'4'0,"-1"1"0,-8-3 0,-2 1 0,16 10 0,-9 5 0,1 1 0,-2 1 0,6 1 0,-20-15 0,24 11-616,-28-16 616,14 9 0,-8-6 0,4 3 0,-2-3 0,-6 0 0,-7-5 0,-4-1 616,0-7-616,-4-8 0,0-1 0,-8-16 0,2 5 0,2 2 0,1 0 0,10 20 0,-3-4 0,3 5 0,-2 0 0,2-1 0,-7 4 0,-8-1 0,-9 4 0,7 0 0,5 0 0</inkml:trace>
  <inkml:trace contextRef="#ctx0" brushRef="#br0" timeOffset="94793">23776 2718 24575,'7'19'0,"0"0"0,-1 0 0,2 3 0,0-1 0,-5-6 0,2 0 0,-2 4 0,-2-9 0,2 10 0,0-12 0,-1 2 0,2 3 0,-3-2 0,0 1 0,-1 1 0,2-8 0,-1 0 0,2 0 0,0 0 0,1 5 0,-1-4 0,-2 1 0,2-3 0,-1-1 0,1 0 0,-1-3 0,-1 1 0</inkml:trace>
  <inkml:trace contextRef="#ctx0" brushRef="#br0" timeOffset="95594">25460 2662 24575,'8'4'0,"0"4"0,-2-2 0,-1 2 0,3 2 0,-5-1 0,7 10 0,-7-10 0,2 6 0,-3-10 0,3 11 0,0-4 0,2 1 0,-1-2 0,-3-6 0,0 1 0,-1-2 0,-1-3 0</inkml:trace>
  <inkml:trace contextRef="#ctx0" brushRef="#br0" timeOffset="121959">20931 2812 24575,'-12'12'0,"5"-4"0,-7 4 0,-1 2 0,-13 12 0,14-13 0,0 2 0,-5 3 0,2-1 0,-4 8 0,1 0 0,0 3 0,9-3 0,4-5 0,0-1 0,-4 13-1639,6-4 1,2-2-1639,0-8 2123,-1 12 0,1-1 1154,2-16-761,1 8 0,-1 0 761,1-11 0,6 20 0,2-8 0,-1 3 1638,1-9 0,2 2-776,2 1 0,0-1-862,9 13 0,-3-5 0,-1-3 2700,-6-9-2700,4 4 0,-2-1 587,-6-9-587,8 7 0,-11-9 0,0-4 0,5 3 0,-8-3 0,3-1 0,-6 0 0</inkml:trace>
  <inkml:trace contextRef="#ctx0" brushRef="#br0" timeOffset="124164">20535 3472 24575,'-18'-12'0,"-1"1"0,-7-7 0,4 4 0,-1 0-1639,5 1 1,0 0 1160,-6 0 0,-2-1 478,0-1 0,-3-1 0,0 0 0,-2 0 0,0 0 0,-4-2-547,6 4 1,-3-1 0,-3-1 0,1 0 0,1 0 0,4 2-131,2 1 1,3 1-1,0 0 1,-3-2 676,0 1 0,-3-2 0,-2-1 0,0 0 0,1 1 0,2 0 0,5 2-153,-1-1 0,4 2 0,-4-4 153,1 1 0,-6-3 0,-2-2 0,-2-1 0,0-1 0,1 2 0,4 1 0,4 4-1083,-3-3 0,6 4 1,-5-4 1082,3 2 0,-3-2 0,-3-3 0,-1 0 0,0 1 0,2 0 0,3 2-409,-3-3 1,3 3-1,1-1 1,-2 0 408,-1-1 0,0 0 0,-1-2 0,-3 0 115,5 2 0,-3-1 1,-1 0-1,0-2 1,-1 1-1,2 1 1,2 2-116,0-2 0,0 2 0,2 1 0,0 0 0,0 0 0,-5-4 0,0 1 0,1-1 0,3 3 0,-2-2 0,2 1 0,9 6 1399,9 6-1399,-14-14 3276,16 16-3212,1 0 0,3 5 0,1 1 0</inkml:trace>
  <inkml:trace contextRef="#ctx0" brushRef="#br0" timeOffset="125443">15317 1159 24575,'14'-2'0,"-1"-1"0,2 3 0,-2-1 0,6-1 0,0 2 0,1-1 0,7-3-1093,-1 2 1,4-1 0,-5 0-2185,-3-1 2302,9-1 1,2 0 638,1-4 336,-3 2-580,-3-1 0,-2 1 580,-5 0 0,4-1 0,-20 5 0</inkml:trace>
  <inkml:trace contextRef="#ctx0" brushRef="#br0" timeOffset="125796">15605 1376 24575,'13'3'0,"18"0"0,-14 0 0,8-2 0,8-1 0,-7 1-3277,-1 0 2334,10-1 1,4 0 942,-17-1 0,-1 0-1639,4 0 1,-1 0 552,-1 0 0,-1 0 1580,13 0 0,-31 1 0,4 0 0</inkml:trace>
  <inkml:trace contextRef="#ctx0" brushRef="#br0" timeOffset="126128">15687 1707 24575,'10'0'0,"21"0"0,-6 1 0,3 0 0,4-1 0,-1 0 0,-3 1 0,-1-1 0,8 0 0,-26 0 0,0 0 0,-8 0 0</inkml:trace>
  <inkml:trace contextRef="#ctx0" brushRef="#br0" timeOffset="126448">15749 1921 24575,'27'0'0,"1"-1"0,1 1 0,2 1 0,-2-1-980,-1-2 1,1 1 979,0 1 0,3 1 0,0-1 0,-9 1 631,0-1-631,16 3 0,-4 0-474,-26 0 474,18 1 0,-19-1 0,-2-1 0,-1-1 0,-5 1 0</inkml:trace>
  <inkml:trace contextRef="#ctx0" brushRef="#br0" timeOffset="126744">15850 2187 24575,'8'5'0,"17"0"-1639,7-1 1,2-1-1,-16-1 1,3-1 982,7 1 1,9 0-1,2-1 1,-3 0 0,-8 0-380,-9 0 1,0-1 1034,9 0 0,8 1 0,0 0 0,-5 0 977,-5 0 1,-1 1-978,2-1 0,0 1 0,-3 0 0,-2 0 0,11 4 0,-30-6 0,7 3 0</inkml:trace>
  <inkml:trace contextRef="#ctx0" brushRef="#br0" timeOffset="128971">14823 901 24575,'-2'10'0,"-4"6"0,3-1 0,-4 3 0,0 1 0,1 1 0,-1-1 0,1 0 0,2-2 0,-2 17 0,4-2 0,2-4 0,-1 1-1103,1-2 1,0 1 1102,3 5 0,1 0 0,0-7 0,1 0 0,3 2 0,4 1 0,0 0 0,0-3 0,1-1 0,-1-1-1093,-1 0 1,0 0 0,-1-2 201,5 5 1,0-2 890,-1-6 0,-1-1-317,7 11 317,-4-8 0,2 2 0,-2-3 0,1 4 0,4-3 0,6 3 0,-7-5-1918,-5-4 1918,2-1 0,4 3 0,1-1 0,0 0 0,0-1 0,-1 0 0,5 3 0,4 1 0,-5-4 0,6 3 0,3 2 0,0 0 0,-3-2 0,-5-3 0,3 2 0,1 0 0,-7-4 0,5 2 0,4 1 0,2 2 0,0 0 0,-1-2 0,-3-1 0,-5-3 0,6 1 0,-4-2 0,3 1 0,-2 0 0,5 3 0,1 1 0,1-1 0,-3-1 0,-5-3-994,0-2 0,-4-2 0,0 0 994,12 5 0,1-3 0,-10-4 0,1-2 0,-3-1 1320,-5 0 1,0 0-1321,14 0 0,6 0 0,-7-2 0,-1-6 0,-2-1 0,7-4 0,-3 1-551,-8 1 0,-2 1 0,2-2 551,4-2 0,3-1 0,1-1 0,-2 2-127,-4 1 1,-2 1 0,1 0 0,3-1 126,2 0 0,3 0 0,2 0 0,-1 0 0,0 1 0,-1 0 0,0 0 0,0 1 0,-1 0 0,-1 1 0,3-1 0,-1 0 0,-1 1 0,-2 0 0,8 0 0,-3 1 0,-4 0 0,-11 0 0,-2-1-1208,0-3 0,0 0 1208,0 2 0,-2-2 186,1-13 1,-4-2-187,-5-7-540,-1 0 0,0 0 540,-2 1 0,-4 11 0,-2 0 1416,-7-10-1416,3 8 1638,-3 1 0,-4 1-1598,-2 3 1,-2 2-41,1 1 0,-2-1-212,-2-1 0,-4-2 0,2 2 212,2 2 0,-2 1 0,-6-6 0,-6-3 0,-1-1 0,4 5 0,2 2 0,0 0 0,1-1 0,-3-3 0,-2 0 0,-2 0 0,3 3 0,-3 0 0,0 0 0,0 1 0,1-1-397,2 3 0,2 0 0,-1 0 0,0 0 0,-1-1 397,0 0 0,-1-1 0,-1 0 0,0 0 0,0 1 0,0 1-415,0 1 0,-1 1 1,-1 0-1,2 2 1,3 0-1,4 2 415,-7-3 0,1 1 12,2 1 1,-3 0 0,-2-1 0,3 3-13,0 1 0,2 1 0,0 0 0,2 0 0,0-1 0,-4 1 0,1 0 0,-4 0 0,-3-1 0,1 1 0,2 0 0,5 0 0,-7-2 0,-1 1 0,6 2 0,-7-1 0,-4 0 0,1 0 0,3 1 0,7 0 0,-3 0 0,1 0 0,3 2 0,-6-2 0,-2 1 0,2 0 0,5 0 0,-8-1 0,5 1 0,-1 0 0,3 1 0,5 0 2513,20 3-2513,3 3 0,2-2 0,1 1 0</inkml:trace>
  <inkml:trace contextRef="#ctx0" brushRef="#br0" timeOffset="130723">14853 917 24575,'10'-2'0,"5"1"0,-5 1 0,5 0 0,10-2 0,-11 2 0,6-2 0,0 0 0,-7-2 0,10 1 0,1-1 0,-7-2 0,2 4 0,0 0 0,-10-1 0,15 0 0,-12 1 0,21-1 0,-19 3 0,16-2 0,-1-2 0,-10 1-820,7-1 1,-23 4 0,0 0 0</inkml:trace>
  <inkml:trace contextRef="#ctx0" brushRef="#br0" timeOffset="132171">17352 1406 24575,'11'-4'0,"-1"1"0,6-1 0,-7 2-1639,11-3 1,0-1-1639,-6 1 2184,10-6 1,10-4 0,-5 2 846,-8 4 0,0-1 246,7-3 0,5-2 0,1-1 0,-4 3 0,0 0 0,1 1 0,-5 0 0,4-1 0,1-1 0,-2 0 0,-5 4 0,-3 0 0,1 1 0,4-2 0,8-4 0,2 0 0,-4 1 0,-9 5 0,1 0 0,4-2 0,10-3 0,0-1 0,-10 6 0,-8 4 0,4-2 0,9-3 0,0-1 0,-6 3 0,-8 3 0,0 0 0,8-2 0,8-3 0,0 0 0,-5 2 126,-1 1 0,2 0-126,-5 1 0,4-1 0,4 0 0,2-1 0,0 1 0,0-1-469,-2 2 1,1-1 0,1 1 0,1 0 0,-1-1 0,-1 1 0,-1 0 439,-1-1 1,-1 1-1,-1 0 1,1-1 0,1 1-1,3-1 29,-5 2 0,2-1 0,2 0 0,0 0 0,2 0 0,0 0 0,-1 0 0,0 0 0,-1 1 0,-2 0 0,6 0 0,-1 0 0,-1 0 0,-1 1 0,0 0 0,0 0 0,0-1 0,-2 0 0,-1 1 0,0-1 0,0 0 0,0 0 0,2 1 0,0-1-189,0 1 1,2-1 0,1 1 0,2-1 0,-1 1 0,-2 0 0,-2 0 0,-3 1 0,-5 0 188,4-1 0,-5 2 0,5-1-115,-4 0 0,3 0 0,3-1 0,2 1 0,2-1 0,1 1 0,-1-1 0,0 1 0,-3 1 115,1 0 0,-1 1 0,0-1 0,0 1 0,0 1 0,0-1 0,-1 0 0,1-1 0,0 0 0,0 0 0,-1 0 0,0 0 0,1 0 0,1-1 0,0 1 0,1 1 0,0-1 0,3 1 0,2-1 0,0 1 0,1 0 0,-1 0 0,-3 0 0,-1 1 0,-5-1 0,-4 1 132,5-1 1,-6 1-1,8 0-132,-9-1 0,5 1 0,4 0 0,3-1 0,3 1 0,1-1 0,0 1 0,-1 0 0,-1-1 0,-3 1 0,-3 0 0,-4-1 0,4 1 0,-6 0 0,-2 0 0,3 0 0,5 0 0,-4 0 0,3 0 0,5 0 0,1 0 0,2 0 0,1 0 0,0 0 0,0 0 0,-3 0 0,-2 0 0,-3 0 0,-4 0 53,5 0 1,-6 0 0,-2 0 0,1 0 0,6 0-54,-3 0 0,5 0 0,3 0 0,1 0 0,2 0 0,-1 0 0,0 0 0,-4 0 0,-2 0 0,-5 0 0,4 1 0,-6 0 0,0 0 0,5 0 0,-2 1 0,5-1 0,3 1 0,2-1 0,1 1 0,-2 0 0,-3 0 0,-4 0 0,-8-1 0,9 3 0,-3 0 0,-4 0 0,7 2 0,2 0 0,0 0 0,-6-1 0,-8-1 0,2 0 0,1 2 0,9 3 0,4 1 0,-3 0 0,-7-3 0,-7-1 0,0 0 0,11 2 0,8 2 0,0 1 0,-9-3 0,-11-2 0,-1 0 0,8 1 0,3-1 0,-2 1 0,-4 0 0,-1-1 0,-1-1 0,0 0 244,4 4 1,-4-1-245,-7-3 1315,14 6 0,5 1-1315,-15-6 0,1 0 0,9 4 0,0-1 0,-1 0 2947,-8-3-2947,-5 1 3276,-5-4-2198,7 4 0,2 1-1078,-4-6 0,14 7 0,1-1 3276,-8-6-2923,11 3 1,0 1-254,-17-5-100,10 2 0,-1-1 0,-16-2 0,15 2 0,-19-1 0,3 0 0,-1 3 0,12-1 0,-7 1 0,5-2 0,-13-2 0</inkml:trace>
  <inkml:trace contextRef="#ctx0" brushRef="#br0" timeOffset="133095">25329 954 24575,'-24'15'0,"1"1"0,1 2 0,9-6 0,-8 9 0,16-15 0,3 0 0,6-8 0,10-7 0,-4 0-3277,14-9 0,-17 10 3047,12-9 230,-16 11 0,3-4 0,-1 0 0,0 1 0,1 2 3276,-1 1 0,-2 6-3044,5 8-232,-4-4 0,5 6 0,-4-2 0,0 1 0,1 6 0,-4-6 0,-6 10 0,-1-10-1639,-8 6 1,-2 0-1639,4-5 1797,-11 3 0,1 0 1480,13-8 0,-13 5 0,21-6 0,-2-1 0,2 0 0,0-2 0</inkml:trace>
  <inkml:trace contextRef="#ctx0" brushRef="#br0" timeOffset="140518">26735 4192 24575,'-12'-5'0,"-10"-1"0,2 4 0,-2 1 0,-10-2 0,10 2 0,1 0 0,2 3 0,-1-1 0,12 4 0,2 2 0,3 0 0,-2 8 0,4-8 0,1 13-3277,8-5 0,-5 0 3047,8-2 230,2 0 0,7 1 0,-1 2 0,3-3 0,-13-8 0,7 2 0,-10-5 0,7 1 0,7-13 0,-3 4 1638,4-5 0,1 0 1638,6-6-3044,2 2-232,-16 5 0,-14 8 0,-5 1 0,0-1 0,2-1 0,3 2 0,6 10 0,1 7 0,1-3 0,-4 3 0,3-1 0,1 7 0,2-1 0,6 6 0,-5-7 0,0-5 0,-4-1 0,-4-11 0,-1 1 0,-1-1 0,-1-2 0</inkml:trace>
  <inkml:trace contextRef="#ctx0" brushRef="#br0" timeOffset="141033">26967 4186 24575,'3'6'0,"1"9"0,-2-8 0,2 8 0,1 0 0,0-1 0,5 20 0,-1 1-1805,-3-9 1805,-2 6 0,-1-5 0,-2 1 0,0 2 0,1-7 0,-1 1 0,0 12 0,0-1 0,-1-15 0,1-2 0,2 17 0,-1-12 0,2-18 0,-3-9 0,3-8 0,-4 3 0,3-2 0</inkml:trace>
  <inkml:trace contextRef="#ctx0" brushRef="#br0" timeOffset="141548">27009 4254 24575,'14'-21'0,"-6"10"0,17-16 0,-12 16 0,16-12 0,-2 11-869,-6 1 869,0 7-3277,-9 5 201,-4 1-201,13 7 2162,-17-5 1115,7 6 0,-7-1 293,-3-2-293,3 12 0,-11 4 0,4-7 0,-10 7 3276,-9-10-2646,4-4 1,-1 1-631,-7 1 0,1-1 0,6-3 0,1 0 0,-18 0 0,37-17 0,-4 2 0,12-5 0,-5 7 0</inkml:trace>
  <inkml:trace contextRef="#ctx0" brushRef="#br0" timeOffset="141983">27220 3929 24575,'18'25'0,"-7"-9"0,0 0-3277,4 16 0,-2-9 0,2 11 4605,-3-1-1328,-2-9 0,-1 1 0,-1-3 0,0-1 0,1 5 0,-1-3 1719,-4-10-1719,1 10 0,-4-14 0,1 4 0,3-2 0,-1-6 3276,3 3-2457,6-6 0,-7 2 0,5-3 0</inkml:trace>
  <inkml:trace contextRef="#ctx0" brushRef="#br0" timeOffset="142249">27530 4227 24575,'8'36'0,"-3"-13"0,0-1 0,0-4 0,0 5 0,-1-15 0,-6-9 0,-3-5 0,1 1 0,-2-2 0</inkml:trace>
  <inkml:trace contextRef="#ctx0" brushRef="#br0" timeOffset="142416">27514 4137 24575,'6'0'0,"0"0"0,4 1 0,-7 0 0,6 0 0</inkml:trace>
  <inkml:trace contextRef="#ctx0" brushRef="#br0" timeOffset="142705">27740 4186 24575,'-14'9'0,"5"-3"0,-1 8 0,8-8 0,-1 8 0,5-11 0,-1 6 0,4-2 0,-2-3-3277,11 15 0,-8-15 0,24 14 1787,-22-17 1472,14 8 1,-20-9-1,1 1 1</inkml:trace>
  <inkml:trace contextRef="#ctx0" brushRef="#br0" timeOffset="143283">27992 4102 24575,'-15'17'0,"6"0"0,0 0 0,-5 8 0,6-4 0,4 0 0,2-5 0,4 1 0,2-4 0,7-5 0,-1-1 0,15 3 0,-5-6 0,1-1 0,-4-11 0,-12 2 0,3-19 0,-4 3 0,-2-1 0,-1 4 0,-1 15 0,2 13 0,3 10 0,-2-3 0,2 3 0,0-12 0,6 3 0,-1-2 0,5 1 0,-4-5 0,-3 0 0,-2-1 0</inkml:trace>
  <inkml:trace contextRef="#ctx0" brushRef="#br0" timeOffset="143852">28560 3970 24575,'-5'8'0,"-1"3"0,-1-2 0,-6 15-3277,-1 8 0,2-8 1328,2 6 565,6-3 1384,3-12-1639,0 12 1,2 0 1406,-1-16 232,1 8 0,2-1-256,2-4 256,1 0 3276,8 4-3169,10-5-107,-3-2 1495,-2-5 0,0-3-1495,9-3 0,-5 0 3276,-5-4-13,-13 2-3078,1 1 0,-4 0 0,1 1 0</inkml:trace>
  <inkml:trace contextRef="#ctx0" brushRef="#br0" timeOffset="145109">28673 4132 24575,'22'-3'0,"2"1"0,-5 1 0,0 1 0,5 1 0,-1 0 0,7 0 0,2 0 0,-2 0 0,5-1 0,6-1 0,-8 0 0,-10-1 0,5 0 0,6-1 0,-9-1 0,-16 2 0,25-5 0,-30 5 0,3-4 0,-9-2 0,-1 2 0,1 1 0</inkml:trace>
  <inkml:trace contextRef="#ctx0" brushRef="#br0" timeOffset="145443">28957 3849 24575,'2'19'0,"0"1"0,-1 2 0,2 1 0,1 0 0,-2-7 0,-1 9 0,-1 0-2054,0-9 2054,0 9 0,0 1 0,0 4 0,2 7-1639,0-6 1,1-2-859,2-6 1656,3 7 1,0-3 840,-2-16-3277,12 19 2920,-15-25 962,10 8-605,-9-9 3276,6 4-2618,-2-7 1162,4-1-1820,0-1 0,-4 0 0,-3 0 0</inkml:trace>
  <inkml:trace contextRef="#ctx0" brushRef="#br0" timeOffset="145804">29517 4187 24575,'-5'18'0,"-4"8"0,1-4 0,-2 1 0,6-13 0,-1-2 0,4-2 0,1-4 0,12-26 0,-6 15 0,3-8 0,-1 0 0,-4 9 0,0-4 0,-2 8 0</inkml:trace>
  <inkml:trace contextRef="#ctx0" brushRef="#br0" timeOffset="146026">29387 4150 24575,'-1'26'0,"-1"7"0,4-1 0,1-3 0,0-2 0,6-5 0,6-4 0,-2 0 0,14-6 0,-9-11-1639,6-8 1,1 0-1639,-4 0 2808,1-4 1,3-5 0,-6 4 0,-8 5 0,5-5 0,1 0 0</inkml:trace>
  <inkml:trace contextRef="#ctx0" brushRef="#br0" timeOffset="146354">29669 4169 24575,'23'13'0,"1"0"0,-1 0 0,1 0 0,-2 0 0,1-1 0,-2-1 0,0-1 0,3 7 0,-10-9 0,2 6 0,-16-11 0,-12 9 0,6-6 0,-21 12 0,19-13-3277,-23 11 0,24-13 3047,-12 7 230,16-8 0,3-2-820,11-21 1,-6 14 0,7-16 0</inkml:trace>
  <inkml:trace contextRef="#ctx0" brushRef="#br0" timeOffset="146638">29962 4123 24575,'11'0'0,"6"2"0,-7-1-3277,19 5 0,-20-6 0,13 3 4444,-8-3-1167,-2-1 0,14-7 0,-14 2 1741,8-8-1741,-14 6 0,5-9 0,-8 10 0,2-9 0,-5 14 0,0-4 0</inkml:trace>
  <inkml:trace contextRef="#ctx0" brushRef="#br0" timeOffset="146922">30027 3877 24575,'12'22'0,"2"13"0,-9-18 0,2 9 0,1 5 0,-5-4 0,-1-1-1639,2-2 1,1 0 1116,-3 0 0,-2-1 522,0 14 0,0-5 664,0-8 0,0 0-664,0 1 704,2-9-704,5-8 0,-2-7 0,14-7 0,-12 2 0,6-2 0,-10 3 0</inkml:trace>
  <inkml:trace contextRef="#ctx0" brushRef="#br0" timeOffset="147262">30257 3921 24575,'4'8'0,"8"12"0,0-6 0,1 1 0,11 12-1639,-4-6 1,1-1 649,1-3-650,-1 2 1,-1-1-1049,-7-6 1637,2 7 0,-1-3 1050,-8-10 0,8 19 0,-10-5 0,-10 9 0,1-3 0,-5-10 0,-3-1 0,-2 0-1013,-2 0 1,-1-1 1012,2-4 0,-9 5 0,0-2 0,12-8 1517,-5 3 0,-2-1-1517,-7-1 0,10-3 0,-3-1 0,2 0 0,11-2 0,-8 0 0</inkml:trace>
  <inkml:trace contextRef="#ctx0" brushRef="#br0" timeOffset="149741">30569 2303 24575,'0'22'0,"0"-9"0,-1 7 0,0 0 0,-2 4 0,-1 0 0,0 4 0,-2 1-931,-1 1 1,-1 1-1,-1 1 931,2-4 0,-1 2 0,0 1 0,0 0 0,0-2-820,0 2 1,-1-1 0,1 0 0,0-2-274,-2 7 1,1-2 0,0-2 1001,0-1 1,-1-1-1,2-6 91,-1 0-174,-4 12 1,1 0 173,5-16-727,-2 10 1,-1 1 726,0-4 234,0 7 0,1 0-234,0 0 0,0 3 3276,6-16-1832,0-9-695,3-6 1,-2 1 0,2-4 0</inkml:trace>
  <inkml:trace contextRef="#ctx0" brushRef="#br0" timeOffset="150126">30098 3214 24575,'14'10'0,"7"9"0,-15-11-1639,8 9 1,1 0-1639,-7-6 0,13 17 4199,5-2-922,-10-10 0,1 0 887,-3-1 1,2 0-888,4 2 0,4 0 0,-5-3 0,-6-4 0,11 6 0,-1-1 0,-17-11 3276,3-1 0,-9 0-3262,-5-9 1,3 5 0,-4-6 0</inkml:trace>
  <inkml:trace contextRef="#ctx0" brushRef="#br0" timeOffset="150758">30175 3307 24575,'0'27'0,"0"-11"0,0 3 0,0-1 0,0-1 0,-2 13 0,-1 4 0,-1-12 0,1 9 0,2-27 0,1 8 0,15-18 0,10-5 0,0-6 0,-2 0 0,-2-1 0,-5 1 0,-2 1 0,-1 0 0,-5 4 0,-3-7 0,-1 3 0,-4 3 0,3 3 0,-1 9 0,1 1 0,11 0 0,-10 1 0,9 2 0,-15 10 0,-1-2 0,-5 12 0,0-9 0,-6 7 0,7-9 0,4-3 0,5-6 0,3-5 0,-2 2 0</inkml:trace>
  <inkml:trace contextRef="#ctx0" brushRef="#br0" timeOffset="158914">29757 1229 24575,'-4'23'0,"1"0"0,0 1 0,1 0 0,-1-2 0,0 1 0,1 3 0,0-1 0,2 0 0,-1 5 0,2 6 0,-1-25 0,3 12 0,-3-19 0,2 2 0,-2-5 0</inkml:trace>
  <inkml:trace contextRef="#ctx0" brushRef="#br0" timeOffset="159180">29665 1162 24575,'0'5'0,"0"0"0,0-4 0,0 1 0</inkml:trace>
  <inkml:trace contextRef="#ctx0" brushRef="#br0" timeOffset="160082">29832 1525 24575,'2'-29'0,"-1"15"0,0-5 0,0 0 0,2 7 0,1-25 0,2 21-1856,0-1 1856,-3 8 448,2 6-448,-2 0 0,5-5 0,-2 6 0,-2-1 0,7 21 1408,-6-4-1408,4 7 0,-1 1 0,0 0 0,0 3 0,-1 1 0,-3-4 0,0 0 0,0-1 0,-3-6 0,1 5 0,-6-19 0,2 0 0,-8-18-3277,5-8 0,-1 8 3047,5-10 230,4 0 0,1 8 0,1 0 0,2-17 0,1 17 0,-1 3 0,-3 7 0,3-4 0,-5 11 0,-1 5 0,7 14 0,1 17 0,0-11 0,-2 4 0,-2-10 0,2 12 0,1-7 0,0-2 0,0-3 0,-4-9 0,9 11 0,-10-14 3276,1-1 0,3-2-3044,-4-2-232,10-3 0,-10 1 0,4-1 0</inkml:trace>
  <inkml:trace contextRef="#ctx0" brushRef="#br0" timeOffset="160548">30207 1434 24575,'0'20'0,"0"0"0,2 11 0,0-3 0,1-8 0,1 7 0,0 0 0,0-6 0,-1 5 0,0 3 0,0-9 0,0-1 0,-2 2 0,0 0 0,3 13 0,-4-27 0,0-18 0,3-14 0,1-6 0,-2 6 0,1-1-1093,0-10 1,2-3 0,-2 5-547,-1 15 1,0 0 1561,0-14 0,1-6 1,-2 8-287,0 6 363,-2 1 0,0-5 0,0 6 0,-2 2-1639,0-4 1,0 2 498,1 10 1140,-1-14 0,3 23 3276,8-3-2135,1 2-1141,15 0 0,-12 2 0,7 0 0,-16 3 0,4 0 0</inkml:trace>
  <inkml:trace contextRef="#ctx0" brushRef="#br0" timeOffset="160866">30260 1476 24575,'13'8'0,"11"1"0,11-11 0,-13 1 0,1-1 0,10-3 0,-8-1 0,-23 7 0,-1 0 0,-2 2 0</inkml:trace>
  <inkml:trace contextRef="#ctx0" brushRef="#br0" timeOffset="164720">30910 1375 24575,'13'21'0,"-4"-4"0,0-1 0,-2-4 0,9 16 0,-10-8 0,6 12-810,-4-10 810,1 5 0,-5-12 0,1 2 0,2 6 0,-5-5 0,4-7 0,-6 0 0,2-12 0,-8-11 810,3 2-810,-6-14 0,6 8 0,-3-9 0,4 6 0,2 0 0,-2-6 0,3 3 0,1 1 0,3 5-3277,7-20 0,-7 23 3047,6-9-480,-5 14 710,1 2 0,2 0 0,-4 6 0,7 2 0,-5 0 0,13 6 0,-11-3 0,17 17 0,-14-14 0,11 19 0,-14-15 3276,3 17-1698,-6-7 1,0 1-1579,0 7 0,1-5 0,0-3 0,-5-10 0,10 9 0,-8-14 1061,3 0-1061,-1-4 0,9-3 0,-2 3 0,11 0 0,-11-1-267,2 1 0,-11-3 1,-1 0-1</inkml:trace>
  <inkml:trace contextRef="#ctx0" brushRef="#br0" timeOffset="165304">31407 1489 24575,'-4'14'0,"2"-3"0,-2 9 0,3-8 0,0 9 0,1 10 0,1-11 0,1 9 0,4-12 0,9 12 0,-5-7 0,10 4 0,-12-17 0,6-2 0,-3-7 0,-3-2 0,-1-5 0,0-7 0,4-11 0,0 4 0,2-9 0,-8 16 0,0-6 0,-4 0 0,-2 6 0,-8-9 0,2 17-3277,-21-16 0,19 16 3047,-18-9 230,0 8 0,1-3 0,-3 4 0,15 2 0,11 4 0</inkml:trace>
  <inkml:trace contextRef="#ctx0" brushRef="#br0" timeOffset="165754">31575 1483 24575,'10'19'0,"3"2"0,-5-4 0,-1-3-1639,4 5 1,-1 0-1639,-5-7 0,13 20 4103,-9-18-826,3 0 1788,3 3-1788,-3-13 0,-3 2 0,-1-10 3276,0-10 0,-3 1-3259,4-14-17,-6 13-3277,0-14 418,-1 16 2859,-2-5 0,1-5 0,1-1 0,1 0 0,-1 0 0,-1 20 0,-1-4 0</inkml:trace>
  <inkml:trace contextRef="#ctx0" brushRef="#br0" timeOffset="166055">31916 1470 24575,'13'22'0,"-1"1"0,3 5 0,2 3 0,-14-24 0,5 10 0,-7-13 0,2 3 0,-2-5 0,-1-4 0,2-3 0,-2 2 0,0-2 0</inkml:trace>
  <inkml:trace contextRef="#ctx0" brushRef="#br0" timeOffset="166759">31908 1418 24575,'10'2'0,"-2"-1"0</inkml:trace>
  <inkml:trace contextRef="#ctx0" brushRef="#br0" timeOffset="167137">32146 1399 24575,'2'11'0,"-1"9"0,-1 8 0,-2-1 0,0 10 0,-4-18 0,2 10 0,1-15 0,0 9 0,3-15 0,5-9 0,7-23 0,-3 5-820,2-9 1,-11 23 0,2 1 0</inkml:trace>
  <inkml:trace contextRef="#ctx0" brushRef="#br0" timeOffset="167855">32101 1464 24575,'10'28'0,"-4"-8"0,0-2 0,-1-4 0,8 21 0,-4-15 0,0 2 0,1-3 0,-7-12 0,2 1 0,-4-8 0,5-8 0,-1-2 0,9-15 0,-5 1 0,2-7 0,-7 8 0,-2-2 0,-2 10 0,0 0 0,0 12 0,4 3 0,9 13 0,-2-2 0,4 5 0,-6 4 0,-5-9 0,2 10 0,-5-10 0,2 1 0,-1-5 0,4-15 0,2-4 0,0-9-3277,6-8 0,-9 17 3047,5-8 216,-4 9 14,-2 6 0,3-1 0,0 19 0,-1 1 0,2 8 0,1-1 3276,-2-5-245,7 17-3011,-2-16-20,-4-4 0,3 1 0,-6-8 0,-2-10 0,-1 3 0,4-22 471,-4 16-471,3-17 0,-5 21 0,0-3 0</inkml:trace>
  <inkml:trace contextRef="#ctx0" brushRef="#br0" timeOffset="168409">32492 1393 24575,'9'22'0,"0"0"0,2 2 0,-2-2-3277,3 7 0,-2-10 1086,0 7 2191,-8-20 1753,2 11-1753,-4-10 0,3 3 0,-1-10 3276,1-2 0,5-16-2836,-4 10-440,4-9 0,0 0 0,-6 9 0,11-16 0,-11 22 0,8 2 0,3 10 0,-1 0 0,4 12 0,-12-15 0,4 13 0,-7-15 0,3 16 0,-4-10 0,-1 21 0,-1-19-3277,-7 15 0,5-24 685,-12 18 2592,12-18 0,-11 7 0,9-11 0,-8-6 0,7-1 3276,0-2-938,7 0-3151,10-1 0,-7 5 0,7-1 0</inkml:trace>
  <inkml:trace contextRef="#ctx0" brushRef="#br0" timeOffset="168826">32754 1473 24575,'6'28'0,"0"0"0,1-2 0,-2 2 0,-1-5 0,-2-16 0,5 21 0,-6-22 0,5 1 0,-5-14 0,1-3 0,5-11 0,-2 8 0,4-3 0,0-1 0,-1 1 0,9-11 0,-10 19 0,3 10 0,-3 3 0,-2 4 0,-2-5 0</inkml:trace>
  <inkml:trace contextRef="#ctx0" brushRef="#br0" timeOffset="169393">33052 1536 24575,'7'14'0,"-1"-6"0,4 20 0,-6-18 0,3 7 0,-1-2 0,-4-8 0,4 8 0,-5-13 0,3 1 0,1-13 0,1 3 0,7-23 0,-9 16 0,5-9 0,-13 10 0,1 10 0,-6-3 0,4 6 0,-7 0 0,-13 18 0,8-10-1639,-6 11 1,2 2-1639,10-11 2510,-10 10 1,2 2 766,12-12 0,-14 20 0,18-22 0,1 7 0,16 3 0,-8-7 0,23 11 0,-21-19 0,12 3 0,1-2 0,-7-3 0,23 1 0,-23-2 3276,10-4-413,-15 2-2376,1-6 0,-9 6 0,-2 0 0</inkml:trace>
  <inkml:trace contextRef="#ctx0" brushRef="#br0" timeOffset="173577">28058 5377 24575,'-9'-7'0,"-8"-1"0,3 4 0,-22-4 0,11 5 0,-3-1 0,-2 2 0,7 4 0,0 1 0,2-2 0,0 1 0,-10 7 0,33 12 0,-2-9 0,8 6 0,3 2 0,3-3 0,6 4 0,8-8 0,-15-12 0,8 1 0,4 0 0,1-4 0,-1-1 0,-4 2 0,0 0 0,10-5 0,-4 0 0,-14 0 0,5-3 0,-18 4 0,-4 1 0,1 0 0,-1 6 0,12 12 0,-3-1 0,11 12 0,-11-17 0,4 6 0,1-6 0,-4 0 0,9 4 0,0 0 0,-2-2 0,4 2 0,-13-8 0,2-2 0</inkml:trace>
  <inkml:trace contextRef="#ctx0" brushRef="#br0" timeOffset="173979">28293 5384 24575,'8'17'0,"0"0"0,3 5 0,-2 0-1639,-3-1 1,-1-2-1639,4 11 0,-3 2 4461,-2 6-1184,-2-2 0,0-15 0,1 1 0,0-1 0,-1-2 0,1-6 1740,3 8-1740,-6-21 0,-2-14 0,-1-6 0,-1 3 0,3 6 0</inkml:trace>
  <inkml:trace contextRef="#ctx0" brushRef="#br0" timeOffset="174351">28311 5312 24575,'8'4'0,"9"1"0,-7 0 0,21 7 0,-8 4 0,1-5 0,-10 1 0,-12-10 0,-1 3 0,-5 3 0,1 0 0,-17 16-1639,8-9 1,-1-1-1639,-10 8 2114,7-7 1,2-3 1162,8-10 0,-6 4 0,9-24-820,1 9 1,1-9 0,1 13 0</inkml:trace>
  <inkml:trace contextRef="#ctx0" brushRef="#br0" timeOffset="174712">28505 5086 24575,'12'16'0,"-1"4"0,0 1 0,-1 0 0,-1 0 0,1-1 0,0 0 0,2 12 0,0-3 0,-4-14-1639,1 12 1,-1-1-1639,-2-12 1638,-1 8 1,0-1 148,-4-13 1490,3 17 0,-4-15 0,0-2 0,0 12 0,0-6 0,0 0 0,0-5 0,0-8 0</inkml:trace>
  <inkml:trace contextRef="#ctx0" brushRef="#br0" timeOffset="174950">28803 5353 24575,'4'26'0,"4"10"0,0-19 0,-1 4 0,-6-14 0,-9-12-820,-2-1 1,0-2 0,6 3 0</inkml:trace>
  <inkml:trace contextRef="#ctx0" brushRef="#br0" timeOffset="175117">28770 5244 24575,'15'2'0,"7"5"0,-15-2 0,8 6 0,-12-3 0,4 9 0,-6-11 0,3 6 0</inkml:trace>
  <inkml:trace contextRef="#ctx0" brushRef="#br0" timeOffset="175429">29021 5292 24575,'-5'5'0,"-4"0"0,1 4 0,-4 7-805,4-5 805,4 3 198,2-1-198,8-2 0,13 11 0,-2-11 0,15 2 0,-17-10 0,-1 0 0,-8-3 0</inkml:trace>
  <inkml:trace contextRef="#ctx0" brushRef="#br0" timeOffset="175914">29152 5333 24575,'-12'27'0,"-2"4"0,13-24 0,-2 14 0,6-13 0,6 9 0,5-5 0,-2-4 0,7-3 0,-12-5 0,12-7 0,-6-7 0,0-2 0,0-8 0,-10 9 0,2 5 0,-2 15 0,-1 0 0,2 9 0,0-5 0,-1-3 0,8 10 0,-4-12 0,13 11 0,-11-13 0,21 5 0,-3-6 0,-2-2-520,-2 0 1,-20-1 0,1 1 0</inkml:trace>
  <inkml:trace contextRef="#ctx0" brushRef="#br0" timeOffset="176311">29653 5165 24575,'-11'27'0,"5"-15"-1639,-2 13 1,0-1-1639,5-15 1638,-3 18 1,1 1-1639,4-19 5064,-2 20-1787,9-9 0,-4-10 0,10 17 0,-8-21 0,7 7 0,-5-11 0,11 2 0,-10-4 0,26 0 0,-24 0 0,20 0 0,-5-2 0,3-5 0,1-1 0,-11 1 0,-13 3 0</inkml:trace>
  <inkml:trace contextRef="#ctx0" brushRef="#br0" timeOffset="178130">29868 5294 24575,'7'2'0,"5"2"0,-1 0 0,6 6 0,8 7-2248,-13-7 2248,9 5 0,-16-5 0,-1-5 537,1 7-537,-3-6 0,-1-4 0,1-9 0,-1-2 0,0-14-3277,4 6 1481,-4 2 1796,3 3 0,-2 5 0,-1 3 0,5-8 0,5 4-2490,-5-1 2490,4 4 3276,-4 0-1001,-1 3-2275,5-1 0,1 3 0,-2 5 0,11 16-3061,-5 6 3061,0-2 0,-1-1 0,-10-9 0,2 3 0,0 3 0,-4-9 0,6-2 0,-1-7 0,0 1 0,-2-4 0</inkml:trace>
  <inkml:trace contextRef="#ctx0" brushRef="#br0" timeOffset="178733">30339 5302 24575,'-11'5'0,"4"-2"0,-4 11 0,1 2 0,2-3 0,-1 16 0,8-22 0,-3 15 0,3-2 0,0-9-3277,6 24 0,-3-28 3047,5 12 230,-1-11 0,-2-4 0,9 4 0,-4-4 0,1-1 0,7-4 0,1-9 3276,-5 4 0,5-5-3044,-9 0-232,0 2 0,6-15 0,-11 6 0,0 1 0,-6 3 0,-5 6 0,-4-2 0,-1 0 0,-9 1 0,6 3 0,-1 2-820,9 0 1,5 4 0,5 0 0</inkml:trace>
  <inkml:trace contextRef="#ctx0" brushRef="#br0" timeOffset="179149">30423 5288 24575,'10'17'0,"1"0"0,-1 0 0,3 7 0,0-1 0,-3-9-1639,4 6 1,0-2-1639,-4-9 0,7 9 4605,-9-15-1328,-1 2 1719,2 0-1719,-2-11 0,0-7 0,2-12 0,-5 3 0,1-9 0,-5 20 0,2-18 0,-2 19 0,1-9 0,0 14 0,0 2 0</inkml:trace>
  <inkml:trace contextRef="#ctx0" brushRef="#br0" timeOffset="179432">30776 5288 24575,'5'13'0,"1"5"0,-2-8 0,3 9 0,-5-12 0,2 7 0,-2-8 0,-1 6 0,3-4 0,-3-2 0,1-1 0</inkml:trace>
  <inkml:trace contextRef="#ctx0" brushRef="#br0" timeOffset="179969">31100 5269 24575,'0'5'0,"0"7"0,0-6 0,0 11 0,-3-10 0,-2 10 0,-3 0 0,3-4 0,1-7 0,5-19-820,0 2 1,0-3 0,-1 10 0</inkml:trace>
  <inkml:trace contextRef="#ctx0" brushRef="#br0" timeOffset="180332">31018 5267 24575,'-5'9'0,"-1"1"0,3 13 0,0-10 0,2 6 0,2 1 0,0-6 0,2 4 0,0 2 0,8 6-2179,-4-5 2179,3-3 522,-4-11-522,-2-4 0,3 3 0,-3-6 0,4-10 0,3-7 0,4-13 0,-2 6 0,-4-6 0,-6 19 1657,-1-7-1657,-1 14 0,0-4 0,6-2-3277,7-5 0,-2 4 3047,4-4 187,-4 7 43,-2 2 0,2-3 0,-9 9 0,-2-1 0</inkml:trace>
  <inkml:trace contextRef="#ctx0" brushRef="#br0" timeOffset="181200">31197 5329 24575,'7'1'0,"0"3"-3277,7 15 0,-8-9 0,5 11 4020,-6-6-743,-3-4 1799,2 12-1799,-4-11 0,0 1 0,0-3 3276,0-7-18,0-4-2503,0-6-755,0-6-3277,4-10 0,-3 12 2889,9-20 388,-7 21 0,8-12 0,-7 9 0,6 6 0,-5 3 3276,3 11 0,2 13-6553,-2 9 160,-1-8 3117,-4 0 0,-3-11 0,0-2 0,0 3 0,5-16 0,-1-1 0,10-18 0,-7 6 0,2 1 0,0 0 0,-2 4-2136,13-15 2136,-15 24 0,3-7-17,2 5 17,-7 3 0,16-7 0,-10 9 3276,5 3-835,-5 11 748,-6 2-3189,1 9 31,-2-4-31,1-7 0,0-3 0,3-17 0,8-15 0,-6 4-820,5-3 1,-12 13 0,1 7 0</inkml:trace>
  <inkml:trace contextRef="#ctx0" brushRef="#br0" timeOffset="181684">31560 5143 24575,'8'23'0,"2"9"-3277,1 1 0,-4-10 0,0 5 0,-1-7 2909,-5-11-511,7 26 879,-7-29 0,3 17 0,-3-21 3034,2-3-3034,12-20 3276,-8 8-2335,10-10-941,-5 12 0,0 0 3276,6 2 0,-4 9-3202,-2 5-74,-2 20 0,-8-7 0,-1 1 0,2 14 0,-4-10 0,-2-3 0,-4-3 0,-8 4 0,5-13 0,-17 3 0,20-11 0,-11 3 0,0 1 0,9-3 478,-17 2-478,19-3 0,-4-2 0,3-9 0,2 5 0,6-15 0,0 16 0,6-7 0</inkml:trace>
  <inkml:trace contextRef="#ctx0" brushRef="#br0" timeOffset="182200">31816 5271 24575,'-2'30'0,"0"-12"0,2 0 0,2-3 0,-2-8-3277,4 20 0,-3-21 1328,3 11 1949,-1-7 1719,2-1-1719,-2-3 0,0-4 0,0-13 3276,0 2 0,9-15-3044,-6 12-232,13-14 0,-14 19 0,6-4 0,-8 9 0,-2 6 0,0-1 0,-3 1 0,2-2 0</inkml:trace>
  <inkml:trace contextRef="#ctx0" brushRef="#br0" timeOffset="182799">32140 5319 24575,'1'3'0,"1"-2"0,0-2 0,1-9 0,-3 3 0,0-13 0,-2 12 0,-4-13 0,0 14 0,-7-8 0,3 9 0,-1 6 0,2 22 0,4-6 0,1 3 0,1 1 0,1-1 0,-3 15 0,6-2-691,0-11 691,2 1 0,3-10 0,3-1 0,-3 2 0,3-10 0,2-13 0,5-16 0,-1 5-820,0-13 1,-12 28 0,0-4 0</inkml:trace>
  <inkml:trace contextRef="#ctx0" brushRef="#br0" timeOffset="183122">32288 5144 24575,'8'18'0,"1"0"0,2 5 0,-7 1 0,-2-1 0,-4 0 0,0 0 0,0 1 0,-5 0 0,0 2 0,-1 0 0,-4 0-1639,3-3 1,1-3-1639,-2-4 1967,-10 11 1310,9-18 0,-16 12 0,17-19 0,-23-2 0,17-4-1093,-8-3 1,-5-2 0,3 0 190,-2-2 902,7 3 0,-7-3 0,-6-1 0,-2-1 0,0 0 0,2 0 0,4 1-200,-2-1 0,3 0 1,1 0-1,-3 0 1,2 1-1,-2 1 0,-1-2 1,0 2-1,2-1 1,4 2-1,2-1 0,-1 0 1,0 0-1</inkml:trace>
  <inkml:trace contextRef="#ctx0" brushRef="#br0" timeOffset="185492">32544 5386 24575,'18'-7'0,"-3"3"0,0 1 0,-7 2 0,7 0 0,-9 1 0,4 0 0,-2 0 0,-3 0 0,1 0 0</inkml:trace>
  <inkml:trace contextRef="#ctx0" brushRef="#br0" timeOffset="185809">32507 5531 24575,'11'3'0,"8"0"0,0-1 0,-4 0 0,9 0 0,6 0 0,-6-1 0,-7 0 0,12 1 0,10 2 0,-7-2 0,-6 0-1093,-2 0 1,5 2 0,-7-2-2185,-6-1 3047,9 1 230,-22-7 0,-2-11 0,-2 7 0,-3-5 0</inkml:trace>
  <inkml:trace contextRef="#ctx0" brushRef="#br0" timeOffset="186427">33082 5174 24575,'-1'32'0,"0"0"0,0 1 0,0-2 0,0-1 0,1-2 0,-1 1 0,1-6 0,0 0 0,0 5 0,1 0 0,1-15 0,4 22 0,-2-29 0,0 4 0,0-11 0,-3 1 0,3-13 0,-4 9 0,2-6 0</inkml:trace>
  <inkml:trace contextRef="#ctx0" brushRef="#br0" timeOffset="186914">33086 5091 24575,'20'1'0,"11"2"0,-17 2 0,7 1 0,0 0 0,-7 0 0,19 8 0,-22-6 0,3 1 0,-1 9 0,2 14-1844,-5-10 1844,-1-5 0,-1 2 0,-1 10 0,-2-1 0,4-4 0,-2 5 0,1 7 0,-1-4 0,0-8 0,0-2 0,0 7 0,0 1 0,-1-9 0,-1-4 0,-1-6 0,-3-3 0,-9-2 0,-27 6 0,8-6-1639,-8 3 1,1-1-1259,11-3 1642,-10 3 0,2 0 1255,16-5 0,-18 6 0,29-9 0,0 0 0,6 0 0</inkml:trace>
  <inkml:trace contextRef="#ctx0" brushRef="#br0" timeOffset="187694">32767 6718 24575,'-3'36'0,"2"-11"0,-1 13 0,4-15 0,0 0 0,0-4 0,-1 1 0,3 11 0,0-4 0,-2-11 0,2 17 0,-2-28 0,0 7 0,2-29 0,-5 3 0,0-10 0,-1-1 0,-2 2 0,-5-10 0,-1-4 0,2 9 0,0 2 0,-1 1 0,0-1 0,2-4 0,3 3 0,8 4 0,0 0 0,16-4 0,3 12 0,-2-2-3277,7-2 0,-23 15 3047,9-8 230,-12 10 0,1-2 0,-1 4 0</inkml:trace>
  <inkml:trace contextRef="#ctx0" brushRef="#br0" timeOffset="187913">32809 6796 24575,'25'3'0,"-8"-2"0,7 1 0,-12-2 0,-1 0 0,-4 0 0,-5 0 0,-1 0 0</inkml:trace>
  <inkml:trace contextRef="#ctx0" brushRef="#br0" timeOffset="188115">33085 6704 24575,'1'17'0,"1"-2"0,0 2 0,-1-7 0,-1-10 0,-1-6 0,0 3 0,0-4 0</inkml:trace>
  <inkml:trace contextRef="#ctx0" brushRef="#br0" timeOffset="188263">33003 6564 24575,'0'0'0</inkml:trace>
  <inkml:trace contextRef="#ctx0" brushRef="#br0" timeOffset="188478">33198 6489 24575,'16'2'0,"18"2"0,-15-2 0,1 1 0,-1-1 0,1-1 0,1-2 0,-3-1 0,-5-1 0,2-11 0,-11-2 0,-1 3 0,-3 0 0</inkml:trace>
  <inkml:trace contextRef="#ctx0" brushRef="#br0" timeOffset="188729">33352 6321 24575,'7'32'0,"-3"1"0,-1 0-1023,-1-4 1023,-1-4 0,1 7 0,-1-1 0,-1-5 0,1 8 0,-1-7 0,1 4 0,-1-6 335,0-6-335,0 10 0,0-8 0,0-4 170,-1 5-170,-5-6 0,3-3 0,-3-1 0</inkml:trace>
  <inkml:trace contextRef="#ctx0" brushRef="#br0" timeOffset="189281">32792 7283 24575,'31'-11'0,"-1"-3"0,0 1 0,-9 2 0,0 1 0,5-3 0,-5 3 0,-5 2 0,12-5 0,-2-1 0,-11 4 0,13-8 0,-27 15 0,1 0 0,-3 3 0</inkml:trace>
  <inkml:trace contextRef="#ctx0" brushRef="#br0" timeOffset="195330">24765 2391 24575,'-13'-1'0,"3"-1"0,-12 2 0,5 0 0,1 0 0,-17 0 0,12-1 0,-16-1 0,19-1 0,5 1 0,9 1 0,3 1 0</inkml:trace>
  <inkml:trace contextRef="#ctx0" brushRef="#br0" timeOffset="195830">24510 2234 24575,'1'10'0,"3"18"0,0-11 0,5 18 0,-7-26 0,7 12 0,-7-18 0,5 11 0,-2-9 0,0 2 0,1 2 0,-4-6 0,0 2 0,-2-4 0</inkml:trace>
  <inkml:trace contextRef="#ctx0" brushRef="#br0" timeOffset="207962">24771 2348 24575,'13'0'0,"-1"0"0,0 0 0,4 0 0,2 0 0,-2 0 0,8 0 0,-8 0 0,-1 0 0,0 0 0,-9 0 0,7 0 0,-2-2 0,1 0 0,5 1 0,3-2 0,-4 2 0,10 0 0,-14 1 0,9-1 0,-4 0 0,-1 0 0,5 1 0,-1 0 0,-1 0 0,12 0 0,1 0-619,-8 0 619,5 0 0,-10 0 0,10-3 0,-5 2 0,11-4 0,-26 4 0,24-3 0,-22 4 0,8-2 0,2 1 0,-3 0 0,5 0 0,2 0 0,9-1 0,3 0 0,-10 1 0,-3-1 0,-3 1 0,4-2 0,-1 1 0,-7-2-1639,5 1 1,-1 1-1639,-9-1 2559,13 0 0,0 1 718,-10 1 0,10-1 0,1 0 0,8 0-559,-4 0 559,-4 1 3276,-12 1-949,7 0 274,-6 0-2601,16-1 0,-20 0 0,9 1 0,0-1 0,-5-1-1639,12 2 1,0-1-1550,-13-1 3188,6 1 0,1 1-850,7 0 850,-7 0 0,5 0 0,1 0 0,3 0 0,5 0 0,-10 0 0,3 0 3276,-11 0-1239,14 0-2037,0 0 0,-11 0-1639,11 0 1,-1 0 549,-12 0-129,14-1 0,-1 0 1218,-14 1 0,6-1 0,0 0 0,-10 1-423,21 0 423,-20 0 214,4 0 0,2 0-214,9 0 3276,1 0-1243,-7 0 1243,-11 0-2908,-5 0 442,6-1-810,5-1 0,-4 0 0,2 0 0,-8 0 0,-3-1 0,1 1 0,0 1 0,-3 1 0,7 0 0,-6 0 0,6-2 0,-3 2 0,0-4 0,0 3 0,-4-3 0,4 3 0,-1-1 0,0 1 0,-2-3 0,-1 2 0,-1-3 0,0 2 0,2 0 0,-3 0 0,3-3 0,-3 2 0,4-5 0,-3 4 0,6-5 0,-5 0 0,3 3 0,-5 0 0,3-1 0,-3 3 0,6-9 0,-5 7 0,4 1 0,-1 2 0,-3 3 0,1 0 0</inkml:trace>
  <inkml:trace contextRef="#ctx0" brushRef="#br0" timeOffset="211740">20931 2512 24575,'2'5'0,"-4"7"0,0-3 0,-2 4 0,2-5 0,-1-2 0,1-4 0,-1 1 0,-1-2 0,0 1 0,-2 1 0,4-1 0,-2 1 0,6-2 0,10 3 0,-2-3 0,12 2 0,-15-3 0,6 0 0,-9 0 0,0 0 0,-2 0 0</inkml:trace>
  <inkml:trace contextRef="#ctx0" brushRef="#br0" timeOffset="216996">20855 2493 24575,'11'15'0,"-6"-6"0,6 3 0,-8-10 0,4 2 0,-2-4 0,-2 2 0,2-2 0,-2-3 0,1-2 0,-2-4 0,1 4 0,-3 0 0,0 6 0</inkml:trace>
  <inkml:trace contextRef="#ctx0" brushRef="#br0" timeOffset="219461">23617 2427 24575,'-3'9'0,"-1"-1"0,3 3 0,-2-1 0,1 11 0,-1-1 0,1 13 0,1-13 0,1 0 0,0 6 0,0 6 0,0-14 0,0-2 0,1 21 0,1-16 0,1 7 0,3-10 0,-1-5 0,10 5 0,-10-9 0,7 1 0,-3-3-3277,12 1 0,-5 0 3047,9 0 125,-6-4 1,1-1 104,6 2 0,1 1-582,-4-2 0,0 1 582,2-1 0,1 0 0,4-1 0,-1 0-1092,-10-1 0,0-1 1092,18 3 0,0-1 0,-11 0 0,2 0 0,2 0 0,5 0 0,0 1 0,-3-1 0,-6 0 0,-3-1 0,3 1-230,5 0 0,4-1 1,0 1-1,-1-1 230,-4-1 0,0 0 0,-1-1 0,0 0 0,1-1 0,-1-1 0,1 1 0,-1 1 0,3 0 0,-2 0 0,-4-1 0,-1-2 0,-6 0 871,-11 0-871,-2-1 2174,-3 1-2174,-1 1 3276,5-5-476,-3 2-2800,8-14 0,-7 7-1639,5-7 1,0-1 270,-5 8 1201,3-7 0,-1 0 167,-5 8 0,0-26 0,-2 16-1639,-1-5 1,0 0 489,0 9 1149,-3-15 0,3 10 0,0-8 3276,1-2-2126,1 5-816,1 19-334,-2 3 0,3 7 0,-3 0 0</inkml:trace>
  <inkml:trace contextRef="#ctx0" brushRef="#br0" timeOffset="221996">21457 3436 24575,'-1'6'0,"7"8"0,0-6 0,21 18 0,-18-20 0,13 6 0,0-2 0,-10-6-1639,10 2 1,0-1-1639,-12-3 2774,12 0 0,2-1 503,-11-3 0,8 1 0,0-2 0,-10-2 0,12-10 0,-14-7 0,3 5 0,-7-14 0,-5 23-3277,-10-25 2275,4 26 1002,-7-13 0,-10 3 0,14 12 259,-12-7 0,-5 1-259,-11 8-609,2-4 1,5 5-1,27 2 1</inkml:trace>
  <inkml:trace contextRef="#ctx0" brushRef="#br0" timeOffset="222693">21576 3584 24575,'-9'10'0,"-8"7"0,9-12 0,-9 13 0,-3 4 0,6-5 0,2 0 0,1 0 0,7-8-1639,1 10 1,3 0-1639,1-11 1328,6 21 3668,11-5-1719,-1-7 0,4 0 0,1-2 0,4 0 0,-2-1-439,3 1 1,2-1 438,2-5 0,3-1 0,-5-3 0,4-1 0,-2-2 0,5-1 0,-6-1 0,-2-1 0,6-3 0,-2 0 0,-17 0-3277,5-17 2307,-14 14 2036,-2-13 0,0-1-1066,-2 9 0,-2-9 0,-1-1 0,1 11-310,-7-9 0,-1-1 310,3 8 345,-7-7 0,-2 0-345,-6-1 3276,0 2-2246,2 7 0,2 2 2153,8 6-3183,-12-4 0,-2 0 0,11 6-1639,-13-3 1,-1 1-682,14 3 2320,-21-3 0,13 1 0,2 1 0,-1-1 0,11 3 0</inkml:trace>
  <inkml:trace contextRef="#ctx0" brushRef="#br0" timeOffset="223292">22137 3552 24575,'-12'16'0,"-12"13"-1639,14-9 1,1 1-1639,-13 10 1638,11-3 1,3-3-1639,3-12 3817,3 8 0,1-1-540,3-6 0,4 3 0,5 0 0,7-9 0,2-2 3276,6 8-2973,-2-9 1,5-2-1,-6-3 2973,-3-2-2282,3 0 1,7 0 0,-3-1-995,-9-3 0,0-1 0,4 1 0,-2 0 1582,9-15-1582,-17-4 0,-2-1 0,0 3 0,-2-2 0,-5 5 0,-2 0 0,2-9 0,-3 0 0,-4-5 0,-5 13 0,-2 3 0,-5 5 0,-11-1 0,-4 2 0,3 5 0,1 1-1356,0 0 0,0 0 1356,5 3 0,6 2 0,13 2 0,4 1 0,0 0 0,3-1 0</inkml:trace>
  <inkml:trace contextRef="#ctx0" brushRef="#br0" timeOffset="223614">22977 3373 24575,'0'35'0,"1"-12"0,-3 1 0,-2 0 0,2 0 0,-8 8 0,-1 0 0,1-2-1093,-2-3 1,-2 4 0,1-5-2185,0 0 2834,-5 8 1,1-2 2000,7-14-1558,1 3 0,-1-7 0,3-21 0,1 11 0,3-17 0</inkml:trace>
  <inkml:trace contextRef="#ctx0" brushRef="#br0" timeOffset="224011">23002 3747 24575,'3'3'0,"1"1"0,5-1 0,-2 1 0,0-1 0,-4-2 0,-1-1 0</inkml:trace>
  <inkml:trace contextRef="#ctx0" brushRef="#br0" timeOffset="224295">22747 3551 24575,'31'12'0,"0"-1"0,0 1 0,-12-6 0,1 0-469,5 3 1,5 3 0,-1-1 0,-8-3 0,-6-4 0,9 3 0</inkml:trace>
  <inkml:trace contextRef="#ctx0" brushRef="#br0" timeOffset="224478">23154 3742 24575,'0'0'0</inkml:trace>
  <inkml:trace contextRef="#ctx0" brushRef="#br0" timeOffset="225461">25723 3009 24575,'24'-17'0,"-14"9"0,11-3 0,1 0 0,-13 6 0,27-8 0,-29 11 0,11 1 0,3 16 0,-9-7 0,7 12 0,-1 1 0,-9-11 0,4 14 0,-2 3 0,-9 6 0,0-14 0,-1 1 0,-6 6 0,-5 0 0,-3-5 0,-1-2 0,5-2 0,-2 0 0,-7 3 0,-4 1 0,4-5 0,-1-3 0,-2 2 0,-4 2 0,4-4 0,5-4 0,-15 5 0,1-2 0,19-8 0,-9 3 0,3-3 0,16-4 0,-1 0 0,9 0 0,1 0-1639,14-2 1,2 0-1639,-4 1 3162,6-1 0,2 0-1128,-6 2 1,-2 0 1242,12 0 0,-4-1 0,-1 2 0,-7 2 0,10 0 0,-6 5 0,-3-3 1638,-2-3 0,1-1-500,0-6 1,0 0 2137,9-1-3056,-3-7 0,-2-2-220,-12 4-656,4-4 1,0 0-1,-9 7 1,1-3 0</inkml:trace>
  <inkml:trace contextRef="#ctx0" brushRef="#br0" timeOffset="225948">26138 3168 24575,'-6'14'0,"4"10"0,-2-13 0,4 12 0,0-15 0,1 20 0,0-16 0,3 8 0,1 0 0,0-10 0,11 18 0,1-21 0,-3 0 0,16-14 0,2-12-1920,-9 5 1920,5-8 0,-6 1 0,1-3 0,-8 2 0,-1 0 0,2-4 0,-11-10 0,-7 26 0,-10-13 0,-11 12 0,2 0 0,-16 5 0,25 6-1639,-8 3 1,0 1-1233,10-1 2871,-18 7 497,17-2-497,2-3 0,-6 5 0,13-6 0,-4 1 0,6-4 0</inkml:trace>
  <inkml:trace contextRef="#ctx0" brushRef="#br0" timeOffset="226311">27012 2981 24575,'1'22'0,"-2"11"0,-1-22-1639,-4 9 1,-1 0-1639,3-7 1638,-10 15 1,-2 3 708,5-8 1593,0-2 1,-3 3-1,2-2-663,3-4 0,0-2 0,-3 3 0,1-1 0,-1-1 0,1-9 0,3-8 0,1 2 0,1-2 0</inkml:trace>
  <inkml:trace contextRef="#ctx0" brushRef="#br0" timeOffset="226527">26695 3073 24575,'32'18'0,"1"0"0,-12-7 0,-1-1 0,8 5 0,-2-2 0,-10-7 0</inkml:trace>
  <inkml:trace contextRef="#ctx0" brushRef="#br0" timeOffset="226728">27026 3196 24575,'7'2'0,"2"1"0,-4-2 0,1 1 0,-2-1 0,1-1 0,-2 0 0,-8 0 0,4 0 0,-7 0 0</inkml:trace>
  <inkml:trace contextRef="#ctx0" brushRef="#br0" timeOffset="245490">10905 7260 24575,'14'0'0,"-6"0"0,2 0 0,3 1 0,5-1 0,10 2 0,1-1 0,-3-1 0,0 1 0,4 0 0,-6 0 0,-5-1-1639,14 2 1,-1-1-1639,-17 0 3047,17 0 230,-7 0 0,-4 0 0,2-1 0,13 1 0,-9-1 0,1 0 0,-6 0 0,-1 0 0,11 0 0,-6 0 0,-3 0 0,-11-1 0,20-1 0,-22 0-3277,25 1 2017,-29-1 1260,28 2 0,-19-4 0,5 2 0,12-3 0,-20 1 0,8 1 0,-15 1 0</inkml:trace>
  <inkml:trace contextRef="#ctx0" brushRef="#br0" timeOffset="250530">2196 8875 24575,'9'0'0,"20"0"-1350,-18 0 1350,21-2 0,3 0 0,-13-1-1639,10 0 1,-1 0-1639,-15 1 2146,21-4 1667,-17 3-536,-6 1 0,19-1 0,-24 3-121,22-1 121,-21 0 411,19 0-411,-5 1 0,-6 0 0,7 0 0,-21 0 0,5 0 0</inkml:trace>
  <inkml:trace contextRef="#ctx0" brushRef="#br0" timeOffset="251933">4667 8821 24575,'16'0'0,"1"0"0,5 0 0,1-1 0,5-1 0,2 1 0,2-1-1639,-7 0 1,-1 1 976,0 0 1,2 0 661,11 0 0,-3 1 0,-1 0-1093,-9 0 1,4 1 0,-4 1-1403,8 0 2495,-2 0 0,1-1-1022,-7 0 1,-1 0 1021,6-1-390,0 0 0,0 0 390,-9 0 494,9 0 0,4 0-494,-6 0 0,-1 0 0,-3 0 0,2 0 1096,9 0 1,-2 0-1097,-2 0 0,-3 0 0,5 1 0,-5-1 0,0 1 0,9 0 0,2 1 1612,-18-3 0,-2 0-1612,4 3 0,3-1-1093,0-1 1,1 0 0,-2 0 814,7 2-144,-6-2 0,2 1 1,-3 0 421,2-1 678,10 1 1,3-1-679,-12 0 0,-2-1 275,-3 1 0,-1 0-275,1-2 0,-2 1 0,12 0 0,4 0 0,-11 1 0,4 0 0,-4-1 0,7 1 0,0 1 0,1-1 0,-11 0 0,0-1 0,2 2 0,0-1 0,1 0 0,1-1 0,2 1 0,-3 0 0,-8 0 0,16 0 900,-7 0-900,-5 0 0,2 0 0,5 0 0,1 0 0,-4 0 0,0 0 0,0 0-1148,11 0 1,0 0 1147,-2 0 0,-2-1 0,-13 1 0,0 0-482,12 0 1,1 0 481,-4 0 0,-1 0 0,11 0 0,-2 0 0,0 0 1638,-3 1 0,2 0-1384,-8-1 1,1 0-1,-2 0-306,3 1 1,0 0 51,4-1 0,3 0 0,-7 0 335,-2 2-335,-3-2 0,1 0 0,-5 1 0,-2 0 2652,2-1-2652,3 0 0,1 0 0,-1 0 80,-4 0 1,2 0-81,12 0 0,-5 0 0,7 0 0,-20 0-332,8-1 1,-18 0-1,2 0 1</inkml:trace>
  <inkml:trace contextRef="#ctx0" brushRef="#br0" timeOffset="253067">10227 8862 24575,'6'0'0,"13"3"0,10-1 0,2 1 0,-1 0 0,4-1 0,-7-1 0,1-1 0,-2 1-1639,1 1 1,-1 0 545,0-1 1,2 0 0,-4-1 1012,12 0-1013,-10 0 1,3-1 0,-2 0 420,3 1 1,0 0 671,-4-1 0,4 1 0,-1-2 0,-1 1-405,-1-1 1,-2-1 0,0 1 404,2 1 0,-1-1 0,3 1-169,-2-1 1,3-1-1,0 0 1,-2 2 168,8-1 0,-2 2 0,0-1 0,-3 0 0,-1 0 0,0 0 0,6 0 0,1 2 0,-8-1 1586,-1 1-1586,1-1 0,1 1 0,3-1 0,0 0 3276,-10 0-2131,-13-1 2131,5 1-1140,2-2-414,0 2-1722,-4-1 0,-4 0 0,1 0 0,2 1 0,-1 0 0,6 1 0,-12 0 0,2 0 0</inkml:trace>
  <inkml:trace contextRef="#ctx0" brushRef="#br0" timeOffset="257628">2486 13579 24575,'14'1'0,"-7"0"0,9 2 0,-4-2 0,-2 2 0,23-1 0,-19 0 0,15-2 0,1 0 0,-7 0 0,9 0 0,0 0 0,-9-2 0,5 1 0,2 0 0,-6 0 0,-2-1 0,1 1 0,1 0-1639,13 1 1,-3-1-1639,-10 1 3200,10 0 0,8 0 1,-8 0-2440,-4 0 2516,-3 0 0,4 0 0,0 0-508,1 0 0,1 0 0,-1 0 508,-3 0 0,-1 1 0,1-1 0,5 1 0,0-1 0,2 0 0,-2 0 0,1 0 0,-1 1 0,-6-1 0,-7 0 0,0 0 0,10 1 0,7-1 0,0 1 0,-9 0 0,6 2 0,-4-3 0,5 1 0,-9-1 0,-8 1 0,10-2 0,1 0 0,3 3 0,-1-2 0,-6 0 0,5 0 0,1 0-1066,2 0 0,2 0 0,-1 0 1066,-3-1 0,-1 0 0,3 1 0,-2 0 0,3 1 0,1-1 0,-3 1 0,-6-1 1367,-4 0 0,0 0-1367,10 1 0,7-1 0,0 1 0,-11-1 0,-2 0 0,-2 1 0,7-1 0,1 1 0,-8-1 0,2-1 0,-1 1 0,5 1 0,-5-1 0,-2-2 0,5 2 0,-1-1 0,-11-1 1034,5 0 0,3 0-1034,-5-2 0,1 0 0,12 1 0,2 0 672,-11 0 1,1 0-673,12 2 0,-2 1 3276,-11 0-1792,7 0 0,-1 0-1484,-7 0 0,4 0 0,-1 0 0,-12 0-1639,11 0 1,-2 0-692,-12 0 2330,22 0-3277,-19 0 3033,-3 0 576,3 0-332,-2 0 0,-1 0-1639,9 1 1,1-1 1624,-5 1 1,15 0 0,-28-1 0</inkml:trace>
  <inkml:trace contextRef="#ctx0" brushRef="#br0" timeOffset="259526">6503 13554 24575,'12'0'0,"-5"0"-3277,20 0 0,-18 0 1638,17 2 1,2 0 966,-8-1 672,11 1 0,1 0 0,-9-2-996,4 1 1,-1 0 995,-12-1-488,11 0 0,-1 1 488,-13 1 3276,26-1-3080,-6 4-196,4 1 0,-3-2-1222,-7 1 1,-1-1 1221,-8-3 1014,15 3 0,0-1-1014,-12-2-1199,11 0 1,-1 1 1198,-13-2-412,9 0 0,0 0 412,-11 0 0,10 0 0,0 0 0,-9 0 653,10-2 1,5 0-654,-3 2 0,1 0 0,0-2 0,3 0 0,4 2 0,4 1 0,-8 0 0,2-1 0,-7 0 0,7 1 0,0 0 0,-7 0 532,4 0-532,2 0 0,7 0 0,-8 1 0,-3 1 0,-1-2 0,5 0 0,-6 0 3024,-5 0-3024,9 1 0,4 0 0,-11-2 0,-1 0 0,-3 0 0,1 1 0,11-1 0,4 0 0,-6-1 0,-2 0 0,-2 0 0,7 0 0,0 0 0,-7 1 0,6 0 0,0-1 0,7-1 0,-7 0 0,6 3 0,-11-2 0,2 0 0,-4 0 30,2 0-30,12 0 0,-2 0 3276,-23 1-2671,7 0 0,3 0-2244,-2 0 1,-2 0 103,-1 0 1023,6 1 1,8-1-1,-5 1 512,1-1-204,-1 1 1,7-1 0,-1-1 203,-3 1 0,-1 0 0,-1 0 0,3-1 0,1 0 0,6 1 0,2 1 0,-8 0 0,-9-1-1282,14 1 1,0 0 1281,-21-1 1031,10 0 0,-1 0-1031,-10 0 0,8 0 0,2 0 0,-8 0-627,19 0 1,2 0 626,-16 0 0,8 0 0,3 0-675,-7 0 0,-1 0 675,-7 0 0,3 0 879,9 0 1,6-1 0,-2 0-880,-6 0 0,-1 0 0,0-1 191,-1 1 1,-1 0 0,2 0-192,6 0 0,0 0 0,-5 1 0,1 0 0,-2 0 0,5 0 0,-1 0 0,0 0 0,-2 0 0,5 0 0,1-1 0,3 1 0,-5 1 3276,-16-1-2592,12-1 1,0 0-685,-11-1 0,12 0 0,0-1 3276,-9 1-2970,3 0 1,5-1 0,-5 1-974,-4 1 667,8-1 0,2-1 0,-2 2 0,-6-1-1639,2 1 1,0-1-36,-9 0 1066,6-1 1,0 0 607,-8 2 0,8-3 0,5 1 0,-4 1 0,1 0 0,6 0 0,0-1 0,-7 2 0,-1-1 989,10 1-989,-22 1 3276,2 0-423,-7 0-877,5 0-1976,-4-2 0,0 2 0,-3-1 0</inkml:trace>
  <inkml:trace contextRef="#ctx0" brushRef="#br0" timeOffset="261066">2378 13007 24575,'3'6'0,"6"17"0,1-5 0,-2 1 0,1 1 0,3 6 0,-4-6 0,0 1 0,-1-2 0,1 0 0,-1 5 0,-1 1 0,5 9 0,-8-13 0,0-1 0,0 10 0,1 4 0,-2-12 0,2-2 0,-3-14 0,0 4 0,-1-5 0,-1 1 0,0-3 0,-1 0 0,1-2 0,0-1 0</inkml:trace>
  <inkml:trace contextRef="#ctx0" brushRef="#br0" timeOffset="262650">2511 13015 24575,'12'2'0,"15"1"0,-3 0 0,6-1 0,2-1 0,-1 0 0,1 0-1093,-2-2 1,1 0 0,-2 0-547,-2 0 1,1 1 545,7-1 1,2-1 0,-8 0 2086,-9 2-994,4 0 0,9 0 0,1 1 0,-7-1 0,9 1-669,-9-1 0,6 1 0,1 0 0,-7-1 669,9 0 0,-8 0 0,7 0 0,-1 0 0,-9 0-877,-4 0 877,7 1 0,7-1 0,-4-1 0,-9 0 0,-1 0 0,1 0 0,1 1 0,3-1 0,2-1 0,0 1 0,5 0 0,1 0 0,-9 0 0,1 1 0,1-1 0,8 0 0,1-1 0,-4 1 0,-9 1 0,1-1 0,3 0 0,5-2 0,1 1 0,-5 0 0,2 1 0,0 0 0,-3 0 0,3-2 0,0 0 0,-4 1 0,-1 1 0,-1 0 0,15-1 0,-4 0 0,-13 0 0,0 2 0,0 0 3276,11 0-2930,-6 0 0,0 0-346,-8 0 0,0 0 0,8 0 0,2-2 0,-6 2-481,-6-1 481,12-1 0,4 0 0,-5 1 0,0 0 0,8-1 0,1-1 0,-1 2 0,0 0 0,1 0 0,-3-1 0,-9 2 0,-2 0 0,-2 0 0,1 0 0,2 0 0,1 0 0,-4 0 0,1 1 12,3 0 1,2 2 0,-2-1-13,4 0 0,0-1 0,8 1 0,3 1 0,-7-2 0,0 1 0,-9-1 0,5 0 0,-5-1 1259,2 1-1259,11 2-3277,-7-3 2318,-15 0 1510,2 0-551,6 0 0,10 0 0,-5 0 3276,3-2-2045,-25 1-1231,7-1 0,3 0 3276,-7 2 0,24-2-3044,-17 0-232,17-2 0,-15 2 0,1 1 0,-10 3-3277,1 9 0,-7-4 3047,2 9 230,-2-1 0,0-7 0,0 8 0,-1-3 0,-1-2 3276,-1 14 0,0-4-3044,0 1-232,0 3 0,0-4-3277,0 15 0,0-17 3047,0 16-210,0-13 440,2 5-3277,1 5 2163,-1-17-1823,0 18 2937,-2-25 2937,0 17-2937,0-15 0,0 2 0,-4 8 0,3-11-2740,-4 16 2740,4-18 3034,-2 14-3034,0-3 0,1 2 0,-1-1 3276,3-6-2747,0-10-529,0 5 0,0-5 3276,0 3-131,-1 0-3145,-1-2 0,0 2 1095,-5 0-1095,2-3 0,-16 3 0,5-3 0,-21-1 0,7-1-1639,3 0 1,0 0-1639,0-1 1638,-8 1 1,2 0 148,20-1 1490,-12 0 0,1 0 0,11 0 0,-6 0 0,4 0 0,5 0 3276,2 0-2961,4 0 0,2 0 0,1 0 1</inkml:trace>
  <inkml:trace contextRef="#ctx0" brushRef="#br0" timeOffset="264108">6484 12316 24575,'21'-11'0,"-6"3"0,6-1 0,-7 0 0,2 2 0,6-7 0,3-1 0,-6 3 0,2 0-313,5-4 0,2 0 313,-3 3 0,1 0 0,-5 2-1811,4-1 1811,-4 3 0,4-2 0,-2 1 0,-4 3 0,-1 0 0,5-2 0,2 1 0,6-3 0,0 1-656,-5 4 1,-2 0-1,11-4 1,-10 5 0</inkml:trace>
  <inkml:trace contextRef="#ctx0" brushRef="#br0" timeOffset="278906">15941 17268 24575,'1'5'0,"3"4"0,-2-4 0,3 13 0,-2-9 0,0 18 0,-1-8-1639,0 8 1,0 0-1639,0-5 2302,0 1 1,1 2 1800,-1-5 0,0 0-826,1 9 0,0 1 0,-1-5 0,-1 2 0,1-2 0,2 4 0,0-2 0,-3 0 0,1-3 0,1-2 0,0 11 0,-3-21 0,2 8 0,-1-8 0,1-1 3276,2 9 0,1-12-3202,0 2 1,-2-9 0,-2-1 0</inkml:trace>
  <inkml:trace contextRef="#ctx0" brushRef="#br0" timeOffset="279372">15630 17403 24575,'18'0'0,"5"0"0,-6 0 0,15 1 0,8-2 0,-12-1 0,2-2 0,0 0 0,-2 0-1093,0 3 1,-1 0 0,1-2 272,0-1 1,1-2 0,0 0 0,0 0-1,-1-1 1,1 0 0,-2 0 0,0 0 705,-1-1 1,-1-1 0,4 0 113,3 0 0,5-1 0,2 0 0,-3 0 0,-7 2-94,-2 0 0,-3 0 94,13-4 0,-3 1 0,-13 4 0,-4 1 0,3-6 3276,-17 11-2697,0-1 0,-5 5 1</inkml:trace>
  <inkml:trace contextRef="#ctx0" brushRef="#br0" timeOffset="279707">16049 17670 24575,'5'-2'0,"9"-2"0,9-6 0,1 3 0,-2 1 0,0 1 0,0 1-1639,5-2 1,-1 1-1639,-9 3 1638,11-3 1,-1 1-1639,-16 4 5064,21-5-1787,-12 5-724,-10-1 724,9 1 0,-17 0 0,0 0 0</inkml:trace>
  <inkml:trace contextRef="#ctx0" brushRef="#br0" timeOffset="280423">16784 17596 24575,'-7'24'0,"-3"2"0,3-13 0,-1-1 0,2-2 0,4-7 0,5-4 0,-2 1 0,10-13 0,-4-11 0,3-9 0,-4 6 0,-10 0 0,1 21 0,-12-13 0,3 14 0,-1-4 0,-4 12 0,-5 13 0,7-5 0,0 3 0,1 3 0,-3 9 0,0 1 0,8-9 0,2 1 0,2 7 0,0 0 0,7 9 0,1-24-3277,12 18 0,-10-23 3047,25 13 230,-6-11 0,7 1 0,-10-5 0,-1-4 0,5-5 0,1 3 0,-9-5 0,-8 6 0,-1-4 0,2 2 0,-6-1 0,-1 3 0</inkml:trace>
  <inkml:trace contextRef="#ctx0" brushRef="#br0" timeOffset="281108">17011 17506 24575,'-4'17'0,"-1"10"0,3 5 0,-2 0 0,2-6 0,0 0 0,0-7 0,0 1 0,0-1 0,0-8 0,6 12 0,0-16 0,11 4 0,-9-11 0,19 0 0,-15-5 0,20-7 0,-20 2 0,2-4 0,0-1 0,-4-3-1639,-1 0 1,-1 0-1639,-1 4 620,-4-16 2657,1 22 0,-2-21 0,0 29 0,1-8 0,2 23 0,2 10 0,-2-10 0,3 9 2427,-1-7-2427,5 1 0,-2 0 0,8-1 0,-9-14 0,16 4 0,3-9 0,0-2 0,-5-3 0,-1 0 0,-3-1 0,2-4 0,-15 11 0</inkml:trace>
  <inkml:trace contextRef="#ctx0" brushRef="#br0" timeOffset="281423">17312 17392 24575,'20'9'0,"11"-1"0,-22-6 0,11 1 0,3 0 0,-7-3 0,7 3 0,1-1 0,-5-2 0,1 0 0,0-1 0,3-7 0,-1 0 0,-4-9 0,-15-4 0,3 5 0,-5 0 0,-1 13 0</inkml:trace>
  <inkml:trace contextRef="#ctx0" brushRef="#br0" timeOffset="281711">17440 17178 24575,'12'14'0,"-5"-4"0,7 12 0,-9-13 0,3 12 0,-1 6 0,-3 2 0,-3 5-820,0-5 1,0 4 0,0 0 0,0-3-274,-1-3 1,0-3 0,0 2-1,-2 8 1,-1 1 0,1-3 1639,2-7 0,0-2-547,-1 7 0,1 0 876,-1-7 0,2 0-876,1 5 0,1-3 0,0-12-3277,11 21 2084,-9-25 1193,27 4 0,-24-11 134,22-3-134,-15-9 0,-2 2 0,0 0 0,-9 6 0</inkml:trace>
  <inkml:trace contextRef="#ctx0" brushRef="#br0" timeOffset="282075">17682 17581 24575,'-9'19'0,"3"-7"0,10 13 0,6-3 0,-3-1 0,6-5 0,-1-2 0,-5-6 0,9 3 0,3 0 0,2-5 0,3 3 0,1-10 0,-1-14-1128,-8 6 1128,9-13 0,-7 2 0,-1 0-1639,-1-5 1,-1 0-1496,-3 6 2478,-2-8 1,-2 3-1,-7 18 1,3-13 0</inkml:trace>
  <inkml:trace contextRef="#ctx0" brushRef="#br0" timeOffset="282593">18109 17462 24575,'6'21'0,"0"1"0,0-3 0,1 9 0,-2 0 0,-3-15 0,3 9 0,1-1 0,-5-11 0,7 12 0,-7-18 0,2 4 0,-3-7 0,-4-4 0,-2-25 0,0 8 0,3-5 0,2 0 0,3 3-1639,5-3 1,1 2-1639,-1 7 2316,10-3 1,1 1 960,-7 10-540,8 0 0,0 1 540,-8 2-109,16 4 109,-21 1 3276,10 4-1194,-11 9 196,1-4-2278,-4 12 0,-3 1 0,0-6-129,-2 19 0,1-28 0,2-4 1</inkml:trace>
  <inkml:trace contextRef="#ctx0" brushRef="#br0" timeOffset="283128">18595 17497 24575,'9'21'0,"-3"-7"0,-2 0 0,-3-10 0,1-6 0,4-7 0,3-7 0,0 1 0,-3-5 0,-14 3 0,-15-5 0,4 6 0,-2 7 0,2 1 0,8 4 0,-18-4 0,23 7 0,-5 1 0,5 15 0,3-8 0,1 13 0,0 3 0,2-5-1639,2 12 1,0 0-1639,-1-11 2199,3 10 1,1-2 1077,-2-13 0,3 8 0,0-1 0,-1-11 0,14 18 0,3-22 0,2 7 0,-3-16 0,1-5 0,-2-3 0,-1-1 0,-2 1 0,0 0 655,1-4 0,-3 1 1,-8 8-1,-1-3 0</inkml:trace>
  <inkml:trace contextRef="#ctx0" brushRef="#br0" timeOffset="284447">19769 17358 24575,'-23'-6'0,"7"3"0,-15-1 0,10 4 0,-3-1 0,6 0 0,-2 1 0,-2 1 0,1 0-2582,-12 0 2582,2 3 0,17-1 0,0 6 0,0-2-3277,2 17 626,10-16 2651,-2 15 0,6-1 0,9 7 0,-1-5 0,1-1 0,7 4 0,2-9 0,0-3 0,-6-9 0,14 1 0,3-1 0,-11-4 863,11-1 0,3-4-863,-15-2 0,-1-3 0,6-2 0,-1-2 0,7-8 0,-13-8 0,-12 17 0,-3-7 0,0-1 0,0 3-3277,-1-20 2017,-2 26 4536,1-3-2015,-2 29-1261,4-3 0,0 9 0,2 2 0,0 5-1639,2 1 1,0-1 378,-3-7 1260,1 2 0,2 7 0,-2-7 0,-1-5-1012,1 7 1,1 7 0,-2-7 1011,-2-5-420,0 13 1,-2 0 419,-1-12 1309,-2 1 1,-5-1-1310,-16 3 0,6-7 0,-7-6 0,1-3 0,12-4 721,-11-1 1,2-1-722,15-3-2104,-23-10 2104,24 4 0,-8-5-727,8-1 727,3 7 3228,0-6-3228,8 7 0,-1 3 0,0-1 0,-3 2 0</inkml:trace>
  <inkml:trace contextRef="#ctx0" brushRef="#br0" timeOffset="285052">19315 17401 24575,'-17'14'0,"8"-5"0,-11 12 0,12-11 0,-3 6 0,1 1 0,-2 1 0,-1 4 0,-1 1 0,1-3 0,0-1 0,2-3 0,1 1 0,-3 3 0,3-3 0,6-5 0,-3 4 0,3-33-820,4 6 1,-1-16 0,2 20 0</inkml:trace>
  <inkml:trace contextRef="#ctx0" brushRef="#br0" timeOffset="285443">19135 17456 24575,'-5'14'0,"-3"16"0,5 7 0,-2-4 0,6-7 0,1-3 0,-1-12-1639,5 9 1,0-2-1639,-2-11 0,6 14 3208,7-6 69,-4-5 949,7 3 1,5 1-950,1-6 0,0-2-516,-7 2 1,0 0 515,6-4 0,-5-1 3276,-13-3-881,4 0-726,-9 0-1669,-6-5 0,-1 3 0,-11-10 0,11 6 0,-6-1 0,10 4 0</inkml:trace>
  <inkml:trace contextRef="#ctx0" brushRef="#br0" timeOffset="286095">19316 17504 24575,'13'9'0,"4"13"0,-6-9 0,-1 7 0,-2 1 0,-5-11 0,3 9 0,0 2 0,0 3 0,0 0 0,-1-3 0,-5-12 0,-2-3 0,-7-7 0,2-5 0,-6-13 0,10 7-3277,-6-19 0,8 20 3047,-4-11-402,5 7 632,3 4 0,2-13 0,7 11 0,-6-1 0,8 2 0,-9 10 3276,13 6-81,-8 1-4834,4 7 1,0 1-924,-6-4 1925,9 8 1,1 0 636,-8-5 0,3 2 0,-2 2 0,-4 8 0,-1-6 0,-3 14 0,-1-20 0,2 14 0,12-7 0,-4-5 0,5-5 0,2-3 0,-7-4-653,13-3 0,0-2 0,-17 1 1,21-5-1</inkml:trace>
  <inkml:trace contextRef="#ctx0" brushRef="#br0" timeOffset="286433">19960 17405 24575,'13'33'0,"-4"-13"0,-1-1 0,-3-5 0,7 20 0,-5-10 0,1 1 0,-2-1 0,-3-12 0,2 0 0,-3-8 0,-1-26 0,-1 13 0,-2-14 0</inkml:trace>
  <inkml:trace contextRef="#ctx0" brushRef="#br0" timeOffset="286579">20012 17324 24575,'2'12'0,"-1"-3"0</inkml:trace>
  <inkml:trace contextRef="#ctx0" brushRef="#br0" timeOffset="287345">20102 17414 24575,'19'-2'0,"-7"2"0,4 4 0,-11-1-3277,14 22 0,-15-18 0,10 21 2730,-12-5 547,1-4 976,-2 4 0,0 1-976,-1 3 0,0 5 0,0-13 0,0-21 3276,0-7-581,-3-4-5972,-5-21 2225,4 22 1052,-5-15-3277,7 7 2017,1 11-1774,-1-24 3034,2 26 0,3-15 0,3 7 0,1 1 0,6-6 0,-6 11 3034,7-2-3034,-9 8 3276,9 3-2015,8 14 2015,-8-8-1638,-1 9 0,-1 1-1406,-5-5-232,0 6 0,0 3 0,4 7 0,-5-1 0,0 0 0,-6-12 0,0-2 0,0 0 0,0-2 0,0-4 0,3 14 0,-3-11 0,6 8 0,-4-10 0,7-2 0,-3-3 0,1-3 0,-3 0 0</inkml:trace>
  <inkml:trace contextRef="#ctx0" brushRef="#br0" timeOffset="288095">20454 17414 24575,'15'24'0,"-7"-6"0,-1 1 0,0-1 0,-1 0 0,0 12 0,-2-1 0,-2 7 0,-1-1 0,-2-8 0,0-21 0,0-2 0,-2-17-3277,-1-10 0,1 3 3047,-3-6 230,6 0 0,0-11 0,3 2 0,7 0 0,-2 22 0,10-2 0,-3 6 0,2 4 0,-2 2 0,-2 11 0,-4-2 0,9 17 0,-10-11 3276,12 18 0,-8-9-5802,-1-2 2526,-5-5-757,-2-4 757,-3-3 0,5 12 0,-6-13 0,3 11 0,-2-12 0,7 10 0,-4-11 0,6 6 0,-8-10 0,2 2 0</inkml:trace>
  <inkml:trace contextRef="#ctx0" brushRef="#br0" timeOffset="288713">20885 17444 24575,'-4'31'0,"-3"-3"-1143,1-8 1143,1-5 374,2-7-374,-2 2 189,1-2-189,0 1 0,4-10 0,0-15 0,1 6 0,0-11 0,0-1 0,1 6 290,-3-4 0,-3-1-290,-3 3 0,-4 1 0,3 10 0,-2 8 0,-4 16 0,3-7 0,1 8 0,1 1 0,3-5 0,2 7 0,1-2 0,1-7-1639,5 8 1,0-1-1639,-2-10 3047,7 14 230,1-12 0,13 1 0,-9-2 0,10-3 0,-19-7 0,12 0 0,2-10 0,-3 8 0,5-12 0,-3 0 0,-3-5 0,2 4 0,-10 4 0</inkml:trace>
  <inkml:trace contextRef="#ctx0" brushRef="#br0" timeOffset="289030">21025 17478 24575,'5'19'0,"-1"-1"0,-1 0 0,5 8 0,-6-12 0,1-8 0,1 12 0,-1-15 0,-1 1 0,-1-7 0,-4-14 0,0-4-2768,-1 1 2768,2 2-768,3-4 768,1 8-656,4-6 1,0 1-1,-1 8 1,6-6 0</inkml:trace>
  <inkml:trace contextRef="#ctx0" brushRef="#br0" timeOffset="289364">21354 17414 24575,'9'32'0,"-3"-17"0,-2 6 0,0-2 0,-2-10 0,1 18 0,-2-18 0,0 1 0,-5-5 0,-3-4 0,-10-5 0,6-1 0,0 0 0,9 0 0</inkml:trace>
  <inkml:trace contextRef="#ctx0" brushRef="#br0" timeOffset="289530">21355 17308 24575,'11'17'0,"3"14"0,-7-12 0,0 3 0,-5-15 0</inkml:trace>
  <inkml:trace contextRef="#ctx0" brushRef="#br0" timeOffset="290732">21569 17375 24575,'-3'8'0,"-3"5"0,0 1 0,0-2 0,2 0 0,6-12 0,1-3 0,0-2 0,9-9 0,1 1 0,-3 1 0,4 1 0,-5 6 0,3 0 0,-1 2 0,-5 3 0,1 14 0,-6-8 0,9 29 0,-9-20 0,4 20 0,-3-20-3277,0 14 0,-1-20 3047,-1 9 230,0-10 0,2-5 0,-2-1 0,0-10 0,-2 1 0,-1-6 3276,1 4 0,-1-11-6553,2-6 2,-1 7 3275,2-6 0,2 12 0,4 1 0,1 1 0,2 10 0,11 8 0,0 4 3276,-2 0-1139,-2-1-2137,-6-3 0,-5-3 0,10 9 0,-5 4 0,0-3 0,1 15 0,-5-12 0,1 0 1371,1-1-1371,11-5 0,-6-2 0,17 1 0,-14-10-820,19-2 1,-23 0 0,7 0 0</inkml:trace>
  <inkml:trace contextRef="#ctx0" brushRef="#br0" timeOffset="291548">22007 17411 24575,'0'27'0,"0"-12"0,2 6 0,0 0 0,-1-7 0,9 15 0,-9-22 0,9 3 0,-3-10 0,10-14 0,-4 4-3277,12-18 0,-18 17 0,10-20 1787,-15 24 1490,5-13 0,-7 8 0,-1 6 0,-2-8 0,-2 12 3276,1 1-2015,0 17-1261,4-7 0,1 10 0,0 1 0,0-7 0,5 20 0,0 1 0,-2-15 0,-1 2-1639,1 11 1,1-2 378,0 2 1260,-3 1-2219,-2-4 2219,0-12 0,-4 18 0,-1-1 0,4-19 0,-3 7 0,-1 2-436,-2-4 436,2-9 3222,-12 20-3222,-5-17 0,2 2 3110,-12-7-3110,9-22 0,4 4 0,5-6 0,2-2 0,5 3 0,-3-8 0,1 1 0,5 9-1639,-2-13 1,1 1 1238,4 15 400,-2-22 0,12 11 0,16-5 0,-5 5 0,2 11 0,1 4 0,-5 5 0,5 3 0,2 1 0,11 2 3276,-3 1-2015,-1-8-1261,-12-20 0,1-2 0,-7 8 0,-1 0 0,-3 1 0,-2 7 0</inkml:trace>
  <inkml:trace contextRef="#ctx0" brushRef="#br0" timeOffset="293669">22408 18124 24575,'16'3'0,"-1"0"0,10-1 0,4-2-1639,-6 0 1,2 0 818,2-3 1,4 0 0,2-1 0,-3 0 546,-1 0 1,-1 0-1,3-2 273,0 1 0,4-2 0,3 0 0,0-1 0,-1 1 0,-4 0-712,0-1 1,-3 0 0,0 0 0,2 0 711,1 0 0,3-1 0,-1 0 0,-2 1 0,-4 0 967,5-3 1,-5-1-968,-9 1 0,-5 0 0,-8 3 0,4-8 0,-11-1 3049,0 7-3049,0-6 0,-1-3 0,0 10-776,-1-15 1,-1-1 775,2 13 0,-2-8 0,0-2 0,0 3 0,-2-6 0,1 7 0,2 8 0</inkml:trace>
  <inkml:trace contextRef="#ctx0" brushRef="#br0" timeOffset="294616">23403 17689 24575,'4'5'0,"5"8"0,-2-5 0,11 15 0,-6-3 0,0-3 0,-2-1 0,-3-8 0,1 8 0,1 0 0,-4-3 0,1-3 0,-3-6 0,-14-21 0,9 12-3277,-16-25 0,15 23 3047,-11-16 230,6 9 0,-3-5 0,-2-1 0,6 8 0,-1 1 0,3 4 3276,4 5 0,12 3-3044,-7 2-232,23 2 0,-19-3 0,10 3 0,1 0-2387,-11-2 2387,18 6-349,-13-2 349,-5-3-3277,15 10 677,-16-10 2600,15 15 0,-10-5 0,3 4 0,-1 16 0,-10-19 0,1 7 0,-1 0 0,-2-7 1565,-2 22-1565,-8-18 264,-2 0-264,0-6 3276,3-11 0,4-1-3218,-2-1 0,3 0 0,-1 0 0</inkml:trace>
  <inkml:trace contextRef="#ctx0" brushRef="#br0" timeOffset="305016">24661 18540 24575,'0'-5'0,"0"1"0,-1-5 0,-1-1 0,-2-14 0,-2-2 0,3-3 0,0 0-627,-2 1 627,3-3 0,0-6 0,1 7-2931,-1 7 2931,2 1 0,-1-6 0,1 1 0,-1-6 0,1 2 0,-1 9 0,1-1 0,0-7 0,-1-4 0,1 5 0,0-5 0,0 9 0,0-2-278,-1 1 0,-1 0 278,-2-5 0,-1 0 0,3 7 0,-1-1 0,-1-2 0,-1-3 0,1 8 0,3 8 0,-2-12 0,0 0 0,3 6 0,0-1 0,1-3-117,3 6 117,0 4 383,3-1-383,-4 5 0,4-1 0,-6 4 0,3 3 0,-4 2 0</inkml:trace>
  <inkml:trace contextRef="#ctx0" brushRef="#br0" timeOffset="306150">24519 17275 24575,'1'21'0,"1"-2"0,0 0-2359,0 7 2359,-1-7 0,0-1 0,-1 6 0,0-7-1639,-3 6 1,-1-1-1639,3-10 1801,-6 8 0,1-1 1476,5-12 0,-8 12 0,7-7 544,-3-1-544,4 1 3276,-1-9-2015,2-13-1261,2-19 0,-2 4 0,3-9 0,0 1 0,-1 13-898,3-14 0,0 1 898,-3 16-97,1-4 0,1 0 97,-4 6 0,1-1 0,13 17 0,6 10 0,1-1 0,3 8-54,-9-4 54,-2-2 193,3 6-193,-6-3 0,10 10 0,-7-5 0,-1-4 0,-1-1 0,-2 1 0,0 2 0,-3-8 3276,-6-4-684,-9 4-2592,-11 6 0,-1-1 1383,-2-4 1,-2 0-1384,5-1 0,1-2-1639,1-1 1,0-1 292,-10 5 1346,19-6 0,7-3 0,-3-1 0,8-3 0,0-7 0,-1 4 3276,2-10-1929,-2-3-1347,1 0 0,-3 3 0,0 10 0</inkml:trace>
  <inkml:trace contextRef="#ctx0" brushRef="#br0" timeOffset="308432">24612 17387 24575,'-3'14'0,"-1"0"0,3 5 0,-1 6 0,2-6 0,0 10 0,0-21 0,0 12 0,3-13 0,-2 1 0,1-4 0</inkml:trace>
  <inkml:trace contextRef="#ctx0" brushRef="#br0" timeOffset="316624">13969 7594 24575,'0'5'0,"-2"-1"0,-2 2 0,-3 2 0,0 2 0,-2 9 0,6-8 0,-5 9 0,2 0 0,1-7 0,0 4 0,2-8 0,3-3 0,-1 7 0,-1-1 0,2-1 0,-2 7 0,2-10 0,7 15 0,7 2 0,5 5 0,1-7-3277,2 1 0,-12-16 3069,4 4 1,1 1 207,-3-5 0,5 3 0,1 1 0,2-1 0,0-1 0,9 5 0,-1-2 0,-2 0 0,-2-3 0,7 2 0,3 1 0,-7-2 0,0-2-567,-3-1 0,0 0 567,-2 0 0,-1-1 0,6-3 3276,-7 1-1849,14 0 1,2-1-1428,-10-2 0,3 0 0,6 0 0,-2 0-204,-1-1 0,0-1 204,-1 0 0,1 0 0,-3 0-651,-3 0 1,-3 1 650,1-1 0,-3-1 1539,-2-1-1539,8-2 0,2-4 0,3-11-1639,-16 8 1,0 0-712,6-5 2350,0-4-101,-9 6 101,-3 4-199,6-14 199,-12 17 0,3-14 0,-5 5 0,2-15 0,-1 6 0,-1 1 0,0 2 3276,-2 1-1841,2-5 1,0 1-1436,-1 9 799,1-4 0,-1-1-799,-7 1 324,-2-3-324,-1 7 0,-4 6 0,7 4 0,-13-5 0,12 6 0,-12-5 0,-2-2 0,-11-2 0,8 2 0,-1 1 0,6 4 0,0 1 0,-10-3 0,-1 1 0,1 3 0,1 0-558,4 2 0,-1-1 558,-3 1 0,-2-1 0,4 2 0,-8 1 0,0 0 0,-6-1 0,7 1-3277,0 0 3205,8 0 0,-5 1 0,6-1 72,0 1 0,-5 0 0,2 3 0,17-1 0,1 4 0,-4 15 0,5-6 0,-3 3 0,-1 1 0,-3 2 457,2-3 1,-2 1-458,-1-5 0,1 0 0,-6 7 0,2-7 0</inkml:trace>
  <inkml:trace contextRef="#ctx0" brushRef="#br0" timeOffset="326430">25795 8108 24575,'7'-1'0,"0"1"0,1-5 0,5 3 0,-3-1 0,18 0 0,-20 3 0,29-3 0,-26 1 0,15 1 0,1-1 0,-13 2 0,23 0 0,-3 0 0,-1 0 0,-6 0 0,0 0 0,-3 0 0,5 1 0,4-2 0,-6-1 0,-1-1-242,1 2 0,0 0 242,7-2 0,-5-1 0,-13 4 0,15-2 0,0 0 0,-13 0 0,12-1 0,0 0 0,-11 1 0,13-1 0,0 0 0,-13 2 0,5-1 0,6 0 0,-6-1 0,-1 1 0,10-2 0,-1 0 484,-10 2-484,6-1 0,0 1 0,-8 1 0,8-1 0,4 0 0,-7 0 0,-1 1 0,-5 0 0,1 0 0,7-1 0,3 0 0,-6 0 0,-3 1 0,15-1 0,0-1 0,-20 2 0,17-1 0,2 0 0,-13 0-1093,1 1 1,5-1 0,-4 1-542,-2-2 541,4 1 1,5-2 0,-6 2-789,-3 0 1881,2 0 0,9-1 0,0 1 0,-7 0-395,7 1 395,-8 0 0,5 0 0,3 0 0,-3 1 0,2-1 0,-1 0 0,-1 1-373,-5 0 1,0 1 0,2-1 372,3 0 0,4 0 0,-1 1 0,-7-1 0,10 2 0,-1-1 0,7 0 0,-9-1 0,-7 0 0,7 0 0,8-1 0,-7 1 0,-6-1 0,-1-1 0,4 0 0,-4 0 2808,0 1-2808,9-2 0,0-1 0,-7 3 781,7-1 0,1 0-781,-8 2 0,5-2 0,5 1 0,-5 2 0,-1 0 0,-2-1 0,0 0 0,-2 0 0,2 0 0,-6 1 524,-1-2-524,11 1 0,-2 0 0,-13 0 865,0 1 0,0-1-865,-5 0 0,10 0 0,-9 0 0,21 0 0,-14 0 0,1 0 0,-5 0 0,0 0 0,10 0 0,-1 0 3276,-11 0-2436,3 0 1,-2 0-841,-6 0 0,18 0 0,-22 0 0,19-1 0,1 1 0,-5-2 0,-1 1 0,0 1 0,7-1-3277,6 0 0,-12 1 3047,-12 0 230,-8 0 0,-1 1 0,-2 1 0,0 0 0,-2-1 0</inkml:trace>
  <inkml:trace contextRef="#ctx0" brushRef="#br0" timeOffset="327044">31205 8046 24575,'18'0'0,"-7"0"0,26 0 0,-3 0 0,-12 0 0,1 0 0,7 0 0,-3 0 0,-22 0 0,5 0 0,-7 0 0,-1-2 0,2 2-3277,16-1 0,-11 1 3047,19 0-205,-15 0 1,-3 0-1,0 0 1</inkml:trace>
  <inkml:trace contextRef="#ctx0" brushRef="#br0" timeOffset="335319">14098 8865 24575,'-9'0'0,"-3"3"0,-6-1 0,-4 5 0,0-3 0,-9 5 0,12-4 0,0 0 0,0 2 0,0 4 0,-4 2 0,10 3 0,11-9 0,-8 12 0,8-14 0,-3 6 0,2-2 0,2-5 0,-2 9 0,3-5 0,0 1-3277,7 9 0,-5-12 2452,24 20 825,-15-17 0,7 4 0,1-1 0,-5-4-1639,9 3 1,0 0 575,-9-5-388,18 5 0,0 1 1451,-18-7 1368,9 3 0,3 0-1368,7-2 0,-3 1-209,1 2 209,-6-3 0,9 1 0,2 0 0,-2 0 0,-8-2 1032,7 1-1032,-5 0 0,8 1 0,2 1 0,-3-2 0,-1 0 0,-3-1 0,3 1 657,1-1 0,1 1 0,1-1 0,1 1-657,-6-1 0,2 0 0,0 0 0,-1 0 0,-1-1 0,-1 0 0,-1 0 0,-1-1 0,1 0 0,3-1 0,1 0 0,-3-1 0,-4 0 0,-8-1 0,1 0 0,10-1 0,6 0 0,0-1 0,-7 1 0,8-2 0,-10 1 0,8-1 0,0 0 0,-6 1 0,-7 0 0,-1-1 0,7 1 0,6-1 0,-1 1 0,-6 0 0,-8 0 0,0 1 0,7-1 0,4 0 0,-2 0 0,-2-1 0,-2 0 0,-3 2 0,2-1 0,6-2 0,3-2 0,0 0-1093,-6 1 1,0 1 0,-2-1 813,9-2 1,-1 0 278,-2 0 0,-3 1-508,-4-4 508,-3 2-422,3-3 0,-1 0 422,-6 2 110,9-4 0,0-1-110,-11 7 0,11-6 0,-1 1 0,-8 4 0,4-1 0,-2 1 0,-6 2 3276,12-6-3045,-19 8 1273,5-3-1504,-7 2 3276,-1-1-563,-2-5-2713,0 5 2400,2-14-2400,-2 0 0,1-12 0,-2 8-1639,-4 5 1,-2 1-1639,3 6 2724,-9-7 0,-3 0 553,0 5-4,-5-3 1,-4 0 3,0 2 0,1 2-692,6 3 1,0 1 691,-3-2 0,-1 2 1638,4 2 0,-1 1-574,-8-3 1,-4 0-1065,5 3 0,-3 0 0,2 0 35,-5-1 0,-1 1-35,-1 2 0,-3 1 0,0 1-1093,3 2 1,1 1 0,-1-1 330,0 0 0,0 0 0,-1 0 762,4 1 0,-1 0 0,1 1 0,4-1 0,0 2 0,1-1-710,-1 0 0,-4 0 0,1 0 1,5 0 709,6 1 0,1-1 0,-18 0 0,-6 0 0,11 0-693,15-2 693,-10-1 0,-3 2 500,0 1-500,4 1 0,-1 1 0,4-2 0,0 1 0,-2 2 0,-1 0 0,0 1 1638,-2 1 0,-2 1-1498,2-1 0,-3 0 0,3 0 1498,1 1 0,2-1-1493,-2-1 0,1 0-145,0-1 0,2-1 0,-9 4 0,7-4 0,-5 1 0,4-1 0,-5 3 0,1-2 0,1-1 0,6-1-1639,-3 2 1,0-1 853,6-3 103,-10 3 1,-1 0 681,7-2 0,-6 2 0,0 0 0,5-2 0,-4 1 0,0-1 0,11 0-163,-2 0 1,2-1 162,8 1 1502,-6 1-1502,10-3 3276,-1 1-943,2-1-59,2 0-2274,-2 3 1273,-1 1-1273,1 6 0,-1-6 0,3 3 0,1-7 0</inkml:trace>
  <inkml:trace contextRef="#ctx0" brushRef="#br0" timeOffset="341694">18367 8854 24575,'-3'20'0,"3"-6"0,-6 7 0,4-7 0,-1 0 0,0 3 0,4 13 0,1-11 0,2 3 0,2-1 0,3-3 0,4 4 0,4 2 0,2-3 0,0-1-215,-3-1 1,0-1 214,13 6 0,-2-4 0,-10-7 0,12 0 0,9 2 0,-6-2-3277,-6-2 3002,1-2 1,7 1-1,-4-1 275,-2 0 0,-2-3 0,-2-2 0,2 1 0,5 2 0,5 3 0,-1-3-1093,-7-4 1,-1-1 0,-1 0 89,9 5 0,0 0 1003,-7-4 0,1-2 0,-7 1 0,-9 0 0,13 0 0,0-1 0,-15-1 0,25-5 0,-27 2 228,15-14-228,-7 2 0,0-1 2801,3-5-2801,10-3 0,-1 2 3276,-18 13-1638,20-11 0,1 1-1406,-13 7-232,3-3 0,-3-3 0,-14-6 0,-11 1 0,-4 0 0,-7-7 0,-8 4 0,0 2 0,7 8 0,-3 1 0,-4-3 0,3 4 0,-1-3 0,1 2 0,-5-3 0,0 1-1093,3 5 1,1 1 0,2 0-547,-4-4 1,0 0 1523,-6 1 0,-4 2-705,2 2 1,-5-1 0,0 1 0,5 2 189,5 0 0,-2 1 451,4 1 1,-6-1-1,-6 0 1,-3-2-1,-1 1 1,1 0-1,4 0 1,4 2 0,8 1-1,-3 0 1,2 0-1,-9 0 1,-1-1-1,1 0 1,0 1 0,0-1-1</inkml:trace>
  <inkml:trace contextRef="#ctx0" brushRef="#br0" timeOffset="348989">15097 10102 24575,'-31'0'0,"0"0"0,0 0 0,-2 0 0,-1 0 0,3-1 0,-3 1 0,2 1-1639,-2-1 1,2 2 182,6-1 0,-1 0 1456,0 0 0,-1 1 0,0-1 138,-7 2 0,1 0-138,8-2 0,-1 0 0,2 1 0,2 1 0,1 1 0,-2-2 0,1 0 0,0 3 0,2-2 0,1 0 0,3 1 1087,-12 0-1087,18-1 0,-11 3 0,10-2 0,-4 2 0,1 1 3085,2 1-3085,-16 10 1472,5 7-1472,7-10 0,1 2 0,-1 11 0,0 3 0,14-14 0,0 2 0,1 0 0,1-5 0,3 6 0,0 0 0,1-9-656,9 11 1,1-1-1,-6-11 1,12 15 0</inkml:trace>
  <inkml:trace contextRef="#ctx0" brushRef="#br0" timeOffset="368932">14549 10733 24575,'5'0'0,"2"0"0,1 0 0,15-1 0,4-1 0,-1 0-1639,10 1 1,0-1-1639,-14 1 2184,2 1 1,4 0 0,-4 0-221,-1 0 1313,1 0 0,6 1 0,0-1-471,-2 0 1,-1 0-1,3 1 471,4 0 0,4 0 0,0 1 0,-3-1 0,-3 0 0,-2-1 0,4 1 0,-3-1 0,5 1 0,2 0 0,-1 0 0,-5 0 0,-7-1-1368,9 0 1368,-4 0 0,8 0 0,1 0 0,-6 0 0,-3 0 0,-4 0 0,0 0 0,2 0 0,5-2 0,2-1 0,-7 1 0,-1-2 0,7 0 0,-2-1 2550,-13 4-2550,8-4 3276,2 1-2042,3-6 698,-11 4-1932,6-2 3246,-9 2-3246,12-3 0,-9 3 0,3-1 1055,-12 2-1055,-1-3 0,1-3 0,-6 2 0,-3-12 0,1-3 0,-2-2 0,0-3 0,-4 13-3277,-7-15 401,5 18 1237,-4-6 1,1 1 378,4 11 1260,-8-17 0,4 11 0,2 1 0,-4-6 0,9 13 0,-3-2 0</inkml:trace>
  <inkml:trace contextRef="#ctx0" brushRef="#br0" timeOffset="371445">14592 11296 24575,'-6'-5'0,"-2"0"0,0 3 0,-14-3 0,-2 0 0,-2-1 0,0 1 0,1 1-288,-5-3 1,1 2 287,3 3 0,2 1 142,-3-1-142,0 3 0,0-1 0,5 1 0,-2 2 0,2 1 0,5-3-1639,-6 7 1,1-1-1639,7-4 1638,-13 6 1,2 0 387,17-7 1445,-23 10-194,15-4 0,-8 9 0,3-6 0,-1 9 0,14-14 0,-6 15 0,5 6 0,2-4 0,3-4 0,3-1 0,1-7 0,2 11 0,1 0 0,-1-12 0,6 25 0,2-16 0,-1-5-1517,2 4 0,0-1 1517,-5-5 1074,8 8 1,0 0-1075,-3-4 0,7 5 0,3 1 0,-4-5 0,2-2 0,5 2 0,-2-3 0,7 3 0,-2-3 0,5 2 0,-2-2-300,-5-4 0,2-1 300,0-1 0,5 0 0,0 1 0,-4-2 1360,1 0 0,1 0-1360,-1-3 0,4 0 0,3-1 0,-2 0 0,-4 0-478,7-1 0,2-1 478,-12-1 0,4 1 0,4 0 0,2 0 0,0 0 0,0-1 0,-1 0 0,-1 0 0,0-1 0,1-1 0,0 1 0,-1-1 0,-1 1 0,-1 0 0,7 0 0,-3 1 0,1 0 0,-1-1 0,0 0-153,2 0 1,0-1 0,1 0 0,-3-1 0,-3 0 152,0-1 0,-3 0 0,-3 0 0,2 1 0,1-1 0,1-1 0,4-1 0,1-1 0,-6 1-1135,-2-3 0,-4 1 1135,4 0 0,-4 1 0,0-9 1180,-15 4-1180,-2 3 0,5-20 0,-10 19 926,2-24-926,-6 24 3276,-9-26-2806,0 20 0,-1 1-470,-8-14 0,-1 5 0,1 3 0,7 7 0,-7-4 0,-7-3 0,4 3-482,7 8 0,-2 1 482,-3-2 0,-5-3 0,-4-1 0,-2-1 0,-2 1 0,2 1 0,1 4 0,0 1 0,0 0 0,-2 2 0,-1-1 0,-1-1 0,-2 0 0,5 0 0,-2 0 0,-2 0 0,-1-1 0,0 0 0,-1 0 0,0 0 0,1 0 0,0 1 0,3 0 0,1 1-469,-7-2 1,3 2 0,1-1 0,1 1 0,0 1 0,0-1 0,-2 1 434,2 0 1,-1 0 0,-1-1 0,1 1 0,-1 1 0,2-1 0,0 2 0,3 1-298,-7 0 0,2 1 0,1 1 0,1 1 1,-1-1 330,0 1 0,0 1 0,1 0 0,-1 0 0,0 0 0,-2-1 0,-1-1 0,0 1 0,2 1 0,3 1 0,-6 4 0,3 2 0,9 0 0,11 3-336,2 7 1,4-1 0,5-7 0,-3 10 0</inkml:trace>
  <inkml:trace contextRef="#ctx0" brushRef="#br0" timeOffset="373212">18544 11234 24575,'-23'7'0,"-5"0"0,4-1 0,5-2-3277,-17 6 0,27-8 0,-22 6 0,27-7 5064,-11 2-1787,4 3 0,6-1 0,-15 10 0,5 6 0,-1-4 0,4 2 0,1 0 0,4-7 0,-4 10 0,1 0 0,6-13 0,-9 19 0,7-6 0,2-9 0,0 8 0,1 0 0,2-6 0,2 5 0,1 2 0,5 7 0,-1-5 0,3-1 0,3-9 0,-2-1 0,5 2 0,-1 0 0,-1-2 0,12 6 0,0-1 0,-11-9 579,6 2 1,6 2 0,-4-3-580,-1-2-212,3-1 1,6 2-1,0-1 212,-1-2 0,-1-1 0,-1 0-946,5 1 0,0 0 946,-5-2 0,0 1 0,1-2 0,-1 0 0,1-1 0,1 1 0,3 0 0,2 0 0,0 0 0,3 1 0,0-1 0,-1 1 0,2-1 0,-2 1 0,-4 0 0,-12-3 0,-1 0 0,5 2 0,3 1 0,-2-2 1283,0-4 1,-2-1-1284,3 2 0,-2-1-873,-2-5 0,-4-1 873,-6-3-1332,1-7 0,-1-1 1332,-6 7 738,3-5 0,1-3-738,-3 0 0,0-1 0,1-4 0,0-1-371,-1 3 1,0-1 370,-1 3 0,-2 0 2911,0-6-2911,0 3 0,-1 0 0,0 1 0,-1 5 0,-3-10 0,-1 0 0,-2 7 0,-4-8 0,0 0 0,0 6 0,-6-3 0,-1 0 0,7 11-723,-14-12 0,-3-1 723,8 12 718,-1 1 1,-4-2 0,0 3-719,-2 1 0,1 2 0,0-1 0,0 2-132,2 3 1,4 2-1,8 4 1,2 1-1</inkml:trace>
  <inkml:trace contextRef="#ctx0" brushRef="#br0" timeOffset="375231">20369 11350 24575,'-2'15'0,"1"-10"0,-1 9 0,-4 3 0,1 8 0,0 0 0,0 5 0,5-17 0,3 14 0,1-1 0,-1-5 0,0-2 0,-2-6 0,0 4 0,0 1 0,-1 2 0,0-9 0,0 10 0,4-1 0,-3-3 0,6 1 0,3-3 0,5 5 0,0-1 0,8 4 0,-4-3 0,-2-7 0,3 0 0,4 4 0,0-2 0,8 2 0,-9-7 0,3 2 0,-3-4 0,7-2-1639,6 4 1,0-1 901,-4-5 634,-4 0 0,2-1 103,0-1 0,-1 0-878,-8-1 1,-1 0 877,6 1 0,1-1 0,-5 0 0,2 0-1093,3-1 1,3 0 0,-1 0 328,2 1 0,1 0 764,-4-1 0,1 0 0,0 0 346,-1 0 1,0 0-1,1 0-346,0 0 0,0-1 0,2 1 0,-2-1 0,3 1 0,0 0 0,2 0 0,-2-1 0,4 0 0,0-1 0,-2 0 0,-8 1 0,-5-1 0,-1 1 0,6-1 0,8-1 0,2 1 0,-1-1 0,-9 1 0,-3-1 0,-1 1 0,9-1 0,8-1 0,0 0 0,-8 1 0,-7 0 0,0 1 0,3-1 0,4 0 0,1-1 0,-3 1-1093,-1-1 1,-3 1 0,-1-1 997,6 1 1,0-1 94,3 0 0,2-1 0,-9 2-36,-10 2 36,13-1 0,3-1 0,-11 0 0,-2 0 0,11 1 0,-5-2 0,4 1 0,-5-1 0,-4 2 0,5-1 0,2 0 893,6-1-893,-13 0 0,-1 0 0,2 1 0,-1 0 0,11-5 0,-22 6 3276,-2-3-2526,-4-1 790,-3 1-1540,3-10 3276,-4 0 0,-2-13-3044,-3 11-232,-4-17 0,4 23 0,-3-8 0,-2 0 0,2 4 0,-4-5 0,-3-1 0,4 5 0,1 2 0,-8-10 0,2 5 0,3 3 0,7 10 0,-14-14 0,2 8 0,7 4 0,-7-5 0,0-1 0,3 3 0,-4-2 0,0 1 0,1 2 0,-3-2 0,-3 0 0,1 1 0,0 1-251,0 0 0,-1 0 251,-6-2 0,-2 2 0,8 4 0,0 2 0,0 0 0,-2-3 0,-2 0-820,1 2 1,-5 0 0,0 0 0,8 1-2458,-7-1 3261,7 1 0,-7-1 0,0 0 1,9 2-296,0 1 311,-5-1 0,-5 0 0,5 1 0,0 2 0,-4 0 0,-3 0 0,5 0 0,1 0-698,9 0 0,0 0 698,-6 0 0,-1 0 0,2 0 0,0 1-182,-8 2 1,-3 1 181,0-2 0,-3 1 0,3-1 0,3 2 0,0 0 0,1-1 0,-1 1 0,7-2 3276,8 0-2118,-16 4 1,1 0-2268,20-4 1109,-7 1 0,-4 1 945,5-1 0,0 1-945,-7-2 0,-1 1 0,-1 3 0,0-1-1058,-5 0 0,1 0 1058,-1 0 0,8-2 0,-5 1 0,5-1 0,-6 2 0,1 0 0,-5 0 0,9 0 0,9-1 0,-5 2 0,-1 0 0,5-1 0,1 3 1490,-7-2-1490,11 0 0,-5-1 0,-4 2 0,7-3 3276,-7 2-3111,18-5-165,-3 1 0,7 3 0,9 4 0,-6-5 0,7 3 0,-8-7 0,-1 0 0</inkml:trace>
  <inkml:trace contextRef="#ctx0" brushRef="#br0" timeOffset="377481">18799 11338 24575,'24'-14'0,"7"-6"0,-9 7 0,-1 0 0,5-6-1639,-3 7 1,-3 2-1639,-12 6 1638,16-5 1,3-2 716,-9 3-24,12-2 1,0 0 945,-13 3-866,6 0 1,4-1 0,-5 2 865,-6 1 0,7-3 0,6 0 0,-6 0 0,-9 4-425,8-3 0,-1 2 425,-11 3 543,4-1 1,-13 3-1,1 0 1</inkml:trace>
  <inkml:trace contextRef="#ctx0" brushRef="#br0" timeOffset="378194">19367 11104 24575,'9'13'0,"2"0"-3277,2 8 0,-6-11 0,4 9 4605,-4-6-1328,2-2 1719,-1 3-1719,-3-7 0,-3-5 0,-2-2 3276,-1-5 0,-4-2-3044,-14-9-232,-2 2 0,1 1 0,6 4 0,12 8 0,3-4 0,12-7 0,4-1 0,1 1 0,-6 2 0,-8 12 0,-2 0 0,1 3 0,-2 0 0,4 2 0,-2 3 0,2-2 0,-1 2 0,-2-8 0,-1 1 0</inkml:trace>
  <inkml:trace contextRef="#ctx0" brushRef="#br0" timeOffset="390128">18517 12636 24575,'-3'9'0,"-2"14"0,3 0 0,-1 2 0,1-6 0,-1 2 0,1 12 0,1 1 0,1-12 0,2 0 0,2 8 0,1-1 0,2 6 0,4-11 0,1-4 0,-6-12 0,12 9 0,1 0 0,-9-9-1639,11 3 1,1-1-1639,-12-5 1638,14 4 1,0-2 148,-12-3 1490,23 7 0,-12-6 0,-2-1 0,-4-1 0,16 3 0,-2-2 3276,-21-4-2646,11-10 1,-1-4-631,-13 1 0,4-19 0,-1-3 3276,-8 17-2853,0-7 1,0-6 0,-1 9 0,-1 11 0,0-25 0</inkml:trace>
  <inkml:trace contextRef="#ctx0" brushRef="#br0" timeOffset="393779">18541 13300 24575,'6'0'0,"3"0"0,-1 0 0,13 1 0,0 1 0,2 1 0,9 0 0,-8 0 0,4-1 0,-1 1-1639,7 0 1,0 0 110,1-1 1,3 0 1527,-3-1 0,4 1 0,-6-1 0,-8-1 0,0 0 0,2 0 0,4 0 0,2 0 0,-1 0-1093,3 0 1,0 0 0,-1 0 927,0 0 1,0 0 0,2 0 164,-4 0 0,3 0 0,-1 0 0,-5 0-496,-4 0 0,1 0 496,3 0 0,7 1 0,3-1 0,-2 1 0,-8-1-1518,-2 1 0,-1-1 1518,1 1 0,6 0 0,2 0 0,2 0 0,-1 0 0,-3 1 0,0-1 0,1 0 0,1 0 0,0 1 0,1-1 0,-5 0 0,0 0 0,1 0 0,1 0 0,0 0 0,1 0 0,1 0 0,1 0-63,-4-1 1,1 1 0,2 0 0,1 0 0,0-1 0,1 1 0,0 0 0,-1-1 0,0 1 0,-2 0 0,0-1-1,-3 0 63,10 1 0,-3-1 0,-2 0 0,0 0 0,0 0 0,0-1 0,2 1 0,-3 0 0,1-1 0,2 0 0,0 1 0,0-1 0,-2 0 0,-2 0 0,-2 0 0,-5 0 0,11-1 0,-7 0 0,4-1-244,-3 1 1,4 0 0,3 0 0,-1 0 0,-3 0-1,-5 1 244,-1 0 0,-5 0 0,4 0-10,2-1 1,5 0-1,1 1 1,-1-1-1,-5 1 10,-3 0 0,-3 1 0,5 0 0,-1 0 0,3 0 0,4 0 0,2 0 0,2 1 0,0-1 0,0 0 0,-7 1 0,1 0 0,1-1 0,1 1 0,0 0 0,1 0 0,-1 0 0,1 0 0,-1 0 0,-1 0 0,0-1 0,-1 1 0,1-1 0,-2 1 0,1 0 0,1-1 0,0 1 0,0-1 0,2 1 0,0-1 0,-3 1 0,1 0 0,1-1 0,1 1 0,1-1 0,0 1 0,0 0 0,1-1 0,-2 1 0,1 0 0,-2-1 0,0 1 0,-2-1 0,-1 1 0,5-1 0,-2 1 0,0-1 0,-2 0 0,0 1 0,-1-1 0,0 0 0,0 1 0,-1-1 0,5 0 0,0 0 0,-1 1 0,-1-1 0,1 0 0,-2 0 0,0 1 0,4-1 0,2 1 0,-1 0 0,-2 0 0,-7-1 0,-6 1 0,1-1 1014,7 1 1,-3 0-1015,-18-1 3034,0 0-3034,-7-6 3276,3 5-2015,0-11 2015,-1 10 0,4-14-3044,-5 8-3509,4-23 0,-5 21 2416,0-11 1,-1-1 860,-1 9 0,-4-16 0,0-4 0,-1 7 0,0 1 0,-1-2 0,-1-2 0,0-3 0,-1-1 0,1 5 0,0 1-1639,2 5 1,-1 1 1319,0-2 1,-1 1 1956,0 0 0,-1 1-1223,-2 2 0,1 0 342,0-3 1,0 0-758,-2-4 0,2 3 0,5 10 0,-3-7 0,0 1 0,2 5 0,-4-12 0,1 8 0,0 2-216,-3-8 216,7 17-1639,-9-15 1,-3-3 1087,7 10 551,-6-6 0,-2 0 0,-5 1-278,8 10 278,-4-7 0,5 8 0,2 1 3276,-19-12-2539,8 10 0,0 2-737,3-1 0,-1 0 0,-14-3 0,-3 2-515,0 5 0,0 1 515,11-2 0,1 1 0,-6 3 0,1 0 0,8 0 0,3 0 0,-3 1 0,-5 0 0,-6 0 0,6 0 0,5 1 0,-9 1 0,-8-1 0,6 1-349,3 0 349,-2-1 0,-7 0 0,8 0 0,2 2 0,-2-2 0,-9 0 0,-2 0 0,7 0-1012,6 0 1,-1 0 1011,1 0 0,-4 0 0,-2 1 0,1-1 0,4 1 0,2-1 0,3 0 0,-3 0 0,-1 0 0,-4 1 0,-1-1 0,-1 0 0,1 1 0,2-1 0,-1 0 0,1 1 0,0-1 0,0 1 0,-6-1 0,0 1 0,0 0 0,0 0 0,5-1 0,-3 1 0,1 0 0,4-1 0,5 2 0,3 0 0,1 0 0,-6-1 0,-8 0 0,-2-1 0,1 1 0,8-1 0,3 1 0,0 0 0,-5-1 0,-7 1 0,-3-1 0,2 0 0,7 0 0,4 0 0,0 0 0,-2 0 0,-5 0 0,-3 0 0,0 0 0,2 0 0,0 0 0,1 0 0,0 0 0,0 0 0,-1 0 0,0 0 0,-1 0 0,0 0 0,4 0 0,-1 0 0,-1 0 0,2 0 0,1 0-820,0 0 1,1 0 0,1 0 0,0 0 703,-8 0 1,1 0 0,-2 0-422,2 1 1,-4-1-1,3 1 1,4-1 536,5 0 0,0 1-215,2-1 1,-6 0-1,-2 1 1,2-1-1,6 0 215,3 0 0,-1 0 0,-6 0 0,-9 0 0,-3 0 0,2 0 0,9 0 0,7 0 0,-1 0 0,-4 0 0,-7 1 0,-2-1 0,3 0 0,7-1 0,6 0 0,1 1 0,-9-1 0,-9 1 0,-3 0 0,4-1 0,8 0 0,11-1 0,0 0 369,-8 1 0,-7 0 0,-1 0 0,4 0-369,-6-4 0,4 1 0,12 2 0,-2 1 0,-9-2 0,-5 1 0,3 0 0,0 3 0,3 1 0,-1 0 0,0 0 0,4 0 0,0 1 0,4 0 0,-4 1 0,0-1 0,-5 0 0,2 0 0,-2 1 0,1-1 0,6-1 0,-1 0 0,-1 1 0,-1 0 0,-1 1 0,6-1 2760,-2-2-2760,-7 3 0,2 0 0,12-2 1638,-5 2 0,-3 1-788,-8 3-850,2 0 1638,14-3 0,0 1 1257,-7 6-2964,7-5 69,1 3-1177,-5 1 1177,9-4 0,-10 3 0,-1-2 0,7-1-1639,-12 2 1,-1 0-843,15-7 842,-13 7 1,2-1 1064,17-4 1378,-18 6-804,24-7 581,-6 3-581,7 3 3276,-5 1-2015,2 15 2015,1 5-1638,1-8 0,0 1-1406,0 12-232,2-12 0,0 1 0,2-4 0,0-1-3277,2 11 2573,-1-1-1382,8-2 2086,-5-8 0,4 4 0,0 1 0,-2 3 0,3 2 0,-8-8 0,-1-2 0,-1-7 3276,-2 10-3074,-1-6-202,-1 3 0,2-3 0,-1 1 0,2-11 0,-5 14 0,6-12 2589,-5 11-2589,6-8 0,0-2 0,3-2 0,0-6 0,2 4 0,2 1 0,3 5 0,-2-4 0,4 6 0,-9-9 0,2 3 0,-4-5 0,-1-1 0</inkml:trace>
  <inkml:trace contextRef="#ctx0" brushRef="#br0" timeOffset="395715">19154 12680 24575,'9'-11'0,"5"-11"0,-3 0 0,1-1 0,2-2 0,-4 9 0,-2 4 0,9-4 0,-9 11-3277,20-8 0,-19 11 1638,11-2 1,-1 2 1265,-11 2 1,15 0-1,-22 0 1</inkml:trace>
  <inkml:trace contextRef="#ctx0" brushRef="#br0" timeOffset="397446">20198 12641 24575,'11'-8'0,"10"-1"-3277,-6 2 1285,5-1 1992,8-2 0,-15 5 0,12-2 0,0 0 0,-16 4 0,13-3 0</inkml:trace>
  <inkml:trace contextRef="#ctx0" brushRef="#br0" timeOffset="409418">18933 15022 24575,'-18'0'0,"4"-1"0,-5 1 0,-2 0 0,-2-2 0,1 2 0,-3 0 0,-5 0 0,0 0 0,-3 0 0,6 0 0,-3 1 0,7-1-1012,11 1 1012,-9 0 0,-2 1 248,-4 2-248,6 1 0,-1-1-1347,-11 2 1347,-1 5 0,13-4 0,3 2-1639,-3 1 1,2-1-1170,5 0 2398,-3 2 1,1 0 409,8-4-3277,-11 14 2756,15-14 431,-9 17 90,12-17 3276,-9 13-2799,9-13 803,-3 11-1280,2 1 0,2-2 0,3 11 0,-1-19 0,9 22 0,-9-24 0,8 14 93,-1-4-93,0-3 0,3 4 0,3 1 0,3-1 0,1 0-657,-5-4 0,0 0 657,5 2 0,0 0 0,11 5 0,-9-5 0,8 4 0,-1-1 0,-12-8 0,2 1 0,1 1 820,13 6-820,-7-7 0,3 2 0,0-2 0,2 1 0,-1-2-622,5 3 1,2-1 621,-9-5 0,4 1 0,-1-2 0,-6 0 0,-6-3 0,1 0 0,7 1 0,9 0 0,4 2 0,1-1 0,-4-1 0,-9-1-1394,-5 0 1,1-1 1393,1 0 0,7 1 0,4 1 0,1-1 0,-1 0 0,-3-2 0,2 1 0,-1-2 0,-1 0 0,-1 0 683,2 0 1,-2 0-1,5 0-683,-7 0 0,3 0 0,2-1 0,2 1 0,-1 0 0,0 0 0,-3-1 0,3 1 0,-2-1 0,0 0 0,-1 0 0,0 0-820,6 0 1,-1 1 0,-1 0 0,1 0 801,0-1 0,1 0 0,-1 0 0,-2 0 18,1 0 0,-1 0 0,-3 0-122,-1 0 1,3 0 121,-7 0 0,5 0 0,4 0 0,1 0 0,-1 0 0,-4 0 0,-5 0 725,9 0 1,0 0-726,-7 0 0,5 0 0,5 0 0,0 0 0,0 0 0,-3 0 0,-7 0 0,2 0 0,-6 0 0,4 0 0,1-1 0,5 1 0,1 0 0,2 0 0,-2-1 0,-3 0 0,3-1 0,-3-1 0,-1 0 0,1 0-319,-2 1 0,-1 1 0,0-1 1,0 0 318,6-3 0,-1 0 0,-3-1 0,-1-2 0,-1-1 0,-1 1 0,2-1 0,-2 0 0,4-1 0,-1 0 0,-1 0 0,-4-1-1555,-4-1 1555,-11 5 328,8-4 1,-1 0-329,-9 5 2470,16-13-2470,-19 14 0,8-10 0,-8 10 0,15-20 0,-15 19 0,9-15 3276,-9 4-3087,-3 5-3394,3-22 3205,-7 23-134,0-8 0,-1 0 134,-4 8 0,-1-8 0,-2 0 0,0 9-94,-6-9 1,-3 0 93,1 8 0,-9-6 0,-1-1 0,1 5 0,1 2 0,-5-3 0,-2 0 0,0 2 0,-2 0 0,-1 0 0,1 0 401,4 1 1,1-1-1,-2 1 1,-2-1-402,3 2 0,-3-1 0,-2 0 0,-1 0 0,1 0 0,1 1 0,3 1 0,-6-2 0,2 1 0,1 1 0,-1 0-674,1-1 0,-1 0 0,0 1 0,4 1 674,0 0 0,1 0 0,5 2 0,5 0 0,1 2 0,-3 0 0,0 0 0,2 0 0,1 0-298,-11 0 0,2 0 298,-1 0 0,4 1 0,-8 0 0,-3 0 0,1 0 0,-2 0 0,-1 0 0,0 0 0,-1 0-46,8 0 0,-1 1 0,0 0 0,0 0 0,-1-1 46,-5 0 0,-3-1 0,1 0 0,2 1 0,5-1 0,4 2 0,3-1 0,-2 0 0,-8 0 0,-4-1 0,1 0 0,7 2 0,6 0 0,2 1 0,-8-1 0,-3-1 0,5 1 1504,-5 1-1504,14 0 0,-1 0 0,-14-1 0,1 1 0,8 1 0,-7 0 0,-9 0 0,9 0-278,11 0 278,-3 1 0,-6-1 0,-1 0-334,4 0 1,0 0 0,0 0 333,3 1 0,0 0 0,-4-1 0,-3 1 0,-6 0 0,-4 0 0,1 0 0,2-1 0,7 1-501,2 0 1,5 0 0,-3 0 500,0 0 0,-4 0 0,-1 0 0,0 0 0,2 0 354,-4 0 0,2 0 0,0 0 0,1 0-354,-4 2 0,2 0 0,-1-1 0,1 0 0,-1-1 0,0 0 0,3 1 0,-1 2 0,1 1 0,9-1 0,9 0-1159,-21 6 1159,27-6 207,-9 11-207,12-11 2706,-7 9-2706,8-6 1350,0-3-1350,0 8 0,0-5 0,3 1 3276,1-3-2917,1 1 1,1-3 0,0 1 0</inkml:trace>
  <inkml:trace contextRef="#ctx0" brushRef="#br0" timeOffset="410241">21761 15307 24575,'7'-8'0,"13"-10"0,-6 6 0,2 0 0,9-5 0,0 2-806,-8 3 0,-1 2 806,4 0 0,-1 1 391,9-2-391,-8 5 0,1 1-982,9-5 982,0 3-348,-12 5 348,0 0 568,1 1 0,2-1-568,5 2 0,1 0 0,-2-1 0,1-1-1639,12 2 1,-4 0-1400,-6-1 3038,-3-1 0,-4 1 0,-14 0 0,10-2 0</inkml:trace>
  <inkml:trace contextRef="#ctx0" brushRef="#br0" timeOffset="416661">16035 17102 24575,'-18'0'0,"3"0"0,6 0 0,4 0 0,-11 1 0,8 1 0,-11 0 0,0 0 0,4 2 0,-5-1 0,-3 0 0,0-1 0,-3-1 0,-1 1 0,0 0 0,0-1 0,-5-2 0,4 1-566,-9 3 566,4-3 0,-5-1 0,1 0 0,10 1 0,2 0 0,0 0 0,-3-1 0,1 1 0,1-1 0,-7 2 0,3-2 0,6 0 0,2-2 0,3 1 0,-10-4 0,17 3 0,1-2-134,-11-1 134,12-1 0,-7-1 0,-2-1 0,-2-4 0,5 4 0,-1-1 0,-11-6 0,8 2 0,-2 0 0,11 3 0,0-4 0,5 3 562,0-2-562,3-1 138,4 8-138,2-12 0,1 12 0,0-5 0,8-3 0,-7 11 0,9-12 0,2 6 0,3-2 0,1-2 0,-1 1 0,2-1-1345,9-3 0,0 0 1345,-13 6 0,0 1 0,8-1 0,-2 2 0,-5-1 0,11 0-1051,-18 5 1051,-1 3 0,4-4 0,-8 4 0,9-5 0,-8 4 2530,3-1-2530,-4 2 1211,-3 2-1211,2 0 0,-3 0 0,-1 0 0</inkml:trace>
  <inkml:trace contextRef="#ctx0" brushRef="#br0" timeOffset="417758">15266 16669 24575,'13'22'0,"-5"-6"0,9 7 0,-10-13 0,15 16 0,-5-8 0,-1-2 0,2 0 0,-14-11 0,1-1 0,-6-8 0,-6-9 0,-1 1 0,-3-3 0,-1 0 0,-2-1-1639,-4-4 1,1-1-1639,5 8 3047,-10-13 230,15 17 0,-1 0 0,9-2 0,5 5 0,10 1 0,21-2 0,-16 4 1638,8 1 0,-1 0 1638,-1 2-3044,6 1-232,-20 1 0,-12 1 0,-3 6 0,-3 2 0,-2 2 0,-8 10 0,6-9 0,-2 3 0,0 1 0,1-1 0,-5 9 0,12-6 0,0-11 0,4 7 0,2-15 0,-2 1 0,0-2 0</inkml:trace>
  <inkml:trace contextRef="#ctx0" brushRef="#br0" timeOffset="432288">14304 8805 24575,'-14'0'0,"1"0"0,-3 2 0,-1-2 0,8 1 0,-1-1 0,4 0 0,2 0 0,-6 0 0,1 2 0,0-2 0,-8 6 0,7-3 0,-4 4 0,-10 1 0,13-2 0,-7 0 0,-1 1 0,3 1 0,-4 0 0,2-1 0,5 1 0,-8 3 0,17-7 0,-6 4 0,3-1 0,-1 1 0,-4 3 0,1 4 0,-1-2 0,-2 5 0,9-8 0,-2 7 0,6 1 0,0-2 0,5 6 0,1-10 0,6 11 0,-6-10 0,8 9 0,-7-10 0,8 7 0,-5-6-3277,17 12 0,-16-15 3047,12 9 230,0-2 0,-2-5 0,1 0 0,-5-1 0,0 0 0,10 2 0,-1-2 0,-9-5 0,5 4 0,1-1 0,-5-3 0,13 7 0,0-1 0,-8-6 0,0 0 0,0 1 0,2 0 0,0-2 0,2 0 0,-2-1 0,-5-1 0,0 1 0,7 0 0,4 1 0,-1-1 0,-3-3 0,-1 0 0,0 1 0,0 1 0,0 0 0,2-1 0,3-1 0,3 0 0,0-1 0,-4 0 0,4 1 0,1-1-820,-6 0 1,3 0 0,0 0 0,-2 0 461,-3 0 1,-2 0-1,2 0 358,6 0 0,3-1 0,-3 1 0,4 0 0,0-1 0,-8 0 0,2-1 0,-4 1 0,-4 1 0,-1-1 0,15-1 0,-2-1-1170,-1 3 1170,-4 0 0,2 0 0,-1 0 0,0 0 0,-9 1 0,1 0 0,3-1 0,5 0 0,1-1 0,-2 0-903,6-3 0,0 0 1,-1 1 902,-4 1 0,0 1 0,-1-1 0,1-2 0,0-1 0,-5-1 1299,-6 0 0,-1 0-1299,4-3 0,0 0 0,0 1 0,0-1-81,8-5 0,-5 1 81,-11 5 0,5-2 0,1 0 537,3-4-537,-1 4 0,-3-4 0,-1-1 0,-3 4 1638,-2-3 0,-1-1-734,2-6-904,1 3 0,0 0 0,3-6 86,2 3 1,-1 0-87,2-10 0,1 3 0,-7-5 0,-12 22 0,1-13 0,-4 14 0,-1-19 0,-1 21 0,-1-13 3276,-6 8-215,-10-5-3061,2-1 0,-8 5 0,-6 1-1093,-1 0 1,-4-1 0,2 3 13,0 0 0,-2 0 1079,9 2 0,-3-2 0,-1 0 0,2 2-1011,-3 1 1,1 2 0,-6-2 1010,7 2 0,-4-1 0,-3-1 0,-2 0 0,0 0 0,1 1 0,2 0-547,3 1 1,1 0 0,0 0 0,0 1 0,-2-1 0,-3 1 524,7 1 1,-3-1 0,-2 1-1,-1 0 1,-1-1 0,-1 1 0,0 0-1,0 0 1,1 0 0,2 1 0,1 0-1,2 1-316,-4-1 1,2 1-1,2 1 1,0 0 0,0 0-1,-2 1 1,-2-1 337,4 0 0,-3-1 0,-1 1 0,-2 0 0,0 0 0,0 0 0,0 0 0,1 0 0,2 1 0,2-1 0,2 1 105,-4 0 1,4 0 0,1 1 0,1-1-1,-2 1 1,-2 0-106,-2 1 0,-3-1 0,-3 1 0,0 1 0,1-1 0,3 1 0,4-1 0,5 0-382,-9 2 1,2 1 381,8-1 0,-5 0 0,-2 0 0,4 1 0,4 0 0,0 5 0,4 1 701,1-1 0,0 0-701,-2 1 0,3 2 1048,8 4 1,2-1-1049,1-1 0,-3 18 0,10-25 0,-1 3 0</inkml:trace>
  <inkml:trace contextRef="#ctx0" brushRef="#br0" timeOffset="438211">25289 17830 24575,'17'0'0,"15"-2"0,-15 0 0,11 2 0,-1-1 0,-14-1-1639,15 2 1,0 0-1639,-17 0 2275,18 0 0,1 0 1002,-11 0 0,10 0 0,1 0 0,-8-1-2,7-2 1,3 0 1,-2-1 0,-1 0 0,-5 0 0,1 1 0,9-2 0,-5 1 3276,-20 3-1963,15-2 1,1-1-1314,-13 3 0,11-1 0,0 0 0,-6 2-1639,11 0 1,1 0 785,-9 0 853,0 0 0,2 0-1639,13 0 1,-2 0 382,-7 0 244,8-1 1,7 0 0,-9 0 1011,-13 1-425,7-2 0,6 0 1,-5 0 424,-6 0 0,12 0 0,-2-1 0,-16 2 1201,8-1 1,4-1-1202,-5 2 0,-1-1 0,1 0 0,2 0 0,4 0 0,3 0 0,-6 1 0,-3 0 0,10-1 0,10-1 0,-6 1 581,-14 1 0,-1 0-581,15-1 0,5-1 0,-6 1 0,-14 2 0,-1 0 0,15-1 0,4 0 0,-8 1 0,-8 0 0,2 0 0,9 0 0,-1 0 0,-9 0 3276,-4 0-2979,9 0 1,8 0-1,-2 0-297,-6 0 0,-2 0-222,6-1 0,2 1 222,-7 0 0,2 0 0,-1 0 0,8 1 0,-1 0 1638,-3 1 0,2 0-1093,2 0 0,3 0 0,-7 0-545,-3 3 0,1-2 0,6-1 0,-8-1-876,-11 0 876,8 3 0,3 0-307,-4-2 0,-1 0 307,0 1 0,-1 1 0,3-2 0,0-1-1639,5-1 1,-4 0 142,-12-1 1496,4 0 0,2 0 250,0-2 1,1-1-251,6 1 0,1 0 0,-4-1 0,3 0 0,2 0 0,4 0 0,-7 2 0,3-1 0,-4 0 0,5 1 0,-4 0 1663,7 0-1663,3 2 0,-1 0-671,-10-2 671,0 2 0,1 0 0,7 2 0,-3-2 0,-8 0 0,3 0 0,1-1 0,-2 0 0,0-1 0,1 0 0,0 0 0,1 0 0,2-1 0,-2 0 0,1 0 0,0 0 0,1 1 0,7-1 0,1 0 0,1 0 0,-7 2 0,2-1 0,1 1 0,-1-1 0,-3 1 0,6-1 0,-3 1 0,3 0 0,1 1 0,4 0 0,-4 0 0,-8 0 0,-2 0 0,-3 0 0,8 0 0,-1 0 0,-5 0 0,8 2 0,-3-2 0,6-1 0,-6 1 3276,0 1-2340,-6-1 0,4-1 0,-6 1-1959,-3 0 1023,6 0 0,2 0-134,-7-1 0,0 0 134,4 1 0,1 0 0,0 1 0,1 1 0,-2-1 0,-1-1 0,0 1-1093,2 2 1,2 1 0,-2-1-189,9-2 1281,-7 0 0,8 2 0,0-1 0,-7 0-2499,8-1 2499,-13 0 0,6 0 0,1 0 0,-1 0-934,4-1 1,0 0 0,-3 0 933,-3 0 0,0 0 0,8 0 0,4 0 0,-8 0 113,-5 0-113,5 0 0,2 0 0,1 0 1638,-3 0 0,-2 0-1283,-7 0-355,3 0 2735,-1 0-2735,5 0 0,-3 2 0,1 1 0,-5-1 0,1-1 1092,2 3 0,3-1 0,-2 0 396,5-1 1,-3-1-3128,-3 2 1,-1-2 1218,-3 0 1,-1-2-402,8 1 821,-12 0 0,16 0 0,-9-1 0,-9 1 0,22-2 0,-21 2 0,3 0 0,3 0 0,10 0 0,1-1 0,-12 1 0,1 0 199,13-2 1,0 1-200,1-2 0,-12 1 3276,12-3-2546,-20 5-730,7-1 0,-9 1 1063,0 2-1063,-12 2 0,2-1 0,-4 0 0</inkml:trace>
  <inkml:trace contextRef="#ctx0" brushRef="#br0" timeOffset="439847">30789 17393 24575,'6'7'0,"-3"-1"0,8 13 0,-6-7-1639,3 7 1,0 0-1639,-4-4 1638,4 10 1,-2 0-1639,-3-14 5064,6 25-1787,-5-8 0,-3-6 0,2 3 0,-1 3 0,-2-7 0,1 0 3276,1 15-3146,-3-2 3146,-4-5-328,3 3-3990,-2-1 1042,4-4 0,4-16 0,0 2 0,2-3 1598,-2-5-1598,0-5 0,0 0 0,1 0 0</inkml:trace>
  <inkml:trace contextRef="#ctx0" brushRef="#br0" timeOffset="440882">28417 17372 24575,'-1'10'0,"-1"5"0,2-8 0,-1 17 0,0-10 0,1 3 0,0 3 0,3 3 0,-1-1 0,1 9 0,1 3 0,-1-3-3277,-2-19 2464,2 23-2098,1-5 2911,-3-14 0,2 9 0,1 3 0,-2-8 0,-1-1 0,2 0 0,-1 1 0,1 5 0,0-1 0,0 13 0,0-7 3276,-1 1-3189,-5-13-87,1-6 3276,-3 13-2914,4-20-362,-1 11 0,2-13 0,0 6 0,0-5 0,-4 0 0,3-1 0,-5-3 0,0 2 0,4-2 0,-4 0 0</inkml:trace>
  <inkml:trace contextRef="#ctx0" brushRef="#br0" timeOffset="441564">25801 17350 24575,'5'24'0,"-4"-10"-1639,1 6 1,1 0-1639,-3-9 0,2 22 2605,2-1 672,-1-5-995,3 8 0,1 0 995,-1-9-470,4 8 1,0-2 469,-2-13 0,0 2 0,1-3 0,-4-7 3276,5 8-3060,-6-12 1331,1 5-1547,1 1 3276,1 3-565,8 3-2711,-6-6-820,1-3 1,-8-8 0,0-1 0</inkml:trace>
  <inkml:trace contextRef="#ctx0" brushRef="#br0" timeOffset="443209">27793 18454 24575,'-5'3'0,"-5"4"0,-6 7 0,2-2-1639,0 2 1,1-1-1639,5-3 0,-8 8 4605,10-9-1328,0 20 0,5-5 0,1 9 0,12-4 0,-5-12 0,9 12 0,-6-15 0,9 6 0,-8-12 1719,3 3-1719,4-3 0,-5-3 0,4 1 0,-1-7 0,-10-2 3276,3-5 0,-4 2-3044,3-10-232,2-5 0,-3 2 0,-3-3 0,-6 12 0,-3 1 0,-1 2 0,-13 0-3277,-17 4 0,12-1 3047,-13 10 230,31-2 0,-6 7 0,9-5 0,0 7 0,6-6 0,-1 8 0,2-8 3276,3 17 0,2-10-3383,-2 4 1,-2-9 0,-5-8 0</inkml:trace>
  <inkml:trace contextRef="#ctx0" brushRef="#br0" timeOffset="443925">28047 18624 24575,'-6'3'0,"-2"3"0,6-2 0,0 14 0,3-10 0,2 14 0,2-11 0,5 12 0,4 0 0,-3-5 0,4 1 0,-9-17 0,11 4 0,-7-6 0,7-2 0,-10-1 0,9-9 0,-12 6-3277,14-21 0,-16 19 1941,7-20 1336,-8 20 0,-1-13 0,-1 13 0,-2-2 0,3 10 3276,3 9-316,9 14-2960,2 1 0,3 0 0,3-1 0,-12-16 1654,7 6-1654,-4-6 0,-6-3 0,5 1 0,-6-7 0,-2-2 0,4-2 0,-4 4 0,1 0 0</inkml:trace>
  <inkml:trace contextRef="#ctx0" brushRef="#br0" timeOffset="444543">28391 18619 24575,'16'1'0,"13"11"0,-21-7 0,17 18 0,-17-14 0,11 17 0,-12-13 0,8 11 0,-12-15 0,2 5 0,-4-8 0,-4 5 0,0-6 0,-2 3 0,2-4 0,0-3 0,3-10 0,-2 1 0,4-14 0,-1 8 0,2-13 0,-1 14 0,4-18 0,-4 23 0,7-12 0,-5 15 0,11-4 0,-8 5 0,14-1 0,-5 8 0,1-2 0,14 13 0,-20-8 0,12 9 0,-19-9-3277,2 16 0,-3-13 3047,-1 13 89,2-7 141,-2 1 0,10 10 0,-1-10 0,1-1 0,-8-11 3276,-6-7 0,-21-10-5782,14 4 2506,-12-2 0,17 8 0,1 2 0,2 0 0</inkml:trace>
  <inkml:trace contextRef="#ctx0" brushRef="#br0" timeOffset="444847">28579 18521 24575,'28'7'0,"-8"-3"0,1-1 0,2 0 0,0-1 0,-5 0 0,1-1 0,10 1 0,-2-1 0,-10-2 0,13-3 0,-20 2 0,0 0 0,-9 2 0</inkml:trace>
  <inkml:trace contextRef="#ctx0" brushRef="#br0" timeOffset="445396">28963 18657 24575,'8'20'0,"-3"-9"0,0 10 0,0 1 0,8 4 0,-4-2 0,19-2 0,-17-18-1639,9 0 1,0 0-1639,-8-4 2518,10-4 1,1-3 758,-11-2 0,6-3 0,-1-2 0,-6-1-1639,-4-4 1,-1-1 805,-2 6-542,-3-11 1,-3 0 1374,1 15 634,-6-10 0,-2 3-634,4 13 294,-28-10-294,21 13 0,-8 1 0,-2 1 0,5 2 1638,-4 2 0,1 3-1391,0 2-247,-2 1 3276,13 2-1284,15-3 1284,-1 1-3099,14 5-177,9 0 0,-7-5 0,0-2 0,-18-9 0</inkml:trace>
  <inkml:trace contextRef="#ctx0" brushRef="#br0" timeOffset="445927">29502 18580 24575,'-24'0'0,"3"3"0,3-1 0,8 4 0,14 4 0,0-3 0,22 12 0,-13-14 0,9 1 0,7 0 0,-6-2 0,-1-3 0,4 2 0,6 1 0,-9-1 0,-11 0 0,24 5 0,-26 10 0,0-6 0,2 22 0,-7-21 0,5 21 0,-8-23 0,1 7 0,-5-14 0,-14-1 0,10-3 0,-14-3 0,-2-1 0,6-1 0,-6-2 0,-1 1 0,4 1 0,0 0 0,10 3 0,8 2 0,1-1 0</inkml:trace>
  <inkml:trace contextRef="#ctx0" brushRef="#br0" timeOffset="448646">32380 17416 24575,'5'11'0,"-2"-3"-3277,4 9 0,-3-11 1328,6 21 1949,0 1 1719,-2-4-1719,0 4 0,-2-1 0,0-8 0,0 6 0,-1-1 0,-2-5 0,1 16 0,-4-4 2789,2-6-2789,-2-1-2259,0 5 2259,0-15-1639,3 12 1,1-1 203,-3-12 1435,9 18-363,-5-17 363,0-3 2217,2 5-2217,-3-13 1805,3 10-1805,0-3 0,-2 0 0,-1-1 0</inkml:trace>
  <inkml:trace contextRef="#ctx0" brushRef="#br0" timeOffset="449180">32172 18209 24575,'7'29'0,"-2"5"0,-3-23-3277,2 24 0,-3-25 0,2 14 4245,-2-7-968,-1-3 1769,3 17-1769,-2-13 0,0 2 0,0-10 0,-2-5 3276,-1-2 0,-1-1-3141,-6-4 1,6 1-1,-2-1 1</inkml:trace>
  <inkml:trace contextRef="#ctx0" brushRef="#br0" timeOffset="449412">32130 18363 24575,'32'4'0,"-15"-3"0,12 2 0,0-1 0,-5-1 0,8-1 0,-1 1 0,-11-1 0,11-4 0,-25 3 0,0-6 0,-14-5 0,-1 1 0,-1-2 0,6 7 0</inkml:trace>
  <inkml:trace contextRef="#ctx0" brushRef="#br0" timeOffset="449696">32343 18220 24575,'13'15'0,"-5"-6"-3277,9 19 0,-12-20 0,5 15 4307,-6-12-1030,0 4 1761,1 13-1761,0-3 0,-1-4 0,-2-4 0,0-8 0,-2 0 3276,2 0 0,-2-2-2788,0-2-488,0 1 0,0-2 0,0-2 0</inkml:trace>
  <inkml:trace contextRef="#ctx0" brushRef="#br0" timeOffset="450195">32591 18405 24575,'6'10'0,"2"5"0,-6-10 0,6 12 0,-5-13 0,8 11 0,-7-12 0,10 8 0,-9-7 0,18 2 0,-16-4 0,13-1 0,-14-1 0,2-4 0,-6-4 0,1 0 0,-3-2 0,-5-6 0,-5-7 0,-2-1 0,-5 2 0,9 14 0,-11 2 0,5 8 0,-1-2 0,5 7 0,4 0 0,3-1 0,-1 10 0,4-10 0,-1 8 0,0-7 0,0-1 0,1-3 0</inkml:trace>
  <inkml:trace contextRef="#ctx0" brushRef="#br0" timeOffset="450798">32812 18317 24575,'13'22'0,"-5"-9"0,1 4 0,2-1 0,6 1 0,0 1 0,6-7 0,-9-14 0,3-6 0,-8-1 0,1-9 0,-6 11 0,2-17 0,-4 16 0,-1-8 0,-1 16 0,1 4 0,0 15-3277,0 17 0,-1-13 3047,0 11-794,-1-16 1024,-1-1-3277,-8 19 2356,6-22-483,-6 5 1,-1 0 1403,7-10 2807,-11 15-2807,1-5-2349,-2 5 2349,-1-3 0,4-3 3034,3-8-3034,-4-2 0,-13 0 0,10-4 0,-4-3-129,11 0 1,3 0 0,0 0 0</inkml:trace>
  <inkml:trace contextRef="#ctx0" brushRef="#br0" timeOffset="451965">25700 18235 24575,'8'5'0,"0"-1"0,-2-1 0,-1 1 0,4 3 0,-5-3 0,8 11 0,1 4 0,-2 0 0,3 10 0,-7-2 0,-2-5 0,2 13 0,-3-8 0,2-6 0,2 12 0,-3-25 0,2 15 0,-4-17 0,-2 2 0,-4-6 0,1 0 0,-1-2 0,2 0 0</inkml:trace>
  <inkml:trace contextRef="#ctx0" brushRef="#br0" timeOffset="452583">26042 18179 24575,'9'6'0,"7"6"0,-7-7 0,2 4 0,-10-7 0,-1 4 0,-1-2 0,1 2 0,-3-3 0,0 3 0,-2-1 0,-6 5 0,-3 1 0,3-2 0,-1 1 0,9-8 0,2 1 0,-1-3 0</inkml:trace>
  <inkml:trace contextRef="#ctx0" brushRef="#br0" timeOffset="453300">25735 18236 24575,'15'-6'0,"-6"4"0,12-8 0,-12 6-3277,25-11 0,-23 10 1724,12-3 1,1 0 1552,-8 3 0,5-1 0,0 1 0,-8 2-2333,12 2 2333,-19 1 0,8 0 0,-6 1 0,0 3 3276,5 4-2348,-5 1 76,3 1-1004,-7-1 3276,0-2 0,-2 4-3044,0-4-232,2 7 0,-1-7 0,0 2 0,-4-6 0,-11 3 0,6-3-3277,-27 9 0,24-9 3047,-21 7-710,13-6 940,0 2 0,-13 4 0,18-8 0,-11 7 0,14-9 0,-12-3 0,9-1 0,-8-6 0,13 6 0,0 0 0,5 4 0</inkml:trace>
  <inkml:trace contextRef="#ctx0" brushRef="#br0" timeOffset="454232">32363 17620 24575,'0'0'0</inkml:trace>
  <inkml:trace contextRef="#ctx0" brushRef="#br0" timeOffset="456152">30913 17356 24575,'13'1'0,"-2"1"0,-5 1 0,-2 0 0,2 0 0,1 1 0,6 1 0,-4 0 0,11 2 0,-10-4 0,13 2 0,-2-4 0,-4 0 0,8-5 0,-16 3-3277,22-11 0,-24 9 3047,18-5 230,-14 2 0,1 2 0,12-11 0,-2 6 0,-4-4 0,2 7 0,-5 4 0,12 1 0,-9 0 0,6 1 0,-9 1 0,-2 1 1638,5 1 0,2 1 1638,10 4-4242,1-1 966,-8-1 0,-8-3 0,-6-3 0,10 4 0,-4-2 0,2 0 0,14-1-3277,4-1 167,-10 0 1471,-3 0 1,-2 0 1179,-11 0 459,16-1 0,-6-2 0,-5 1 0,9-4 0,-5 1 0,-4 0 0,16-7 0,-16 8 1638,3-4 0,2 0-377,10-1-1261,-1-2 0,4 3 0,-22 7 0,9 1 0,-1 1 0,-8 1 0,24 2 0,-19 1 0,-1-3 0,6 3 0,-13-4 0,5 2 0,0-3 0,-6 0 0,16-1 0,-14 0 819,10-2 0,-14 3 0,0-1 0</inkml:trace>
  <inkml:trace contextRef="#ctx0" brushRef="#br0" timeOffset="462350">28282 17185 24575,'3'1'0,"3"0"0,-4 2 0,7 0 0,-2 0 0,9 3 0,-6-3 0,8 0 0,-1 0 0,-5-1 0,14 1 0,-14 0 0,10-1 0,-11 1 0,1-3 0,-5 1 0,-3-3 0,-4-2 0,0-4 0,-2 2 0,-2-6 0,2 3 0,-7-9 0,1 3 0,2 2 0,-16-7 0,18 14 0,-27-11 0,20 13 0,-16-3 0,15 5 0,-6-1 0,13 3 0,-3 0 0,1 1 0,3 4 0,-4-3 0,7 1 0,-1-3 0</inkml:trace>
  <inkml:trace contextRef="#ctx0" brushRef="#br0" timeOffset="463536">30586 17161 24575,'6'3'0,"1"2"0,-3-2 0,6 2 0,-3-1 0,1-1 0,3 1 0,10-2 0,-4 1-1639,5 0 1,-1 0-1639,-7-2 3047,15 3 230,-24-4 0,-2-4 0,-5 1-3277,-6-7 2017,3 7 1782,-4-11-522,5 12 0,-2-9 0,-1 6-3207,-14-6 3207,9 5 0,-18-4 2189,5 6-2189,-6-1-234,2 3 1,1 1 233,3-1 0,5 2 0,1 0 0,9 0 0,1 3 0,2-2 0,7 2 0</inkml:trace>
  <inkml:trace contextRef="#ctx0" brushRef="#br0" timeOffset="464904">28677 17504 24575,'6'0'0,"2"0"0,12 0 0,9 2 0,-6-2 0,7 1 0,-15 1 0,2 0-3277,15 1 0,-21 0 1328,16-2 3668,-15 2-1719,10-2 0,9-4 0,-11 0 0,14-4 0,2 0 0,-12-1-993,1 2 0,3 0 0,-4 0 993,0 0-543,6-4 0,-1 1 543,-3 0 0,2-5 0,-1-1 0,-11 3 1638,0-2 0,-2-1-378,-4 3-1260,6-8 0,-7 11-3277,9-7 1861,-12 10 4049,12-5-2633,9-1 0,-11 5 0,2-1 0,1 1 0,3-2 0,-4 4 1365,0 0-1365,-13 5 224,4 4-224,5 3 0,7 3 0,2 0 0,2 1 0,3 1 0,-2-2 3276,-14-7-1638,8 5 0,0-2-1406,-11-4-232,21 8 0,-12-7 0,-1 3 0,2-3 0,1 0 0,-1 1 0,0 0 0,12 0 0,1 0 0,-11-3 0,6-2 0,-4 2 0,-2-2 0,-5-1 0,5 1 0,3-2 0,4 1 0,-3 1 0,2 1 0,-2-1-1090,1-1 0,-1 0 1090,9 2 0,-3 0 0,-12-2 0,-5 2 0,3-1 0,-10 6 0,17 4 0,-11 2 0,6-4 0,1-2 0,-2-1 0,17-2 0,-21-2 0,-3-4 0,-17 0 0,-10-4 0,9 6 0,-3-1 0</inkml:trace>
  <inkml:trace contextRef="#ctx0" brushRef="#br0" timeOffset="467715">29154 16943 24575,'19'-10'0,"13"-2"0,-7 1-1639,3 3 1,0 0-1639,-13 5 0,20-6 4605,-21 8-1328,-10 9-2818,-2 9 2818,-9-3 0,-3 5-177,-4-7 177,8-5 3276,-11 3-2103,13-8-1173,6-1 0,3 0 0,25 5 0,-14-4 1638,5 6 0,0 3 1638,0 8-3175,-1-1 295,-12 6-396,-11-14 0,0 3 0,-10 3 0,-5-5 0,-12 10 0,10-10 0,-4 6 0,20-14 0,-5 2 0,3-5 0,2-4 0,0 3 0,2-3 0</inkml:trace>
  <inkml:trace contextRef="#ctx0" brushRef="#br0" timeOffset="468411">29466 17025 24575,'10'8'0,"4"5"0,2 5 0,-4-4 0,4 6 0,-12-13 0,1 2 0,-1-5 0,-4-12 0,1 3 0,0-17 0,0 11 0,7-13 0,3 8 0,0 0 0,6 4 0,-5 8 0,-2 1 0,0 6 0,-2 10 0,-2-3-3277,6 13 0,-10-17 1825,9 15 1452,-9-15 0,10 12 0,-9-13 0,4 6 0,-4-9 0,-1 2 0,-1-4 0</inkml:trace>
  <inkml:trace contextRef="#ctx0" brushRef="#br0" timeOffset="468995">29666 17078 24575,'5'-10'0,"2"-2"0,0 4 0,8 2 0,-1 5 0,0 1 0,18 4 0,-17 0 0,19 3 0,-24 1 0,3 1 0,-11-2 0,2 2 0,-3-6 0,-3 8 0,1-4 0,-3 6 0,5-4 0,0-2 0,9 4 0,0-5 0,0 0 0,-3-3 0</inkml:trace>
  <inkml:trace contextRef="#ctx0" brushRef="#br0" timeOffset="473925">26092 17430 24575,'22'1'0,"0"0"0,-1 0-2544,-2 1 2544,1-1 0,2-1-22,0 0 1,0-1 21,10-4 0,-7 4 0,-2 0 615,1-5-615,-12 4 0,10-4 0,-14 3 0,9-4 0,2-1 0,-4 2 0,16-5 0,2-1 0,-5 0 0,-6 5 0,5 0 0,-2 0-1639,3-1 1,-1 1 211,-4 2 0,-1 1 1427,2-1 0,-1 1-3277,10 1 3021,-13 1 14,8 0 0,-1 1 242,-12 1 0,8 1 0,3 1 0,-7-1 0,0 1 0,14 3 0,1 1 1638,-5-1 0,0 0-1532,-3 0 1,2 1-1,-2 0-106,9 4 0,-3-1 1638,-9-2 0,-2-1-1501,4 2 1,-3 0-80,3 3-58,-2-2-1639,0-1 1,-1 0-241,-7-4 1879,13 6 475,-19-8-475,5 4 0,13-1 0,-12-2 1665,13 1-1665,-1-2 0,1 1-734,2-2 1,0 0 733,-8 0 0,0-1 0,8-1 0,3 0 0,-4-1 0,-9 1 0,-1-1 0,18-1 0,-4-1 3276,-16-1-1063,8 0-2213,-14 1 0,2 1 0,-6 1 0,2-1 3276,-6 3-2642,7-3-634,-2 3 0,5-3 0,-7 2 0,-1 0 0</inkml:trace>
  <inkml:trace contextRef="#ctx0" brushRef="#br0" timeOffset="475205">26827 16898 24575,'0'12'0,"0"5"0,0-5 0,5 11 0,11-2 0,-3-3 0,17 4 0,-10-15 0,4 1 0,2-1 0,4-3 0,-1 1 0,5 1 0,-6-2-677,-2-3 677,-1 2 0,6 0 0,-6 0 0,-2-3 0,5 1 0,-1-1 0,1 0 0,6 0 0,-25 0 0,-2-4 0,0-18 0,-4 10 0,6-21 0,-6 22 0,3-16 0,-5 17 677,-3-14-677,-4 16 0,-13-12 0,-12 11 0,-1 1-1194,2-3 1194,0 6 0,-8 2 0,6 0 0,-3 3 0,1 0 0,-6-2 0,4 1 0,11 2 0,1-1 0,-4-1 0,-3-1 0,6 1 0,1 3 0,-6-3 0,25 4 0,1-1 0,7 1 0,-1-2 0</inkml:trace>
  <inkml:trace contextRef="#ctx0" brushRef="#br0" timeOffset="475979">29676 16743 24575,'-6'6'0,"-13"9"0,0-6 0,-7 4 0,-1-1 0,-4-2-1639,3 0 1,0-1-737,0-2 3217,9-1 1,1-1-843,3-2 913,-1 4-913,12 6 0,2-5 0,1 29 3054,-1-25-3054,4 12 0,2 0 0,-3-14 0,9 16 0,1-1 0,-6-15 0,9 9 0,3 0 0,-5-11 0,16 6 0,3-1 0,-2-5-1093,-2-3 1,6 0 0,-4-1-303,-8-4 0,0 0 1395,5-1 0,6-1 0,-1 0 0,-4 1 0,-5 0 0,-1 0 0,7-2 0,3-3 0,-9 1 0,-12-2 0,1-8 0,-20-7 0,6 12 0,-5-6 0</inkml:trace>
  <inkml:trace contextRef="#ctx0" brushRef="#br0" timeOffset="476774">31106 17019 24575,'2'8'0,"6"8"-3277,7-2 0,-3 0 1652,4-3 0,1-2 1625,-1-2-1137,16 2 1,1-1 1136,-12-1 0,9-3 0,1-1-171,-10 0 1,0-1 170,5 0 0,4-1 0,0-1 0,-3 1 0,2 0 0,1 0 0,-2 0 0,6 0 0,-3-1 0,-8-1 0,-7-2 3276,15-1-2558,-29-13 367,-12-5-1085,5 4 0,0 0 0,-6-5 0,-2-7 0,6 23 0,-10-6 0,-1 0 0,6 7 0,-5-3 0,-3 0-8,-6 4 0,-3 2 8,3 1 0,-2-1 0,0 2 0,-5 0 0,-1 2 0,3 0 0,-6 0 0,4 1 0,11 2 0,8 3 0,14 7 0,0-7 0,4 9 0,-2-13 0,-1 0 0</inkml:trace>
  <inkml:trace contextRef="#ctx0" brushRef="#br0" timeOffset="488355">25893 17801 24575,'5'4'0,"2"9"0,-3-6 0,5 13 0,-3-10 0,1 3 0,-1-5 0,-5-3 0,3-1 0,-3 0 0,2 1 0,-3-3 0,0-1 0</inkml:trace>
  <inkml:trace contextRef="#ctx0" brushRef="#br0" timeOffset="518795">16061 18200 24575,'10'0'0,"2"1"0,-4 0 0,1 2 0,8-2 0,-8 1-1639,11-1 1,1-1-1639,-10 0 1958,20 0 0,3 0 1319,-13 0-1639,14 0 1,1-1 1176,-12 1-372,1-1 1,5-1-1,-7 1 834,-4 1 105,7-1 0,8 1 0,-8-1-105,-10 1-506,19 0 0,1 0 506,-21 0 224,10 0 0,6-1 0,-5 1-224,1-1 0,3 1 0,7-1 0,-6 1 0,5-2 0,-8 2 0,7-1 0,0-1 0,-6 1 673,-6-2 0,1-1-673,8 2 0,7 0 0,-1-1 0,-9 0 0,1-3 0,-3 4 0,9-1 0,-2 2 0,-8-1 0,-4 0 0,5 1 0,11 0 0,-1 1 0,-9-1 0,-5 1 0,7 0 0,8-1 0,0 1 0,-6 0 0,-1 0 0,-1 0 0,-4 0 0,-1 0 0,4-1 0,2 1 0,4 1 0,2-1 0,1 0 0,-2 0-171,-1 0 1,-1 0 0,0-1-1,0 1 1,-2-1 170,2 1 0,-1 0 0,-1 0 0,1 0 528,3-1 0,0 1 1,-1-1-1,-1 1-528,0 0 0,-2 0 0,-5 0 0,9 0 0,-8 0 0,7 0 0,-2 0 0,-10 0 842,-9 0-842,18 0 0,0 0 0,-15 0 0,11 0 0,0 0 0,-9-1 0,17-2 0,0 0 0,-14 0 0,9 0 0,5 0 1500,-5 0 1,2 1-1501,2 1 0,3 0 0,-1-1 0,-10 0 0,-2 0 0,4-1 0,3 2 0,6 0 0,1 0 0,-4 0 0,-8-1 0,-7 1 0,-1 0 0,11-1 0,7 0 0,0 0 0,-8 1 0,0 0 0,-2-2 0,5-1 0,-7 1 0,-1 1 0,-1-1 0,3-1 142,-5 2 0,1 1-142,2 0 0,2 0 0,-1 0 0,3-1 0,2 0 0,3 2 0,7-1 0,-1 1 0,-7 0-522,-8 0 0,0 0 522,3 0 0,7 0 0,1 0 0,1 0 0,-5 0 0,1-1 0,-3 1 0,1-1 0,1 1 0,1 0 0,-2 0 0,7-1 0,-8 0 0,-13 1 3276,20 0-2261,-16 0 0,-1 0-1015,15 0 0,0 0 0,-2-1 1668,-9 1-1668,0-1 0,6 1 0,-6-1-319,-2 1 319,4 0 0,0 0 0,0 0 0,-4 0 847,-1 0 0,2 0-847,12 0 0,-5 0 0,3 0 0,-25 0 0,7 0 0,-11 0 0,5 0 0,-3 0 0,0 0 0,-3 0 0</inkml:trace>
  <inkml:trace contextRef="#ctx0" brushRef="#br0" timeOffset="519645">21131 18058 24575,'0'4'0,"3"6"0,0 3 0,5 5 0,-5-5 0,3 2 0,-4-10 0,1 5 0,-2-8 0,1 1 0</inkml:trace>
  <inkml:trace contextRef="#ctx0" brushRef="#br0" timeOffset="520132">21140 18034 24575,'28'5'0,"1"1"0,5 2 0,-4-2 0,-13-3 0,-2-1 0,18 2 0,-17-1 0,3 1 0,-16 0 0,-19 2 0,-12 5 0,5-2 0,-3 1 0,1 1 0,7-4 0,-4 3 0,2 0 0,7-6 0,-12 9 0,17-12 0,-6 6 0,8-7 0,5 3 0,-1 0 0,2-1 0,0 1 0</inkml:trace>
  <inkml:trace contextRef="#ctx0" brushRef="#br0" timeOffset="520647">20555 18457 24575,'34'-5'0,"0"1"0,-13 0 0,0 1 0,7 3-618,0-4 1,7-2 0,-3 1 617,5 4 0,-1-1 0,2-3 0,-2-1 0,-3 4 0,-8 0 0,-16 0 0,-1 1 0</inkml:trace>
  <inkml:trace contextRef="#ctx0" brushRef="#br0" timeOffset="521078">20778 18460 24575,'0'29'0,"1"-7"0,-1-3 0,1-9-3277,1 18 0,-1-20 0,3 15 0,-2-18 5064,1 11-1787,0-7 0,-2-2 0,3 10 3276,-3-5-2015,-16 12-1261,9-12 0,-15-1 0,-3-3 0,10-5 0,-17 2 0,-2-1 0,11-3 0,-13-1 0,-1-1 0,13-3 0,-12 1 0,28 0 0</inkml:trace>
  <inkml:trace contextRef="#ctx0" brushRef="#br0" timeOffset="521347">20516 18731 24575,'28'0'0,"-8"0"0,2 0 0,6 0 0,1 0-701,-9 0 1,1 0 700,13 1 0,6-1 0,-9 0-2775,-7-1 2775,12 2 0,1-1 0,-4-1 0,-11 1 478,0 0 0,-4 0-478,-14 0 0,6 0 0,-13 0 0</inkml:trace>
  <inkml:trace contextRef="#ctx0" brushRef="#br0" timeOffset="521847">21149 18479 24575,'2'7'0,"0"21"0,-1-10 0,0 3 0,0 0 0,-1-3 0,0 19 0,0-23 0,0 14 0,0-20 0,0 1 0,0-6 0,0-1 0</inkml:trace>
  <inkml:trace contextRef="#ctx0" brushRef="#br0" timeOffset="522230">21183 18419 24575,'14'11'0,"4"9"0,-10-13-1639,7 8 1,0 1-1639,-6-8 0,17 18 3542,-12-15-265,0 4 1859,9 7-1859,-12-10 0,3 2 0,-9-8 0,0-2 3276,0 0-2514,-6-1 1,3-2 0,-6-1 0</inkml:trace>
  <inkml:trace contextRef="#ctx0" brushRef="#br0" timeOffset="522514">21153 18614 24575,'33'0'0,"-12"0"0,14 0 0,-19 0-3277,14 0 0,-18 0 1328,7 0 1949,-14 0 1719,3 0-1719,-5 0 0,1 0 0,-3 0 0,1 0 0</inkml:trace>
  <inkml:trace contextRef="#ctx0" brushRef="#br0" timeOffset="523250">20602 18955 24575,'26'-2'0,"0"1"0,9-2 0,1 4 0,1 1-1131,-2-2 1131,-5 2 0,4 1 0,-5-1 0,4-1 0,1 1 0,8-1 0,-9 0-3051,-9-1 3051,10 1 0,2-2 0,-5-2 0,-3-1 0,8 3 0,-4-3 0,6-2 0,-7 2 0,-5 2 0,5-2 0,3 0 0,-11 2 0,-1 1-1639,3-3 1,0 0 897,-2 2 1,-2 0 740,11-4 0,-21 3 0,-4 0 332,7-2-332,0-8 1824,-4 8-1824,5-6 0,-3 0 0,-4 7 0,2-6 0,-8 9 0</inkml:trace>
  <inkml:trace contextRef="#ctx0" brushRef="#br0" timeOffset="523731">21670 18517 24575,'0'10'0,"3"3"0,2 4 0,0-3 0,5 12 0,-5-15 0,6 10 0,0 1 0,1 2 0,1-2 0,1 0 0,0 0 0,-2-6 0,0-2 0,-4-1 0,6 8 0,-12-18 0,1 5 0,0-3 0,-4 1 0,-10 8 0,0-5 0,-5 0 0,-3-1 0,-2-1 0,0-1-1515,-10 6 1515,12-6 0,1-1 0,-3 2 0,5-2-3277,-15 4 272,22-6 3005,-11 2 0,18-4 0,-5 0 0,9-1 0</inkml:trace>
  <inkml:trace contextRef="#ctx0" brushRef="#br0" timeOffset="524299">21717 18857 24575,'11'0'0,"-4"0"-3277,12 0 0,-12 0 1638,14 0 1,2-1-1639,-11 0 4160,7 1 1,2-1-884,2 1 0,-2 0 0,8 0 0,8 0 0,-1 0 0,-11 0 0,0-1 0,0 1 0,-2-1 3276,-4-2-2025,7 0 2025,-21 1-1453,10-1-2813,-1 2 990,-8-1 0,11-1 0,-13 0 0,0-2 0,-2 3 0,-2 0 0</inkml:trace>
  <inkml:trace contextRef="#ctx0" brushRef="#br0" timeOffset="525148">22105 18753 24575,'4'20'0,"3"7"0,-5-17-3277,8 16 0,-7-19 1328,4 5 1949,-4-6 1719,0-2-1719,3 3 0,-4-9 0,1 2 3276,-3-7 0,-4-1-3044,-3-4-232,2 3 0,-4-4 0,7 10 0,0-2 0,1 3 0,4-3 0,-1 3 0,2 2 0,13 8 0,0 0 0,11 4 0,-9-4 0,9 1 0,-13-4 0,12 3 0,-13-2 0,0-2 0,-5 0 0,-7-3 0,-4 1 0,-15 9 0,8-6 0,-12 7 0,6-2 0,3-4 0,-8 7 0,23-4 0,-4-2 0,26 5 0,-16-10 0,7 4 0,-13-6 0</inkml:trace>
  <inkml:trace contextRef="#ctx0" brushRef="#br0" timeOffset="538632">22112 18329 24575,'5'-5'0,"1"-5"0,10-5 0,-6 1 0,3 0 0,1 1 0,-2 1 0,11-10 0,-9 8 0,0 1-959,3-4 959,0 2 0,1-1 0,-3 2 0,0 1 0,13-10 0,-1-1 0,-2 1 0,-8 8 0,5-6 0,0 0 0,-8 8 0,1 0 0,0-1 0,-3 1 0,-2 5 0,-7 4 0,-1 4 0</inkml:trace>
  <inkml:trace contextRef="#ctx0" brushRef="#br0" timeOffset="539148">22536 17832 24575,'11'21'0,"2"2"0,2-2 0,2 2 0,-8-11 0,-1-1 0,-1-4 0,-4-2 0,1-2 0,3 3 0,-8-4 0,4 1 0</inkml:trace>
  <inkml:trace contextRef="#ctx0" brushRef="#br0" timeOffset="539481">22686 17887 24575,'6'0'0,"-2"0"0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39:49.819"/>
    </inkml:context>
    <inkml:brush xml:id="br0">
      <inkml:brushProperty name="width" value="0.05292" units="cm"/>
      <inkml:brushProperty name="height" value="0.05292" units="cm"/>
      <inkml:brushProperty name="color" value="#FF0000"/>
    </inkml:brush>
  </inkml:definitions>
  <inkml:trace contextRef="#ctx0" brushRef="#br0">1825 3974 24575,'10'0'0,"2"-1"-1639,14 0 1,1 0-1639,-6-1 1638,12 1 1,4 1 1282,-12 0 1,-1 1 355,-2-1 0,2 1 307,5-1 0,4 1 0,0-1-307,0 0 0,1-1 0,-1 0-640,-5 1 0,-1 0 0,3 0 640,-1 0 0,3-1 0,3 1 0,0-1 0,-2 0 0,-3 1 122,7 0 1,-3 0 0,7-1-123,-13 1 0,3 0 0,4-1 0,1 1 0,2-1 0,0 0 0,1 1 0,-1-1 0,-1 0-239,0 1 0,0-1 1,1 1-1,0-1 0,0 0 1,-1 1-1,0-1 1,-1 0-1,-1 0 239,2 1 0,-1-1 0,-2 0 0,0 0 0,1 0 0,2 0 0,2-1-147,-6 1 0,4 0 0,2 0 0,2 0 0,0 0 0,2-1 1,-1 1-1,-1 0 0,-2 0 0,-2-1 0,-3 1 0,-5 0 1,-4 0 146,8-1 0,-8 1 0,8-1-83,-7 1 1,6 0 0,6 0 0,3 0 0,2-1 0,1 1 0,0 0 0,-1 0 0,-3 0 0,-5 0 0,-4 0 0,-6 1 82,10-1 0,-3 1 265,-5 0 0,7-1 0,2 1 0,0-1 0,-3 1 1,-7-1-266,7 1 0,-9 0 0,0 0 1450,3 0 0,0 0-1450,-1 4 0,-6-3 0,5 0 0,0 1 0,5-2 0,-9 0 0,2 0 0,-3-1 0,-1 0 0,7 1 819,0-3 0,-22 3 0,-1-2 0</inkml:trace>
  <inkml:trace contextRef="#ctx0" brushRef="#br0" timeOffset="7225">8779 1024 24575,'1'11'0,"2"0"0,4 12 0,-2-7 0,2 16 0,1 0 0,1 1 0,-5-13 0,0 1-1093,3 12 1,3 6 0,-2-8-2185,-3-3 2627,1-2 0,0 5 1,1 2-56,1-2 1,1 2-1,0-1 1,-2-2 704,-2-6 0,0-1 0,0 4-117,3 5 1,2 6 0,0 1 0,0-1-1,-3-5 117,-1-4 0,-1-4 0,0 1 0,1 2 0,0 1 0,1-1 0,1 13 0,-1-11 0,-4-25 0,1 12 3276,-1-17-2303,-3-1-154,2-4 0,-2-1 0,0 2 0</inkml:trace>
  <inkml:trace contextRef="#ctx0" brushRef="#br0" timeOffset="8193">8876 989 24575,'6'1'0,"6"2"0,11-1 0,-6 1 0,4-2 0,3-2 0,3 0-1093,3 0 1,7 0 0,4-1 545,-13 0 1,2 0 0,1-1 0,1 0 0,1 0 0,2 1 181,-3 1 1,2 0 0,1 0 0,2 0 0,0 1 0,-1-1 0,0 0 0,-1 1 0,-2-2 118,6 0 0,-2 0 0,-2 0 0,1-1 1,1 1-1,3 0 246,-8 2 0,2-1 0,4 1 0,0 0 0,1 0 0,0 0 0,-2 0 0,-2 0 0,-2 0 0,-5 0 0,-5 0-4,12 0 1,0 0 3,-9 0 0,7 0 0,5-1 0,2 1 0,2-1 0,-2 1 0,-2-1 0,-4 0 0,-7 1-631,2-2 1,-6 1 0,6-1 630,0 0 0,7 0 0,3 0 0,4 0 0,-1-1 0,-2 0 0,-4 1 0,-7 0 0,1 0 0,-6 0 0,6 0 0,-3 0 0,5-1 0,4 0 0,3-1 0,0 1 0,-1 0 0,-2-1 0,-5 2 0,-6-1-667,9 0 1,-2 0 666,-3 0 0,5 0 0,2-1 0,3 1 0,-1-1 0,-1 0 0,-3 0 0,1 0 0,0 0 0,-1 0 0,-1 0 0,-1 0 0,4-1 0,-4 1 0,3 0 0,7-1 0,-14 2 0,4 0 0,3 0 0,3 0 0,2 0 0,2-1 0,0 1 0,0 0 0,0 0 0,-1-1 0,-3 1 0,-2 0 0,-4 1 0,-3-1-217,6 0 1,-5-1 0,-3 1 0,2 0-1,6 0 217,-5 0 0,3 0 0,3 0 0,2 0 0,2 0 0,0 0 0,0 0 0,0 0 0,-2 0 0,-1 0 0,-2 0-96,2 1 0,-1-1 1,-2 1-1,0-1 1,0 1-1,-2 0 1,1-1-1,0 0 96,0 0 0,-2-1 0,0 1 0,0-1 0,2 0 0,2 0 0,3 1 0,-9 1 0,3 0 0,1 0 0,2 1 0,1-1 0,1 1 0,1-1 0,1 1 0,0-1 0,0 1 0,0 0 0,-1-1 0,-1 1 0,-1 0 0,-1-1 0,-1 1 0,4-1 0,-2 1 0,-1-1 0,0 1 0,-2-1 0,1 1 0,0-1 0,0 1 0,1-1 0,1 1 0,2 0 0,-4 0 0,2-1 0,1 1 0,1 0 0,1 0 0,0 0 0,0 0 0,0 1 0,0-1 0,0 0 0,-2 0 0,0 0 0,-2 0 0,-1 0 0,-3 1 0,9-1 0,-2 0 0,-3 0 0,-1 0 0,-1 0 0,2 0 0,0 1 0,2-1 0,-3 0 0,3 0 0,2 1 0,0-1 0,1 0 0,0 1 0,-2-1 0,-2 1 0,-3-1 0,-3 0 0,-4 1 0,8-1 0,-8 0 0,6 0 0,-2 1 0,4 0 0,3 0 0,1 0 0,1 1 0,-2-1 0,-2-1 0,4 0 0,-2 0 0,-1 0 0,0 0 0,-1-1 0,-4 1 0,-2-1 0,0 1 0,3-1 0,3 0 0,-4 0 0,2 0 0,4 0 0,2-1 0,2 0 0,-1 1 0,0-1 0,-1 1 0,-3-1 0,-3 1 0,-4 0 74,8-1 1,-7 0 0,0 0 0,7 0-75,-9 1 0,4-1 0,4 0 0,2 0 0,2 0 0,1 0 0,-1 0 0,-1-1 0,-3 2 0,-3-1 0,-4 1 0,-6 0 0,12-2 0,-1 1 0,-7 1 0,6 0 0,3-1 0,1 0 0,0 0 0,-3 1 0,-6-1 0,5 0 0,-5-1 0,-2 1 1068,5 1 1,-1 0-1069,3 0 0,2-1 0,-9 1 0,-10 2 3236,9-1-3236,-24 1 3276,-2-2-3134,-4 4 1,3-2-1,-1 1 1</inkml:trace>
  <inkml:trace contextRef="#ctx0" brushRef="#br0" timeOffset="9292">9037 2283 24575,'31'-6'0,"1"2"0,3 4-1093,-3 1 1,7 0 0,-1 0-1,-7-1 1,-1 0 0,6 0 682,-8 1 0,5-1 1,3 0-1,1 1 1,0-1-1,-2 1 0,-2-1 1,-5 0-669,4 0 0,-5 0 0,8 0 1078,-10 0 0,4 0 0,4 0 0,2 0 0,2 0 0,2 0 0,2-1 0,-1 1 0,1 0 0,-1-1 0,-2 1 0,-1-1-86,-2 0 1,0 0 0,-1 0 0,1-1 0,-1 1 0,0-1-1,0 1 1,1-1 0,-1 1 0,0-1 0,1 1 0,-1 0 85,1 0 0,0 0 0,-1 0 0,0 0 0,0 1 0,0-1 0,1 0 0,0 0 0,2 1 0,0-1 0,1-1 0,2 1-101,-8 0 0,2-1 0,1 1 0,2-1 0,1 1 1,1-1-1,1 0 0,0 0 0,0 0 0,1 0 0,-1 0 1,0 0-1,-1 0 0,-1 0 0,-1 0 0,-1 0 0,-2 0 1,-2 1-1,-2-1 0,-2 1 0,-2 0 101,12-1 0,-7 0 0,-3 1 0,0 0 0,2 0 0,5-1 0,-5 1 0,3-1 0,3 0 0,2 1 0,1-1 0,1 0 0,0 0 0,0 0 0,0 0 0,-2 0 0,-2 0 0,-2 1 0,-3-1 0,9 0 0,-3 0 0,-2 0 0,-2 0 0,0 1 0,2-1-30,1 0 0,-2 1 0,1-1 1,1 1-1,2-1 0,3 1 30,-10-1 0,3 1 0,0-1 0,3 0 0,0 1 0,1-1 0,1 0 0,0 0 0,0 1 0,0-1 0,0 1 0,-1 0 0,-4 0 0,0 0 0,0 1 0,0 0 0,0-1 0,1 1 0,-1 0 0,1 0 0,0-1 0,0 1 0,0 0 0,1-1 0,1 1 0,0-1 0,-3 0 0,2 0 0,1 0 0,0 0 0,0 0 0,1 0 0,0 0 0,0 0 0,0-1 0,0 1 0,0 0 0,-1 0 0,0 0 0,0 0 0,-1 0 0,-1 0 0,-1 0 0,4 0 0,-2 1 0,0-1 0,-1 1 0,-1 0 0,1-1 0,-1 1 0,0 0 0,0 0 0,1-1 0,0 0 0,1 1 0,1-1 0,-2 0 0,1-1 0,1 1 0,2-1 0,0 1 0,0-1 0,0 0 0,1 0 0,-2 0 0,0 0 0,0 1 0,-2-1 0,-2 0 0,-1 1 0,-2-1 0,-2 1 0,13 0 0,-6 0 0,-3 0 0,0 0 0,2 0 0,5-1 0,-8 1 0,3 0 0,3-1 0,1 1 0,2-1 0,-1 1 0,1-1 0,-1 0 0,-1 1 0,-2 0 0,-3-1 0,-2 1 0,4 0 0,-3 0 0,-3 1 0,-1-1 0,3 0 0,3 1 0,-3-1 0,2 1 0,2 0 0,1-1 0,2 1 0,-1 0 0,1-1 0,-1 1 0,-1 0 0,-2-1 0,4 1 0,-1-1 0,0 1 0,0-1 0,-2 1 0,1-1 0,-1 1 0,-1 0 0,0 0 0,-2 0 0,-1 0 0,0 0 0,1 0 0,2 0 0,2 0 0,-3 0 0,4 0 0,2 0 0,2 0 0,0 0 0,0 0 0,-1 0 0,-3 0 0,-2 0 0,-5 0 0,-4 0 0,5 0 0,-7 0 0,7 0 0,-5 0 0,6 0 0,5 0 0,3 0 0,2 0 0,1 0 0,-1 0 0,-2 0 0,-3 0 0,-5 0 0,-6 0 0,5 0 0,-7 0 0,6 0 0,-5 0 0,6 0 0,4-1 0,2 1 0,2-1 0,-1 0 0,0 1 0,-3-1 0,-4 0 0,-6 0 0,8 0 0,-7 0 0,6-1 93,-3 1 0,4-1 1,5 0-1,1 0 1,1 0-1,-1 1 0,-4-1 1,-4 0-94,5 1 0,-4 0 0,-2 0 0,1 0 0,3-1 0,1-1 0,0 1 0,-4 0 0,0 2 0,-3 0 0,-8 0 2398,-10-1-2398,16 1 3276,-22 0-2965,4-6-311,-6-1 0,2 0 0,-4 1 0</inkml:trace>
  <inkml:trace contextRef="#ctx0" brushRef="#br0" timeOffset="11056">17868 603 24575,'22'-3'0,"-5"2"0,11-4 0,-14 3 0,19-2 0,4 0 0,-17 3 0,2 0-1583,6-1 1,-1 1 1582,8 0 0,-5 0 0,-2 0 0,4 2-1093,-3-1 1,5-2 0,-5 1-870,2 0 1962,-3 1 0,5 0 0,-5-1-494,6 0 494,-6 2 0,4 1 0,-1-1 0,-5 0 0,-2 0 0,2 0-963,9 0 1,1 1-1,-1 0 963,-9-1 0,-1 0 0,0 1 0,3-1 0,1 1 0,-3 0 0,-3 0 0,1 0-700,2 1 0,2 0 0,-5 0 700,0 0 1025,3 1 1,-2 0-1026,-14-3 84,16 4-84,-13-1 2899,6 1-2899,-12 1 3276,3 1-793,-2 11-2483,1 2 0,-1 2 0,-1-2 0,-1 1 0,-1 7 1222,1-8 1,-1 1-1223,-1 3 0,-2-3 0,4 1-1639,0 14 1,-1 0-1221,-2-17 2859,4 16 0,0-1 0,-4-17 0,5 10 0,0 0 0,-1-3 0,-2-4 0,0-1 0,1-1 0,1 12 0,7-2 0,-3 1 0,0-6 0,1 4 0,-7-16 0,7 19 0,-8-16 0,6 19 0,-7-19 0,3 6 0,-1 0 0,-4-10 0,8 18 0,-7-21 3276,1 10 0,-2 0-3044,-1 0-3509,0 11 0,0-19 1638,0 10 1,0 0 751,0-11 688,-1 25 199,-1-24 0,-4 21 0,1-19 0,-6 14 0,6-17 0,-15 12 0,-10-1 0,4 0 1638,4-6 0,-1 0-177,-5 4-1461,2 1 0,3-4 3276,19-8-790,-1-2-2068,3-3-418,-3 0 0,2-3 0,-4 1 0,3 2 0,-1 1 0,4-1 0,1 1 0</inkml:trace>
  <inkml:trace contextRef="#ctx0" brushRef="#br0" timeOffset="11423">19607 1895 24575,'4'-2'0,"-2"1"0</inkml:trace>
  <inkml:trace contextRef="#ctx0" brushRef="#br0" timeOffset="13807">9780 1538 24575,'0'6'0,"-1"3"0,-1-2 0,-5 10 0,4-10 0,-5 13 0,1 0 0,3-7 0,-5 14 0,0 0 0,2-12 0,-1 7 0,0 2 0,-1 1 0,2 1 0,1-5 0,7-15 0,-5 0 0,5-2 0,0-5 0,7-9 0,-4 6 0,3-8 0</inkml:trace>
  <inkml:trace contextRef="#ctx0" brushRef="#br0" timeOffset="14141">9827 1511 24575,'27'24'0,"-7"-7"0,2 1 0,-2-1 0,-1-2 0,-1-1 0,0 0 0,9 8 0,-3-4 0,-10-10 0,4 7 0,0-2 0,-7-7 0,11 13 0,-16-17 0,2 8 0,-7-8 0,-3 6 0,-6-4 0,2 0 0,-1-1 0</inkml:trace>
  <inkml:trace contextRef="#ctx0" brushRef="#br0" timeOffset="14409">9858 1715 24575,'12'0'0,"7"0"0,5 2 0,-2-2 0,2 1 0,0-1 0,-7 0 0,9 1 0,0 0 0,-10-1 0,18 6 0,-26-5 0,0 3 0</inkml:trace>
  <inkml:trace contextRef="#ctx0" brushRef="#br0" timeOffset="14725">10450 1706 24575,'27'-6'0,"-6"0"0,1 0-1639,-1 1 1,-1 0-1,-2-1 1,0 0-1,12 1 1,-3 0-1639,-16 1 3027,10 2 1,-3 2 0,-13 0-1,9 0 1</inkml:trace>
  <inkml:trace contextRef="#ctx0" brushRef="#br0" timeOffset="15096">10939 1520 24575,'9'11'0,"5"7"0,-5 5 0,3 12 0,-6-13 0,-2-3 0,-1 0-3277,0-1 0,2 5 3047,-1-8 230,-1-12 0,-2 1 0,1-3 0</inkml:trace>
  <inkml:trace contextRef="#ctx0" brushRef="#br0" timeOffset="15777">10944 1532 24575,'14'-3'0,"15"-6"-3277,-15 5 0,14-5 2844,-2 0 0,-1 1 433,-2 3 704,1-2 0,5-2 1,-5 3-705,-4 3 1181,10-3-1181,-22 7 0,-9 15 0,-12 14 0,1-8 0,0 0 0,1-5 0,0 0 1638,-5 3 0,0-2-788,2-4-850,19-1 0,12-8 0,8-7 0,-2 2 0,-1 0 0,-9 2 0,21 1 0,-26 0 0,5 3 0,-10 5 0,2-4 0,-2 10 0,-3-10 0,-4 14 0,-1-12 0,-9 12 0,7-15-3277,-13 10 0,15-13 2958,-18 9 319,16-11 0,-12 5 0,6-6 0,3-3 0,-3 0 0,10-1 0,-1 1 0</inkml:trace>
  <inkml:trace contextRef="#ctx0" brushRef="#br0" timeOffset="16277">11552 1639 24575,'12'-1'0,"9"-1"0,-10 2 0,23-1 0,-19 0 0,18-1 0,-9 0 0,11-1 0,-13 1 0,11 1 0,-27 1 0,29 0 0,-24 0-730,19-2 0,-24 2 0,1-2 0</inkml:trace>
  <inkml:trace contextRef="#ctx0" brushRef="#br0" timeOffset="16958">12208 1491 24575,'-18'7'0,"1"0"0,1 1 0,-2 2 0,5 2 0,1-2 0,-1 8 0,9-13 0,-2 9 0,4-9 0,4 13 0,5 2 0,3-2 0,0 0 0,3 5 0,1-6 0,-1-2 0,-5-8 0,23 11 0,-19-14 0,21 2 0,-23-6 0,17-4 0,-6 0 0,1-3 0,2 2 0,-6 0 0,-6 4 0,10-1 0,-13 2 0,16-6 0,-17 5 0,6-5 0</inkml:trace>
  <inkml:trace contextRef="#ctx0" brushRef="#br0" timeOffset="17391">12625 1610 24575,'5'0'0,"10"0"0,19-5 0,-8 2 0,2-2 0,-8 2 0,1-1-1639,8-2 1,-4 0-1639,-15 3 1980,16-6 1297,-21 6 0,6-1 0,-2 3 0,15-1 0,-3 0 0,1 1 0,-12 1 0</inkml:trace>
  <inkml:trace contextRef="#ctx0" brushRef="#br0" timeOffset="17811">13171 1476 24575,'11'4'0,"-2"0"0,10 9 0,-1 7-3277,-6-6 2338,1 4 1117,-8-1-178,1-6 0,6 20 0,-3-11 0,1 1 0,-2-3 0,-4-13 0,-2-1 0,-1-2 0</inkml:trace>
  <inkml:trace contextRef="#ctx0" brushRef="#br0" timeOffset="18327">13450 1463 24575,'6'2'0,"3"3"0,-7-2 0,7 8 0,-6-5 0,6 11 0,-1-2 0,-1 5 0,-3-5 0,-4 1 0,-7 3-2064,2-8 2064,-3 6-3277,-4-3 454,7-8 2823,-11 9 0,-3 2 0,2-6 0,-1-1 0,0 3 0,-1 0 0,-4 0 0,3-3 0,9-4 0,-15 6 0,16-12 0,-5 4-790,-2-9 1,11 3 0,-3-1 0</inkml:trace>
  <inkml:trace contextRef="#ctx0" brushRef="#br0" timeOffset="18812">13712 1572 24575,'19'0'0,"-10"0"0,12-1 0,1 0 0,-4 1 0,12-4 0,5 1 0,-7 2 0,0 0 0,-2-1 0,1-1 0,6 2 0,-1 0-1639,-9 1 1,-2 0-1639,13-1 0,1 1 0,-12 0 3185,-11 0 0,7 0 0,-18 0 0</inkml:trace>
  <inkml:trace contextRef="#ctx0" brushRef="#br0" timeOffset="20293">14379 1451 24575,'6'4'0,"2"2"0,4 13 0,-4 0 0,-1 1 0,5 12 0,-6-5 0,0 1 0,-3-9 0,0 0-1639,1 5 1,0-2-1639,1 7 3028,4-5 249,-8-20 0,-5-15 0,-1-14-820,-6 0 1,8 2 0,2 20 0</inkml:trace>
  <inkml:trace contextRef="#ctx0" brushRef="#br0" timeOffset="20596">14383 1455 24575,'10'0'0,"9"3"0,-13-2 0,26 3 0,5-4 0,-9 2 0,-1-2 0,-4 0 0,-15 0 0,11 2 0,-17-1 0,-2 2 0</inkml:trace>
  <inkml:trace contextRef="#ctx0" brushRef="#br0" timeOffset="20881">14451 1651 24575,'23'-4'0,"-1"0"0,-1 0-2997,-11 2 2997,21-3 0,-1 2 0,-11 2 0,1 0 0,13-2 0,2 1 0,-4 1 0,-2 0 0,-6 0 0,-1 0-47,13 1 47,-26 0 178,0 3 1,-7-2 0,-4 1 0</inkml:trace>
  <inkml:trace contextRef="#ctx0" brushRef="#br0" timeOffset="28654">3224 10338 24575,'3'19'0,"-1"0"0,0 2 0,-1 1 0,0 3 0,-1 0 0,0-2 0,-1 1-1093,0 3 1,-1 4 0,0-3-133,1-2 1,-1 0 1224,-1 1 0,0 2 0,0-2 0,1 1 0,0-1 0,-2 8 0,1-2 0,1-12 0,0 0-1639,-1 9 1,0-3-214,1-9 1852,-2 18 499,1-13 1,1-8 0,-1 4 0</inkml:trace>
  <inkml:trace contextRef="#ctx0" brushRef="#br0" timeOffset="30433">3037 10246 24575,'2'26'0,"-1"-13"-1639,-3 7 1,-2 0-1639,3-9 1928,-6 10 0,-1 2 1349,-2-4 910,-2 4 1,-1 1-911,-6 3 0,4 1 0,6-15 0,16-10 3276,0-2-1683,14 0 1,1 0-626,-6-1-968,11 0 0,10-1 0,-9 1-3277,-9-1 1638,15 0 1,7-1 1561,-15 2 0,2 0 1,-3 0-426,0 0 0,3 0 502,0 0 0,5 0 0,2 0 0,-2 0 0,-7 0-746,-5 0 0,-1 0 746,10 1 0,4-1 0,-8 2 0,-5 1 0,-1 1 0,1 1 3276,-13-4-1004,-4 0-947,-7-8-1325,-1 1 0,-12-13 0,8 11-1639,-8-6 1,-1 0 538,8 8 1100,-18-14-228,11 12 228,0-3 0,-8-9 0,13 10-3277,-9-18 2093,15 21 1184,-8-16-628,7 6 628,-1 4 3276,-5-19-2402,5 13-874,-6-14 212,8 14-212,-6-9 0,10 17 3276,-8-10-241,7 19-3035,-16 2 0,11 5 1428,-16 6-1428,-1 2 0,-6 7 0,13-11 0,0 0 0,-13 10 0,15-11 0,-9 7 0,17-9 0,-13 9 0,19-9 0,-1-5 0,19-17-2885,-7 5 2885,7-7 0,-12 13 0,-3 5-3277,-14 22 726,9-12 1552,-9 9 1,-1-1 998,9-10 1602,-22 17-1602,18-16 0,-8 5 0,12-11 3276,7-1-920,17-13 920,-2 2-3176,-1-1 0,-1-1-100,-4 2 0,1-4 0,-13 19 0,-4-1 0,-6 17 0,1-8 0,2 2 0,13-11 0,25-2 0,-3-3 0,-2 0 0,-2 0 0,-3 0 0,-6 5 0,-15 4 0,-9 3 0,4 1 0,-1-5 0,11-7-820,4-3 1,0-1 0,-1 0 0</inkml:trace>
  <inkml:trace contextRef="#ctx0" brushRef="#br0" timeOffset="36905">10034 5918 24575,'15'-5'0,"-8"4"0,6-4 0,-2 3 0,-4-3 0,21-4 0,-13 2 0,7-2 0,1 1 0,-1 1 0,1-2 0,-1 1 0,0 2 0,12-4 0,1 0 0,-6 1 0,-3 2 0,6-1 0,-4 2-1390,-8 1 1,-1 1 1389,7-2 0,2 0 0,7 0 0,-2 1 0,-12 2 0,0 0 0,12-2 0,5-1 0,-4 2 0,-4 1 0,1 0 0,0-1 0,5-1 0,0 0 0,-4 2 0,-4 1 0,-3 1 0,3 0 0,0-1 0,4 0 0,1 0 0,-1 0 0,-3 0-957,0 1 1,-2 0 0,2 1 956,3-1 0,4 1 0,0-1 0,-5 0 0,5 0 0,-2 1 0,0-1 0,3 2 0,-3 0-1093,-6 2 1,-1 0 0,-1 0 274,3-1 0,-1 0 818,-3 2 0,-1 1-965,-1 2 1,-1-1 964,3 0 0,7 3 0,1 1 0,-10-2 65,2 0 1,1 0-66,-1 2-547,-3-1 1,3 2 0,-3-2 546,2 1 0,1 2 0,2 1 1338,-3-1 1,-1 0-1339,0 0 0,0 0 1105,1 0 1,-1 1-1106,2 3 0,-5-1 0,-8-7 0,3 6 0,0 0 0,-2-1-1358,2 3 1,-1 1 1357,-1-3 0,7 9 3276,1 1-2264,-5-7-259,7 8-753,-9-8 0,0-2 0,-4 0 0,3 5 0,1 1 0,-2 0-1639,2 5 1,0 0 378,-4-7 1260,8 14 0,0-3 0,-12-20-289,5 9 1,2-1 288,-7-10 0,8 9 0,-8-8 3276,5 2-2301,-10-7 2301,11 3-196,-4 0-1789,3 0-1291,7-3 0,-13-4 0,7 0 0</inkml:trace>
  <inkml:trace contextRef="#ctx0" brushRef="#br0" timeOffset="37861">12910 6386 24575,'-19'13'0,"2"-1"0,1-1-3277,5-3 1457,-13 7 3242,-3 3-1422,2-1 0,9-6 0,-1 1 0,-1 2 0,3-2 0,4-1 425,-4 1 1,0 2-426,-7 7 0,2 0-1639,6-6 1,1-2-933,5-5 2571,-3 5 1816,9-8-1816,-4 0 72,5 1-72,1-4 0,7-5 0,2-2 3276,13-10 0,-3 1-3044,5-2-1871,-7 3 1,0 0-1639,-5 3 1638,10-6 1,-2-1 148,-12 9 1490,18-12 0,-8 4 0,0 1 0,0 1 0,-11 6 0,-5 9 3276,3 4-2015,13 14-1261,-5-7 0,11 10 0,-17-16 0,10 11 0,-10-9 0,8 8 0,-11-11 0,9 10 0,-7-11 0,11 17 0,-10-13 3276,6 9 0,-11-12-3044,0 4-232,-10-1 0,4-3 0,-9 5 0,-17 0 0,3-1 0,-3 0 0,4-1 0,-1-2-1093,0 1 1,-3-1 0,6-1-931,-7 0 2023,5 0 0,2 1 0,12-3 0,-5-3 0,18-2 0,-4-6 0,2 6 0,0 0 0</inkml:trace>
  <inkml:trace contextRef="#ctx0" brushRef="#br0" timeOffset="40964">17778 6616 24575,'10'0'0,"5"0"0,16 0 0,-7 0-1093,5 0 1,6 0 0,-5 0-2185,2 0 2457,-1 0 1,10 0 0,0 0 0,-10 0 1852,-1 0-1033,-2 0 0,9 0 0,-1 0 0,-10 0 1760,-5 0-1760,16-1 0,-2 2-3277,-21 0 2102,10 1 4451,-15 1-2100,6-2-1176,-5 1 0,5-2 0,-12 0 0</inkml:trace>
  <inkml:trace contextRef="#ctx0" brushRef="#br0" timeOffset="42936">10953 11636 24575,'10'-17'0,"7"-6"0,-10 13 0,8-7 0,1 0 0,-3 1 0,7-5 0,2-3 0,-7 8 0,1 0 0,6-5 0,-1 0 0,-6 5 0,1 1 0,11-8 0,2 1 0,-12 9 0,1-1-235,7-4 0,1-2 235,3 2 0,-1 2 0,-12 5 0,1 0 0,10-5 0,4-2 0,-1 1 0,2-2 0,-1 2 0,-1 0 0,1-1 0,4 3 0,2-1 0,-6 3-1505,-1 0 1505,1 0 0,7-3 0,-6 3 0,-12 5 0,-1 0 0,11-3 0,4-3 0,-3 3 0,-7 2 0,2 0 0,1 0 0,7-2 0,2 0 0,-3 1 0,-5 1-1157,-3 1 1,1 0 1156,-2 1 0,7-1 0,3-1 0,3-1 0,-2 1 0,-3 1 0,-6 2 0,8-2 0,-1 0 0,-4 2 0,6-2 0,2 0 0,1 0 0,-4 0 0,-5 3 0,5-2 0,-3 2 0,2-1 0,3 1 0,-6 1 0,2 2 0,-4 2 0,-15 1 0,8 1 0,1 0 0,-5 0 0,6-1 0,-2 0 0,-12-1 0,0 0 0,-8 0 0</inkml:trace>
  <inkml:trace contextRef="#ctx0" brushRef="#br0" timeOffset="43426">12959 10686 24575,'10'6'0,"-4"-2"0,7 6 0,-9-6 0,11 13 0,-10-10 0,14 18 0,-15-16 0,11 16 0,-6-12 0,0 0 0,-1 1 0,-4-11 0,0 7 0,-2-11 0,-1 4 0,-15-23 0,8 12 0,-6-7 0,0 1 0,6 8 0,-4-6 0,9 11 0</inkml:trace>
  <inkml:trace contextRef="#ctx0" brushRef="#br0" timeOffset="43756">13094 10671 24575,'10'0'0,"1"0"0,-2 4 0,0-1 0,7 8 0,-10-7 0,8 11 0,-11-11 0,2 5 0,-5-6 0,0 7 0,-18 8 0,7-1 0,-9-3 0,-3 0 0,-10 0 0,3 3 0,5-6 0,20-8 0,3 0 0,1-3 0,3 0 0</inkml:trace>
  <inkml:trace contextRef="#ctx0" brushRef="#br0" timeOffset="44440">15401 10374 24575,'18'0'0,"8"3"0,0 1 0,-7 0-1093,9 0 1,7 1 0,-5 0-2185,-1 1 2457,-2-4 1,7 1 0,1-1 0,-9 0-205,3 0 1024,-5 0 0,5-1 0,-1-1 321,-3-2 1,-1-1 0,3 0-322,3 0 0,2-1 0,1 0 0,-2 1 0,2-2 0,-3 1 0,4 0 0,3-1 0,4-1 0,-2 1 0,-11 1 0,-4-1 0,10 0 0,-2 0 0,-19 2 0,11 1 0,-4 1 0,-6 1 0,20 4 0,-26-3 0,17 3-234,-17-2 0,-1-2 0,-1 1 0</inkml:trace>
  <inkml:trace contextRef="#ctx0" brushRef="#br0" timeOffset="47117">18821 9840 24575,'-20'-2'0,"3"0"0,-3 2 0,-1 0 0,-15 0 0,12 0-1639,-5 0 1,2 0-1639,13 0 1638,-23 0 1,0 0 148,22 0 1490,-8 0 0,-3 0 0,-11 0 0,20 0-1517,-12 1 0,1 0 1517,17-1 1191,-8 2 1,0 0-1192,10 0 3276,-19 1-2338,6 3-2487,5-5 1549,0 4 0,-7 0 0,14-3 1638,-14 3 0,-3 1 621,-5 6-2259,13-7 0,0 2 639,0 2 1,2 2-640,1 5-3277,0-2 695,8-2 2374,-4 5 208,8-9-1639,-6 9 1,1 0 966,5-8 672,-8 12-507,4-4 507,3-9 0,-12 20 0,12-24 0,-12 21 0,12-22 0,-8 19 0,9-18 3276,-5 16-2946,5-1-330,0-2 0,2 13 0,2-21 1754,3 16-1754,-1-19 0,1 8 0,3-5 0,-4-5 3276,9 10-200,6-1-3076,-1-2 652,2 1 0,3 0-652,1-5 0,0 0 0,0 3 0,0-1 0,1-2 0,2-1 0,1 1-1093,3 0 1,0-1 0,-1 1-547,0-1 1,0-1 1349,-3 1 0,0-1 1,2 0 288,3-1 0,1-2 0,1 1 0,-3-1 0,0-1 0,1 1 0,0 0-344,7 1 1,0 1 0,1-2 343,-2 0 0,2-1 0,-2-1 0,-8 1 0,1-1 0,-3-2 0,5 0 0,-6 0 0,-2 1 0,-2-4 0,-4-1 0,-10 1 0,11-8 0,-13 6 3276,10-12-593,-3 2-2683,1 2-3277,4-9 1181,-10 18 2636,4-9 0,0-2-540,2-7 0,6-3-1639,-13 6 1,-2 2 378,-1 8 1024,-1-9 0,-2-1 236,-2 7 1638,0-5 0,0-1-611,-5-13-3707,2 9 2680,-1 0 3276,1 8-2740,0 5 186,-9-19-722,3 16 0,-9-11 0,8 15 0,-3-2 0,-4-1 0,-5 3 0,1 0 1638,5 1 0,-1 0-1347,-16-3 1,2 4-292,19 6 856,-10-2 1,-2 1-857,2 3 0,-3 1-3277,-7 2 0,24 1 2636,-14 1 1,-2 0 640,8-1 0,-17 4 0,25-7 0,9-1 0</inkml:trace>
  <inkml:trace contextRef="#ctx0" brushRef="#br0" timeOffset="54260">14715 11490 24575,'-21'-6'0,"6"2"0,-4-5 0,9 7 0,-15-5 0,-4 2 0,4 0 0,-11 0 0,20 4 0,-2 0 0,-3 2 0,-15 4 0,3-2-1639,11 3 1,3-1-1639,7-2 3047,-20 10 230,17-1 0,-2-2 0,2 8 0,11-9 0,-2 1 0,4 5 0,1-10 0,0 14 0,1-12 0,0 17 0,0-16 0,1 24 0,2-22-3277,3 21 2017,0-22 1260,9 14 0,-9-18-3034,17 20 3034,-17-21-385,11 8 1,1 0 384,-7-6 1326,9 3 1,4 3-1327,-6-5 0,-1 0 0,16 9 0,-3-4 0,-3-1 0,-13-4 1638,10 3 0,4 1-1292,-8-3 0,-1 0 513,-1 0 1,1-1-860,6 2 0,4 1 0,-2-2 0,4-1 0,-1-2-193,-6 1 0,0 0 0,2 0 193,4-2 0,0 0 0,0 0 0,-2-1 0,-1 0 0,-2-1 0,7 2 0,-1-1 0,0 0 0,-1 0 0,-3-1 0,0-1-404,8 2 0,4-1 404,-4 0 0,3 0 0,-1 0 0,-7-1 0,-1 1 0,1-1 0,5 2 0,1-1 0,-2 1 0,-7 0 0,0 1 0,-2 0 0,8 0 0,1 0 0,0 1 0,2-1 0,-7-1 0,-5-2 0,5 0 0,8 1 0,-9-1 544,-9 0-544,7-1 0,7 0 0,-5 0 0,-4-2 0,7 0 0,7-1 0,-6 0 0,-2 0 0,-2 0 0,9-1 0,2 0 0,-3 0-1093,0-1 1,-1 1 0,0 0 987,-7 1 1,0 0 0,1-1 0,0 0-655,4 0 1,2 0-1,-3-1 1,-8 2 758,-1 0-595,13-4 0,0 1 595,-21 2 1222,13-2 1,3-2-1223,-10 2 0,-1 1 840,15-6-840,-2 1 0,0-4 0,-18 8 0,15-7 0,0 0 0,-17 9 0,21-10 1152,-17 6-1152,-8 5 0,21-12 0,-7 4 1989,-3-1-1989,0 1 0,5-1 0,-16 5-1545,12-5 0,0 0 1545,-15 6 0,17-9 0,-18 7 888,-1 3-888,-5-15 3276,-12-4-2646,1 5 1,-1 0 2645,-4-5-1093,-7-4-2183,-3 11 0,11 5 0,-12-5 0,0 1 0,11 8 0,-13-6 0,-2 0 0,11 6 0,-3 1 0,-6 0 0,6 0 0,3 1 0,-7 1 0,-12-1 0,-2 1 0,8 2-1368,9 1 1,-2 0 1367,-3-1 0,-8-1 0,-3 0 0,2 0 0,6 2 0,0 1 0,-1 0 0,2-1 0,-7 0 0,-1-1 0,2 1 0,7 1-1639,4 0 1,2 1 917,-9 0 0,-5-1 1,1 0 720,8 1 0,1 0 0,0 0-1093,-2 1 1,-1 0 0,1 1 971,-3-1 1,0 1 0,0-1-578,-5 0 1,0 1-1,10 0 698,11 1 329,-9-2 0,-5-1-329,3 0 0,1 1 2360,-9-1-2360,12 0 0,-7 0 0,-2 0 0,0-1 0,6 1 1167,-3 0 1,-1-1-1168,4 1 0,-7-1 0,-2 1 0,-2-1 0,2 1 0,2 0 0,-2-1 0,1 1 0,2 0 0,-1 1 0,1-2 0,0 1 0,0 0 0,0 1 0,0-1 0,-1 0 0,3 1 0,7-1 389,-2 2-389,-4 0 0,2 1 754,15 1-754,-16 1 0,25-1 0,-11 0 0,12-2 1950,-8 1-1950,0 0 3276,-1 0 0,-9 2-6553,6-2 2,1-1 3275,2 0 0,2 2 0,1-2 0,-11 3 0,9-3 0,-5 3 0,11-4 0,4 4 0,10 1 0,-1-2 0,1 1 0</inkml:trace>
  <inkml:trace contextRef="#ctx0" brushRef="#br0" timeOffset="61042">11274 12533 24575,'2'15'0,"-2"12"0,1-17 0,-1 9 0,-1 1 0,-1-7 0,0 7 0,1 0 0,-1-3 0,0 10 0,-1 0 0,-1-7 0,-1 12 0,-1 2 0,-1-10-1639,1 5 1,2 0-1639,1-11 925,-2 19 2352,5-32 1774,-1 8-1774,2-11 0,5 0 0,4 1 0,17 5 0,-13-3-163,18 4 163,-20-5 0,23 1 0,0-3 0,-5 1 0,1-3 0,-25 0 0,10 0 0,-9 0 3276,2 0-22,-3 0-2489,4 0-765,2 0 0,-1 0 0,4 0 0,-10 0 0,3 0 0,-7 0 0,1 0 0</inkml:trace>
  <inkml:trace contextRef="#ctx0" brushRef="#br0" timeOffset="64251">13979 13055 24575,'5'0'0,"0"0"0,2 0 0,8 0 0,-4 0 0,16 0 0,-16 0 0,12 0 0,-14 0-3277,15 0 0,-16 0 3047,11 0-3047,6 0 2017,-14 0-257,9 0 0,0 0 1517,-13 0-1015,15-2 1,-1 1 1014,-12 0 2029,23-2-2029,-17 2 0,0-1 3034,11-2-3034,5 0 3276,-12 0-2015,16-1-1261,-28 3 0,16-1 0,2 0 0,-10 2 0,9-1 0,3 1 0,7-1 0,-9 2 0,1 0 0,-8-1 0,1 1 0,13-1 0,-4 2 0,-15-1 0,8-1 0,-1 0 0,-12 1-3277,17-4 2017,-15 3 4536,10-2-2015,11 2-1261,6-1 0,-3 1 0,1 0-253,-10 0 0,0-1 253,6 2 0,-3 0 0,-5-1 0,4 0 0,0 0 0,-8 1 0,6-1 0,-1-1 0,-8 2 0,20-4 0,-26 1 0,16 0-3277,6-4 2185,-19 6-256,15-2 0,0 0 1348,-18 3-232,17-1 0,2 0 232,-5-2 1391,6 0 1,3 0-1392,-8 2 0,-2 0 3276,15-1-2823,-5 1 1,-3 2 2822,-17-1-1787,14 0 1,-2 0-1490,-16 0 0,13 0 0,3 0 0,-5 0 774,9 0 1,5 0-775,-1-1 0,-1 0 0,-8 1 0,1 0 0,7-1 0,3 0 0,-6 0-2663,1-1 2663,0 0 0,3 1 0,1 1 0,-3-1 0,-3 1 0,3 1 0,1 0 0,-2-1 0,-3 2-1639,4-2 1,-1 0-971,-13 0 1516,9 0 1,7 0 0,-8 0 433,-10 0-348,20 0 1,-1 0 1006,-24 0 269,13-1 0,2 1-269,-4-1 1602,4 1 1,2-1-1603,10 0 2524,-8 0-2524,-4-2 0,-10 2 0,-8-1 3276,17-1-2412,2 1-864,-4 1-3277,14-1 1763,-26 2 1514,7 0-563,-5 0 563,-3 0 0,15 0 0,-16 0 2042,17 0-2042,-18 0 0,13 0 0,-14 0 0,13 0 0,-2 0 3276,3 0-99,7 0-2178,-16 0-999,14 0 0,-20 0 0,9 0 0,-6 0 0,-3 0 0,4 0 0,3 0 0,-6 0 0,4 0 0,-8 0 0</inkml:trace>
  <inkml:trace contextRef="#ctx0" brushRef="#br0" timeOffset="66155">17870 12521 24575,'-7'19'0,"-3"8"0,4-5 0,0 2 0,1-6 0,1 1-1639,-1 6 1,1-2-1533,1-3 1532,0 2 1,0 0 191,0-11 1511,-3 19 1,-1 1-65,2-14 0,-2 12 0,-1 1 0,-2 0 0,3-2 1964,-1-3-1964,7-19 3276,-3 5-905,4-17-2371,1 3 0,0-7 0,2 4 0</inkml:trace>
  <inkml:trace contextRef="#ctx0" brushRef="#br0" timeOffset="68093">17957 12554 24575,'9'-5'0,"6"-3"0,-2 5 0,22-8 0,-15 8 0,1-1 0,12-2 0,-8 3 0,4-1 0,-3 1 0,-5-1 0,1 1 0,14 0 0,3-1 0,-5-1 0,1 0 0,-4 1-704,-12 2 1,0 0 703,13-2 0,7-2 0,-8 2 0,3 1 0,-4-1 0,6-1 0,-3 1 0,3-1 0,0 1 0,-5 0 0,4-1 0,0 1 0,0-1-820,-3 0 1,1-1 0,-1 1 0,-1 0 58,-3 2 1,0 1 0,0 0 0,3-2 760,-1 1 0,3-2 0,2 0 0,1 0 0,-2 0 0,-2 1 0,-4 0-907,4 1 0,-5 2 1,5-2 906,-3-1 0,5 0 0,3-1 0,1-1 0,-1 1 0,-4 0 0,-5 1 0,-1 1 0,-5 0 0,4 0 0,5-2 0,6 0 0,2-1 0,-3 0 0,-5 2 0,4 1 0,-1 0 0,-3-1 0,4-1 0,0 1 0,-6 1 0,-4 2 0,0 0 0,5-1 0,4 0 0,-4 1 0,-7 0 0,2 0 0,4 0 0,7 0 0,-1 0 0,-6 0 0,-7 1 0,0 0 0,6-1 0,6 1 0,1 0 0,-7 0 0,-7-1 0,-1 1 0,7 0 0,4 0 0,1 1 0,-3-2 0,2 0 0,1-1 0,-3 1 0,3 0 0,1 0 0,-5 0 0,1-1 0,1 0 0,-3-1 0,6 1 0,1-1 0,-1 0 0,-7 1 0,0 0 0,0 0 0,4-1 0,9-1 0,4 0 0,0 0 0,-5 0 0,-10 1 0,-7 1 0,-1 0 0,9-1 0,8-1 0,3 1 0,-3-1 0,-8 1 0,-5 1 0,0-1 0,4 0 0,5 1 0,0-1 0,-4 1-1639,-4 0 1,-1 0 1622,0 0 0,2 0 1,-1 0 15,2 1 0,-3-1 442,11 1-442,-6 0 0,4 0 0,-3 1 0,2 0 0,-2 0 0,-4 0 0,-1 1 0,4-1 0,-5 0 3276,-11 0-3143,7 2 1,0 0 2426,-6-1-2560,15 5 0,-16-5 0,0 3 0,24 1 0,-25-1-1639,17 2 1,0 1 844,-17-1 387,12 1 0,0 1 407,-12-2 215,13 8-215,-18-9 0,2 10 0,-9-10 0,0 15 0,0 1 0,0-9-80,-1 13 1,1 9 0,-1-7 79,1-5-603,-1 8 0,1 8 0,1-6 603,2 3-542,0-9 1,-1 6-1,1 0 1,-1-6 541,1-7 0,0 0 0,2 13 0,0 6 0,0-9 2166,-3-10-2166,2 5 0,3 6 0,-1-6 3239,-4-7-3239,6 19 0,0-1 0,-6-24 0,3 10 0,-1 0 0,-1-11 0,-2 19 0,-3-17 3276,0 8-2634,0-13 2634,-3 8 0,-3-5-3044,1 1-232,-19-5 0,2-5 0,-4-1 0,4 0 0,-2 1-820,0-1 1,-5 0 0,0 0 0,4 0-820,0 0 1,-3 0 1609,5 0 0,-6 0 0,-5 0 1,-3 0-1,1 0 0,1 0 0,5 0 1,5 0-1611,-9 0 1,0 0 1428,8 0 0,-5 0 0,-4 0 0,0 0 0,1 0 0,3 0-349,-5 0 1,3 0 0,0 0 0,-1 0 558,2 1 0,0-1 0,-1 1 0,0-1 0,-1 1 0,2-1 0,0 0 0,-1 0 0,-1 0 0,0 0 0,-1 1 0,3-1 0,-1 1 0,-1-1 0,-1 1 0,1 0 0,1 0 0,2-1 0,4 1-507,-5-1 1,4 0 0,1 0 0,-4 0 506,2 1 0,-4 0 0,-1 0 0,-1 1 0,1-1 0,3 0 0,4 0 0,-3 1 0,4-1 0,-4 0 0,2 1 0,-5 1 0,-2 0 0,-3 0 0,1 0 0,0 0 0,3-1 0,1 1 0,1 0 0,1-1 0,0 1 0,-1-1 0,0 1 0,-2 0 0,0 1 0,-1-1 0,0 1 0,0-1 0,-1 0 0,3-1 0,-3 0 0,0 0 0,1 0 0,1 0 0,4-1 0,5 1 962,-8 1 1,1 1-963,3-2 0,-5-1 0,-1 1 0,1-1 0,7 1 581,1 1 0,0-1-581,-1 0 0,-5 0 0,0 0 0,8 0 0,-6 0 0,4 0 0,-8 0 0,-1 0 0,8 0 0,-8 1 0,12-1 0,-8 1 0,-3-1 0,3 1 0,8-1 0,-9 0 0,0 2 0,-7 0 0,7-1 0,8 1 0,-1 0 0,-5 1 0,5-1 0,-1-1 0,4 0 0,-5 0 0,7-1 3276,5-2-3264,-18 1 1,-1 0 3263,19-1-2504,-10 0 0,-8 0 0,8 0-772,9 0 0,-18 0 0,-1 0 1242,17 0-1242,-6-1 0,1 0 0,6 1 2357,-16-4-2357,18 2 0,-7-2 0,4 3 0,4 0 0,11-1 0,-4-7 0,5 5 0,-12-12 0,0 7 0,-7-7 0,8 9-3277,1-1 0,10 7 3047,-9-6 230,-1 1 0,2-1 0,-3-5 0,4-5 0,-10-7 0,8 8 0,-1 0 0,-8-7 3276,1 3 0,15 15-3044,11-3-232,-1 4-820,18-18 1,-16 15 0,7-10 0</inkml:trace>
  <inkml:trace contextRef="#ctx0" brushRef="#br0" timeOffset="74079">22335 11207 24575,'0'12'0,"0"-6"0,0 12 0,0-3 0,2-3 0,-1 13 0,2-16 0,2 20 0,-3-19 0,5 18 0,-3-9 0,2 1 0,-3 4 0,0-15 0,-3 3 0,1-7 0,-1-4 0</inkml:trace>
  <inkml:trace contextRef="#ctx0" brushRef="#br0" timeOffset="83138">6432 14747 24575,'-3'26'0,"1"-11"-1639,-2 4 1,0-1-1639,2-9 1638,-3 17 1,0 1-1639,4-17 4005,-2 10 0,0 0-728,3-13 0,0 13 0,0-14 819,0 4 0,0-8 0,0-1 0</inkml:trace>
  <inkml:trace contextRef="#ctx0" brushRef="#br0" timeOffset="84141">9286 14664 24575,'0'6'0,"0"11"0,0-8 0,0 15 0,0-9-3277,0 12 0,0-12 2751,0 9 526,0-18-3,0 16 3,0-14 0,0 12 0,0-6 0,0-3 3276,0 10 0,0-16-2750,0 11-526,0-8 5,1-3-5,3 1 0,-1-6 0,1 0 0</inkml:trace>
  <inkml:trace contextRef="#ctx0" brushRef="#br0" timeOffset="84840">12516 14556 24575,'0'8'0,"0"16"0,-1-14 0,1 21 0,-2-23 0,2 21 0,0-21 0,0 17 0,0-20 0,0 8 0,2-10 0,-1 5 0,2-6 0,-1 0 0,0-2 0</inkml:trace>
  <inkml:trace contextRef="#ctx0" brushRef="#br0" timeOffset="87708">2881 15511 24575,'8'0'0,"2"0"-3277,9 0 0,-8 0 0,24 4 0,-28-3 3844,14 2 0,2 1-567,-9-1 0,9 1 0,1-1 0,-9 0-1409,14 2 0,-1-2 1409,-15-1 565,22 3 0,2 1-565,-18-5 0,4 1 0,7 1 0,-7-1 0,-2 0-493,6-1 1,8-1-1,-7 1 493,-3 0 791,3 0 1,7-1 0,-3 1-792,2-1 0,-3 0 0,-2 1 0,1 0 0,4-1 0,3 0 0,-8 0 1909,-6 0-1909,5 0 0,7 0 0,-9 0 3276,-12 0-2530,20 0 0,1 0-746,-15 0 0,12 0 0,0 0 3276,-13-1-2218,14 0 1,2 0-1059,-9-1-1093,-2 1 1,5 0 0,-5 0-1720,6 1 2812,-1-1 0,5 0 0,-5 0-209,-1 1 209,5-1 0,7 1 0,-8-1 0,-4 1 0,-3 0 0,4 0 0,-5 0 0,-4 0 0,6 0 0,-1 0-504,-12 0 504,19 0 3276,-4 0-1699,-7 0 1,0-1-1277,16 1-301,0-1 0,-2-1 0,-9-1 0,-2 2 0,5 0 0,-1-1-1639,5-2 1,-1 1 1067,-6 1 0,2 1-1068,12-3 1,-6-1 245,-19 3 1393,15-3 0,-13 4 0,12-2 0,-8 2-3277,14-4 3034,-29 4 2296,17-2-2053,-5 3 0,4 0 1638,-2 0 0,1 0-1008,1 0 1,0 0-631,-1 0 0,0 0 0,6 0 0,-1 0 0,7 0 3276,-6 0 0,-6 0-3044,-13 0-232,-2 0 0,11 0 0,-9 0 0,11 0 0,-7 0 0,-2 0 0,-3 0 0</inkml:trace>
  <inkml:trace contextRef="#ctx0" brushRef="#br0" timeOffset="88708">5914 15280 24575,'3'13'0,"-1"-5"0,-1 9 0,-1-12 0,0 9 0,0-3 0,0-1 0,-1 6 0,1-10 0,-3 12 0,1-4 0,0 2 0,1 0 0,1-10 0,-3 5 0,1-7 0,-1 6 0,-4-1 0,5-1 0,-3 0 0,5-5 0,-2 3 0,1-1 0,-2 3 0,-1-3 0,1 1 0,0-4 0,-4 2 0,0-4 0,-8 4 0,-7-1 0,0 0-1265,1 2 1265,-2-2 0,-1 0 0,6-1 0,-4 0 0,0-1 0,-2 1 0,-13-1 0,29-3 0,3 1 0,-1-2 0</inkml:trace>
  <inkml:trace contextRef="#ctx0" brushRef="#br0" timeOffset="91846">6215 15157 24575,'5'7'0,"-2"-1"0,5-1 0,-2 3 0,3 6 0,-2-4 0,6 10 0,0-2 0,-1-4 0,-1 3 0,-2-8 0,-6-1 0,9 9 0,-9-11 0,7 11 0,-3 0 0,3 9 0,1 5 0,0-1 0,-1-1 0,-5-13 0,1 4 0,1-8 0,-1-1 0,3 4 0,-2-7 0,0-1 0,3 1 0,-2-3 0,5 1 0,-2 1 0,10 0 0,1 2 0,13 2 0,-10-1-1639,-5-4 1,-2-2-1639,-7-2 2899,7 2 0,1-1 378,-6-1 0,5 0 0,3 0 0,-1-1 0,-1 0-733,10 0 733,6 0 1638,-15 0 0,0 1-203,7 0 0,-1 1-1890,-1-1 1,-2 0 454,3 1 0,-3 0 0,1-1 0,0-1 0,-2 2 0,3 0 0,-2-2 0,0 0 1043,13 4-1043,-2-3 0,-3-1 0,-13 0 0,7-1 0,7 0 0,-1 0-1639,1 0 1,-1 0 928,6-1 0,0 0 710,-10 0 0,1 0 0,-5 0 1310,0 1-1310,8-3 0,-1 1-826,-19 2 826,24-1 0,-7 1 0,-9 0 0,4 0 0,2 0 0,3-1 0,-2 2 1638,1-1 0,2 1-1370,4-1 0,4-1 0,-7 1-268,-1 1 0,2-1 0,9-1 0,-2 0 0,-10 1 0,-1 0 0,0 0 0,1 1 0,-1-1 0,2-1 0,1 1 0,3-1 0,-3 0 0,-6 1-1521,0-1 1521,9-1 0,2 1 0,-2 1 0,-2 0 430,-3-1 1,2 1-431,-3 0 0,-2-1-984,-3 1 1,0-1 983,2 0 0,1 0 0,-5 1 0,-1 0 0,9-2 67,-3 0 0,5 0 0,-3 1-67,1-1 0,-1 0 0,4-2 0,0 0-1639,1 2 1,-6 0 525,-12 0-526,8 1 1,-1 1 1066,-13 0 505,12 0 0,1 0 67,-10 0-1212,11 0 0,0 0 1212,-9 0 0,15 0 2037,-5 0-2037,-5 0 0,9 0 0,1 0 0,-8 0-873,15-1 1,-1 0 872,-21 0 293,23 0 1,-1 1-294,-21 0 260,16 0 1,3 0-261,2 0 0,1 0 0,-12 0 0,-3 0 0,-12 0 1638,10 0 0,4 0-1602,0 0 1,0 0-37,-4 0 0,1 0 0,4 0 0,3 0 0,-1 0 0,-2 0 0,-1 0 1638,2 0 0,0 0-772,6-1 0,-5 0 2410,-10 1-2233,8-1 0,2 0-1043,8 1 0,-15 0 0,1 0-1639,10 0 1,-2 0-1639,-12 0 1731,16 0 1,2 0 1545,-6 0-34,5 0 1,3 0 33,-11 0 0,1 0 0,3 0 0,-1 0 0,5 0 0,-12 0 0,-1 0 0,6 0 0,3 0 1638,-7 0 0,0 0 420,12 0 1218,-3 0-2788,-5 0 0,-2 0-488,-12 0-1639,13 0 1,-1 0-1639,-14 0 3173,15 0 104,-2 0 0,0 0 0,4 0 0,7 0 0,-8 0 0,0 0-1639,-5 0 1,-3 0 378,-8 0 1260,16 0 3276,-8 0-2716,-4 0-560,10 0 0,-15 0 0,-1 0 0,-6 0 0</inkml:trace>
  <inkml:trace contextRef="#ctx0" brushRef="#br0" timeOffset="98592">9150 15716 24575,'13'0'0,"-7"0"0,14 0 0,-14 0 0,16 0 0,-2 5 0,0-5 0,1 1 0,8 4-1639,1-4 1,-2-2-1639,-11 3 2143,14-2 1,1 0 1133,-12 0 0,6 0 0,0 0 0,4-2 0,-7 2 0,3-3 0,-19 3 0,21 0 0,-19 0 408,13 2 0,3-1-408,-8-1 0,17 2 0,1 0 0,-10-1 0,9 1 0,2-1 0,1-3 0,-16 2 0,-1 0 0,14-1 0,-9 1 0,-6 0 0,17 0 0,-22 0 0,17 0 0,2 0 0,-12 0-743,5-1 1,8 1-1,-7 0 743,-5 0 0,12 0 0,1 0 0,-9 0 0,3 0 0,-14 0 0,-8 0 0,12 0 0,-6-2 1638,5 1 0,2 0 162,14-3-1800,0 0 0,-12 1 0,-4 0 0,-5 1 3276,19-2-1395,-12 2-1881,5 1-3277,10-1 0,-21 2 1638,14 0 1,1 0 148,-15 0 1490,10 0 0,3 0 0,8 0 0,-7 0-1517,1 0 0,-1 0 1517,-14 0 0,18 0 2682,-20 0-2682,-4 0 3276,2 0-3005,-6 0 1,-3 0 0,1 0 0</inkml:trace>
  <inkml:trace contextRef="#ctx0" brushRef="#br0" timeOffset="112895">26278 4111 24575,'15'20'0,"0"1"0,-2 0 0,-1 3 0,6 5 0,-1 4-1093,-6-2 1,-1 2 0,-2-2-547,-1-7 1,-1 2 818,0 2 1,1 5 0,0 1 0,1 1 526,0 0 0,-1 0 0,2 1 1,1 2 292,0-5 0,2 3 0,1 0 0,-1 0 0,0 0 0,-1-2-24,-1-2 1,-2 0-1,0-2 1,1 1-1,1 0 24,0-1 0,2 1 0,1 1 0,-1-2 0,0-1 0,-2-4 0,0 2 0,-2-3 0,0-1 0,5 11 0,-1 0 0,-2-7 0,0 0 0,-3-7 3276,-1-5-2660,1 8 1,0 0 86,-5-11 0,2 3 1,-4-11-1</inkml:trace>
  <inkml:trace contextRef="#ctx0" brushRef="#br0" timeOffset="113730">26355 4623 24575,'-2'-11'0,"-1"-4"0,0 3 0,-3-3 0,3 4 0,-1 4 0,5 6 0,2-5 0,3 3 0,4-8 0,4-5-2380,-5 6 2380,2-6-913,5-1 913,-6 5-1639,8-8 1,0 0-778,-5 8 1323,4-4 1,5-4 0,-5 5 562,-3 6 1035,7-8 0,3 0-505,-6 5 0,0 2-1286,0-1 0,0 0 1286,1 0 0,0 1 0,3-1 3034,-13 15-3034,3 1 0,5 10 0,-4-5 3276,10 18-2015,-6-1-1261,0-3 0,-3 7 0,-7 1 3276,-2-13-1638,-2 9 0,-4 2-1406,-12 4-232,10-12 0,-2 0-1639,-16 4 1,-1-5-1639,10-9 1969,-18 8 0,-4-1 1308,9-7-28,-6 3 0,-4 1 28,10-5 0,1-1-453,6-1 1,1-1 452,-15 3 3276,18-4-2814,1-4 1,1 3-1,8-5 1</inkml:trace>
  <inkml:trace contextRef="#ctx0" brushRef="#br0" timeOffset="114494">26780 4929 24575,'4'18'0,"-3"-5"0,7 17 0,-5-13 0,1 3 0,1 2 0,4 11 0,-4-11 0,1-1 0,2 5 0,0 1 0,-3-15 0,2 1 0,-3-4 0,-2-9 0,-1-2 0,1-14 0,-2 5 0,1-25 0,4 6-1639,-1 4 1,1 0-1639,1-2 1638,6-2 1,1 4 148,-8 15 1490,5-7 0,1-1 0,3 5 0,-5 5 0,11-9 0,-9 16 3276,4-1-2015,-4 5 2015,-5 2 0,0 2-3044,-6 1-232,2 3 0,-2-4 0,0-1 0</inkml:trace>
  <inkml:trace contextRef="#ctx0" brushRef="#br0" timeOffset="115245">27170 4927 24575,'-12'9'0,"3"-3"0,-5 14 0,6 9-1104,-1-9 1104,4 11 270,5-8-270,3 4-3277,3 5 46,-2-14 3231,9-3 0,-2-7 0,0-1 0,9 0 0,-15-7 558,19 2-558,-14-6 0,12-3 0,-12-3-3277,13-13 2017,-15 12 1260,8-9 0,1 2 0,-8 7 0,13-16 0,-8 12 0,-8 4-3034,9-10 3034,-13 15 3034,5-10-3034,-7 10 0,3-17 0,-3 15 0,0-16 0,-2 16 3276,-5-5-2015,-1 5-1261,-1 3 0,-4 2 0,7 3 3276,-13 4 0,4 0-3044,-6 6-232,8-6 0,2 3 0,8-5 0,-1 0 0,4-1 0</inkml:trace>
  <inkml:trace contextRef="#ctx0" brushRef="#br0" timeOffset="115897">27559 4822 24575,'-20'21'0,"8"-6"0,-7 15 0,10-6-3277,1 8 0,4-11 3047,12 2 230,6-8 0,0 1 0,20-1 0,2-8-1114,-7 0 1114,5-2 3276,-14-4-320,3 3-2956,-3-5 0,-8 2 0,-12-21 0,0 1 0,0-1 0,0-14-656,0 11 1,0 3-1,0 11 1,0 0 0</inkml:trace>
  <inkml:trace contextRef="#ctx0" brushRef="#br0" timeOffset="116313">27569 4413 24575,'7'27'0,"1"-2"0,1 0-3277,2 7 1638,-4-13 1,0 0-1639,5 13 4605,3 2-1328,-5-13 0,0 0 0,1 1 0,-1 1 0,1 3 0,-1-3 1719,-2-2-1719,0 5 0,-1-1 0,-2-11 0,2 11 0,-1 0 0,-2-13 3276,6 19 0,-6-19-3044,1 0-232,-4-8 0,0-6 0,0 0 0,0-1 0</inkml:trace>
  <inkml:trace contextRef="#ctx0" brushRef="#br0" timeOffset="116696">27815 4782 24575,'13'22'0,"0"0"0,0 2 0,2 3 0,-1-2 0,-6-10 0,6 6 0,2 0 0,3-4 0,-1-1 0,1-7 0,-14-9 0,11-4 0,-2-17 0,-5 5-1639,0-11 1,-2 1-1639,-6 9 3162,1-1 0,1-2-852,-3-8 967,2 8-1639,-3-5 1,0 1 698,1 8 940,-1-21 0,1 30 3276,-2-10-3041,2 11 0,-1 2 0,1 2 1</inkml:trace>
  <inkml:trace contextRef="#ctx0" brushRef="#br0" timeOffset="117363">28314 4615 24575,'-9'6'0,"4"-5"0,-11 16 0,9-12 0,-3 9 0,-1 3 0,-4 17 0,2-3 0,6-7 0,2 1 0,4-6 0,1 0 0,-2 11 0,3-7 0,2-2 0,-1-11 0,8 15 0,-6-19 0,2 5 0,0-9 0,-3 2 0,15-2 0,1-3 0,12-10 0,-12 5-3277,9-19 0,-23 19 2497,10-17 0,-15 20 0,3-5 0</inkml:trace>
  <inkml:trace contextRef="#ctx0" brushRef="#br0" timeOffset="117916">28591 4572 24575,'-2'7'0,"-4"8"0,5-6-3277,-8 21 0,6-22 0,-3 17 3707,3-10-430,3-2 1839,-2 13-1839,2-7 0,0 0 0,3 5 0,2-9 0,4 2 0,1-6 3276,7-7-153,11-4-2888,-11 0-235,11-1 0,-8-2 0,1 0 0,1-1 0,6 1 0,-3-3 0,-2 2 0,-11 2-3277,20-14 77,-23 13 3200,9-15 0,-10 6 0,1-9 0,-2 9 0,-1 1 0</inkml:trace>
  <inkml:trace contextRef="#ctx0" brushRef="#br0" timeOffset="118235">28940 4583 24575,'15'20'0,"2"6"0,-13-16 0,6 11 0,-6-9 0,1 1 0,-3-7 0,-1-4 0,-4-12 0,-1 3 0,-1-6 0,2 7 0</inkml:trace>
  <inkml:trace contextRef="#ctx0" brushRef="#br0" timeOffset="118432">28936 4422 24575,'-3'5'0,"1"-2"0,1-2 0</inkml:trace>
  <inkml:trace contextRef="#ctx0" brushRef="#br0" timeOffset="119507">29276 4424 24575,'-8'12'0,"0"7"-3277,-6 8 0,7-8 0,0 3 4605,5-8-1328,2-1 1719,-2 12-1719,2-2-3277,0 5 2017,0-11 4536,5 5-3170,-4-17-106,11 13 0,-9-13 0,13 7 0,-1-3 0,15 1 0,-2-2 0,-7-4 0,1-1 0,10-3 0,-5 1 0,7-1 0,-26 0 0,11-1 1155,-3-3-1155,-2-7-3277,13-8 2017,-13 6 1260,-2-3-1201,-3 0 1201,-5 7 3276,6-21-2610,-9 12-666,-2-7 0,-3 3 0,0 12 0,-11-17 0,10 20 1796,-14-26-1796,5 15 0,1 0 0,-4-2 0,3 10 0,3 1 0,-7-1 0,12 8 3276,-4-1 0,-2 2-3044,4 1-232,-15 0 0,14 1 0,-8 1 0,12-1 0,0 2 0,-3-2 0,4 0 0,-3-1 0,6 0 0</inkml:trace>
  <inkml:trace contextRef="#ctx0" brushRef="#br0" timeOffset="119834">29285 4176 24575,'11'-14'0,"7"-13"-3277,0-4 0,-3 6 1840,-5 6 0,-1 3 1437,-4 8 1842,8-9-1842,-2 10 0,-5 4 0,2 0 0</inkml:trace>
  <inkml:trace contextRef="#ctx0" brushRef="#br0" timeOffset="120855">29650 4484 24575,'3'-8'0,"6"-11"0,0 5 0,2-3 0,1 0 0,1 3 0,3-5 0,-7 12 0,-1 11 0,-2-2 0,17 26 0,-12-17 0,12 17 0,-9-9 0,-4-4 0,5 10 0,-7-2-508,-1-8 508,-3 2 0,-3-10 0,2 0 0,-1 1 0,1-5 0,-4-21 0,0 6 0,0-21 0,1 19-3277,1-18 278,0 20 2999,0-12 0,6 5 0,-1 2 0,3-3 0,9-6 0,-9 18 0,14-13 0,-15 18 0,1 1 0,4 21 0,-4-4 0,2 3 0,0 0 0,-2-1 0,-1 1 0,0 0 0,-4-5 3276,7 14 0,-8-18-3044,6 8-232,-2-6 0,3 0 0,-2-6 0,-3-5 0,2 0 0,6-3 0,-4 0 0,3-1 0,-9 2 0,-1 2 0</inkml:trace>
  <inkml:trace contextRef="#ctx0" brushRef="#br0" timeOffset="122001">26632 5524 24575,'-12'15'0,"-2"-1"0,0-1 0,2-2 0,-7 4 0,-3 3 0,6-4 0,-1 2-1639,-5 7 1,0-1-1,8-9 1,1 1-1,-5 11 1,3-4 148,10-13 1305,-5 14 1,1 2 184,7-11 0,-1 8 0,1 1 0,7-3 0,2-1 0,0 13 0,6-8 0,2-3 0,-5-9 0,8 6 0,1-1 0,-8-9 0,18 12 3076,2-9-3076,-4-3-1639,9 1 1,0 0 1318,-8-2 320,1-3 0,6 1 0,-8-2-773,-6 0 773,11 0 0,4-1 0,-6-1 0,-3 0 0,10 0-648,-8 0 0,4 0 1,-7 0 647,-9 0 1375,5 0 0,0 0-1375,-4 0 0,-6 0 856,8 0-856,-14 0 3276,0-1-2961,-3-7 0,-1 5 0,0-4 1</inkml:trace>
  <inkml:trace contextRef="#ctx0" brushRef="#br0" timeOffset="122390">27161 5916 24575,'0'12'0,"0"-6"0,2 29 0,0-23 0,0 12 0,0 8 0,-1-3 0,0-9 0,0-1 0,-1 18 0,1 0 0,0-13 0,-1-4 0,1-2 0,1 2 0,0-1 0,0-8 0,5 18 0,-3-18 0,2-1 0,-5-13-1639,1-15 1,-1-4-1639,0 5 3162,-3-12 0,1 0-143,0 18 0,-4-9 0,5 15 0</inkml:trace>
  <inkml:trace contextRef="#ctx0" brushRef="#br0" timeOffset="122889">27161 5912 24575,'31'8'0,"-17"-3"0,4 2 0,0 0 0,-4 2 0,8 2 0,2 1 0,6 2 0,-8-1 0,-1-1 0,3-2 0,-1 3 0,-10-8 0,-3 1 0,-5 0 0,-4-2 0,-1 6 0,-11 10 0,-2 1 0,-4 4 0,3-10 0,0-1 0,3-3 0,-17 13 0,22-15 0,-10 7 0,9-5 0,-1 5 0,2-9 0,4-5 0,-1-4 0,0-2 0,1 2 0,1 0 0</inkml:trace>
  <inkml:trace contextRef="#ctx0" brushRef="#br0" timeOffset="123368">27226 6085 24575,'3'24'0,"0"-4"0,0 0 0,-1-4 0,2 18 0,-2-27 0,-1 8 0,-1-10 0,2 1 0,-2-6 0,10-12 0,-7 7 0,7-11 0,6-9 0,-6 5 0,0-2 0,0 4 0,0-1 0,4-7 0,-2 3 0,-6 9 0,4-1 0,-8 14 0,-2 3 0,0-1 0</inkml:trace>
  <inkml:trace contextRef="#ctx0" brushRef="#br0" timeOffset="125909">27736 5883 24575,'19'23'0,"1"0"0,-7-8 0,0 0 0,1 5 0,1 2 0,-1 0-1639,-1 2 1,-1-1-1,2 0 1,-1 2 1093,-2 0 0,-1 3 1,-1-4 544,-3-5 0,-1 0 0,4 7 0,0 4 0,0-4 0,-3-5 0,0 1-820,2 4 1,1 5 0,1 0 0,-2-5 572,-1-6 1,1 0 743,2 6 1,3 7-1,0-1 1,-1-11-498,5-6 0,-1 4 0,0-3 0,-7-15 0,-3-16 0,-6 4 3057,1-24-3057,-5 6 0,3 2 0,-3 10 0,4 15 0</inkml:trace>
  <inkml:trace contextRef="#ctx0" brushRef="#br0" timeOffset="126242">28092 5879 24575,'-14'24'0,"-1"1"0,1 0 0,1-2 0,-1 0 0,-5 4 0,-4 3 0,4-6-2990,-2 4 2990,1-8 0,-7 6 0,-3 3 0,2-3 0,5-5-1639,5-4 1,0 0 818,-6 5 1,-5 5 0,-1 0 0,5-4 741,0 0 1,5-4 1846,-1 2-1769,-5 6 0,3-2 0,18-16 0,-10 14 0,13-20 0,-1 3 0,3-9 0</inkml:trace>
  <inkml:trace contextRef="#ctx0" brushRef="#br0" timeOffset="127695">28447 6240 24575,'7'0'0,"0"0"0,2 3 0,-3-1 0,10 4 0,3 4 0,0-4 0,7 8 0,-18-11 0,19 4 0,-17-5 0,23-2 0,1-6 0,-9 3 0,0-6 0,-1-2 0,-11 5-1639,7-5 1,-1-1-1639,-10 6 3047,14-13 230,-19 14 0,8-8 0,-5-2 0,3-9 0,-6 5 0,-1 0 0,2-7 0,-5-11 0,0 26 0,0-26 0,-1 23 0,-3-22 0,1 20 0,0-4 0,0-3 0,2 2 0,-1-1 3276,0-14-1638,1 10 0,-1 5-1406,2 12-232,3-19 0,-1 21 0,3-8 0,1 9 0,4-2 0,-2 4 0,17-4 0,-18 7 0,26-3 0,-22 4 0,20 3 0,-2 3 0,-10-2 0,7 4 0,-1-1 0,-14-5 0,13 5 0,0-1 0,-17-5 0,17 1 0,-18-2 0,0 0 0,-3 0 0</inkml:trace>
  <inkml:trace contextRef="#ctx0" brushRef="#br0" timeOffset="128425">29115 5615 24575,'1'10'0,"5"12"0,2 5 0,-2-3-1639,0-4 1,-1-2-1639,-4-10 1816,3 11 1,0 0 1460,-1-10 1848,5 22-1848,0-18 0,-1 6 0,-1-12 3276,-17-30-185,-2-4-1831,-2-7-1260,-5 5 0,15 21 0,-9-8 0,15 13 0,1-3 0,19 3 0,16-2 0,-11 2 0,-5 0 0,-4 4 0,-12 16 0,-8 10 0,-4-4 0,-2 0 0,2-5 0,-1-1 0,-9 16 0,13-24 0,-5 4 0,5-11 0,1 2 0,2-4 0</inkml:trace>
  <inkml:trace contextRef="#ctx0" brushRef="#br0" timeOffset="129096">29435 5651 24575,'13'20'0,"0"-1"0,4 6 0,-3-4 0,0 0 0,1-3 0,-1-1 0,-2 0 0,1 0-1639,8 4 1,-3-3-1639,-5-8 0,17 9 1787,-23-17 1319,21 7 171,-18-7 0,13-1 0,-4-12 3276,-8 4-2688,0-9 0,-1 0 2688,-8 8-1638,4-13 0,-1 1-1150,-5 12-488,-1-27 0,-1 24 0,-7-17 0,2 7 0,2 2 0,8 4 0,6 11 0,-1 2 0,-3 2 0</inkml:trace>
  <inkml:trace contextRef="#ctx0" brushRef="#br0" timeOffset="129441">29927 5671 24575,'8'32'0,"-3"-13"0,2 3 0,-10-27 0,0 3 0,-4-8 0,3 6 0</inkml:trace>
  <inkml:trace contextRef="#ctx0" brushRef="#br0" timeOffset="130062">30323 5530 24575,'2'28'0,"-1"-6"0,-1-3 0,0-6 0,-1 10 0,-1 1 0,-1-8 0,-2 7 0,1 0 0,-2-6 0,-1 5 0,-2 1 0,-2 7 0,4-12 0,0-1 0,-2-3-3277,9-41 0,0 9 1638,3-13 1,0 0 1265,1 15 1,-1-16-1,-2 27 1</inkml:trace>
  <inkml:trace contextRef="#ctx0" brushRef="#br0" timeOffset="130408">30171 5588 24575,'-5'18'0,"0"1"0,-1 5 0,2-3 0,2-11 0,0 26 0,4-26 0,5 20 0,-3-21 0,17 20 0,1-11 0,3 4 0,5-6 0,-17-14 0,3 0 0,-5-15 0,-7 8 0,12-24 0,-10 18 0,7-10 0,-10 15 0,-2 3 0</inkml:trace>
  <inkml:trace contextRef="#ctx0" brushRef="#br0" timeOffset="131012">30440 5630 24575,'14'23'0,"-4"-4"0,0-1 0,-4 0 0,5 5 0,1 2 0,5 7 0,-2-1 0,-3-14 0,-11-18 0,0-7 0,-1-8 0,-1 4 0,-4-7 0,-3 5 0,2 3 0,-1-2 0,3-2 0,1-8 0,-1 2 0,7-1 0,1 0 0,1 5 0,0-1 0,0 0 0,0 0 0,-1 8 0,-1 2 0,-1 17 0,-1-4 0,-1 4 0</inkml:trace>
  <inkml:trace contextRef="#ctx0" brushRef="#br0" timeOffset="131994">30652 5620 24575,'9'0'0,"5"0"0,-4 4 0,7 5 0,-6 0 0,1 7 0,-4 0 0,-3-4 0,2 11 0,-6-15 0,5 29 0,-4-23 0,0 6 0,1-1 0,-3-9 0,2 7 0,-2-14 0,1-1 0,1-8 0,1-7 0,-1-8 0,-1 9 0,-1-3 0,0 2 0,0 5 0,0-11 0,1-1 0,3 4 0,-1-6 0,2-1 0,8 0 0,7-6 0,-7 15 0,2 3 0,-11 11 0,9 11 0,-2 10 0,-1-4 0,0 2 0,4 10 0,2 5 0,-7-16 0,0-2 0,-2-3 0,-3-8 0,-2 8 0,2-5 0,-2 10 0,0-11 0,-1 14 0,10-12 0,-4 4 0,9-8 0,-10-5 0,-2 0 0</inkml:trace>
  <inkml:trace contextRef="#ctx0" brushRef="#br0" timeOffset="132509">31170 5609 24575,'5'14'0,"-1"5"-3277,-3 4 0,0-9 1922,-3 7 1,-1 0 1354,3-7 0,-3 5 0,0 1 0,1-5 1822,-3 14-1822,4-14 0,1-6 0,1-7 3276,4-20-93,-3 10-2201,2-18-982,-4 6 0,2 1 0,-4-13 0,2 25 0,-1-13 0,-1-1 0,2 13 0,-3-22 0,3 27 0,-2-2 0</inkml:trace>
  <inkml:trace contextRef="#ctx0" brushRef="#br0" timeOffset="132827">31072 5632 24575,'0'19'0,"0"-11"0,0 24 0,0-25-3277,0 27 0,0-26 0,0 11 4605,1-9-1328,2-5 1719,5 11-1719,10-11 0,-4 4 0,19-6 0,-20-3-3277,15-1 2017,-21-1 1260,4 1 3276,-8-1-2015,0 2-1261,2-2 0,4 0-820,5-8 1,-5 6 0,1-5 0</inkml:trace>
  <inkml:trace contextRef="#ctx0" brushRef="#br0" timeOffset="133426">31508 5562 24575,'-5'1'0,"2"1"0,2 3 0,1-1 0,2 3 0,0-1 0,6 3 0,-5-2 0,10 4 0,2 0 0,-2 1 0,6 3 0,-6 1 0,-1 4 0,-2-6 0,-7 1 0,-3-10 0,0 2 0,-5 2 0,-1 6 0,-1-3 0,-6 7 0,0-7 0,-5-2 0,4-3-3277,-11-13 0,15 5 3077,-17-13 1,23 12 0,-7-6-1</inkml:trace>
  <inkml:trace contextRef="#ctx0" brushRef="#br0" timeOffset="137465">27197 5445 23955,'32'-12'0,"-1"0"0,0-1 0,0 1 0,0 0 0,0 0 0,0-1 0,0 1 0,1 0 0,0 0 0,1 0 0,-1 1 0,2-1 0,0 0 0,0-1 0,2 1 0,0-2-253,-4 3 1,0-1 0,1 0 0,1 0 0,0 0 0,0-1 0,1 0 0,1 1 0,0-1 0,0 0 0,1 0 0,1 1 0,0-1 69,-5 3 1,2-1 0,1 0 0,0 0 0,2 0 0,0 0 0,0-1 0,1 1 0,-1 0 0,1 0 0,-1 1 0,-1-1 0,0 1 0,-2 0 0,0 0 0,-2 1 0,-1 1 0,-1-1-183,7-1 1,-2 1 0,-3 0 0,-1 1 0,0 1 0,0-1 0,0 0 0,3 0 0,1-1 142,-3 1 1,1 0 0,3-1 0,0 0 0,2-1 0,0 1 0,0 0 0,-1-1-1,0 2 1,-1-1 0,-2 2 0,-2 0 0,-2 1 0,-4 1 99,11-1 0,-6 3 0,-3 0 1,2 0-1,5 0 122,-6-1 0,4 1 0,2-1 0,2-1 0,1 1 0,0 0 0,-1 0 0,-1 0 0,-2 0 0,-3 1 0,4-1 0,-3 1 0,-2 0 0,0 1 0,1-1 0,3 1 0,-1 0 0,4-1 0,1 1 0,2 0 0,-1 0 0,-1 0 0,-3 0 0,-5 1 0,-5-1 0,9 0 0,-4 0 0,-3 1 0,3 0 0,-1-1 0,-6-2-702,-4-3 0,-5-2 702,3-1 2437,9-12-2437,-17 10 0,3-1 0,-5 5 0,-6 6 0,1 0 0</inkml:trace>
  <inkml:trace contextRef="#ctx0" brushRef="#br0" timeOffset="139679">27700 5905 24575,'15'6'0,"-7"-3"0,6 5 0,-6-2-3277,4 4 0,-3-3 3047,12 9 230,-7-2 0,5 2 0,1 9 0,-8-10 0,-1 1 0,9 12 0,-3-4 0,-1-1 0,-1 0 0,8 6 0,-1 0 3276,-5-8-2184,1-2 0,4 3 0,-5-6-860,-6-6-232,11 7 0,0-1 0,-13-10 0,12 8 0,-19-12 0,0-1 0,-3-2 0</inkml:trace>
  <inkml:trace contextRef="#ctx0" brushRef="#br0" timeOffset="140241">28146 5927 24575,'-5'4'0,"-6"6"0,-5 10 0,-3 1 0,0 1-3277,-4 3 3218,5-5 1,1-2 58,1-1-1639,-5 3 1,-1 2-215,-5 2 1853,3 0 0,2-3 0,9-9 0,-10 13 0,13-16 0,-7 11 0,12-16 0,-4 8 0,-4 1 0,4-3 1740,-13 14-1740,7-6 819,1 3 0,4-7 0,9-9 0</inkml:trace>
  <inkml:trace contextRef="#ctx0" brushRef="#br0" timeOffset="143013">25794 2928 24575,'28'5'0,"-1"0"0,3 0 0,-4 0 0,-2 1 0,-4-1 0,2 1 0,0 5 0,1 2 0,-1-1-529,-1-2 1,1 3 528,5 7 0,2 4 0,-4-3-1639,-10-8 1,-1 0 146,5 6 0,1 4 1492,-1 1 0,0 2 0,0 2-617,1 0 1,0 2-1,1 2 617,-2-4 0,1 3 0,1 0 0,-1 0 0,-2-4-1093,3 4 1,-1-2 0,-1-1 935,-1-2 1,0-1-1,-1-2 157,2-1 0,1-3 153,2-1 1,1-1-154,3 7 0,0-3 3276,5-3-2653,-20-14-623,-6-5 0,-2 0 0,0-1 0,-1 1 0,-2 0 0</inkml:trace>
  <inkml:trace contextRef="#ctx0" brushRef="#br0" timeOffset="143464">26854 3558 24575,'-17'15'0,"0"0"0,-7 6 0,-2-2 0,-1 1 0,9-4 0,0-2 0,0 1 0,0-1 0,2 1 0,2-3 0,8-5 0,-3 2 0,8-8 0,1 0 0</inkml:trace>
  <inkml:trace contextRef="#ctx0" brushRef="#br0" timeOffset="143964">26826 3691 24575,'14'13'0,"0"-1"0,4 4 0,-1-1 0,3 4 0,-2 0 0,1-1 0,-14-14 0,-2 3 0,-4-7 0,-12 4 0,5-2 0,-15 4 0,12-3 0,-17 2 0,20-3 0,-8-1 0,14-1 0,1 0 0</inkml:trace>
  <inkml:trace contextRef="#ctx0" brushRef="#br0" timeOffset="146540">26193 5777 24575,'-8'18'0,"0"-1"0,0 3 0,-3 2 0,1-1 0,3-7-1639,-2 14 1,0-1-1639,3-11 1638,2 2 1,-1 3 2131,-1 3 0,-1 3-493,1 6 0,-1 5 0,1-8 0,-2 5 0,1 0 0,1-2-11,0-2 1,1-1-1,1 4 11,0-4 0,-1 4 0,1 1 0,1 1 0,0-1-656,2-1 1,0 1-1,1 0 1,0-1 0,0 0 513,-2 1 1,1-2-1,-1 1 1,1 3 141,1-4 0,0 4 0,0 1 0,0-1 0,0-3 0,0-6 1369,0 2 0,0 1-1369,0 0 0,0 6 0,0 3 0,0-2 0,0-8-504,0-4 1,0 1 503,1-1 0,-1 7 0,0 5 0,1 1 0,0-2 0,0-4 0,-1-8-286,2-1 0,0 0 286,0 2 0,0 8 0,1 6 0,-1 2 0,1 1 0,0-2 0,0-5 0,0-8 0,3 7 0,0 0 0,-2-9 0,1 5 0,-1 4 0,1 4 0,0 1 0,1 0 0,-1 0 0,0-2 0,0-4 0,0 5 0,0-2 0,1-1 0,-1-1 0,0 1 0,1 0 0,-1-3 0,0 0 0,0 1 0,0-1 0,0 1 0,1 0 0,-1 0 0,0 3 0,1 2 0,-1 2 0,1-2 0,-1-2 0,-1-5 0,0-5-21,0 0 1,1 1 20,-1-1 0,2 9 0,1 2 0,0 1 0,-1-4 0,-1-8-39,-1-2 1,1 0 38,1 5 0,3 9 0,1 2 0,-1-2 0,-2-10 0,-1-6 0,0-2 0,2 6 0,0 7 0,1-2 0,-2-7 2016,0 2-2016,-2 0 0,0 5 0,-2-6 0,-1-6 0,-2 12 0,-2 5 0,-3-4 0,-1-1 1638,2-4 0,-2 1-1182,-1 1 1,-2 3 0,0-1-457,1-6 0,0-2 0,0 1 0,-2 7 0,-1 1 0,-1-3 0,0 2 0,1-7 0,1-3 853,-8 8 0,0 1-853,9-8 2409,-6 6-2409,24-20 0,9-12 0,0 3 902,6-5-902,-11 2 0,1 1 0,-9-1 0,-3 3 0</inkml:trace>
  <inkml:trace contextRef="#ctx0" brushRef="#br0" timeOffset="146874">26427 10318 24575,'-25'15'0,"0"1"0,-1-1 0,4-3 0,0 1 0,-8 8 0,-3 4 0,7-5 0,2-4 0,3 1 0,-2 5 0,6-5 0,7-4 0,-7 5 0,2 1 0,11-4 0,-2-1 0,5-2 0,1-9 0,0 2 0,0-4 0</inkml:trace>
  <inkml:trace contextRef="#ctx0" brushRef="#br0" timeOffset="148059">26865 11082 24575,'-25'-16'0,"9"6"-1639,-4 4 1,1 1-1639,8 1 1638,-12 0 1,-1 2 1314,9 2 324,-7 0 0,1 1 0,6 4-1066,-5 1 1,0 0 1065,11-1 0,-15 4-1157,-1 3 1157,11-4 1638,-12 5 0,-3 2-1533,10-1 0,0 0-105,-3-2 0,1 0 619,4 2 1,3-2-620,7-7 3276,10 5-726,0-7-4189,15 2 1,2 1 1023,-9-5-361,11 4 0,6 2 0,-4-2 976,-1-1-1639,14 6 1,-2 0 1348,-17-3-684,7 5 0,-1 2 974,-10-3 0,3 4 0,-1 0 0,-5-5-785,7 23 785,-12-25 821,2 10 1,0 1-822,-6-9 2266,6 24-2266,-10-11 0,-1-2 3276,-15 5-2840,0-19 1,-3-3-437,-5 1 0,-4-1 0,1 0 1638,-3 1 0,-1-2-990,-3-1 0,-3-1 1,5-1-649,10 0 0,2 0 0,-5 0 0,4-2 1656,10-8-1656,24-9 0,-4 7 0,4-3 0</inkml:trace>
  <inkml:trace contextRef="#ctx0" brushRef="#br0" timeOffset="148763">26941 11401 24575,'-22'10'0,"7"-6"-3277,-2 10 0,12-11 1116,-14 17 2161,14-11-2728,-7 14 2728,11-15-2993,1 18 2993,0-19 0,10 21 0,-7-23-1948,15 12 1948,-12-14 1888,20 3-1888,-19-6 0,24-5 0,-24 4 0,24-11 0,-18 5 0,14-15 0,-16 12 2964,1-17-2964,-8 4 0,-2 2 3276,-1-2-2120,-1 20-1156,7 11 0,-4 0 3276,14 23 0,-8-16-3200,5 7 396,2-7-472,-4-9 0,8-3 0,-3-16 0,-7 4 0,-2-6 0,-8 14 0</inkml:trace>
  <inkml:trace contextRef="#ctx0" brushRef="#br0" timeOffset="148992">27068 11333 24575,'6'0'0,"8"-2"0,0-1 0,10-6 0,4-2 0,5-4 0,-9 3 0,4-1 0,-3 0 0,-4 1 0,-2-1 0,3-1 0,-3-1 0,-4-7 0,-12 12 0,-7 5 0</inkml:trace>
  <inkml:trace contextRef="#ctx0" brushRef="#br0" timeOffset="149582">27381 11000 24575,'1'33'0,"-1"-11"0,3 12 0,0 0 0,-2-12 0,1 4 0,1 7 0,0-6 0,-1-2 0,1 12 0,-1 0 0,-1-13 0,-1 1 0,0 2 0,0 1 0,0 5 0,0-17 0,-2-19 0,-1-17 0,0 5 0,6-21 0,9 9 0,-4 3 0,12-1 0,-14 23 0,13-5 0,-4 16 0,1-3-1639,-4 10 1,-3 0-1639,-2-4 2510,5 11 1,0 0 766,-6-11 0,8 18 0,-11-24 0,-1 3 0,-11-7 0,-8 2 0,-19-4 0,12 0 0,-8 0 0,26 0 3276,-3 0-413,32-5-2863,-4 2 0,9-3 0,-14 5 0</inkml:trace>
  <inkml:trace contextRef="#ctx0" brushRef="#br0" timeOffset="150160">27746 11368 24575,'-22'9'0,"5"2"0,3 3 0,3 6 0,2-3 0,1 0 0,3 0 0,3-4 0,2-7 0,1-4 0,1 4 0,8-6 0,-1 2-3277,17-5 0,-15 1 2789,10-4 1,0-1 487,-8 0 0,5-2 0,0-1 0,-7-3 0,-1-7 0,-7 7 0,-3 2 0,0 10 0,1 10 0,5 9 0,-2-4 0,7 6 0,-6-16 3276,11 7-137,-6-8-2025,14 3-1114,-1-13 0,-8 5 0,0-5 0</inkml:trace>
  <inkml:trace contextRef="#ctx0" brushRef="#br0" timeOffset="150828">28050 11339 24575,'-11'3'0,"-5"13"0,1 17 0,4-6-1639,5-5 1,2-1-1639,4-11 352,5 21 2925,-3-24 1849,7 12-1849,-1-16 0,9-3 0,-7-3 0,16-14 0,-21 10 0,7-8 0,0-5 0,-6 0 0,-1-1 0,3 3 0,-2 0 0,-2-6 0,-2-3 0,0 2 0,-1 0 0,-1 0 1638,0-2 0,0 0-94,-1-1 1,1 3-280,-2 1-1265,0-6 0,1 9 0,1 11 0,4 4 0,-3 5 0,4 4 0,-2 18 0,0 11 0,0 3 0,-1-11 0,-1 0 0,1 7 0,-1 2 0,0-3 0,-1-9 0,1-2-502,-1 2 1,0-3 501,3 4 0,0-17 0,6-4 0,-4-1 0,1-2 0</inkml:trace>
  <inkml:trace contextRef="#ctx0" brushRef="#br0" timeOffset="151259">28205 11368 24575,'4'7'0,"-3"1"0,5 7 0,-4-6 0,5 15 0,1-1 0,-3-1 0,10 4 0,-11-18 0,15 4 0,-13-9 0,16 2 0,-16-4 0,14-3 0,-15 0 0,5-8 0,-8-7-3277,-1-15 0,-1 12 3047,0-3-484,-4 7 714,3 8 0,-8-12 0,7 16 0,-10 2 0,6 6 0,-3 5 0,5 6 3276,5-3-2488,6 13 1,-2-16 0,3 3 0</inkml:trace>
  <inkml:trace contextRef="#ctx0" brushRef="#br0" timeOffset="151543">28561 11489 24575,'5'21'0,"-3"-8"0,-3 13 0,-6 0 0,4-11-1639,-3 4 1,1-2-1639,4-8 1328,-6 10 1597,2-6 352,3-4 0,-3 12 0,8-13 0,2 5 0,-1-9 0,0-2 0</inkml:trace>
  <inkml:trace contextRef="#ctx0" brushRef="#br0" timeOffset="152078">28725 11194 24575,'12'22'0,"0"-1"0,2 2 0,0 0 0,-3-2 0,1 0 0,4 4 0,-1-4-3277,-8-13 2963,7 12 1148,-6-11-834,0 0 0,-2 0 0,-6-9 0,-7-5 0</inkml:trace>
  <inkml:trace contextRef="#ctx0" brushRef="#br0" timeOffset="152582">28713 11191 24575,'10'-5'0,"11"1"0,-9 0-1639,12-2 1,1 2-1639,-11 2 1638,6-2 1,3 0 353,2 0 0,0 0 1285,9 1-421,-5 0 1,6-1-1,-7 1 421,-2 3-1129,10-1 0,-4 0 1129,-24 2 2258,19 3-2258,-17 3 0,-4-1-692,10 18 692,-12-16 0,4 12 1670,0 10-1670,-5-13 1638,2 14 0,-1 2-1346,-4-12 1,-2-1-293,3 3 0,-3 0 0,-9-1 0,-1-5 0,4-8-1639,-15 4 1,-1-2 1054,11-7 584,-5 2 0,-2-2 3276,-8 0-2691,-8 1 1455,7-2-2040,6 1 0,20-7 0,-1-5 0,2 0 0,-1 0 0,3 4 0</inkml:trace>
  <inkml:trace contextRef="#ctx0" brushRef="#br0" timeOffset="153214">29337 11382 24575,'-5'9'0,"2"-4"0,1 7 0,5 0 0,-1-4 0,1 3 0,4-4 0,-6-2-3277,17 12 0,-15-12 2623,26 13 654,-19-12 0,20 6 0,-13-9 0,-1-1 0,-6-4 0,-6-5 3276,3-7 0,-2 2-2620,2-8-656,-5 12 0,2-11 0,-3 7 0,-1-1 0,-5 0-3277,-13 5 0,9 1 2709,-10 2 1,0 3 567,6 1 0,-7-1 0,1-1 0,8 2 0,-3-3 0,36 6 0,-2 0-600,-1 1 0,1 0 0,-5-1 1,-2 1-1</inkml:trace>
  <inkml:trace contextRef="#ctx0" brushRef="#br0" timeOffset="154166">29529 11362 24575,'12'-1'0,"7"-1"0,-13 2 0,12 4 0,-15-1 0,7 7 0,-9-5 0,4 14 0,-3-7 0,0 7 0,1 1 0,0 11 0,-1 1 0,-1-9 0,-1-20 0,0-15 0,1-11 0,1-4 0,5-10 0,3 13 0,-1 4 0,3 2 0,-3 16 0,-1-3 0,9 14 0,-13-5 0,8 8 0,-3 4 0,-4-6 0,6 23 0,-5-13 0,-2 1 0,2-4 0,-6-13 0,3-1 0,2-15 0,-2 6 0,6-12 0,-2 0 0,-1 5 0,8-17 0,-9 23 0,6-12 0,-9 15 0,7 0 0,-4 6 0,1 2 0,0 11-3277,-3 13 0,-1-11 3047,-1 10-1068,-1-7 1298,0-9-3277,6 26 2447,-5-27 648,9 5 1,2 0 181,-1-6 1638,9 2 0,2-2-986,3-3-652,3 0 0,-12-8 1241,-10-10-1241,-4-10 3276,2 7-65,-7-21-3211,1 25 0,1-7 0,-1 12 0</inkml:trace>
  <inkml:trace contextRef="#ctx0" brushRef="#br0" timeOffset="154396">30060 11259 24575,'2'23'0,"1"-1"0,-1-5 0,0 5 0,0 1 0,0 2 0,-1-13 0,1 19 0,-2-25 0,0 7 0,0-10 0,-7 1 0,2-6 0,-10-6 0,11 4 0,-3-3 0</inkml:trace>
  <inkml:trace contextRef="#ctx0" brushRef="#br0" timeOffset="155279">30097 11427 24575,'7'-2'0,"4"-1"0,-1 3 0,-1-2 0,-3 4 0,4 16 0,-5-7 0,6 22 0,-9-19 0,3 10 0,-5-15 0,1 3 0,-1-8 0,0-5 0,0-5 0,0-3 0,3-13 0,-2 13 0,10-23 0,-2 17 0,3-7 0,-3 12 0,-4 9 0,-2-1 0,4 5 0,-3-1 0,13 7 0,-13-5 0,12 3 0,0 4 0,-4-3 0,9 11 0,-14-11 0,3 10 0,-3-5 0,-1 2 0,11 4 0,-1-13 0,-1 3 0,-4-8 0</inkml:trace>
  <inkml:trace contextRef="#ctx0" brushRef="#br0" timeOffset="155980">30487 11453 24575,'-14'22'0,"2"11"0,4-3 0,6-7 0,3-2 0,4-3 0,0 1 0,5-15 0,-5-8 0,9-11 0,-9 9 0,10-16 0,-12 12 0,4-4 0,-9 4 0,2 11 0,0 7 0,3 9 0,6 16 0,-2-10-1639,4 2 1,-1-2-1639,-2-6 1909,3 10 0,0-1 1368,-4-13-143,3 21 143,-8-23 0,-8 11 0,-10-3 0,0-2 3276,-13 4-1080,8-15 1080,-4-1-2852,9-6-3701,-6-18 31,16 11 3246,-12-9-1067,2-6 1067,5 11 0,-2-5 0,3 1 0,5 7 0,-3-8 0,7 14 0,0-1 0</inkml:trace>
  <inkml:trace contextRef="#ctx0" brushRef="#br0" timeOffset="156432">30697 11486 24575,'4'32'0,"-1"-11"0,0 11 0,-2-21 0,4 20 0,-3-19 0,8 8 0,-5-13 0,11-1 0,-10-5-3277,18-10 0,-18 6 2302,8-11 1,0-5 974,-5-3 1719,7-7-1719,-15 2 0,-1 20 0,-9-12 0,-12 6 0,4 3 0,-4 1 0,1 2 0,5 4 0,-19-7 0,28 10 0,-8-3 0</inkml:trace>
  <inkml:trace contextRef="#ctx0" brushRef="#br0" timeOffset="171649">28394 2807 24575,'3'30'0,"0"0"0,0-3 0,0 1 0,-2 0 0,0 2 0,0-2-534,0-3 0,0 0 534,-1 4 0,1 3 0,-1-2 0,0 3 0,0-3-863,0-7 0,0-1 863,0 5 0,0-2 0,0 0-1639,-1-3 1,1 0-502,-1 7 2140,0 3 0,0-17 0,-4 9 0,1-1 0,-3 0 0,3-7 333,0-1-333,-4 4 0,3-9 0,-2 0 0,5-8 0</inkml:trace>
  <inkml:trace contextRef="#ctx0" brushRef="#br0" timeOffset="172099">28147 3572 24575,'28'16'0,"-15"-7"0,13 5 0,-13-5 0,5-1-1639,-1 4 1,0 1-1639,-2-2 1765,6 8 1,-1 1 1511,-5-1 0,1 3 0,1 0 0,0 3-1184,-2-2 1,0 0 1183,-6-7 0,2 0 0,-1 0 0,-1-4 0,2 3 3276,5 2-2324,-12-19-20,2-1-932,-11-21 0,3 13 0,-1-3 0</inkml:trace>
  <inkml:trace contextRef="#ctx0" brushRef="#br0" timeOffset="172618">28331 3558 24575,'19'6'0,"-10"-5"-1639,11 4 1,0 1-1639,-9-3 1638,22 3 1,5-1 1296,-19-3 0,0-1 342,17 2 0,0-1 0,-14-1 0,-1-2 983,3 1 1,-2 0-984,-1 0 0,1 18 0,-16 7 0,-5 7 0,-2-3 0,-2 0 0,-1 0 0,-3 3 0,-2 0 0,-4-3 0,5-8 0,1-2 3276,0-1-642,-1 4 4,6-13-2638,-9-3-820,-10-32 1,11 15 0,-9-17 0</inkml:trace>
  <inkml:trace contextRef="#ctx0" brushRef="#br0" timeOffset="173596">28373 3656 24575,'-1'13'0,"-1"-3"0,3 0 0,4-5 0,12-11 0,-3 3 0,6-5 0,1-1 0,-7 5 0,11-6 0,-2 0 0,-13 5 0,14-4 0,-19 6 0,-2 5 0,-5 13 0,0 0 0,-4 15 0,4-14 0,-5 12 0,6-19 0,-3 14 0,4-16 0,0 6 0,3-6 0,-3 1 0,6-4 0,3-2 0,-3-1 0,8-2 0,0-2 0,8-4-1639,-4-1 1,-1 0-1639,3 1 3162,1-7 0,-3 2 115,-12 12-3277,5 2 2017,-13 5 1260,-9 16 0,3-5 0,1 0 0,-1-1 0,0 0 0,3-2 3276,-4 8-2015,12-22-1261,4 0 0,-1-7 3276,2 3-2457,-7 0 0,1 1 0,-2 1 0</inkml:trace>
  <inkml:trace contextRef="#ctx0" brushRef="#br0" timeOffset="174489">27317 1837 24575,'6'19'0,"-1"-2"0,1 3 0,0 0 0,-1 5 0,2 4 0,1 2 0,-2-2 0,0 0-520,-1-1 0,1 1 520,-1-1 0,1 2 0,-1-7 341,-1 1-341,3 11 0,0-1 0,-2-16 0,2 4 0,-1-1 0,-4-9 172,4 1-172,-6-25 0,2 4 0,-2-22 0,0 20 0,0-3 0</inkml:trace>
  <inkml:trace contextRef="#ctx0" brushRef="#br0" timeOffset="175009">27372 2058 24575,'25'5'0,"-7"-2"0,9 0 0,-15-1 0,22 1 0,-13-3 0,3 1 0,2-8 0,-20 4 0,19-15 0,-11 2 0,1-3-3277,1-12 0,-13 21 3047,5-11 230,-3 7 0,0 3 0,0-3 0,3 28 0,-2 5 0,0 2 0,4 15 0,0-4 0,1 1 0,-1-9 0,-1-2 0,0-1 0,0 0 0,3 6 0,-1-3 0,-3-10 0,6 14 0,-10-21 3276,3 4 0,-5-18-3435,-1 4 0,-1-6 1,0 8-1</inkml:trace>
  <inkml:trace contextRef="#ctx0" brushRef="#br0" timeOffset="175424">27859 1927 24575,'18'13'0,"6"12"0,-9 5 0,2-3-1639,-10 0 1,-1-2-1639,-3-9 1638,1 10 1,0 0-1639,-2-16 2653,4 15 1,2-1 623,-6-16-1182,13 26 1182,-12-29 2102,19 12-2102,-10-13 3276,22 3-3062,2-7-214,-11-3 0,9 0 0,-29-2 3276,1 3-1333,-10 1-1943,0 0 0,0 0 0,2 0 0</inkml:trace>
  <inkml:trace contextRef="#ctx0" brushRef="#br0" timeOffset="175943">28224 1922 24575,'17'18'0,"1"11"0,-8-9 0,2 15 0,-9-24-3277,4 21 0,-3-23 0,2 15 4605,-1-8-1328,-2 5 0,0-1 0,-1 12 0,-2-23 1719,1 15-1719,-2-21 0,0 1 0,-7-17 3276,2 3-2457,-5-13 0,8 14 0,0 1 0</inkml:trace>
  <inkml:trace contextRef="#ctx0" brushRef="#br0" timeOffset="176263">28228 1945 24575,'18'2'0,"5"-1"0,-15-1 0,12-4 0,-14 3 0,15-7 0,-15 7 0,9-5 0,-12 7 0,1 1 0,-4 0 0,0 0 0</inkml:trace>
  <inkml:trace contextRef="#ctx0" brushRef="#br0" timeOffset="176644">28314 2196 24575,'13'9'0,"-6"-5"0,11 4 0,-5-4 0,14-1 0,-9 0 0,4-3 0,-7 1 0,-7 0 0,4 4 0,-11-1 0,0 1 0,-3-2 0,1-3 0</inkml:trace>
  <inkml:trace contextRef="#ctx0" brushRef="#br0" timeOffset="176941">28352 2373 24575,'15'-4'0,"-6"1"-3277,11 2 0,-14 1 0,21-2 3114,-17 1 1451,17-1-1288,-17-1 0,5-2 0,-9 2 0,-3 5 0,-2-2 0,-4 6 0</inkml:trace>
  <inkml:trace contextRef="#ctx0" brushRef="#br0" timeOffset="177642">28324 2287 24575,'5'11'0,"2"8"0,-3-5 0,0 2 0,-2-3 0,-2-3 0,0-2 0,0 2 0,0-7 0,0 3 0,0 0 0,7-2 0,4-1 0,1-4 0,-2 1 0,-7 1 0,-3 0 0</inkml:trace>
  <inkml:trace contextRef="#ctx0" brushRef="#br0" timeOffset="179133">25639 1347 24575,'3'1'0,"1"2"0,4 9 0,-4-3-3277,16 20 0,-14-18 1328,12 17 540,-3-6 0,0-1 1409,0 1-854,8 5 0,-1-1 854,-14-17-265,15 12 265,-18-17 3276,7 6-3206,-6-8 1,-1 3 0,-3-4 0</inkml:trace>
  <inkml:trace contextRef="#ctx0" brushRef="#br0" timeOffset="179763">26106 1294 24575,'24'21'0,"-2"4"0,-12-11-3277,0 12 0,-6-19 0,0 6 4605,-3-6-1328,0 1 1719,0 10-1719,-2-8 0,-1 7 0,-3-4 3276,2 0 0,-4 7-3044,4-8-232,-5 3 0,4-7 0,-1-2 0,2-5 0</inkml:trace>
  <inkml:trace contextRef="#ctx0" brushRef="#br0" timeOffset="180434">25770 1434 24575,'13'-5'0,"-8"1"0,10-1 0,-3-1-3277,16-6 0,-11 5 1328,11-4 3049,-8 5-1100,5 0 0,-4 3 0,2 0 0,1 4 0,1 1-1639,6 4 1,-2 0 1110,-9-3 1,-1 1 1517,10 7 1,-4 0-991,-14-7 444,21 10-444,-27-9 0,7 1 0,-5 3 3276,2 1-1020,-4 4 1020,-2-3-2890,-12 8-3663,-6-3 0,3-1 1638,-9-1 1,1-1 264,10-6 615,-12 5 0,1-1 759,14-6-84,-23 9 84,20-8 819,-11 3 0,16-6 0,0-2 0</inkml:trace>
  <inkml:trace contextRef="#ctx0" brushRef="#br0" timeOffset="181085">26448 1461 24575,'6'5'0,"-2"2"0,11 0 0,10 5 0,-4-5 0,3 2 0,-12-7 0,-7-1-820,-6-5 1,1 3 0,-6-3 0</inkml:trace>
  <inkml:trace contextRef="#ctx0" brushRef="#br0" timeOffset="181792">26550 1105 24575,'-14'13'0,"0"0"0,-5 12 0,4-9 0,1 0 0,-2 13 0,10-13 0,-3 8 0,7-14 0,-3 7 0,7-10 0,2 2 0,11 0 0,-2-1 0,16-3 0,-12-2 0,17-2 0,-17 1 0,20 4 0,-22 0 0,6 2 0,0 1 0,2 7 0,3 2 0,-10-2 0,-11-8 0,1 4 0,-1 3 0,-3-5 0,-2 20 0,-7-8 0,-1 6 0,-8-3 0,3-13 0,-8 1 0,6-6 0,2-3 0,6-4 0,0-1 0,-4-3 0,-3 3 0,-8-4 0,12 3 0,-2-1 0,11 2 0</inkml:trace>
  <inkml:trace contextRef="#ctx0" brushRef="#br0" timeOffset="182336">27101 1131 24575,'7'14'0,"3"8"0,-3-6 0,2 1 0,-1 1 0,-1 1 0,1-2 0,1 2 0,-2 4 0,2-2 0,-1 2 0,-5-15 0,3 17 0,0-5 0,-2 3 0,0-3 0,-7-14 0,-4-3 0,2-4 0,-2-2 0</inkml:trace>
  <inkml:trace contextRef="#ctx0" brushRef="#br0" timeOffset="182639">27046 1369 24575,'25'-6'0,"-1"0"0,1 1 0,-4 2 0,-1-1 0,4-4 0,3-3 0,-6 4-2284,-8 3 2284,5-4 0,2-2 731,9-3-731,-2-6-383,4 4 383,-13 2 0,-18 13 0,-2-2 0,-2 2 0,2 0 0</inkml:trace>
  <inkml:trace contextRef="#ctx0" brushRef="#br0" timeOffset="184881">27727 1080 24575,'7'18'0,"-1"1"0,1 4 0,6 9 0,-9-21 0,4 5 0,1 3 0,2 14-3277,0-9 547,-2 2 1796,1 2 934,-4-9 0,3 8 0,2 2 0,-1-9 0,0-2-427,-3-1 1,1 0 426,9 7 0,-6-14 0,-7-4 3276,9 5-2780,-14-8 2235,5-3-2731,-9-10 0,4 6 0,-4-5 0</inkml:trace>
  <inkml:trace contextRef="#ctx0" brushRef="#br0" timeOffset="185499">27731 1154 24575,'15'-7'0,"3"-1"-3277,1 3 0,-8 0 0,6 0 2687,6-2 590,-14 6 1957,23-6-1957,-28 9 0,10 6 0,-10 10 3276,3-6-600,-3 11-2676,-1-19 2512,-5 14-2512,0-13 0,-4 13 0,-7-4 0,4-1 0,-5 0 0,2-5 0,4-4 0,-11 4 0,13-7 0,-3 0 0,8-6 0,1 3 0,0-2 0</inkml:trace>
  <inkml:trace contextRef="#ctx0" brushRef="#br0" timeOffset="187031">28029 1101 24575,'10'9'0,"3"5"0,-3-6 0,-2 4 0,5 2 0,-5-3 0,1-2 0,-4 2 0,-2-10 0,-2 6 0,0-8 0,0-3 0,4-8 0,7-8 0,-3 4 0,11-6 0,-8 7 0,0 2 0,-4 4 0,-4 12 0,1-1 0,0 3 0,-2-4 0</inkml:trace>
  <inkml:trace contextRef="#ctx0" brushRef="#br0" timeOffset="187698">28316 1095 24575,'-5'3'0,"1"5"0,5 1 0,0 1 0,3 6 0,-1-8 0,5 6 0,5-3 0,-5-3 0,12 3 0,-15-10 0,20 5 0,-17-5-3277,20-2 0,-20 0 3047,13-9 230,-15 8 0,7-10 0,-4 4 0,1-11 0,-2 9 0,-4-11 0,-2 15 0,-7-9 0,-7 5 0,-9 1 0,5 2 0,-1 4 0,-6 3 0,1 1 0,-7 2 0,8 2 0,11 2 0,4-4 0,2 1 0</inkml:trace>
  <inkml:trace contextRef="#ctx0" brushRef="#br0" timeOffset="188232">28663 1042 24575,'-21'3'0,"8"-1"0,-10 5 0,16-3 0,-6 6 0,11-6 0,-2 6 0,5 0 0,-1-1 0,5 6 0,-2-10-3277,17 10 0,-13-11 1638,16 3 1,1-2 148,-12-3 1043,13 0 1,-1-1 446,-16-3 0,19-4 0,-20-4 3276,3 0-2457,-9-3-819,-11-1 0,3 6 73,-14-10 0,16 16 0,-6-7 0</inkml:trace>
  <inkml:trace contextRef="#ctx0" brushRef="#br0" timeOffset="188599">28669 904 24575,'15'22'0,"-5"-10"-1639,1 8 1,-1-1-1639,-5-9 1328,11 18 1949,-13-15 0,4 0 1719,0 15-1719,-1-6 0,-1-1 0,0-4 0,-1-4 3276,0-2 0,2 3-3044,-3-7-232,0-3 0,-2 1 0,8 3-3277,9 3 0,-6-6 1638,10 2 1,-1-1 148,-11-5 731,23 6 1,-30-7-1,3 2 1</inkml:trace>
  <inkml:trace contextRef="#ctx0" brushRef="#br0" timeOffset="188868">29153 1238 24575,'0'-8'0,"-1"3"0,-2 5 0,-2 2 0,-11 2 0,10-3 0,-7-1 0</inkml:trace>
  <inkml:trace contextRef="#ctx0" brushRef="#br0" timeOffset="193598">25217 1527 24575,'3'5'0,"10"10"0,-8-12 0,20 22 0,-17-18 0,7 8 0,-1 0 0,-6-3-1639,10 10 1,-1 0-1639,-9-9 2302,2 2 1,2 2 1068,5 4-94,-5-5 0,3 4 0,1 0 0,5 7 0,-1-1 0,-3-4 0,-11-16 0,-1 1 0,-2-5 0</inkml:trace>
  <inkml:trace contextRef="#ctx0" brushRef="#br0" timeOffset="193959">25294 1789 24575,'6'0'0,"25"-7"0,-19 5-1639,17-5 1,1-1-1639,-17 6 0,23-8 4605,-10 4-1328,-3 2 0,5-4 429,-14 7 1,-13-1 0,1 2 0</inkml:trace>
  <inkml:trace contextRef="#ctx0" brushRef="#br0" timeOffset="194792">22813 1935 24575,'17'10'0,"-4"-1"0,5 3 0,2 6 0,6 3 0,-9-5 0,1 0 0,9 7 0,-12-9 0,-2-1 0,11 8 0,-5-4 0,2 1 0,-3-3 0,-9-9-820,9 8 1,-14-11 0,3 2 0</inkml:trace>
  <inkml:trace contextRef="#ctx0" brushRef="#br0" timeOffset="195453">22893 1997 24575,'24'-11'0,"-10"5"0,4-2 0,2-1 0,4 0 0,1-1 0,-4 1 0,1 0-1093,2 1 1,3 0 0,-4 1-176,4 0 1784,1 0 0,1 2-516,-9 3 0,-1 2 0,1 0 0,0 1 0,13 2 0,-15 7 0,-2 2 0,0-4 0,7 12 0,-16-12 0,-8 7 3276,2-3-3158,-8 5 1,-3 2-119,-1-2 0,-1 1 0,0 0 0,0 0 0,-4 2 0,1-1 0,4-5 0,-11 11 0,17-17 0,-8 3 0,11-9 0,-1-1 0,1-1 0</inkml:trace>
  <inkml:trace contextRef="#ctx0" brushRef="#br0" timeOffset="196159">23579 1988 24575,'-5'2'0,"-1"0"0,1 7 0,1-3 0,2 9 0,2-7 0,2 8 0,7 0 0,-2-4 0,4-2 0,2-10 0,-3-1 0,13-4 0,-12 1 0,13-9 0,-15 8 0,5-4 0,-11 8 0,3 5 0,5 6 0,-4-3 0,10 4 0,-8-6 0,3 0 0,3-2 0,-6-3 0,0-2 0,-6 1 0,-4-1 0,0 2 0</inkml:trace>
  <inkml:trace contextRef="#ctx0" brushRef="#br0" timeOffset="196444">23757 1932 24575,'18'-2'0,"-3"1"0,4-2 0,2-2 0,-2-1 0,1 0 0,14-4 0,-15 2 0,-3-1 0,-10 5 0,12-11 0,-14 9 0,1-6 0,-7 7 0,-2-2 0,1 5 0,1-1 0,0 3 0</inkml:trace>
  <inkml:trace contextRef="#ctx0" brushRef="#br0" timeOffset="196690">23842 1736 24575,'11'33'0,"-3"-7"0,-1 1 0,-4-4 0,0-1 0,1 0 0,0-1 0,1 10 0,0-3 0,1 1 0,1 4 0,-3-6 0,-2-12-820,3 1 1,-3-7 0,2-5 0</inkml:trace>
  <inkml:trace contextRef="#ctx0" brushRef="#br0" timeOffset="197341">24018 1960 24575,'-15'15'0,"-3"8"0,15-7 0,3 5 0,13-3 0,-2-11 0,9 0 0,-14-5 0,15-1 0,-3-1 0,-1-3 0,5-5 0,-12-6 0,1-4 0,-5 5 0,-3 4 0,5 30 0,-3-4 0,3 12 0,0 5 0,-6-14 0,-1 0 0,3 2 0,0 1 0,-5-2 0,0-3 0,-1-8 0,-6 18 0,3-18 0,-18 12 0,5-9 0,0 3 0,1-9 0,15-6 0,-6-4 0,-2-10 0,5 6 0,-4-6 0,9 11 0</inkml:trace>
  <inkml:trace contextRef="#ctx0" brushRef="#br0" timeOffset="197739">24432 1831 24575,'9'31'0,"3"3"0,-4-10 0,0-5 0,0 2 0,-5-12 0,-3-11 0,-2-6 0,-1-3 0,0 1 0</inkml:trace>
  <inkml:trace contextRef="#ctx0" brushRef="#br0" timeOffset="197992">24402 1787 24575,'33'-15'0,"-10"4"0,-4 2 0,-1 1 0,-4 1 0,7-2 0,0-2 0,-5 3 0,3-2 0,-1 1 0,-6 1 0,2-3 0,-11 10-820,-9 0 1,5 3 0,-6 1 0</inkml:trace>
  <inkml:trace contextRef="#ctx0" brushRef="#br0" timeOffset="198242">24505 1899 24575,'17'-7'0,"-3"4"0,-2 0 0,-7 3 0,12 0 0,-10 0 0,14-1 0,-11 0 0,-1 1 0,-8 5 0,-3-3 0,-1 2 0</inkml:trace>
  <inkml:trace contextRef="#ctx0" brushRef="#br0" timeOffset="198559">24553 2115 24575,'10'0'0,"5"-1"0,4-1 0,8-1 0,-5 1 0,0-2 0,-16 3 0,6-3 0,-14 2 0,5 0 0,-7 1 0</inkml:trace>
  <inkml:trace contextRef="#ctx0" brushRef="#br0" timeOffset="199142">24670 1926 24575,'7'0'0,"0"0"0,9 0 0,3 4 0,-3-1 0,2 2 0,-14-2 0,4 12 0,-5-7 0,2 24 0,-6-6 0,0-7 0,-1 0 0,0 5 0,-5-1 0,6-27 0,1-14 0,1-1 0,0-1 0,2 0 0,-2 7-3277,4-20 0,-3 23 3047,2-9 230,1 10 0,1 6 0,3-4 0,3 10 0,-3-1 0,11 9 0,-6 1 0,1 0 3276,-3 3 0,-10-2-3044,4 1-232,-4 7 0,1-3 0,-3-3 0,3-1 0,-3-11 0,2-1 0</inkml:trace>
  <inkml:trace contextRef="#ctx0" brushRef="#br0" timeOffset="199641">25016 1939 24575,'4'20'0,"-1"0"0,0 5 0,9 1 0,-8-21 0,7 5 0,2-9 0,0 0 0,7-10 0,-13 5 0,11-11 0,-16 11 0,8-5 0,-7 13 0,0 18 0,2-4-1639,-4 3 1,-1 0-1639,2-9 1638,-3 8 1,0-2 148,1-11 1334,-6 25 156,5-24-2982,-10 13 2982,9-15 2982,-13 11-2982,9-11 3276,-14 6-2092,-2-4-1184,5-5-555,-1 2 0,13-5 0,4 0 0</inkml:trace>
  <inkml:trace contextRef="#ctx0" brushRef="#br0" timeOffset="219443">18088 16488 24575,'21'0'0,"-2"-1"0,1 0 0,8 1 0,-4-1 0,4-1 0,-2 1 0,-7 1 0,2-1-820,5 1 1,5-1 0,2 1 0,1 0 327,2 0 0,1 0 1,1 1-1,-3-1-601,1 1 1,-3-1 0,2 0 560,-4 0 1,0 1 0,0 0 0,0 1 531,-1-1 0,1 1 0,-3 0 0,-2 0 179,-3 0 0,2 0-179,2-1 0,10 1 0,4 1 0,3-1 0,-2 0 0,-4 0 0,-8-1-820,5 0 0,1-1 820,-10 1 0,6 0 0,4 0 0,4 0 0,0 0 0,1 0 0,0 0 0,-4 0 0,-3 0-321,2-1 1,-3 0 0,-1 0 0,0 0 0,0 0-1,1 0 321,2 1 0,1-1 0,0 1 0,1-1 0,1 1 0,1-1 0,-5 0 0,3 0 0,2 0 0,1 0 0,0 0 0,-3 0 0,-1 0 0,-5 0 0,-5 0 140,2 0 1,-6 0 0,7 0-141,-5 0 0,5 0 0,4 0 0,3 0 0,3-1 0,1 1 0,2 0 0,-1 0 0,0-1 0,-3 1 0,-2 0 0,-3-1 0,-5 1-397,12-1 1,-8 0-1,1 0 1,9 0 396,-15 0 0,5 0 0,3 1 0,3-1 0,2 1 0,2-1 0,0 1 0,1-1 0,0 1 0,-1 0 0,-2-1 0,-2 1 0,-3-1 0,-3 0 0,-4 1-222,7-1 0,-7 0 0,-2 0 0,2 0 0,7 1 222,-7-1 0,4 1 0,4-1 0,3 1 0,1 0 0,3-1 0,0 1 0,1 0 0,-1 0 0,-1 0 0,-1-1 0,-3 1 0,-3 0 0,-4 0 0,-4 0 0,11 0 0,-9 0 0,0 0 0,7 0 0,-8 0 0,4 0 0,4 0 0,2 1 0,2-1 0,1 0 0,-1 0 0,-1 1 0,-2-1 0,-4 0 0,-4 1 0,-5-1 418,6 1 0,-8 0 1,5 0-419,5 0 0,8 0 0,2 1 0,-1 0 0,-6-1 0,-9 1 0,5 1 0,2-1 0,6 0 0,-7-1 0,-6 1 2779,-6 0-2779,3-1 0,0 1 3276,-10-1-2836,13 0 0,1 0-440,-7-1 0,2-1 0,6-1 0,-2 1 426,6-2 0,0 0-426,-4 1 0,2-1 0,-3 0 1638,0 1 0,-1-1 0,-1 1 0,-6 0-1554,-16 2-84,6-2 0,-9 2 0,-3 0 0,3 0 0</inkml:trace>
  <inkml:trace contextRef="#ctx0" brushRef="#br0" timeOffset="220058">23541 16126 24575,'0'5'0,"-5"11"0,-1 7 0,-2 2 0,1-8 0,-1 2-820,-1 6 1,-3 5 0,1 1 0,1-7-2458,-6 10 2457,3-6 1,-4 7 0,-1 1 0,4-8 1120,4-10 0,0-1-301,-3 7 0,-2 6 0,-1 0 0,2-4 0,1-1 0,1-2 908,-2 4 1,2-2-909,-1 5 0,11-23 0,0-1 0,1-4 0,0-2 0</inkml:trace>
  <inkml:trace contextRef="#ctx0" brushRef="#br0" timeOffset="221819">20420 16224 24575,'14'11'0,"-3"-3"0,12 20 0,-15-17 0,4 5 0,0 2 0,2 17-1639,-3-6 1,1 1-1,-4-7 1,1 0 988,0 5 0,1 3 1,-1-7 2368,-1-5-1719,3 7 0,2 7 0,-1-7 0,-1-5-1093,1 2 1,2 4 0,-2-5-168,-3-5 248,6 4 1,4 4 0,-4-5 1011,-4-5 151,9 9 0,7 6 1,-4-6-152,2-3-202,-4-4 0,6 6 0,2 0 0,0-2 202,-1-6 0,0-1 0,0-1 0,0 0 343,0 3 1,-1 1 0,0-1-1,2-1-343,1-1 0,3-1 0,1-1 0,-3 0 0,-5-3 0,-1 1 0,2 0 0,0-2 0,7 1 0,2 1 0,0-1 0,-3-1 0,4 0 0,-2 0 0,0-1 0,-2 0 0,0 0 0,1 1 0,-1-1 0,-2-1 0,1 1 0,-4-1 0,-5-1 2803,5 1-2803,-4 1 0,3 2 0,-5-2 0,-3-2-1182,11 6 0,1 0 1182,-15-4-487,6-1 1,6 2 0,-6-1 486,-6-1 1517,9 1 0,3-1-1517,6-1 0,-11-4-1517,6 2 0,-1 0 1517,-10-3 1315,1 1 1,-1-1-1316,-12 0 3276,4-2-2214,-11 0-1062,-3-3 0,2 3 0,1 1 0</inkml:trace>
  <inkml:trace contextRef="#ctx0" brushRef="#br0" timeOffset="224294">22342 17348 24575,'-6'21'0,"-2"6"0,1-6-1639,0-2 1,0-1-1639,2-8 0,-5 12 3336,0 0-59,2-7 942,0 2 1,0 1-943,-5 12-2283,2-8 2283,3-1 3276,6-14-1445,2-6-481,2 3-1350,5-20 0,-3 10 0,7-29 0,-7 22-1536,2-10 1,-2-1 1535,-1 10-1639,1-9 1,0 1 378,-3 15 1260,5-19 0,-5 13 0,1 1 0,0 0 3276,-1 7-2015,6 8-1261,-2 0 3276,6 2-1638,8 6 0,2 0-1406,2 0-1052,0-2 1,7 4 0,0-1 0,-5-2-2458,7 2 3200,-6-3 0,4 2 1,-3-2-801,-6-3 1,-2 0 876,12 4 0,-6-2 0,-3-1 0,-8-2 0,-1 1 0,-19 5 3276,0-6-636,-13 16-2640,3-11-1639,-7 2 1,-2 0 752,6-4 886,-11 0 0,-9 0 0,8-2-2817,6-3 2817,0 0 0,-6 2 0,0-1-233,6-2 1,0-1-1,-1 0 233,-1 0 0,0 1 0,-1 0 0,-1 0 0,-1 0 0,3 1 0,1-1 0,10 1 0,17 0 3276,11-2-1509,8-8 1509,-3-3-2609,6-12 646,-11 9-1313,4-14 0,-13 20 0,6-12 0,-5 11 0,0-1 0,10-2 0,11-7 0,-6 5 0,8-4 0,-30 21 0,4-4 0,-19 22 0,12-14 0,-13 18 0,16-17 0,-7 7 0,15-18 0,-1 0 0,11-11 0,-6 6 0,8-7 0,-11 9 0,-1 2-3277,-18 11 0,5-2 2921,-18 12 356,20-14 0,-8 5 0,24-10 0,7-7 0,1 2 0,1-4 0,-2 2 0,-2 2 3276,7-2 0,-8 6-2918,-6 0-358,-5 2 0,-4 0 0,15-1 0,-6-1 0,20-2 0,-15 0 0,6 1 0,-15 4 0,0 3 0,-9 4 0,2-3 0,8 2 0,3-2 0,18 0 0,-4-1 0,2-2 0,-12 1 0,-8 0 0,-6 0 0,-4 10 0,2-7 0,-3 5 0,2-9 0,-2 0 0,-2 0 0,-11 1-3277,-8-2 0,8 1 3047,-3-4-792,3-2 1022,10 0-3277,-23-8 2356,25 9 921,-15-11 0,18 11 3276,-7-10-2354,6 5-922,-6-5 0,6 3 0,-8 1 0,9 4 1022,-3 1-1022,5 2 3276,1-1 0,2 3-3044,6 1-232,-2 0 0,9 9 0,-1 4 0,-1-2 0,6 13 0,-13-19 0,6 13 0,-6-16 0,0 8 0,-1-9 0,-1 4 0,5-11 0,-6 4 0,5-6 0</inkml:trace>
  <inkml:trace contextRef="#ctx0" brushRef="#br0" timeOffset="227974">22363 17485 24575,'9'3'0,"1"1"0,0 3 0,-1-2 0,7 4 0,-9-1 0,12 4 0,-7 1 0,4 0 0,-4-2 0,-7-7 0,-1 2 0,-6-4 0,-4 1 0,-6 1-3277,-19 4 0,16-4 2404,-9 1 1,0-1 872,12 0-1639,-11 2 1,1 1 880,10 0 758,-12 3-2698,13 0 2698,5-6 2698,-4 6-2698,11-8 1013,-1-1-1013,5-1 3276,5-2-2015,10 0-1261,-2-3 3276,12 3 0,-19 1-3044,4 1-232,-7 0 0,6 1 0,5 1 0,1 0 0,-5-1 0,8-1 0,-14 0 0,22 0 0,-22 0 0,10 0 0,-11-1 0,0 0 0,3-3 0,-2 2 0,6-1 0,3 1 0,-4 2 0,4 0 0,-14 0 0,-2 0 0,-9-2 0,2 0 0,-6-4 0,1-2 0,3 4 0,0-2 0</inkml:trace>
  <inkml:trace contextRef="#ctx0" brushRef="#br0" timeOffset="228957">22292 17340 24575,'10'14'0,"-3"-7"0,-4 14 0,-3 0 0,3-1 0,0 7 0,-1-21 0,2 8 0,-2-11 0,-1-1 0,-3-5 0,0 1 0,-1-1 0</inkml:trace>
  <inkml:trace contextRef="#ctx0" brushRef="#br0" timeOffset="229875">22285 17313 24575,'8'2'0,"6"2"0,1 2 0,-3-1 0,11 5 0,-11-3 0,4-1 0,1 4 0,-11-5 0,14 9 0,-12-7 0,13 12 0,-11-8 0,2 3 0,2 1 0,13 10 0,-3-3 0,-8-7 0,-2-4 0,-6-9-3277,11 15 0,-15-14 3047,14 10 230,-11-6 0,9 2 0,-8-2 0,-1-2 0,-3 3 3276,-4-5 0,-6 5-3044,2-4-232,-15 4 0,9-3 0,-15 7 0,11-5 0,-2 2 0,16-3 0,15-3 0,3-1 0,11-2 0,-12-2 0,-2 0 0,-12 1 0,-4 1 0,-10 0 0,6 0 0,-6 0 0,7 0 0,-2 0 0,4 0 0,1 0 0</inkml:trace>
  <inkml:trace contextRef="#ctx0" brushRef="#br0" timeOffset="233924">22682 17694 24575,'4'-4'0,"5"0"0,-4 2 0,11-2 0,-12 2 0,9-3 0,-1 4 0,-3-1 0,2-1 0,-6 3 0,-2-2 0,2 1 0,0-1 0,-3 1 0,-1-2 0,-4 2 0,-9-7 0,-3-1 0,-2-1-820,2 1 1,12 8 0,0-1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44:39.227"/>
    </inkml:context>
    <inkml:brush xml:id="br0">
      <inkml:brushProperty name="width" value="0.05292" units="cm"/>
      <inkml:brushProperty name="height" value="0.05292" units="cm"/>
      <inkml:brushProperty name="color" value="#FF0000"/>
    </inkml:brush>
  </inkml:definitions>
  <inkml:trace contextRef="#ctx0" brushRef="#br0">3846 3996 24575,'31'0'0,"1"1"0,-7-2 0,1 1 0,7 0 0,0 1 0,-13-2 0,-1 0 0,15 1-1291,-4 2 1291,-10-2 0,2 0 0,9 2 0,0-1 0,-9-1 0,0 0 0,3 1 0,2 1 0,-2-1 0,-2 0 0,0-1 0,10 1 0,4 0 0,-3 0-1630,-2-1 1,1 0 1629,-4 0 0,2 0 0,1 0 0,-2 0 0,-4 0 0,-2 0 0,2 0 0,8 0 0,3 0 0,2 0 0,-4 0-663,-3 0 1,-2 0-1,2 0 663,-2 0 0,2 0 0,1 0 0,-1 0 0,-5 0 0,5 0 0,-1 0 0,-1 0 0,4 0 0,0 0 0,-4 0 0,1 0 0,1 0 0,-5 0 0,5 0 0,1 0 0,-1 0 0,-4 0 0,9 0 0,0 0 0,-4 0 0,4 0 0,0 0 0,-6 0 0,1 0 0,-2 0 0,-3 0 0,3 0 0,1 0 0,-1 0-820,3-1 1,-1 1 0,1-1 0,1 0 483,-1 1 1,0 0 0,1 0 0,3 0 335,-7-1 0,2 1 0,2-1 0,1 1 0,-1-1 0,1 1 0,0 0-412,1 0 0,1 0 0,0 0 1,0 0-1,-1 0 0,0 0 1,-2 0 411,4 0 0,-2 0 0,0 0 0,0 0 0,1 0-202,-3 0 1,0 0 0,2 0 0,0 0 0,-1 0 0,-1 0 0,-2 0 201,3 0 0,-2 0 0,-1 0 0,0 0 0,1 0-157,-2 0 1,1 0 0,0 0 0,1 0-1,1 0 1,3 0 156,-6 0 0,4 0 0,2 0 0,0 0 0,2 0 0,-1 0 0,-1 0 0,-1 0 0,-3 0 0,-3 0 0,4 0 0,-4 0 0,-1 0 0,0 0 0,4 0 0,-3 0 0,2 0 0,2 0 0,0 0 0,1 0 0,-1 0 0,-1 0 0,-2 0 0,6-1 0,-2 1 0,-1-1 0,-1 0 0,-1 1 0,1-1 0,-2 1 0,1 0 0,4 0 16,-4 0 0,4-1 1,2 1-1,2-1 1,0 1-1,0-1 0,-2 1 1,-3 0-17,-1 0 0,-2-1 0,-1 1 0,0 1 0,0-1 0,2 0 0,-2 0 0,2 0 0,-1 0 0,1 0 0,1 0 0,-1 0 0,0 0 0,0-1 0,1 1 0,1 0 0,-1-1 0,0 1 0,-2-1 0,-2 1 113,7 0 0,-4 0 0,1-1 0,4 1-113,-8 0 0,2 0 0,1 0 0,1 0 0,1 0 0,1-1 0,-1 1 0,0-1 0,-2-1 0,0 1 0,1-1 0,0-1 0,0 1 0,-1 0 0,1-1 0,-1 1 0,-1 1 26,5-1 1,-2 1 0,0 0 0,0 0 0,0 0 0,2-1 0,1-1-27,-2 1 0,2-2 0,2 0 0,0 0 0,2-1 0,-2 1 0,-2-1 0,-2 1 0,-3 1 0,-5 0-50,10-1 0,-8 1 0,5-1 50,-5 0 0,4 0 0,2-1 0,0 1 0,-2-1 0,-3 1 0,6 0 0,-4 0 0,1 0 235,2-1 0,-1 0 0,3 0-235,-7 1 0,3 1 0,0-1 0,0 0 0,-1 0 0,0 0 0,-1-1 0,0 1 0,1 0 0,-2 0 0,1 1 0,0 0 0,-1 0 0,-3 0 0,1-1 0,-3 0 0,1 0 0,5 1 0,-1 0 0,-2 1 0,-3 1 0,-3 0 0,-5 0 0,2-1-175,6 0 0,3 1 0,-5-1 175,-1 0 0,2 1 0,10 0 0,0 0 0,-6 1 661,-7 0 1,0 0-662,8-1 0,7 1 0,0 0 0,-4 0 0,0 0 0,0 0 0,-5 0 0,5-1 0,-1 1 0,-4 0 737,1 0 1,0-1-738,-1 1 0,3 0 0,-5-1 0,7-2 2315,-3 2-2315,-6-1 0,-1 0 3276,-9 2-2435,6-1 1,-1-1-842,-10 2 1973,18-3-1973,-16 3 3276,10-5-3014,2 5-262,-8-3 0,5 3 0,-14 0 0,2 0 0,-3 0 0,-3 0 0,-1 0 0</inkml:trace>
  <inkml:trace contextRef="#ctx0" brushRef="#br0" timeOffset="6856">1482 5040 24575,'33'1'0,"-6"-1"0,2 2 0,-7-2 0,0 0 0,3 0 0,3 0 0,-1 0 0,-5 0 0,4 0 0,1 0 0,1 0 0,3 0 0,3 0 0,-4 0 0,-1 1 0,-7-1 0,2 0 0,6 1 0,5 1 0,-6-1-1952,3-3 1952,-2 2 0,7 1 0,-5 0 0,1-3 0,-1 2 0,6 0 0,-7 1-3074,-5-1 3074,-3 1 0,4-1 0,-2 1 0,1-1 0,-2 0 0,14 0 0,-10 0 0,4 0 0,-6 0 1127,-2 0-1127,4 0 0,6 0 0,-6 1 0,-1-1-1093,0 0 1,4 1 0,-5-1-850,3 0 849,-5 0 1,5 1 0,-6 0 995,-1-1 97,4 1 0,1 0-629,-7-1 1,-2 0 628,12 0-744,-4 0 1,3 0 0,-3 0 743,2 0 0,3-1 0,6 1 0,-7-1 1876,0 1-1876,-4-1 0,5 0 0,-6 1 3159,-4 0-3159,5-1 0,7 0 0,-5 1 0,4 1-215,0-2 0,6 1 1,-6-1 214,-6 3 498,3-2 1,7 1-1,-7-1-498,-2-1 0,0 1 0,4 1 0,-3-1 0,5-1 0,-9 0 0,4 2 0,-5-1 312,4 0-312,0 0 0,5 0 0,-6 0 0,-8-2 0,16 2 0,-1 0 0,-17-2-1639,9 2 1,0-1 1371,-12 1 267,19-2 0,1 1 0,-19 1 626,8-1 1,6 0 0,0 0-627,5-1 0,-2 1 0,1 0 0,1 1-998,-2-1 1,1 1-1,-5 0 998,3 1 0,-3 0 0,3 0 0,-5-1 0,-2 0 1470,6 0 1,-1 0-1471,-3 0 0,-3 0 61,5 2 1,2 0-62,-4 0 0,-1-1 0,1 2 0,1 0 0,7-1 0,2 0 0,-8 0 0,0-1 1479,-4 0 0,0 0-1479,3 0 0,0 0 0,1-1 0,-1 0 0,-7 0 0,1 0 0,13 0 0,3 0 0,0 0 0,-2 0 0,-15 0 0,1 0 0,9 0 0,5 0 0,-3 0 0,-6 0 0,0 0 0,4 0 0,0 0 0,0 0 0,-3 0 0,0 0 1638,-1 0 0,2 0-288,-2 0 0,0 0-1350,-2 0 0,0 0 0,9 0 0,-3 0 106,-11 0-106,8 0 0,3 0 0,-9 0 0,-1 0 0,2 0 0,0 0-1639,7-1 1,-4 0-1096,-10 1 2774,10-1 1,0 0-41,-8 1-1639,7 0 1,1 0 869,-9 0-585,13 0 1,1 0 1353,-16 0 1353,6 0 1,2 0-1354,8 0 0,-10 0 494,10 0 1,4 0-495,-7 0 0,0 0 0,-1 0 0,1 0 0,5 0 0,-3 0 3276,-13 0-2646,13 0 1,3 0-631,-9 0 0,-1-1 0,5 1 0,1 0 0,8-2 0,1 0 180,-1 2 0,0 0-180,-6 0 0,2-1 0,1 1 0,3 0 0,-8 1 0,-2 0 0,1-1 0,4 0 0,-6 0-949,-6 0 949,5 0 0,2 0 0,4 0 0,-6 0-1639,8 0 1,-1 0 573,-10 0 1348,4 0 1,6 0 0,-5 0-284,3 0-56,-4 0 1,6 0 0,-3 0 55,3 0 0,-2 0 0,-3 0 0,0 0 0,6 0 0,-3 0 684,-8 0-684,9 0 0,-1 0 3276,-8 0-2695,5 0 0,6 0 0,-6 0-581,1 0 0,-2 0 0,4 0 0,-5 0 3276,-2 0-2428,12 0 1,1 0-849,-13 0 0,7 0 0,-1 0 354,-11 0-354,16 0-3277,-12 0 0,3 0 3047,1 0 230,-8 0 0,2 0 0,0 0 0,-10-1 0,6 0 0,-9 0 0,4 1 0</inkml:trace>
  <inkml:trace contextRef="#ctx0" brushRef="#br0" timeOffset="8085">9343 5050 24575,'16'-1'0,"9"1"0,-6-3-1639,12 1 1,0 1-1639,-11-1 2184,6 0 1,7 0 0,-6 1-2033,2 1 3720,-3-1 0,5-1 0,-1 1-595,-3 0 0,-1 0 0,0 1-293,8-2 1,1 1 292,-1-1 0,1 1 0,-5 1 0,1-1 0,-6 1 0,7-1 0,0 0 0,-8 1 2174,4-1-2174,-1 1 0,5-1 0,-2 1 0,-1-1 0,-3 0 0,-6 1 0,2 0 0,4-1 0,5 0 0,0 0 0,-6 0 0,6 0 0,-6 0 0,8 0 0,-1 0 0,-7 0 0,5 1 0,-1-2 0,8 0 0,-1 0-190,-4 2 0,-1 0 0,-1-1 190,4-1 0,-1 0 0,-5 1 0,1 0 0,-1 1-160,7 0 0,-1 0 160,-5-1 0,2 0 0,1 1 0,2-1 0,1 1 0,1 0 0,-3-1-149,-2 1 1,-2 0 0,1 0 148,2 0 0,1 0 0,-1 0 0,-6 0 0,10 0 0,-8 0 0,8 0 0,0 0 0,-7 0 0,-4 0 0,-1-1 0,5 0 0,5 0 0,1-1 0,-4 1 0,0 0 0,0 1 0,0-1 0,4-1 0,1 0 0,-1 1 0,-5 1 0,1 0 0,-2 0 0,1 0 0,-1-1 0,-1 1 0,1-1 0,0 1 0,3-1 0,1 1 0,-2-1 0,-6 1 0,-6 0 0,0 0 0,7-1 0,5 1 0,0 0 0,-5 0 0,9 0 0,-7 1 0,7 0 0,1 1 0,-8-1-576,8-1 576,3 1 0,-4 0 0,-19-2 0,-3 0 0</inkml:trace>
  <inkml:trace contextRef="#ctx0" brushRef="#br0" timeOffset="9024">14234 5066 24575,'20'-1'0,"1"0"0,13 0 0,0 0 0,-13 1 0,1 0-1093,12-1 1,6 0 0,-3-1-547,-5 0 1,1 0 1001,-5-1 0,3 1 0,1-1 1,-3 1 636,-3-1 0,-2 0 0,2 1 0,2-1 0,4 0 0,1 0 0,-2 0 0,-5 1 0,4-2 0,0 1 0,-1 0 0,4 0 0,-1 0 0,-5 0 0,-3 2 0,-2-1 0,1 0 0,2 1 0,5 0 0,3 0 0,-3 1 0,-9 0 0,1 0 0,7 0 0,7-1 0,-1 1 0,-7-1 0,-9 1 0,1 0 0,12 0 0,9 0 0,-1 0 0,-10 0 0,-3 0 0,2 1 0,8-1 0,-3-1-45,-2 1 1,-1-1 44,-4 1 0,0 0 0,4-1 0,-4 0 0,-11 1 0</inkml:trace>
  <inkml:trace contextRef="#ctx0" brushRef="#br0" timeOffset="9523">16363 4987 24575,'32'0'0,"-12"0"0,0 0 0,4 0-1639,7 0 1,1 0-1639,-10 0 2184,8 0 1,6 0 0,-7 0 283,-11 0 809,15 0 0,4 0 0,-7 0 0,-1 0 0,-6 0 0,2 0 0,5 0 0,5 0 0,2 0 0,-6 0 0,4 0 0,-1 0-289,-6 0 1,3 0 0,0 0 0,-5 0 288,2 0 0,-3 0 0,7 0 0,-1 0-720,3 0 1,-4 0 0,-17 0 0</inkml:trace>
  <inkml:trace contextRef="#ctx0" brushRef="#br0" timeOffset="10657">19890 5021 24575,'26'-2'0,"1"0"0,-1 0 0,0 0 0,-2 2 0,1 0 0,2 0-820,5 0 1,3 0 0,1 0 0,-5 0-820,3 0 1,0 0 818,-5 0 1,5 0 0,0 0 0,-2 0 451,4 0 1,-1 0 0,2 0 367,-8 0 0,2 0 0,0 0 0,2 0 0,0 0 0,1 0 0,1 0 0,2-1 0,-1 1 0,-2 0 0,-2-1-455,3 1 0,-3 0 0,-1 0 0,0 0 455,2-1 0,0 0 0,-3 1 0,2 0 0,-4 0-155,1 0 155,-5 0 0,7 1 0,1-1 0,-6 0 0,-6 1 0,0-1 151,10 0 1,4 0-1,-5 0-151,-8 0 0,-1-1 0,8 0 0,4 0 0,-6 0 0,4 1 0,-6-1 0,8 1 0,0-1 0,-6 1 0,-5 0 0,-1 0 0,8 0 0,6 0 0,1 0 0,-3 0-555,-5 0 1,-2 0-1,0 0 555,13 0 0,-3 0 0,-8-1 0,-5 0 151,-8-1 0,-3 1 1,-1-1-1</inkml:trace>
  <inkml:trace contextRef="#ctx0" brushRef="#br0" timeOffset="12850">1777 7833 24575,'1'21'0,"3"4"0,0-1 0,5 10 0,-4-16 0,4 13 0,-2-10 0,4 8 0,-1-9 0,0-1 0,5 6 0,4 6 0,-1-12 0,-2-5 0,1 2 0,1 1 0,2 0-1289,5 2 0,0 0 1289,-8-4 0,2-1 0,12 2 0,-1-1 0,-1 3 0,-6-9 0,8 1 0,0 0 0,-5-2-1639,-5-2 1,1-1 1365,5 2 0,5 2 1,2-1-1,-2-1 273,-1-1 0,0-1 0,3-1 0,-5 0 0,4 0 0,2 0 0,0-1 0,-1 1 0,-4-1-820,0 1 1,-3-1 0,0-1 0,3 1 618,1 0 0,3-1 0,2 1 0,0-1 0,-1 0 0,-3 0 201,2-1 0,-3 0 0,-1-1 0,2 1-397,-2 0 1,1 0 0,0 0-1,1 0 1,1-1 396,1 1 0,2-1 0,1 1 0,-1-1 0,-2 1 0,-4-1 0,3 0 0,-4 0 0,3 0 0,1 0 0,5 0 0,0 0 0,-3 0 0,-9 0 0,4 0 0,1-1 0,4-1 0,-7 1 0,-9-2 338,1-5 1,-2-2-339,-3-1 0,-2-5 0,-2-1 0,0-5 1250,-1-2 0,0-5-1250,0-1 0,-2-1 0,1 3 0,-1-1 1638,-1 0 0,-2 1-739,-5 5 1,-1 3-900,-2 1 0,-4-15 0,-4 16 0,-3-3-1102,-3 3 1,-1 1 1101,1 0 0,-10 1 0,-9-3 0,3 4-897,9 4 1,-1 2 896,0 1 0,-4-2 0,-3 0 0,1 0 0,2 2-717,-2-1 0,2 0 0,-5 1 717,5 3 0,-4 0 0,-3 0 0,-1 0 0,0 0 0,4 0 0,4 0-1013,-5-2 0,4-1 0,-4 2 1013,3 1 0,-5 2 0,-3-1 0,1 1 0,0 0 0,3 1 0,-3-1 0,2 0 0,1 1 0,-1 1 78,7 0 0,0 0 0,0 1 1,-1 0-1,-4 0-78,2 0 0,-4-1 0,-3 1 0,0 0 0,0 0 0,1 0 0,2 0 0,5 1-114,-7 0 1,5 1-1,2 0 1,-3-1-1,0 1 1,-2-1-1,-1 1 1,5-1 0,7 1-1,-11 3 1</inkml:trace>
  <inkml:trace contextRef="#ctx0" brushRef="#br0" timeOffset="13893">2183 8907 24575,'-29'1'0,"17"0"0,-22 1 0,28 0-3277,-17 4 0,15-4 1328,-9 4 1949,-1 2-2818,-9 4 2818,5 0-1517,-2 1 0,1-1 1517,14-6 3034,-22 14-3034,21-12 0,-5 9 0,2-2 0,-3 13 0,11-1 3276,-1-5-2646,5-2 1,2 0-631,2-6 1638,0 6 0,1 1 1638,9 11-4615,-4-8 1339,4 4 0,0-8 0,-1-1-1639,4 1 1,0-1-1349,-4-4 2987,1-1 0,3 0-47,13 7 47,-5-7 0,1-1 0,-8-1 0,1-1 0,10 1 0,5 0 0,-7-3-1487,-5-2 1487,11 3 0,3-1 0,-8-5 0,-2-1 0,-5-1 0,1-1 0,4 1 0,2 0 0,0-2 0,8-2 0,-2-1 0,-6 1 0,-1 0 0,4-3 0,-3-1 0,2-5-1532,2-5 0,0-2 1532,-1 3 0,-2-2 0,2-2 1581,-2-3 0,-1 0-1581,-8 6 0,-1 0 0,2-2-820,3-3 1,2-1 0,0-1 0,-3 2 615,3-3 0,-3 0 204,3-6 0,-5 4 1007,-12 13-1007,-3-7 0,-1 0 0,-3 10 0,-1-20 3276,-13 5-2326,-10-3-950,2 5 0,-2 1 0,3 6 0,-3 2-1093,-1 2 1,-3 0 0,3 3 931,7 2 1,-2 2 160,-4 0 0,-7 0 0,-5 0 0,-3 1 0,1 0 0,2 0 0,5 1 0,-9 1 0,5 1 0,-4 0 0,8-1 0,-4 0 0,-2-1 0,0 0 0,1 0 0,3 1 0,6 1 0,-11 0 0,8 2 0,-3-1 0</inkml:trace>
  <inkml:trace contextRef="#ctx0" brushRef="#br0" timeOffset="14946">2905 10017 24575,'-31'4'0,"1"1"0,7-4 0,-4 0 0,-5 1 0,-9 2 0,1 0 0,6-2-1639,7-1 1,-2-1 1284,2 1 1,-8 1 0,-5 0 0,-1 0 0,2 0 0,4-1 0,8 1-1286,0-2 1,1 1 1331,0 0 1,-5 0-1,-4 0 1,-1 1-1,3-1 1,3 0 306,-7 0 0,4 0 0,0 1-616,-2-1 0,-1 1 1,2 0 615,0 0 0,2-1 0,2 1-95,-4 1 1,6 0 94,5 1 0,-8 2-802,8 0 1,1 1 801,1-1 0,-11 7 0,1-1 0,17-6 0,-13 8 0,2-1 0,19-9-940,-9 9 0,2 1 940,7-6 2029,-13 15-2029,16-9 0,-3 4 3034,6 13-3034,2-12 0,2 0 0,3 12 0,1-10 0,2-1 0,3 1 0,1-2 0,3 3 0,1 0 0,2 0 0,2 1 1043,-1-1 0,1 1 0,2-2-1043,4 0 0,1-3 0,5 1 0,-7-6 0,4 0 0,2 0 0,-1 0 0,0-1 0,-4 0 0,0 0 0,-3-2 0,0 1 0,3 0-547,3 1 1,3 0 0,1 0 0,2 1 0,1-2 0,-1-1 545,-3-1 1,0-2 0,0 0 0,1 0 0,2-1 0,1 0 0,3 0 0,-11-2 0,2 0 0,1 0 0,2 0 0,0-1 0,2 1 0,0-1 0,0 1 0,0-1 0,0 1 0,0-1 0,0 0 0,-2 1 0,-1 0-249,3 0 0,-2 0 1,0 0-1,0 0 0,-1 0 1,0 0-1,1 0 0,-1 0 1,1 0-1,0 0 0,1-1 1,0 0 248,0 0 0,2-1 0,0 0 0,2 1 0,1-1 0,-1 0 0,0-1 0,0 1 0,-2 0 0,-1-1 0,-2 0 0,-2 0 0,-4 0 0,-2-1-69,12 1 0,-7-1 0,-2 0 1,4-1 68,2 1 0,5-1 0,1-1 0,-2 1 0,-5 0 0,-9 0 908,9-1-908,-8 1 0,6-1 0,2 0 0,-7-1 0,-5-3 0,-4 1 2422,12-3-2422,-7-1 0,3-4 0,-6 2 0,-4-1 0,8-4 0,-1-2 3276,-10 3-2665,5-3 0,0 0-611,-2-1 1140,-2 5 0,-1-1-1140,-4-1 0,3 0 3276,-5-16-1931,-11-4-1345,0 18 0,-4-1 0,-7 0 0,-4-2 0,-1 3-547,-4 1 1,1 1 0,-3-3 0,2 3 0,-2 1 0</inkml:trace>
  <inkml:trace contextRef="#ctx0" brushRef="#br0" timeOffset="15918">2625 11331 24575,'-35'-5'0,"1"-1"0,7 1 0,-3 1 0,-6 1 0,3 1-1639,3 1 1,-2 1 1494,-1-1 0,-6 0 0,-1 0 0,3 1-844,4-1 1,3 1 0,-3 1 987,-4-1 0,-2 2 0,0-1 0,7 1 0,5 0 0,1 0 0,-2 2 0,-2 2 0,5-2 1454,-1 3-1454,-9 5 0,4 1 0,20-8 0,-11 9 0,1 0 0,11-7 0,-12 21 0,11-12 0,-5 11 0,10-12 0,-4 14 0,8-12-1639,-1 7 1,1-1 1017,4-6 1561,-1 4 1,2-2-941,4-6 0,1 4 0,1 1 0,4 0 0,0-1 0,2 0 0,3 0-1639,8 4 1,0 0 575,-4-5 1063,0 0 0,3 0-433,4-2 1,3-1 432,1-1 0,3-1 0,-9 0 0,1 0 0,2-2 0,-2-2 0,2-2 0,-1-1 0,-3-1 0,2 0 0,0-1 79,0 0 1,4-1-1,0 1 1,-5-2-80,-1 1 0,0-2 0,4 1 0,5 0 0,1-1 0,-6 1 0,-5-1 0,-1 1 0,7-1 0,4 0 0,-1-1-215,2 0 0,-1-2 215,-8 0 0,1-1 0,7 1 0,-3-3 0,-14-3 0,-4-1 0,-3-4 3221,0-16-3221,-9 10-474,-3-7 1,-1 0 0,1 8 0,-1 1 0,0-1 0</inkml:trace>
  <inkml:trace contextRef="#ctx0" brushRef="#br0" timeOffset="17369">2914 12407 24575,'-17'0'0,"-3"1"0,-11 2 0,4-1-1639,-1 1 1,0 0-1639,-2 0 2682,0-1 1,-5 0-1,6 0 595,-1 1 0,6-2 0,-3-1 0,0 1 0,-4 1 0,2 0 0,-1-2 0,-2 0-820,5 2 1,-3 0 0,1 0 0,2-1 613,-2 0 0,-2-1 206,4 2 0,-5 0 0,-3 1 0,-1-1 0,4 1 0,5-2 217,-5 1 0,1-1-217,4 1 0,-7 1 0,-2 1 0,0 0 0,3-1 0,7 0 0,-4-2 0,2 2 0,-1 1 0,-5 3 0,1 0 0,5-2 0,1-2 0,1 0 0,-1 3 0,-3 1 0,7-1 0,5 0 0,-12 7 0,18-6 0,-3 5 0,1 0 0,4-2 0,-12 20 0,16-20-1168,-9 22 1168,10-21 0,-2 12 3276,7-10-2729,0-1-547,5 14 0,-4-14 0,6 8 0,2 0 0,-3-6-1192,7 10 1,1-1 1191,-5-12-722,7 8 0,5 5 0,-1-4 722,7 0 0,0 2 0,6 4 0,-5-4 0,-9-10 0,0-1 0,6 3 0,5 2 0,1-1 0,-5-1-503,3-2 1,0-1 502,2 0 0,4 2 0,1-1 0,-5-3 0,0 1 0,0-2 0,-2-2 0,4 0 0,0 0 0,-4-1 0,0 1 0,3-1 0,-3-1 0,8 0 0,4-1 0,-1 1 0,-2-1 0,-7 0 0,-4-1 0,-5 0 0,5 0 0,5 0 0,6 1 0,2-1 0,-1 0 0,-6 0 0,-1-1 0,-4-1 0,-1 1 716,5-1 0,2 0-716,-4-1 0,6-1 0,-2 0 0,-7-1 1638,-7 1 0,-1-1-1505,7-3 0,4-3 1,-7 1 1728,-9 1-1862,7-9 0,-2-1 3276,-13 8-1705,9-18 0,0-2-2387,-9 14 816,3-6 0,-2-4 0,-5 0 0,-1 2 0,-1 1 0,-3-8 0,-2-8 0,0 9-914,1 11 914,-3-6 0,-2-6 0,1 8 0,4 14 0,-7-12 0</inkml:trace>
  <inkml:trace contextRef="#ctx0" brushRef="#br0" timeOffset="18350">2553 13639 24575,'-21'0'0,"-1"0"0,2 0 0,-3 0-1639,-2 0 1,-2 0 892,2-1 0,-2 0 0,-5 1 277,2-1 1,-4 1 0,-4 0 0,-2 0 0,1-1 0,2 1 0,5 0-25,-2-1 0,5 1 0,-1-1 1,-4 1 492,4 0 0,-5 0 0,-3 0 0,-2 0 0,1 1 0,0-1 0,3 1 0,5-1 0,5 1 469,-11 0 1,2 1-470,2 0 0,-7 1 0,-1 0 0,3 0 0,9-1-786,8 1 1,1 0 785,-8 0 0,-4 1 0,8 1 0,7 4 1543,2-1-1543,-4 14 3276,13-13-1288,-5 26-1988,7-22 0,0 7 0,2 0 0,0-4 0,3 7 0,1 2 0,3-6 0,4 9 0,4 2 0,2-10 0,4-1-1093,6 4 1,5 1 0,-3-2 622,-3-2 1,2-1 469,-2-5 0,6 1 0,2 0 0,-3-1 0,-6-4 397,10 5-397,-7-5 0,10 4 0,5 1 0,0 1 0,-4-3 0,-8-2-1639,-4-3 1,-1 0 1517,1 1 1,6 2 0,4 2-1,0-1 1,0 0 0,-3-1 120,6 0 0,-3-2 0,0 1 0,0-1-632,-1 0 0,-1 1 0,2-1 0,5 1 632,-10-3 0,4 1 0,3 1 0,2-1 0,1 1 0,0 0 0,-1-1 0,-2 0 0,-4-1 0,-3 0 0,4 0 0,-6-1 0,0 0 0,8 1 0,-11-3 0,5 1 0,3 1 0,3-1 0,2 1 0,1 0 0,1 1 0,0-1 0,0 0 0,-2-1 0,-2 0 0,-2 0 0,-3-1 0,-4-1 0,13 2 0,-7-2 0,-1 0 0,9 0 0,-14-1 0,4 0 0,2 1 0,3-1 0,2 1 0,1 0 0,0-1 0,0 1 0,0-1 0,-2 0 0,-1-1 0,-3 0 0,-3 0 0,10-2 0,-4 0 0,-2 0 0,-1-1 0,0 0 0,1 0-223,2 1 0,1 0 0,0 1 0,0-1 0,-3 0 0,-2-2 223,0 0 0,-2-1 0,-2 0 0,-4-2 0,2-5 0,-4 0 0,6-1 747,0-1 0,-2-1-747,-2-1 0,1-2 0,6-4 0,-2 2 0,-6 2 0,-1 0 0,1 0 0,3-4 0,-2 1 0,-6 4 2611,-1-1-2611,-3-5 0,-3 3 0,-8 14 0,1-11 0</inkml:trace>
  <inkml:trace contextRef="#ctx0" brushRef="#br0" timeOffset="19322">1994 14815 24575,'-31'9'0,"10"-1"0,-1 0-3044,-9 3 3044,9-3 0,1 1-3277,-5 8 0,8-8 3154,-9 11 2001,19-9-1878,-1 18 0,3-9 0,6 1 0,3 0 0,1-3 0,4 2 0,1 1 0,2 2 0,4-1 0,3 0 0,0-3 0,1-2 0,-4-3 0,3-1 0,7 2 0,5 0 0,-4-3-532,-9-5 1,2-1 531,5 2 0,5 1 0,2 0 0,-5-2 0,-1 0 0,1-2 0,2 0 0,7-1 0,2 1 0,-2 0 0,-7-1-1593,-1 1 0,0-1 1593,-1-1 0,5 0 0,2 0 0,1-1 0,-3 0 0,3 0 0,-2 0 0,0-1 0,-1 0 425,2-1 1,-1 1 0,2-1-426,-5 1 0,2 0 0,1 0 0,-1 0 0,-3 0 0,5 0 0,-3 0 0,-1 0 0,1 0 0,-1 0 0,-2 0 0,2 0 0,-5 0 0,-4-3 0,-1-9 887,-14-18-887,-8 6 0,-1 0 0,0 2 0,0 0 0,-7-5 0,-2 2 0,0 4 0,-7 0 0,-6-4 0,1 4 1444,4 6 1,-3 1-1445,-3-3 0,-6-3 0,-1 1 0,4 2 252,6 6 0,2 2 1,-5-1-253,0 0 0,-3 0 0,-3-1 0,-3 0 0,-1-1 0,0 2 0,0 0-365,3 2 1,-2 0 0,0 1 0,-1 1 0,-1-1 0,1 0 0,0 1 0,0-1 0,2 1 185,0-2 1,1 1 0,0-1 0,1 1-1,0-1 1,-1 1 0,0 0 0,-1 1 178,-2 1 0,-3-1 0,-1 1 0,-1 0 0,1 1 0,2-1 0,4 2 0,4 0 0,5 1 0,-7 0 0,5 3 0,-2 0 0,0 2 0,10-1 0,14-1 0,-5 5 0,9-7 0</inkml:trace>
  <inkml:trace contextRef="#ctx0" brushRef="#br0" timeOffset="21919">1929 16144 24575,'-6'3'0,"-2"0"0,3-1 0,-4 2 0,-2 2 0,2 2 0,-4 7 0,7-6 0,-1 14 0,4-13 0,-1 16 0,3-15-3277,6 22 0,-3-23 3047,5 20-1353,1-10 1583,-3-4 0,4 2 0,0-2 0,-3-3-470,6 6 0,2 0 470,0-2-102,4 3 1,5 1 101,0-6 0,0-2 0,-8-2 0,2 0 0,13 3 0,5 0 0,-4-2 0,-14-6 0,2 1 819,7 2 0,7 3 0,2 0 0,-2 0-699,-4-2 0,0 0 1,-1 0-1,-1-1-1001,2 0 1,-1 0-1,1 0 881,3 2 0,1 1 0,-2-2 0,-2-2 0,-2-1 42,-4-1 1,2 1-43,5 0 0,7 1 0,-1 0 0,-6-2-1639,-8-2 1,-1-1 1436,7 3 1,5 0 0,-1 0 201,-5-3 0,-1 0 0,-3-1 0,-1 0 0,2 1-529,3 0 1,7 1-1,-1 0 1,-7-1 528,5-1-122,-1 2 1,10 0 0,-1 0-1,-9-1 122,-1 0-75,0-1 1,10 2 0,2-1-1,-5 1 75,-5-2 0,-3 1 0,3 0 0,-1-2 0,2 1 0,2 0 0,0-1 0,0 1 0,3 1 0,1 0 0,-1 0 0,0 0 0,-1 0 0,-2-1 0,-1 1 0,-1-1 0,1 0 0,2 0 0,2 0 0,-2 1 0,-1-1 0,2 0 0,-1 0 0,-2-1 0,-8-1 0,-1 0 0,2 0 762,4 0 0,2 0 0,-1-1-762,2-4 0,0-1 0,-8 1 0,2 0 0,0 0 0,9-3 0,1-1 0,-3 1 0,-1 0 0,-2 1 0,2-4 0,-5 2 0,-10 7-922,6-7 0,0 0 922,-10 6 0,18-12 2067,-13 5-2067,-4 0 0,3-2 0,0 1 0,-7 3-544,10-9 1,-1 0 543,-9 7 0,8-8 0,0-1 0,-8 9-138,9-13 0,2-1 138,-9 10 0,9-9 0,0 0 0,-8 8 0,2-2 0,1 1 0,-7 5 266,3-7 0,-2 0-266,-7 7 1638,1-9 0,-2-2-1413,-12-15-225,6 18 0,-1 0 796,-7-5 1,-2 2-797,1 7 0,-2 1 0,-7-5 0,-1 2 0,7 4 0,0 3 0,-11-3 0,2 4 3276,8 3-2360,-8-1 0,-5 0 1,4 1-1283,5 2 366,-13-3 0,-6 0 0,8 3 0,0 1 0,9-1 0,-3 0 0,-6 0 0,-8-1 0,1 0 0,7 0-1639,11 0 1,1 0 913,-10 0 0,-5 0 1,2 0 724,0 0 0,3 1-401,9 2 0,-3 0 401,-5-1 0,-6 0 0,-1-1 0,2 2 0,0 1 0,2 0 0,0 0-917,0 0 0,0-1 0,0 0 917,4 2 0,0 0 0,1 0 0,-4 0 0,1 1 0,3-1 0,-2 1 0,0-1 0,-5 0 0,-3 0 0,2 0-511,-3 0 1,0 0-1,0 0 1,2 0 510,6 0 0,1 0 0,1 0 0,-3 0 0,-2 0 0,-4 0 0,0 0 0,3 0 0,7 0 1355,6 0 0,1 0-1355,-8 0 0,-5-1 0,0 1 0,6 0 0,-2-1 0,2 1 0,-8-1 0,0 1 0,7 0 59,-9 1-59,7 0 0,-7 0 0,-3 0 0,4 1-390,1 1 0,2 1 0,-1-1 390,-1-1 0,0 0 0,-1 0 0,-2 2 0,0 0 0,7-1 3276,-2 0-2840,-3 1 0,0 0-436,14 0 0,2-1 182,-5-1 0,1 0-182,-2 2 0,1 1 0,2-1 0,2 1 0,-15 3 404,9-2 1,1 1-405,-8 4 0,15-4 0,0 0 0,-9 3 0,7 1 0,16-10 3276,-5 5 0,-5-3-3044,8 2-232,-24 1 0,19-1-1639,-11-1 1,1-1-1639,9 0 3047,-22 2 230,16-3 0,4 0 0,-2-1 0,12 0 0,2 0 0,1 0 0,0-1 0</inkml:trace>
  <inkml:trace contextRef="#ctx0" brushRef="#br0" timeOffset="23695">18807 14728 24575,'-15'23'0,"4"-5"0,0-3 0,-1 1 0,-3 7 0,-2-4 0,-5 2 0,-1 1-1093,-2 0 1,-1 0 0,1-1-1,5-3 1,1 0 0,-4 1 436,-3 0 1,-5 3-1,-1-1 1,2 0 0,3-4 272,5-2 0,3-3 1,-3 2 382,-3 1 0,-4 4 0,-2 1 0,0 0 0,2-2 0,4-2 0,-6 3 0,1 0 0,4-3 0,-5 3 0,-1 0 0,4-1 0,6-5-60,-3 1 60,1 1 0,-6 2 0,3-1 0,6-3 0,1 0-354,2 0 1,0-1 353,-3 3 0,2-1 0,5-2 0,12-10 0</inkml:trace>
  <inkml:trace contextRef="#ctx0" brushRef="#br0" timeOffset="24099">17700 15429 24575,'8'7'0,"5"3"0,13 12 0,-3-6 0,-3 3 0,0 1 0,0-4 0,1 4 0,-3-1 0,-6-6 0,7 4 0,-1-1 0,-12-9 0,19 12-3277,-8-7 0,-7-5 3047,11 5 230,-19-11 0,3 2 0,-14-7 0,-6-5 0,-2-2 0,-13-9-656,1 3 1,1 0-1,7 3 1,-2 1 0</inkml:trace>
  <inkml:trace contextRef="#ctx0" brushRef="#br0" timeOffset="24544">17644 15435 24575,'1'12'0,"1"2"0,-4-3 0,-2 13 0,-10 6 0,3-2 0,-3-7 0,0-1 0,-1 1 0,-6 1 0,-2 0 0,0-2 0,3-2 0,0-1 0,0-3 0,-2 6 0,9-12 0,13 1 0,9-8 0,26-1 0,-16-2 0,3-2-1093,10 2 1,7-1 0,-2 0 357,-11 0 0,-1-2 0,2 1 735,7 1 0,4 0 0,-1 0 0,-6 0 0,-3-1 0,-3 1 0,9 0 0,-10-1 0,-23 3 0,-6-1 0,-8 3 0,5 1 0,2 3 0,6-3 0,0 1 0</inkml:trace>
  <inkml:trace contextRef="#ctx0" brushRef="#br0" timeOffset="25251">17588 16757 24575,'32'4'0,"1"-1"0,-9-2 0,11 3 0,5 0-1093,-14-2 1,1-1 0,1 0-1,0 0 1,1 0 0,5 1 623,-5-1 1,5 0 0,4 1 0,0 0 0,0-1 0,-3 1 0,-3-1-352,0 0 1,-4 0 0,0 0 0,3 0 766,-2 0 1,3 0-1,2 0 1,0 0-1,1 0 1,0 0-1,-1 0-73,-1-1 1,0 1-1,0-1 1,0 1-1,0-1 1,0 0-1,-2 1 126,2-1 0,-3 0 0,0 0 0,1 0 0,3 0 0,3 0-157,-6 1 1,3-1 0,3 1 0,1-1 0,3 1 0,0-1 0,1 1 0,-1 0 0,-1-1 0,-2 1 0,-2-1 0,-3 1 0,-4-1 156,8 0 0,-7 1 0,-1-1 0,1 0 0,8 0 0,-9 0 0,3 0 0,5 1 0,2-1 0,2 0 0,2 0 0,0 1 0,1-1 0,-1 0 0,-1 1 0,-3-1 0,-2 0 0,-4 0 0,-3 0 0,-6 1 0,11-1 0,-8 0 0,7 0 0,-7 0 0,5 0 0,5 0 0,3 0 0,2 0 0,0 0 0,0 0 0,-3 0 0,-2 0 0,-5 0 0,-6 0 0,7 0 0,-8 0 0,5 0 0,3 0 0,5 0 0,3 0 0,0 0 0,-4 0 0,-5 0 0,-4 0 0,-4 0 0,1 0 541,12 0 0,2 0 0,-7 0-541,0-2 0,-2 2 2748,7-4-2748,-20 0 3276,-2 1-2358,-5 0 2358,-8 1-280,7 1-1652,-7-3-1344,2-4-820,-9-18 1,4 14 0,-6-11 0</inkml:trace>
  <inkml:trace contextRef="#ctx0" brushRef="#br0" timeOffset="25633">20950 16360 24575,'6'32'0,"-2"-11"0,-1 3 0,0 0 0,-1-1 0,-1 6 0,-2 4 0,-6 1 0,-1 0 0,2 1 0,0-1 0,-3-2 0,0-4 0,2-8 0,1-4 0,2-5 0,-2 8 0,10-8 0,2-1 0,19 14-3277,-3-10 0,2 2 3047,-5-8 230,-14-16 0,2 7 0,-6-7 0</inkml:trace>
  <inkml:trace contextRef="#ctx0" brushRef="#br0" timeOffset="29841">12948 14847 24575,'-11'0'0,"-3"0"0,2 0 0,-18 0 0,15 0-1639,-10 0 1,0 0-1639,11 0 0,-20 0 3103,10 0 174,6 0-1096,-3 1 0,0-1 1096,8 1-1372,-11 0 0,0-1 1372,13 0 1286,-8-1 1,-3 0-1287,-4 1 0,1 0 0,3-1 0,-2 0-529,-4 1 1,-5 0 0,0 0 0,4 0 528,-1 0 0,0 0 0,-1 1 0,-5 0 0,1 0 0,5 0 1332,5-1 0,1 1-1332,-9 2 0,-4 2 0,7-2 3276,3 0-2768,-8 3 0,4 0-1391,23-5 883,-21 4 0,7 1 0,12-3-1639,-12 3 1,0-1 1202,14-4 436,-25 6 0,9-1 400,4-1 0,-2 1-400,-7 3 0,0 0 1561,10-3 0,1 0-1561,-2 0 0,2 1 3276,-2 5-468,0 3-2808,-2 0 0,10 0 0,8-8-3277,-4 12 470,6-12 2807,-7 20 0,7-2 0,-3-3-1561,4-2 0,1-2 1561,0-10 0,0 13 0,3-8 3276,-3 4-2015,9 9-1261,-7-9 0,15 11 0,-3-14 0,1-2 0,9 13 0,7-7 0,1-2 3276,0-4-2363,-3-3 1,5 2 0,-5-3-914,4-2 0,-7-2 0,7 2 0,1-1 0,-8-1-1384,4-1 1384,1 0 0,10 2 0,1-1 0,-10 0 0,4 1 0,-12-2 0,9-1 0,4 1 0,0 1 0,-5-2 0,-7 1-1639,-5 0 1,-1 0 1258,6-1 0,6 0 0,3 1 1,1-1-1,0 0 380,-1 0 0,0 0 0,0-1 0,2 1 0,1-1 0,-6 0 0,1 0 0,1-1 0,0 1 0,2-1 0,1 1 0,1-1-298,-4 1 0,1 0 0,2-1 0,2 1 0,0-1 0,0 1 0,0 0 0,-1-1 1,-2 1-1,-1-1 0,-2 0 118,6 0 0,-2 1 0,-2-1 0,-1-1 0,1 1 0,0 0-43,-1 0 1,0 0 0,0 0 0,0 1 0,0-1 0,-1-1 0,-2 1 222,4 0 0,-2-1 0,0 1 0,-3-1 0,-2 1 0,0-1 0,-3 1 0,5 0 0,-1-1 0,7 1 0,3-1 0,1 0 0,-3 0 0,-3 1 0,-8-1-615,0 1 0,-2 0 615,12-1 0,4 0 0,-3 0 0,-6-1 0,-2 0-205,3-1 1,0 0 204,-2 1 0,0-1 0,4 0 0,-7 0 0,-16 1-437,15-1 0,0-1 437,-15 1 698,11-2 1,2-2-699,-5-2 3034,6-7-3034,-12-2 3276,-10 8-2015,-1-4 2015,-7-2 0,-6-12-3044,-4 2-232,-3 4 0,-4 1 0,-1 4 0,-4 0-1093,-1 0 1,-4-1 0,3 2-547,3 2 1,1 0 1561,2 3 0,-1 1 1,0 1-1563,-2-1 1,1 2 1008,7 2 0,-1-1-382,-12-3 1,-4 0 0,8 2 1011,6 2-118,-8-3 1,-3 0 117,11 5 0,2 0 0,1-2 0,-1 1 0,-7 0 0,-4 2 0,-2-1 0,5 1 0,-1 0 0,0 0 0,0 0 562,-5-1 1,0-1-1,-3 1-562,3 0 0,-3 1 0,-2 0 0,0 0 0,3 0 0,0 0 0,2 0 0,0 0 0,0 1 0,1 0 0,0 0 0,-1 1 0,1-1 0,-2 1 0,-2 0 0,3 0 0,6 0 1638,4 1 0,2 0-1522,-7 2 1,-3 0 0,7-1-1226,5 0 1109,-2 1 0,0 1 1254,1 1-1254,4-2 0,-5 1 0,-1 0 0,5-1 0,-14 0 0,-11 0 0,8 0 1480,-2 0-1480,8-1 0,-6 0 0,0 1 0,10-1 0,4-1 0,3 0 0,-1 0 0</inkml:trace>
  <inkml:trace contextRef="#ctx0" brushRef="#br0" timeOffset="35002">13252 7927 24575,'0'7'0,"2"1"0,0-2 0,3-2 0,-2-1 0,0-2 0,14 0 0,-1 0 0,15-7 0,5-4-1639,-8 1 1,3-4 1410,-6 3 0,5-2 0,3-2 1,3-1-1,2-2 0,1 0 0,1 0-25,-10 4 1,2-1 0,1-1 0,1-1 0,2 0 0,0 0 0,0 0 0,0-1 0,0 1 0,-1 0 0,-1 0 0,0 1 0,-3 0 41,5-1 1,-2 0 0,-2 2-1,0-1 1,-1 0 0,1 1 0,1-1-1,2-1 1,2-1-9,-7 3 1,1 0-1,2-1 1,1 0-1,0 0 1,1-1-1,0 1 1,1-1-1,0 0 1,-1 0 0,1 0-1,-1 0 1,0 1-1,0 0 1,-2 0 205,0 0 0,1 1 0,-1-1 0,0 0 0,0 1 0,0-1 1,0 1-1,0 0 0,-1 0 0,-1 0 0,0 1 0,-1 0 0,0 0 1,-1 0-245,4-1 0,-1 0 0,-1 1 0,-2 1 0,0-1 0,1 1 0,1-2 0,2 1 0,1-2 257,-3 2 0,2-1 0,2-1 0,1 0 0,2-1 0,0 0 0,1 0 0,-1 0 0,0 0 0,-1 1 0,-2 0 0,-2 1 0,-1 1 0,-4 1 0,-2 1-30,7-3 1,-5 2 0,-2 1-1,0 0 1,3-2 29,-1 1 0,3-1 0,2-1 0,-1 0 0,-1 1 0,-2 0 0,-3 2 0,6-4 0,-4 2 0,-1 1 0,-4 0 0,1 1 0,0 0 0</inkml:trace>
  <inkml:trace contextRef="#ctx0" brushRef="#br0" timeOffset="49308">13574 9284 24575,'9'-7'0,"-2"1"0,0 3 0,-1-2 0,1 2 0,-1 0 0,-3 0 0,-1 3 0,-2-2 0</inkml:trace>
  <inkml:trace contextRef="#ctx0" brushRef="#br0" timeOffset="49683">13550 10113 24575,'4'22'0,"1"0"0,1 9 0,-5-25 0</inkml:trace>
  <inkml:trace contextRef="#ctx0" brushRef="#br0" timeOffset="50112">13566 11453 24575,'0'14'0,"0"-4"0,0 3 0,-4-5 0,3-6 0,-3 0 0</inkml:trace>
  <inkml:trace contextRef="#ctx0" brushRef="#br0" timeOffset="50467">13547 12440 24575,'4'30'0,"-3"-12"0,3 8 0,-4-19 0</inkml:trace>
  <inkml:trace contextRef="#ctx0" brushRef="#br0" timeOffset="50878">13543 13621 24575,'0'7'0,"-1"-2"0,2-5 0</inkml:trace>
  <inkml:trace contextRef="#ctx0" brushRef="#br0" timeOffset="63716">10149 9045 24575,'-1'-11'0,"0"4"0,-2-4 0,2 2 0,-2-9 0,-1 8 0,3-12 0,-1 3 0,2 0 0,-1-8 0,0 17 0,0-13 0,1 16 0,0-16 0,0 17 0,0-14 0,0 16 0,0-11 0,0 11 0,1-9 0,3 3 0,-1-4 0,1 2 0,2-5 0,-2 0 0,3 2 0,-3-4 0,-1 13 0,0-11 0,-3 11 0,3-5 0,-3 2 0,3-5 0,-1 4 0,1-14 0,-2 10 0,2-9 0,-1 8 0,0 0 0,-1 9 0,-1-11 0,0 5 0,1-3 0,0-1 0,0 10 0,0-11 0,1 0 0,0 0 0,-1-12 0,-1 17 0,2-22 0,-2 22 0,1-16 0,-1 17 0,0-14 0,0 5 0,0-1 0,0-7 0,0 5 0,-1 1 0,-1-8 0,0 18-1639,1-7 1,0 0-1639,-1 8 3047,0-20-649,-2 15 879,2-1 0,-1-11 0,0-2 0,3 8 0,-5-13 0,5 25-3277,-5-20 2309,4 20 4244,-1-23-2825,-1 25 392,1-20-843,-2 8 0,2 1 0,-4-4 0,5 15 0,-4-12 0,3 11 3276,-3-8-43,3 10-2404,0-4-829,1 3 0,0 1 0,-1 3 0,2 2 0,-1 2 0</inkml:trace>
  <inkml:trace contextRef="#ctx0" brushRef="#br0" timeOffset="64448">10085 7754 24575,'-11'6'0,"-2"3"0,9-2 0,-5 3 0,5 0 0,0-5 0,1 0 0,3-4 0</inkml:trace>
  <inkml:trace contextRef="#ctx0" brushRef="#br0" timeOffset="64816">10050 7829 24575,'-6'13'0,"2"-5"0,-5 6 0,1-4 0,-3 6 0,1-3 0,4 1 0,7-10 0,0 0 0,3-4 0</inkml:trace>
  <inkml:trace contextRef="#ctx0" brushRef="#br0" timeOffset="65134">10151 7874 24575,'-14'19'0,"0"-1"0,-5 5 0,-2 0 0,1 0 0,2-5 0,0-2 0,1-1 0,7-6 0,-6 4 0,13-11 0,3-1 0,4-2 0,-1 0 0,2 0 0</inkml:trace>
  <inkml:trace contextRef="#ctx0" brushRef="#br0" timeOffset="65418">10096 8022 24575,'-8'19'0,"1"-1"0,-3 9 0,-5-9 0,-3 0 0,0-2 0,0 0 0,2-3 0,0 0 0,-9 8 0,25-18 0,3-3 0,3-2 0</inkml:trace>
  <inkml:trace contextRef="#ctx0" brushRef="#br0" timeOffset="65702">10130 8177 24575,'-9'18'0,"2"-7"0,-2 8 0,4-11 0,-7 15 0,5-10 0,-1 1 0,5-9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46:04.848"/>
    </inkml:context>
    <inkml:brush xml:id="br0">
      <inkml:brushProperty name="width" value="0.05292" units="cm"/>
      <inkml:brushProperty name="height" value="0.05292" units="cm"/>
      <inkml:brushProperty name="color" value="#FF0000"/>
    </inkml:brush>
  </inkml:definitions>
  <inkml:trace contextRef="#ctx0" brushRef="#br0">2735 7917 24575,'-5'-2'0,"-3"1"0,-7 1 0,-13-3 0,3 3-1639,-1-2 1,0 1-1639,6-1 2306,-11 2 0,-2-1 971,10 0 0,-7 0 0,-1 2 0,-6 0-379,5-1 379,4 3 3276,9-1-804,-13 4-2472,11-4 0,-1 1 0,-10 2 1239,12-3 0,0 1-1239,-7 1 0,-5 0 0,11 0 0,5 1 0,14-3 0,-10 4 0,9-4 649,-5 2-649,-3 1 0,7 2 0,-18 6 0,16-9 0,-8 5 0,2-2 0,6-4 0,-13 12 0,5-3 0,-2 1 0,0 4 0,-7 6-3277,12-9 2760,-6 7-715,7-5 1232,5-6 0,-12 18 0,9-9 0,-1-1 0,3 5 0,4-15 0,-2 16 0,3-13 3276,-2 16-3038,3-3-3515,0 6 1282,0-9 1995,0-1-3277,3-1 2017,-1-6-1774,7 20 3034,-6-24 0,5 10 0,-1-4 0,1-4 3034,9 15-3034,3-3 3276,-5-6-2903,3 0-373,-2-3 0,-7-7 0,10 8 0,0 0 0,-9-8 0,6 4 0,3 1 0,8 6 0,-3-6 0,-1 1 0,-6-3 0,0 0 0,18 5 0,-4-2-545,-17-8 545,7 4 0,4-1 0,4 0 0,-2 0 0,2 1 0,2 0 0,7 1 0,-9-2 0,-10-3 0,14 4 0,2 1 0,-16-5 0,-1-1 0,3 0 0,1 0 0,7 2 0,3 1 0,-5-2 0,3-1 0,-3 0 0,4 1 0,-3-1 0,-7-2 0,-2 0 0,6 1 0,2 0 0,2 1 0,3 0 0,-4-1 0,5 0 0,-7 0 0,8 1 0,0-1 0,-9 0 0,2-2 0,3 2 0,10 1 0,-1 1 0,-8-2 0,-1-1 0,1 0 0,10 1 0,1-1 0,-11 0 0,-3-1 0,-2-1 0,8 0 0,0 0 0,-7 0 0,8 1 0,-3-2 0,5-1 0,-5 1 3276,-2 2-2344,-2-2 1,5-2 0,-8 1-1662,-11 0 729,11-1 0,1 0-3277,1-2 721,-8 2 1066,15-1 0,-1 0 1490,-18 2-189,16-1 1,2 1 188,-7-4 0,10 4-1278,-6-3 1,-1 0 1277,-7 2 0,13-6 0,-1 0 0,-22 7 119,22-12 0,0-1-119,-20 10-920,15-9 1,-2 1 919,-18 8 0,19-10 2112,-15 6-2112,3-4 0,-5 3 3157,7-10-3157,-10 7 0,12-16 0,-12 13-186,3-2 0,-1 0 186,-5 6 0,13-18 2041,-10 14-2041,1 0-3277,6-15 2844,-8 20-808,0-8 1,0 1 1240,-5 11 2481,7-14-2481,-4 3-1365,1-12 1365,-1 7 0,-1-2 2655,-2 8-2655,0 4 3276,0-20-2202,-1 5-1074,0 1 0,-1-3 0,-6 3 0,2 5 0,-5-6 0,3 15 0,-6-9 0,6 13 566,-12-21-566,-5 4 0,10 4 0,-4 3 0,1 3 0,9 11 0,-9-9 0,-1-1 0,6 8 0,-11-7 0,1 0 0,9 8-1639,-13-7 1,0 0 378,14 10 1260,-8-4 0,-2-1 0,-6-1-1517,4 2 0,-1-1 1517,-7-4 0,10 4 0,0 1 3034,-9-2-3034,6 1 0,0 0 3276,-8-1-2646,-3-1 1,3 1-1280,18 7 649,-10-4 0,-2 0 3276,-8 0-1683,8 4 0,-1 0-2248,7-1 0,1 0 655,-5 2 0,0 1-74,-10-2 74,5 1 0,-3 0 0,3 1 0,-1-1 0,2 1-656,0 0 1,1 0 655,-6 0 0,3 0 0,10 0 0,1 1 0,-8 1 0,1-1 0,-5 0 0,5 1 40,3 2-40,-11-3 0,0 1 0,1 5 0,-1-3 0,-4 2 0,2 0 0,11-2 0,-7 1 0,-8 1 0,9-1-1712,8-2 1712,1 1 0,-6 2 0,3-2 0,-3 0 0,4 0 0,5 1 0,-1 0 0,-9 1 0,-4 0 0,6 0 0,6-2 0,-7 2 0,0 0 1993,3-1-1993,-5-2 0,-4 5 0,14-5 1189,8 0-1189,7-1 2156,1-1-2156,-1 2 0,2 1 0,-2-1 0,6 1 0,4-1 0,-1 1 0,2-2 0</inkml:trace>
  <inkml:trace contextRef="#ctx0" brushRef="#br0" timeOffset="1534">5048 7380 24575,'-25'24'0,"12"-11"-1639,-7 5 1,0-2-1639,11-9 1638,-20 15 1,-1 0-1639,18-14 4054,-10 8 0,-2 2-777,5-4 0,-7 10-1479,7-7 1,2-1 1478,-1 1 0,-4 5 0,2-2 0,12-12 1468,-8 6 1,-1 1-1469,-4 6 0,1-7-1398,-4 7 1,1-1 1397,8-10 0,-4 4 0,1 1 2700,-1-2-2700,3 0 1638,1-2 0,-1 1-550,-8 9-1448,3-3 360,-2 0 3276,12-9-204,-8 5-3072,1-1 0,3-2 712,4-4-712,4-3 0,2 0 0,-1-2 151,6-2 0,-2 0 0,2-2 1</inkml:trace>
  <inkml:trace contextRef="#ctx0" brushRef="#br0" timeOffset="2089">4130 7928 24575,'9'2'0,"1"0"0,2 6 0,9 7-2347,-6-5 2347,4 7 395,-6-7-395,-4 0 0,12 10 0,-14-14-3277,13 17 417,-15-19 2860,12 14 0,-3-7-3277,9 5 3241,-6-4 117,1-2-81,-9-7 3276,-3 0-2015,-5-3-4538,-16-13 2017,4 5 1260,-13-14 3276,4 1-2646,4 6 1,1-1-943,-8-6 312,0-2-735,19 19 1,0-1 0,2 5-1</inkml:trace>
  <inkml:trace contextRef="#ctx0" brushRef="#br0" timeOffset="2569">4179 7918 24575,'12'0'0,"12"3"-1639,-3 1 1,0-1-1639,8 2 1638,-7 0 1,1-1-1639,6 1 2909,-12-1 1025,3 1 0,-3-2-657,-10-2 0,8 4 0,-13-4 3276,-2-1-2431,-2 4 2431,-1 1-391,-3 6-1005,2-1-1880,-2-1 0,3-4 0,1-4 0,1-1 0</inkml:trace>
  <inkml:trace contextRef="#ctx0" brushRef="#br0" timeOffset="6763">14948 7810 24575,'-12'2'0,"-12"3"0,18-4 0,-28 8 0,18-6 0,-15 5 0,16-5 0,-11 6 0,4-4-1639,0 1 1,0 0-1639,-1 0 3047,-8 1 230,7-1 0,3-1 0,-6 1 0,3 2 0,16-5 0,-12 7 0,14-7 0,-9 5 0,5-4 0,-1 3 0,-6 4 3276,-12 7 0,1 0-3160,12-8 0,0 0-116,-14 9 0,9-4 0,1 0 0,5-1 0,4-1 0,5-3 0,-4 6 0,7-10 0,-3 12 0,1 0 0,0 0 0,2 11 0,1-19 0,5 19 0,-1-19 0,4 13 0,2-7 0,-4-4 0,5 5 0,-5-11 0,12 12 0,-10-11 0,22 16 0,-16-14 0,6 3 0,3 1 0,-3-3 0,0 0 0,-2 0 0,1 0 0,4 0 0,-1-2 0,-5 0-1639,5-1 1,0-1-1639,-10-1 2270,15 0 0,2 0 1007,-13-2 0,13-1 0,0 1 0,-8 0 0,7-2 0,3-1 0,-5 1 0,1 0 0,-2-1 0,1 0-1639,10-1 1,-5-1 969,-13 0 2054,10 0 1,-1-1-1386,-10 0 0,5 2 0,0-1 0,-6-1 0,12 1 0,-17 1 1532,15-3-1532,-18 1-3277,19-6 2490,-18 5 4063,19-3-2732,-18 2 772,16-1-1316,-13-2 82,1 4-82,-2-5 3276,-6 6 0,5-9-3180,0 0-96,-3 2 0,5-8 0,-9 13 0,11-15 0,-8 13 0,6-14 0,-8 15 409,3-15-409,-2-1 0,-1 1 0,-2-9 0,-1 20-3277,0-20 0,0 21 2742,0-23 535,-1 22-3277,-4-20 2118,3 21 950,-7-18 209,7 19 0,-5-12 0,2 14 0,-6-11 0,5 12 0,-4-8 131,0 4-131,2 4 0,-12-9 0,13 11 0,-11-6 0,0-1 0,7 6 0,-11-5 0,1 0 0,8 7 0,-9-4 0,1 0 0,11 3-184,-12-2 0,0 0 184,12 2 1638,-8 1 0,-3 0-700,-12 1-938,2 0 0,11 0 0,1 1 0,7 0 0,-4 0 0,15 0 0</inkml:trace>
  <inkml:trace contextRef="#ctx0" brushRef="#br0" timeOffset="9082">1937 10358 24575,'0'6'0,"0"0"0,0 2 0,0 2 0,0 5 0,0 0 0,-2 15 0,2-6 0,-1 1 0,1 4 0,0 1 0,0-1-1552,0-6 0,0 1 1552,-1 2 0,2 0 0,1-4 0,1-1 0,2 5 0,0 1-822,-1-4 0,1-1 822,0 0 0,0-2 0,2 7 0,-3-8 0,0 1 0,3 9 0,-1 3 0,-5-20 0,-1 1 702,5-1 1,-5-9-1,3 0 1</inkml:trace>
  <inkml:trace contextRef="#ctx0" brushRef="#br0" timeOffset="10415">1879 10324 24575,'5'0'0,"3"0"0,14-1 0,-3-1 0,10 1 0,0 0 0,-6 0 0,9 0 0,8 0 0,-7 1-3277,-6-1 2643,1 1 0,6-1 0,-1 1 634,3 0 0,3 0 0,-12-1 0,3 1 0,1 0 0,2-1 0,0 1 0,-2-1 0,1 0 0,1 0 0,0 0 0,0 0 0,-1 0-656,4-1 1,-1 1-1,0-1 1,1 1 0,0-1 578,-2 0 0,3 1 0,0-1 1,-2 0-1,-1 0 0,-5 0 77,1 0 0,-5 0 0,5 0 0,-2 0 0,6 0 0,2-1 0,1 0 0,-1 0 0,-4 1 0,-6 0-870,8 1 1,-2-1 869,-3 0 0,6-1 0,2 0 0,-2-1 0,-4 2 0,-1-1 0,-3 0 0,-1 1 0,7-1 0,2-1 0,-4 1 0,4 0 0,1-1 0,-4 1-1085,0-2 0,-3 0 1,0 1 1084,0 2 0,-1-1 0,0 1 0,11-2 0,-4-1-744,-11 1 1,-2 1 743,13 0-191,-7-1 0,4-2 1,-6 1 190,-4 2 359,1 0 0,7 0 0,-3 0-359,-5 3 0,-1 0 0,6-1 0,3 0 0,1 1 0,2 0 0,-1 0 0,-4 2 0,0 1 0,-1-1 0,9-2 0,0 1 0,-7 3 0,1 1 0,-9-2 2769,-8-1-2769,23 5 3276,-31-4-2413,1 0 337,-5 6-1200,2 14 0,-1-4 1638,1 1 0,1 2 0,-1-1 0,1-1-2000,3 7 362,-2-6 0,0-1 0,3 5 0,-2 1 0,1 1 0,-1 2 0,-1-7 0,0 0-892,0-1 1,-1-1 891,4 16 0,-5-10 0,-1-10 0,0 6 0,-1 0 0,-1-10-1042,0 22 1042,0-23 510,0 18-510,0-12 0,0 2 0,0-7 0,-4-7 1730,1 1-1730,-11 3 0,6-4-3277,-22 7 949,19-8 1959,-8 4 0,-1-1 369,5-5 0,-8 4 0,0 0 0,5-4-1639,-11 2 1,0 1 623,14-4 1015,-9 2 0,-2 0-1759,-10-1 1759,3 0 0,7-1 0,-5-1 0,6 1 0,-4-1 0,-2-1 0,-3 0-730,-1 1 0,1-1 730,8-1 0,-4 0 0,-3 0 0,-8 1 0,1 0 0,5-1 0,4 0 0,-2 0 0,4 1 0,-7 0 0,-4-1 0,1 1 0,4-1 0,7 2-439,1-1 1,2 1 438,-3-1 0,-5 0 0,-1 0 0,3 1 0,1 0 0,2 1 0,2 0 0,-2-1 0,-1 0 241,-3 2 1,-5 0 0,-1 1 0,3 0-242,0 0 0,2 0 0,0 0 0,1 1 0,1 1 0,-1-1 0,-2 0 0,0 0 0,5-1 0,8 0 0,-1-1 0,-11 1 0,-5 0 0,7-1 1506,4 1-1506,-3-2 0,-7 1 0,2-1 0,-1-1 0,0 0 626,8 0 0,-2 0 0,-1 1 0,0 0-626,0 0 0,-1 0 0,2 1 0,1 0 673,0-1 1,2-1 0,1 2-674,-2 1 0,3 1 0,4 3 0,7-4 1229,-9 7-1229,19-8 0,-3 1 561,6 0 1,0-3 0,1 1 0</inkml:trace>
  <inkml:trace contextRef="#ctx0" brushRef="#br0" timeOffset="12873">13133 10329 24575,'-11'0'0,"-5"-2"-2845,6 2 2845,-5-1 901,-5 1-901,7 1-3277,-16 1 727,19-1 2550,-10 2 0,14-3 0,-17 5 0,15-5-3277,-24 9 3004,24-8 273,-18 6-3034,4-3 3034,10-1 0,-9 2 0,1-1 0,12-2 0,-19 5 0,19-4 3034,-1 0-3034,-1 2 0,6-4 3276,-3 2-2015,-1 3 2015,-7 6 0,2 0-3044,-6 7-232,9-10 0,-2 11 0,2-6 0,2 10 0,3-10 0,1 6 0,4-14 0,-2 10 0,2-9 0,4 13 0,3 1-1234,0-3 1234,0-2 0,2-1 0,-1 2 0,2 1 0,1 3 0,-7-12 0,12 12 0,3-2-526,-4-5 526,3 0 0,1-3 0,-10-6-1639,11 5 1,-1 0-483,-9-5 2121,19 5 0,-14-3 0,0-6 0,15 10 0,5-4-594,-8 2 594,5-2 0,-4 0 0,-10-4 0,11 3 0,-1-1 0,-13-4 0,5 3 0,3-1 0,6-1 0,-4 0 0,1 0 0,10 0 0,-2 2 0,-2-1 0,-9-2 0,6 2 0,0-2 968,-5-1-968,4 0 0,-2 0 0,-13 0 0,24 0 0,-23 0 0,1-1 0,12-3 0,-16 0 0,16-5 0,-16 2 0,19-6 0,-17 6-1409,6-1 0,-1 1 1409,-10 5 0,16-8 0,-2 1 0,-7 3-1639,3-1 1,0 0 1312,-8 2 3602,18-8-3066,-21 7-210,13-8 0,-13 9 2787,15-13-2787,-11 11 0,14-15 0,-4 7 0,5-7 0,-9 10 0,0-1 148,-5 2-148,1-5 0,4-2 0,-7 4 0,-1-2 0,-6 4 0,0-1 0,0-3 3276,-1-4 0,-1 5-3044,1-14-232,-7 6 0,2-3 0,-4 5 0,-1 3 0,-9 5 0,2 0 0,-17-3 0,0 0 0,7 4 0,5 2 0,1 1 0,5 1 0,-3-1 0,-2-1 0,-1 3 0,0 0 0,1 0 0,-1 0 0,-8-1 0,0 1 0,0 4 0,0 0-1639,-10 0 1,1 0 724,7 2 1,0 1 913,1 0 0,-1 1 0,5-1 0,2 1 0,-4 0 0,-5 0 0,7 0-886,10-1 886,-13 1 0,-3-1 0,-4 0 0,6 0-1639,-9 0 1,2 0 115,17 0 1523,-6 0 0,0 0 2158,-5 0-2158,11 0-1639,-3 2 1,1 0 990,8-1 1133,-9 6-485,16-2 3276,-9 6-2387,6 3-889,-6 6 0,6-6 1123,-3 3-1123,7-6 0,1-2 0,2-2 0,2-6 0</inkml:trace>
  <inkml:trace contextRef="#ctx0" brushRef="#br0" timeOffset="42665">24338 9059 24575,'-14'0'0,"4"0"0,1 1 0,5 0 0,-9 3 0,7-2 0,-12 5 0,-8 5 0,8-4 0,-4 3 0,2 0 0,9-3 0,-17 9 0,10 3 0,8-10 0,-6 12 0,11-12 0,3-1-3277,-5 7 0,5-10 3047,-4 9 230,0-7 0,-2 8 0,-1-3 0,0 5 0,2-5 0,1 6 0,2-7 0,1 6 0,4-8 3276,-2 4 0,8 9-3044,-2-7-232,3 5 0,2-5 0,-1-7-3277,10 13 0,-9-14 3047,7 6-729,-5-3 959,-1-5 0,4 4 0,1 1 0,4 1 0,12 6 0,-12-8 0,-1-2 0,4-1 0,2 1 0,1-1 0,-3 0 0,8-1 0,1-1 0,-2 3 0,0-3 0,7-1 0,-7 0 3276,-2 1-2627,0-1 0,6 1 0,-7-2-649,-4-2 0,3 3 0,6 2 0,-2-2 0,-6-3 0,0 1-1020,7 2 0,5 1 0,-5 0 1020,-7-3 0,1-1 0,8 2 0,4 0 0,-6 0-3277,3 1 2447,-1-2 1,1 0-810,-6-1 1,-3 0 1615,1-1-321,11 0 0,0 0 344,-13-1 433,-1-1 0,5 0 0,-1 0-433,3 0 0,1 0 0,2-2 0,0 1 0,1-2 0,-5 1 3276,-13 1-3113,3-4 1,-2-1-164,-11 4 3276,9-13-1164,-13 7 858,3-2-2970,-5-1 1244,1 4-1244,-1-7-3277,-4-12 0,1 12 3047,-3-10 230,-2 13 0,-1-13 0,-4 2 0,5 7 0,0 0 0,-1-3-1639,-4 0 1,1 0 378,4 4 1260,-10-12-3034,0 7 3034,10 13 1320,-5-7 1,1 2-1321,4 6-7,-13-12 7,9 8 0,-9-4 0,7 5 0,-18-5 0,17 7 0,-10-1 0,0 0 0,11 5 0,-20-7 3276,13 9-2745,-2-2 1,0 0-532,-11 0 0,5 1 0,3 0 587,3 0-587,1 0 0,0 1 0,5 0 11,-20-4-11,3 2 0,6 0 0,1 0 0,-2 0 0,-1 2 0,1-1 1638,6 2 0,0-1-294,-11 0 0,2 1-1344,5 1 0,4 0 0,0 0 0,3 0 0,-9 2 0,2-1-2289,12 0 2289,-22 2 724,19 2-724,-16 0 0,1 3 0,-2-2 0,4 0 0,17-3 0,-15 2 0,19-2 0,-8 1 0,0 1 2385,-5 5-2385,-7 4-3277,11-3 0,6 1 3047,4 0 230,5-5 0,-3 8 0,6-11 0,2 0 0,-1-3 0</inkml:trace>
  <inkml:trace contextRef="#ctx0" brushRef="#br0" timeOffset="45415">27407 9018 24575,'-13'-3'0,"-2"-2"0,-8 1 0,6-1 0,-12 1 0,13 2 0,-8 1 0,-5-1 0,0 3 0,1 0 0,1 0 0,0 0 0,0 0 0,-2 1 0,6 0 0,4 1 0,-6 0 0,-6 2 0,5-2 0,2-1 0,-4 3 0,-8 2 0,7-1-1010,-1-2 1010,-1 3 0,-1 2 0,-2 4 0,8-4-1639,7 0 1,2-1-1535,9-4 2612,-10 6 1,-1 0 560,5-3 0,-8 4 0,-3 1 0,-8 4 0,10-3 0,2 0 0,-6 3 308,10-3 1,4 1-309,4 4 0,-3-1 3276,7-3-352,4 0-1160,0 2-1764,4 13 0,-1-10 0,8 6 0,11-3 0,-3-1 0,0-5 0,2-2 0,1-1 0,7 6 0,1 0-3277,-7-7 2961,-1 0 1,3 3 315,4 0 0,-2-1 0,4 3 0,-2-2 0,6 1 0,-7-2 0,0 0 0,-2-3 0,6 1 0,-4-2 0,6 0-494,-4-1 1,6 2 0,0-2 493,-4-2 0,0-2 0,3 0-656,-4 0 1,3 0-1,0 0 1,0 0 0,-2-1 81,6 1 0,-3-1 0,3 1 574,-4-3 0,4 1 0,0-1 0,-3 0 0,-6 0 680,-3-1 1,0 0-681,6 0 0,8 0 0,2 0 0,-2-1 0,-6 1-686,0-1 0,-1 0 686,-4 0 0,5 0 0,2 0 0,-4 0 0,-5-1 494,-3 2 1,-3-2-495,6-3 0,1-1 0,-4 1 3276,-2 0-3243,-1-1 0,-1-3 1249,-3-6-1282,1-5 2135,1 2-2135,-4-11 0,-9 19 0,4-19 0,-4 18-3277,-1-21 648,-2 21 2629,0-11 1772,-4-1-1772,-4-7 0,2 2 0,-3 4 0,0 2 0,-1 4 0,-4-6 0,-2-1 0,-3 5 0,-3 2 0,1 2 0,-3-1 0,1 2 1638,-2-3 0,0 2-618,-4 3 0,-2 2 1,6 1-1021,3 0 0,-6 3 0,-5 0 0,5 1 0,1 3-1093,-1-1 1,-4 0 0,4 1 623,-1 0 0,-9 0 0,29 1 0</inkml:trace>
  <inkml:trace contextRef="#ctx0" brushRef="#br0" timeOffset="47173">30538 9209 24575,'-18'-8'0,"-6"-2"-1639,5 5 1,0 0-1639,-5-1 1638,5 1 1,0 0 2966,-9 0-1328,6 0 0,0 0 1719,-11 0-1719,1 0 0,4 1 0,13 4-1639,-11-3 1,2 0 378,14 2 1260,-15-1 0,1 0 0,12 2 0,-8-1 0,-3 1 0,5-1 0,-1 2 0,-5 0 0,-1 0-582,4 0 1,0-1 581,1 2 0,-1 0 1638,-3 1 0,0 1-1542,1 2 0,1 0 1542,-3-2 0,-1 1-437,-9 7 1,4 1-1202,7-5-788,-6 5 0,-1 1 788,11-4 2265,-10 10-2265,9-2 0,1-1 0,1 1 0,12-12 765,-9 12-765,11-9 0,-8 12 0,9 0-1639,4-2 1,1 1 14,-1 2 1624,8 8 0,0-16 0,12 11 0,-6-6 0,-1-4 0,0-1 0,2-2-1639,0 0 1,1-1 378,-2-2 362,13 4 1,-1-1 897,-9-4 0,12 2 0,0 0 0,-9-2 0,3-3 0,8 2 0,2 0 0,-7-2 0,-8-2 0,1 1 0,6 1 0,6 1 0,1 0 0,-5-1-1220,5-2 1,-4-1 1219,-8 2 0,2 0 570,11-1 0,7 0 1,-6 0-571,-8 0 0,-2-1 0,12 1 0,1 0 0,-8-1 0,-1-1 0,-5-1 0,-2 1 0,11-1 0,3 1 703,-11-2 1,0-1-704,3-2 0,2-1 0,7-3 0,-2 0 0,-12 1 0,-4 0 3276,7-5-2568,-12 8 2568,-9 2-594,8-1-708,1 0-1974,5-3 0,8-2 0,-10 1 0,1-3 0,-12 6 521,7-9-521,-5 5 0,4-8 0,-7 5 0,0-6 0,-5 7 0,-2-7 0,-5-6 0,3 6 0,-6-17 0,6 18-3277,-8-16 0,8 19 3047,-5-8 77,4 7 153,-1 3 0,-9-10 0,6 12-1639,-7-3 1,-1 1 429,7 3 1209,-9-2 0,-3-1-759,0 4 1,1 1 758,0-2 0,-3 0 0,-7 2 0,-4-1 0,5 1 0,-5-2-814,8 4 1,-4 0-1,8 1 814,12 2 1263,-6-2 0,-2 1-1263,3 2 0,2 0 0,-4 0 0,15 0 0,0 0 0</inkml:trace>
  <inkml:trace contextRef="#ctx0" brushRef="#br0" timeOffset="48631">31304 10535 24575,'0'30'0,"0"-14"0,0 7 0,2-10 0,2 2 0,-1-1 0,5-1 0,-3-4 0,2-2 0,-2-1 0,4-1 0,4-2 0,2 3 0,0-3 0,12-3 0,-8 1 0,5-2 0,1 0 0,7-3 0,0 1 0,3-2 0,-10 1 0,0 0 0,12-3 0,-1 0-3277,-2-1 992,-2-2 2285,-24 7 0,-3 0 0,2-1 0,-5 1 0,4-1 0,-3 0 3276,4 0-990,-4 1-2286,0-2 0,-2 1 0,1-3 0,2 5 0,-3-5 0,4 3 0,0-1 0,0 2 0,-2-1 0,-2 2 0,-3-3 0,0 3 0,-1 1 0,1 0 0,1 0 0,1 0 0</inkml:trace>
  <inkml:trace contextRef="#ctx0" brushRef="#br0" timeOffset="57512">18323 11088 24575,'18'0'0,"4"-2"0,5 1 0,2 1 0,3 0 0,-1-1-1093,-4 0 1,-1 0 0,3 0 735,4 2 1,3 0 0,3 0 0,-1 1 0,-3 0-464,-1 0 1,-2 1 0,-1 1 0,2-2 372,-3 0 1,0 0 0,0 0 0,3 0-1,3 1 447,-8-1 0,2 2 0,2-1 0,2 1 0,0 1 0,1-1 0,1 0 0,0 0 0,0 0 0,-1-1-179,1 0 0,1 0 1,0-1-1,0 0 1,1 0-1,0 0 0,0 0 1,0 0-1,-1 0 1,0 1-1,-1-1 179,0 1 0,-1 0 0,0 1 0,-1-1 0,1 0 0,-1 1 0,0-1 0,1 0 0,0 0 0,1 0-240,-1-1 1,1 0 0,2 0-1,-1 0 1,1-1 0,-1 0-1,0 1 1,-1-1 0,-1 0 0,-2 0-1,-2 1 240,5-1 0,-5 1 0,-1-1 0,1 0 0,2 0 0,5 0-77,-9-1 1,2-1 0,3 1 0,2-1 0,1 0 0,2-1 0,1 1-1,0 0 1,1-1 0,-1 1 0,0-1 0,-1 1 0,-1 0 0,-2 0-1,-3 1 1,-1-1 76,8 1 0,-4 0 0,-2 1 0,-2 0 0,1-1 0,1 1 0,2-1 0,5 0 0,-10-1 0,4 0 0,2 0 0,3 0 0,1-1 0,1 1 0,1-1 0,0 0 0,-1 0 0,0 1 0,-1-1 0,-2 0 0,-2 1 0,-2-1 0,-4 1 0,-4 0 0,-3 0 0,14 0 0,-10 1 0,7 0 0,-7-1 0,5 0 0,3 0 0,2 0 0,2 0 0,-2-1 0,-1 1 0,-5 0 0,-4 1 0,9-1 0,-7 0 0,4 0 0,-4 1 0,5-1 0,1 0 0,-1 0 0,-4 1 0,-7-1 0,-3 0 0,-3 0 806,12 0 1,-4 1-807,-13 0 707,-1 0 0,-7 0 0,-3 0 0</inkml:trace>
  <inkml:trace contextRef="#ctx0" brushRef="#br0" timeOffset="70982">17438 16189 24575,'30'-1'0,"-1"0"0,0-1 0,-1 1 0,4 1 0,0 0-1639,-2-2 1,-4 1 932,-3 1 1322,-4-1 1,0 0-617,4 0 0,-2 0 651,-6 0-651,-11 1 0,5 0 0,8-1 0,3 0 0,1 1 0,11-1 0,-3 1 0,6 0 0,-6 0 1639,2 0-1639,-4 0 0,5 0 0,-5 0 0,-2-2 0,4 0 0,-1 0 0,-6-1 0,3 0 0,-2-1 0,-10 2 0,13-1 0,-21 2 0,1 1 0</inkml:trace>
  <inkml:trace contextRef="#ctx0" brushRef="#br0" timeOffset="71549">18935 16228 24575,'-13'0'0,"-3"0"0,2 0-1639,-7 0 1,0 0-1639,5 0 2184,-9 1 1,-8-1 0,6 1-2185,5-1 2965,-8 0 0,-11 1 1,-1-1-1,8 0 312,11 0 0,-2 0-290,0 0 0,-7 0 0,-5 0 1,-2 0-1,2 0 0,4 0 0,6 0 290,-1 0 0,1 0 194,1 0 0,-6 0 0,-2 0 1,1 0-1,3 0-194,-8 0 0,3 0 0,2 0 0,-3 0 0,-2 0 0,2 0 0,-5 1 0,1-1 0,7 0 1255,11 0 0,2 0-1255,-15 0 0,6 0 0,20 0 819,-14 0 0,21 0 0,-2 0 0</inkml:trace>
  <inkml:trace contextRef="#ctx0" brushRef="#br0" timeOffset="73831">21717 16164 24575,'8'3'0,"-2"-1"0,4 4 0,-5-1 0,13 2 0,-13-3 0,12 3 0,-11-6 0,3 2 0,-4-3 0,-2-2 0,-9 2 0,1 0 0,0 0 0,14 1 0,-2-1 0,2-1 0,-22 1 0,5-2 0,-8 2 0,-3 2 0,7 2 0,-8 3 0,13-1 0,5 0 0,2-3 0,4 0 0,6 0 0,4-1 0,5-5 0,-8 2 0,-1-3 0,-9 4 0,0 0 0,-3 0 0</inkml:trace>
  <inkml:trace contextRef="#ctx0" brushRef="#br0" timeOffset="75255">24575 16277 24575,'-3'7'0,"0"-1"0,3-1 0,0-1 0,3 0 0,3 1 0,9 3 0,-4-4 0,8 0 0,-11-4-3277,13 0 0,-13-2 3047,16-4 230,-19 1 0,11-6 0,-12 5 0,2-5 0,-6 3 3276,0 0 0,-6 2-3044,-8 0-232,3 2 0,-10-1 0,5 8 0,1 1 0,0 4 0,8-4 0,4-1 0,3-1 0,9-1 0,-3 0 0,8 0 0,-8-1 0,-1 0 0,-5 0 0,-3 0 0</inkml:trace>
  <inkml:trace contextRef="#ctx0" brushRef="#br0" timeOffset="76373">21193 15722 24575,'-7'34'0,"5"-15"0,0 3 0,0 12 0,1 1-1639,1-10 1,1 1 1604,0 6 1,0 2 0,1-4 1092,1 5-1059,1-9 0,2 4 0,-2-6-319,0-2 319,1 4 0,1 0 0,0-9 0,-3 0-3277,6 13 643,-7-19 2634,3 9 1125,-2-14-1125,-1-1 0,1 1 0,-2-14 639,1-11-639,0-4 0,3-10 0,-2 22 0,1-2 0</inkml:trace>
  <inkml:trace contextRef="#ctx0" brushRef="#br0" timeOffset="77457">21312 15688 24575,'9'-3'0,"6"0"0,-3 1-1639,19-2 1,1 0-1639,-10 2 1638,13-1 1,4-1 359,-12 1 0,-2 1 1279,1 1 0,3 1 322,-1-2 1,5-1 0,2-1 0,0 1-323,-5 1 0,0 0 0,0 0 0,1 0 0,0 0 0,-1-1 0,0 1 0,0-1 0,0 1 0,0 0 0,7-1 0,0 1 0,-1 0 0,-2-1 0,-1 0 0,-2 0 0,-2 0 0,-2 3 0,-1-1 0,12-3 0,-2 1 0,-9 1-1554,-4 0 0,-1 0 1554,-9 0 3077,22-1-3077,-29 1 3199,10 2-3199,-11-1 1101,7 2-1101,2 2 3276,-1 1 0,-5 0-2999,-5-1-277,3 8-1639,1 9 1,0 1-1639,0 0 3162,0 3 0,-1-1 115,-3-5 0,-1 6 0,0 3 0,1 10-734,-2-6 0,-1 0 734,0 0-1639,0-7 1,0-1 865,0-3 773,0 16 3022,1-6-3022,0-6 0,3 11 0,1-17 0,-2-6 1344,3 0-1344,-6-5 3276,2-2-338,-2 3-1216,0-4-1722,-2 6 0,2-6 0,-6 2 0,4-3 0,-12 3-1639,-12-1 1,-1-1-1639,2 4 3162,-4-4 0,-2 0-444,7-1 0,-2-1 559,-2 0 0,-5 0 0,-1-1 0,3 1-1093,6 0 1,1 0 0,-2-1 1029,-9 2 0,-4-1 0,0 1 1,3-1 62,6-2 0,3 0 0,0 1 0,0 0 0,1 1 0,-3-1 0,-4 0 0,-3-1 0,2 1 0,6-1 0,7 0 0,3 0 0,-16 1 0,4 0 0,17-1 0,4 2 819,0 2 0,8-1 0,1 1 0</inkml:trace>
  <inkml:trace contextRef="#ctx0" brushRef="#br0" timeOffset="87138">24614 7748 24575,'-19'0'0,"0"-1"0,-3 1 0,-1 0 0,-1-1 0,-1 0 0,-3 1 0,-1 0 0,-1 0 0,2 0-3277,-6 0 3211,1-1 0,0 1 66,-1 3-1639,4-1 1,0 1-1548,-7 0 3186,1 4 1896,13 0-1896,4 1 0,-1 0 0,-10 2-1639,3 3 1,4-1 773,14-6 865,-14 8 505,13-4-505,2-4 3276,-6 12-2159,8-2-1117,0-4 0,5 3 0,2 4 0,-1-8 0,6 17 0,3 0 0,-3-14 0,2 9 0,1 3-2220,8 5 2220,-2 3-162,1-3 1,3 0 161,-2-4 0,0-2-1639,-3-5 1,0-1 1535,-1-3 0,0-1 103,6 4 0,-1-2 0,-1-3-411,6 5 0,5 4 1,-5-6 410,-8-6 90,5 4 0,3 1-90,10 2 0,-12-6 0,0-2 0,5 2 0,-4-3 2977,-2-1-2977,3 0 0,5 1 0,-6-3 3276,-10-4-3223,11 3 0,4-1 1585,-3-4 0,0-1-170,10-3 0,1 0-2131,-5 1 1,1 0 662,-2-2 0,1-1 0,-5-1 0,-2-2 0,2 2 0,7-1 0,-3 0-1639,-5-1 1,-1 1 390,6-1 0,-1 2 1248,3-5-3143,-1 2 3143,-20 6-455,10-5 0,-1 0 455,-10 6-2131,14-15 2131,-15 14 0,16-19 0,-20 16 1170,9-7 1,1-1-1171,-7 4 935,17-17-935,-3 7 3276,-7 5-2667,3 0-609,-11 7 0,-2 2 3276,6-15-295,-6-2-3076,1 4 95,-1-6 0,-1 5 0,-1-14-3277,1 9 3062,-3 0-978,-6 6 1193,3 9 370,-4-8 0,-2-1-370,-7-13 0,-1 2-1639,0 6 1,1 3-4,5 9 2225,-13-13 0,-5 0-583,14 14 0,-1 0 70,-7-3 0,-3-3 0,-1 2-70,-4 4 0,-2 2 0,2 0 0,3 0 0,2 0 0,-2 2-840,-4 2 1,-2 1-1,5 1 840,6 0 0,1 1 0,-10 2 0,2 2 3276,10-1-2738,-16 3 1,2 1-2285,21-2 1746,-7 3 0,-2 0-287,-2 3 287,9-1-23,-9 2 0,18-6 1,5-2-1</inkml:trace>
  <inkml:trace contextRef="#ctx0" brushRef="#br0" timeOffset="88241">24874 7888 24575,'13'-3'0,"-2"0"-3277,16-6 0,-16 3 1638,10-6 1,1-1 1505,-4-2-603,1-3 0,5-5 0,-5 2 736,-7 5 0,0 0 0,5-6 0,3-5 0,0-1-688,-4 4 0,0-2 0,0 0 0,0 0 688,1-1 0,0 1 0,1-2 0,2-3 0,-5 7 0,1-2 0,2-1 0,0-2 0,1-1 0,-1 0 0,1-1 0,-1 1 0,-1 1 0,1-1 0,-1-1 0,0 1 0,0 0 0,0-1 0,-1 0 0,2-1 0,0-2-133,-2 3 0,1-2 1,0-1-1,1 0 0,0-2 1,0 1-1,-1 0 0,0 1 1,0 0-1,-1 2 0,-1 2 133,2-3 0,-1 1 0,-1 2 0,0 0 0,-1 0 0,0 1 0,0-1 94,-1 0 1,1-1-1,-1 0 1,-1 0 0,1 1-1,-2 1 1,-1 2-95,2-6 0,-1 1 0,-1 3 0,0 1 0,-1 4 0,-1 2 0,1-5 0,-1 1 0,1-7 0,1-3 0,-1-1 0,0 2 0,-1 4 0,-1 6 326,2-2 0,-2 0-326,0 1 0,0-7 0,0-1 0,0 1 0,-1 6 0,-1-5 0,0 3 0,-1 3 0,1-2 0,2-5 0,1-4 0,-1 7 0,2-1 0,-1 2 0,2-4 0,-1 6 2514,2 2-2514,0-6 0,1 0 0,-2 12 0,0-1 0,0 3 0,-1 5 0,5-9 0,-11 15 0,0 5 0,-3-1 0</inkml:trace>
  <inkml:trace contextRef="#ctx0" brushRef="#br0" timeOffset="88854">26397 4617 24575,'5'8'0,"2"5"0,-3-4 0,8 17 0,-5-11 0,5 14 0,-4-15 0,2 8 0,-2-13 0,6 0 0,4-14 0,0-4-1628,-1 2 1628,10-9 0,3-3-1639,-4 3 1,1 0 708,-4 2 1,1-1 0,4-2 929,-5 4 0,2-1 0,3-1 0,1-1 0,2-1 0,1 0 0,0 0 0,1 0-298,-4 2 0,1-1 0,2-1 0,1 1 0,-1-1 0,2 0 0,-1 0 0,-1 0 1,1 0-1,-2 1 0,-1 0 178,4-2 0,0 1 0,-2 0 0,0 1 1,0-1-1,0 0 0,0 0 0,2 0-164,-3 0 1,4-1 0,0 0 0,2-1 0,-1 1 0,-1 0-1,-3 1 1,-4 2 0,-4 2 0,-5 2 283,0-1 0,-4 1-63,10-6 0,1-3 1,-4 4 62,-6-2 0,1 3 0,-5 3 0,-10 7 0</inkml:trace>
  <inkml:trace contextRef="#ctx0" brushRef="#br0" timeOffset="91900">27935 7693 24575,'-30'-12'0,"5"3"0,6 3 0,0 0-1276,-14 0 1276,0 0 0,-1 4 0,-1 0 0,17 0 0,-1 0-1093,-14 0 1,-5 2 0,8 0-2185,8-2 2689,-8 2 0,-1 0 1654,10 0-1066,-9 0 0,4 2 0,-1 1 0,-3-2 0,0 1 0,-7 3 0,0-1 0,5-1 0,1 0 0,-1 0-324,-2 1 0,-1 0 0,0 0 324,5 0 0,0-1 0,0 1 0,4 0 0,-3 3 0,3 0 0,1-3 0,1 1 0,-6 6 378,22-5-378,-8 9 3276,7-5-635,-12 12-2641,17-18 0,-7 10 1028,2-1-1028,2 5 1589,-1-1-1589,3 0 0,4-1 0,6 11 0,-4-1 0,7-6 0,0 0 0,-2 0-1639,5 2 1,0-1-1639,-4-7 2675,4 9 1,2 0 601,-5-12-1639,5 9 1,-1 0 701,-6-9-473,10 6 1,0 0 1409,-9-9 2819,18 14-2819,-3-9 0,-2-2-1192,8 5 0,0-1 1192,-6-4 0,10 1 0,8 2 0,-8-4 1438,-9-2-1438,3 0 0,8 2 0,0 0 717,-3-3 0,2-1 0,1 0-717,-5-1 0,2 1 0,0-1 0,1 1 0,-2-1-805,1 0 1,-1-1 0,0 1-1,1-1 805,0 0 0,1 1 0,-1-1 0,-1-1 0,3 0 0,-2 0 0,-2 0 1071,4 0 1,2 1-1072,-5-1 0,6 0 0,2 1 0,-3-1 0,-6-1 0,-3 0 0,-1 0 0,7 0 0,5 0 0,0-1 0,-7 0 0,6-1 0,-5 0 0,6 0 0,-1-2-548,-5-1 1,0-1 0,-3 1 547,3 0 0,-1 0 443,5-2 1,0-2-444,-10 0 0,-3 0 0,8-2 0,-2-2 0,5-2 0,-6 1 3276,-4 1-3067,-1-1 1,4-2 0,-7 2 213,-11 6-423,19-13 0,-17 3 0,-3 7 0,-2-24 0,-4 24 404,-7-16-404,0 10 0,-1 0 0,-9-13 0,1-1-1737,1 8 1737,3-2 0,-2-3 0,3 8 0,-5-8 0,0 0 0,4 12 0,-2-4 0,-1 2-1304,-6 1 1304,-6-4-304,5 7 0,-5-1 1,-2 0 303,1 4 0,-3 0 0,0 0 0,3 1-221,-1-3 0,2 1 0,-1 0 221,0 2 0,-2 1 0,0 0 0,1 2 0,1 0 0,1 2 0,0 0 0,-4-1 0,-3 0 0,5 2 0,-4 0 0,-2-1 0,3 2 0,6-1 0,3 2 0,1 0 0,-10 0 0,-5 1 0,8-1 3276,2 2-2933,7 1 1,0-1-344,-5 1 0,9 0 0,12-1 0,3-1 0</inkml:trace>
  <inkml:trace contextRef="#ctx0" brushRef="#br0" timeOffset="92598">27808 7643 24575,'9'-8'0,"3"-12"-871,-7 13 871,7-17 0,-7-9 0,0-1-1470,4 3 1470,-5 6 0,1-7 0,0-4 0,0 2 0,-2 9-1639,0 5 1,0 1 1299,1-6 1,0-6-1,1-2 1,0 0 338,-1-1 0,0 1 0,1-2 0,-1-1-547,0 5 1,0 0 0,1-2 0,-1 0 0,0-2 0,1 1 542,-1-1 0,0-2 0,0 0 1,1-1-1,-1 1 0,0 1 0,0 1 4,0 1 0,0 1 0,1 1 0,-1 0 0,0 1 0,0-1 0,0-5 0,0-2 0,0 1 0,-1 2 0,1 5 0,-1 4 0,0 3 0,0-3 0,1-6 0,2-7 0,-1-1 0,0 3 0,-1 6-1439,0 2 1,-1 1 1438,1-2 0,2-5 0,-1-2 0,1 3 0,-1-4 0,-1 2 0,1 2 0,1-1 0,1-2 0,-1 5 0,2-7 0,0-2 0,-1 3 0,-1 10 0,-1 7 0,1 1 0,3-8 0,3-6 0,0 1 0,-1 8 429,4 0-429,5-7 0,0 3 2980,-6 11-2980,2 1 0,1 0 0,-2 6 0,7-7 3276,-2 8-3077,10-4-199,-6 7 0,3-3 0,-1 2 3276,-6 4-1906,9-3 0,-1 0-1370,-13 5 63,20-6 0,-30 9 0,0-1 1</inkml:trace>
  <inkml:trace contextRef="#ctx0" brushRef="#br0" timeOffset="93102">28567 4920 24575,'4'26'0,"6"6"0,-1-6 0,-2-7 0,1-2 0,1 2 0,0-2 0,0-1 0,0-5 0,0 1 0,3 2 0,-6-7 0,2 3 0,-5-6 0,1-4 0,-3-1 0,3-27-806,-4 19 806,3-27-387,-1 25 0,-2-2 1,1 7-1</inkml:trace>
  <inkml:trace contextRef="#ctx0" brushRef="#br0" timeOffset="93618">28697 4845 24575,'13'0'0,"8"-1"0,-5 0 0,14-3 0,-21 3-3277,17-3 0,-18 4 0,9-2 4605,-8 5-1328,1 1 1719,-1 5-1719,-4 14 0,-7-4 0,0 1 0,-2 3 0,-4-2 0,0-1 3276,0 11-1638,-2-6 0,0-3-1406,7-12-232,-10 20 0,11-22 0,-3 3 0,7-7 0,2 0 0,-1-2 0,1 1 0</inkml:trace>
  <inkml:trace contextRef="#ctx0" brushRef="#br0" timeOffset="103431">28694 4979 24575,'4'3'0,"0"-1"0,-2 0 0,3 3 0,2-1 0,0 3 0,0-1 0,-4 1 0,7 11 0,-4-2 0,2 0 0,-6-6 0</inkml:trace>
  <inkml:trace contextRef="#ctx0" brushRef="#br0" timeOffset="106686">29989 5095 24575,'-2'-6'0,"-1"-2"0,-2 1 0,-5-5 0,2 5 0,-12-11 0,11 12 0,-7-4 0,-3 1 0,-16 0 0,1-1-1639,8 7 1,2 1-1639,13 2 2539,-12 0 1,0 1 737,10-1-1639,-7 4 1,1-1 791,8-1 847,-20 10 0,11 1 3276,-4 2-2428,9 3 397,13-8-1245,17 5 3276,-7-9 0,11 5-3044,-4-7-232,-2 0-3277,21 7 0,-23-8 2564,10 4 0,0-1 713,-11-3 0,8 3 0,1 2 0,11 7-2945,-8 0 2945,3 0 3276,-2 4-1819,-8-3-1457,-1-1 0,-2-1 0,-2 0 0,-6 8 0,-3-16-3277,2 20 2735,-2-19 542,2 11-732,-5-6 732,2-6 3002,-7 14-3002,-13-10 0,5 5 0,-4-10 0,0-1 0,0-1-1639,-5-2 1,-1-1 695,8 0 943,-17 0 0,9-4 0,13 3 640,-20-5-640,20 4 0,1-1 0,-2 0 0,8 0 0,-1 0 0,5 1 0,1 1 0</inkml:trace>
  <inkml:trace contextRef="#ctx0" brushRef="#br0" timeOffset="107234">30044 5028 24575,'8'4'0,"4"15"0,-3 0 0,-1 3 0,-2 2 0,-2 0 0,-1-1 0,4 11 0,-5-3 0,0-4 0,-2-11 0,1 6 0,-1 1 0,0 8-1826,0-8 1826,0-2 0,0-10 0,-1-7 0,-1 4 0,-1-14 0,0-2 0,1 1 0,1 1 0</inkml:trace>
  <inkml:trace contextRef="#ctx0" brushRef="#br0" timeOffset="107498">30084 5217 24575,'8'1'0,"2"4"0,-2-3 0,2 2-3277,13 2 0,-13-4 3047,14 3 230,-13-5 0,16 0 0,-12 0 0,15-3 0,-23 1 0,10-4 0,-8-8 0,1 6-820,3-12 1,-8 15 0,0-4 0</inkml:trace>
  <inkml:trace contextRef="#ctx0" brushRef="#br0" timeOffset="107831">30338 5037 24575,'11'27'0,"0"0"0,-3-9 0,-2 0 0,0 6 0,-3 1 0,-3-4 0,0 1-1639,1 7 1,-1 0-1,1-9 1,-2-1 840,1 3 0,0-5 798,0-12 0,0 5 0,0-8 0</inkml:trace>
  <inkml:trace contextRef="#ctx0" brushRef="#br0" timeOffset="108765">30560 4953 24575,'12'30'0,"-3"-8"0,0 0-3277,0 6 0,1 0 1638,-3-8 1,-2-2-1639,-3-10 3919,4 13 1,0 1-643,-3-9 0,1 5 0,0 1 0,-3-7 0,-1 14 0,-1-13 3276,-3 19-2264,1-15 2264,0-3-140,0-13-2013,1-13-1123,0 3 0,-2-8 0,2-5 0,-2-1 0,2 5 0,0-2 0,-2-14 0,2 7 0,0 6 0,0 1 0,1 10 0,0-19 0,1 21 0,-2-8 0,2 3 0,-1 3 0,2-6 0,1 13 0,1-3 0,0 6 0,0 0-3277,13 10 0,-10-7 1638,9 8 1,0 1 148,-6-7 1071,10 9 1,1 1 418,-8-6 0,5 3 0,-1-1 0,-7-1-2757,10 9 2757,-13-10 2295,10 19-2295,-12-20 3276,8 17-2658,-9-13-618,3-1 1182,-4-2-1182,1-2 3276,-13 0-144,-5 2-3132,0-4-519,-2-2 0,15-3 0,-1 0 1</inkml:trace>
  <inkml:trace contextRef="#ctx0" brushRef="#br0" timeOffset="109115">30574 5295 24575,'12'-7'0,"9"-3"0,0 1 0,-4 2 0,1 0 0,3 0 0,9-3 0,-23 8 0,15-5 0,-15 4 0,9-2 0,-11 4 0,-2 0 0,-2 1 0</inkml:trace>
  <inkml:trace contextRef="#ctx0" brushRef="#br0" timeOffset="109651">30864 4914 24575,'13'0'0,"6"6"-3277,-3 10 0,-2-6 0,0 10 3494,-5-1-217,-3-2-1176,1 7 1,0 0 1175,-4-8-501,3 13 1,0 1 500,-3-11 0,2 6 0,0-1 0,-2-9-679,6 20 679,-7-28 3276,4 16-3166,-1-14 1251,-3 4-1361,4 0 3276,-9-5-815,3-4-3281,-10-8 1,6 2 0,-3-2 0</inkml:trace>
  <inkml:trace contextRef="#ctx0" brushRef="#br0" timeOffset="110264">30839 5008 24575,'7'0'0,"1"-2"0,7-7 0,-5 5 0,16-14 0,-19 14-3277,22-12 0,-23 11 0,16-2 4511,-11 3-1234,0 3 1732,11-3-1732,-5 5 0,2 0 0,-1 4 3276,-11-1 0,7 5-2963,-8-4-313,7 8 0,-6-3 0,-1 1 0,-1 1 0,-2-5 0,-2 4 0,1-7 0,-5 6 0,1-6 0,-8 4 0,-6-1 0,4-2 0,-17 2 0,20-6 0,-20 2 0,22-3 0,-11 0 0,13 0 0,-5 0 0,5 0 0,0 0 0,2 0 0,2 0 0</inkml:trace>
  <inkml:trace contextRef="#ctx0" brushRef="#br0" timeOffset="111088">30350 5033 24575,'3'14'0,"5"12"0,-6-16 0,8 25 0,-6-24-3277,3 22 0,-3-23 1638,0 11 1,0-1 148,-3-11 1490,6 23 0,-2-13 0,-3-4-3034,7 18 3034,-8-22 1670,5 16-1670,-5-22 3276,3 12-2691,-1-7-585,-1 0 0,1 1 0,-3-4 3276,0 1-778,0 0 552,-3 1-3050,1-1 0,-1-4 0,2-2 0</inkml:trace>
  <inkml:trace contextRef="#ctx0" brushRef="#br0" timeOffset="112249">29370 6268 24575,'13'-12'0,"7"-7"0,-16 14 0,16-18 0,-17 17 0,11-11 0,-2 2 0,-5 5 0,6-6 0,0-1 0,-5 4 0,4-2 0,0 0 0,-4 3 0,12-7 0,-2 4 0,1-2 0,-2 7 0,1 1 0,2-2 0,-1 1-1369,11-4 1369,-13 7 0,0-1 0,4-4 0,-8 7-3277,19-14 224,-24 16 3053,9-8 0,-14 10 0,3-2 0,-3 2 228,6-4 1,-6 3 0,2-2 0</inkml:trace>
  <inkml:trace contextRef="#ctx0" brushRef="#br0" timeOffset="112921">29731 5868 24575,'13'10'0,"5"11"0,-8-10-1639,0 7 1,0 0-1639,-2-4 1638,1 6 1,-1-1-1639,-5-12 5064,5 14-1787,-5-9 0,-1-6 0,4 10 0,-5-12 3276,1 3-2015,0-5 2015,-5-2 0,-3-14-3044,1 7-232,-4-11 0,2 1 0,0 4 0,-3-12 0,5 10 0,0 2 0,10-4 0,1 8 0,9-3 0,2 0 0,-6 4 0,11-3 0,-1 1 0,-12 8 0,12 1 0,-17 17 0,-3-5 0,-7 22 0,5-24 0,-6 22 0,7-24 0,-2 17 0,2-19 0,0 14 0,0-13 0,0 9 0,0-8 0,3 11 0,-2-14 0,1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48:14.556"/>
    </inkml:context>
    <inkml:brush xml:id="br0">
      <inkml:brushProperty name="width" value="0.05292" units="cm"/>
      <inkml:brushProperty name="height" value="0.05292" units="cm"/>
      <inkml:brushProperty name="color" value="#FF0000"/>
    </inkml:brush>
  </inkml:definitions>
  <inkml:trace contextRef="#ctx0" brushRef="#br0">14821 4952 24575,'30'7'0,"0"1"0,-1-1 0,-3 2 0,-1 0 0,1-1-1093,2 1 1,0-1 0,0 0 453,-2 0 0,-1 0 0,-4-2 639,4-1 782,1-2 1,-1 1-783,-6 1 842,1 4-842,-20 0 0,0-3 0,0 1 0</inkml:trace>
  <inkml:trace contextRef="#ctx0" brushRef="#br0" timeOffset="5549">1661 7614 24575,'-27'7'0,"2"2"0,1-3 0,7 1 0,8-7 0,0 3 0,3 0 0,-1-1 0,1 2 0,-7 2 0,4 0 0,-5 4 0,1 2 0,3-3 0,-4 3 0,10-6 0,-3 0 0,4 3 0,-2-2 0,2 2 0,1-3 0,1 4 0,1-2 0,-2 6 0,2-7 0,0 13 0,0-12-3277,7 18 0,-5-20 3047,8 13 230,-7-9 0,2-2-3277,5 10 2017,-6-14 1260,6 8 0,-4-7 0,1 0 0,17 14 0,-15-13-1517,14 8 0,0 0 1517,-14-10 1517,9 6 0,3 0-1517,7-1-1517,-5 1 0,1-1 1517,8 3 0,-10-4 0,-1-1 1816,9 2-1816,-2-1 0,5-1 0,-2-1 0,-10-3 0,3 0 0,2-1-698,7-2 698,-11 0 0,3 0 1508,10 1 1,3 0-1509,-7-1 0,3-1 0,-2 1 0,-3 0 0,-1 0 0,1-1 41,2 0 1,1-1 0,2 0 0,-2 1-42,0-1 0,0 1 0,0 0 0,-3 0 0,-1-1 0,-2-1 0,1 1 0,4 1 0,1 1 0,-4-1 0,-6-1 0,-1 1-464,2-1 0,0 1 1,0 0-1,-2 0 0,1-1 1</inkml:trace>
  <inkml:trace contextRef="#ctx0" brushRef="#br0" timeOffset="9338">13454 7619 24575,'-19'4'0,"7"-1"0,-7 4 0,8-2 0,4 0 0,-5 3 0,8-2 0,-6 5 0,6-4 0,-6 8 0,7-8 0,-4 9 0,7-4 0,1 7 0,0-8 0,3 3 0,2 0 0,-3-6 0,10 20 0,-9-16 0,11 17 0,-9-18 0,14 15 0,-10-16 0,15 13 0,-12-12-3277,18 6 0,-18-9 1988,15 3 0,2-1 1289,-3-4-1093,-4 0 1,5 1 0,-4-2 610,5-2 482,4 0 0,7 0 0,-8-1-2008,-7-2 2008,2 0 0,5 1 0,-4-1 516,-6 1 1,-3-2-517,12-1-638,-4 0 0,-2-1 638,-11-3 2244,14-7-2244,-20 9 2728,9-11-2728,-10 3 2700,-1 2-2700,3-6 3276,-5 4-107,1-13-3169,-2 5 0,-4-16 0,0 23 0,-5-8 0,-2 1 0,3 6 0,-6-6 0,-2 1 0,4 5 0,-16-13 0,10 14 0,-6-2 0,-1 1 0,-2 3-1093,-1 3 1,-5-1 0,5 2-1390,-2 2 2482,-1 2 0,-10-1 0,-5-1 0,3 1 0,8 1-1639,8 0 1,-1 1 1428,-1-1 0,-7 0 0,-3-1 0,0 0 0,4 1 0,6 1-296,2 1 0,2 0 1,-9-3-1,2 1 1,8 3-1</inkml:trace>
  <inkml:trace contextRef="#ctx0" brushRef="#br0" timeOffset="10707">10701 7488 24575,'-6'7'0,"-1"1"0,-2 2 0,-2 0 0,2 0 0,-5 5 0,6-6 0,-11 16 0,7 1 0,-1 0 0,3 8 0,7-22 0,-1 20 0,5-2 0,0-3-1639,2-6 1,1-3-1639,-1-6 2407,6 10 1,1 2 869,-1-5 0,6 9 0,1 0 0,-3-6-1639,7 6 1,0-2 878,-7-13 760,2 4 0,2 0-117,0-4 1,2-1 116,11 4 0,1 0 0,-10-1 0,2-1 0,10-1 0,4 0 0,-6-3 0,-2-2 0,-2-1 0,5 1 0,-6-2 3276,-5-3-2954,11 1 1,-2-2 1142,-18-2-1465,14 1 0,-1-2 0,-17-2 3276,19-6 0,-15-11-3465,0 8 189,-1-8-3277,-4-2 39,1 11 1599,2-14 1,1 0 559,-5 13 1079,2-7 0,1 0 0,0-3 0,-3 4-1335,0-5 0,-1 1 1335,-3 7 0,3-20 3034,-7 10-3034,-2-5 0,1 2 0,-5 8 0,1 3 0,4 8 0,-12-15-3034,-2 9 3034,8 6 0,-7-4 0,15 12 0</inkml:trace>
  <inkml:trace contextRef="#ctx0" brushRef="#br0" timeOffset="14003">2454 8832 24575,'-20'-6'0,"2"4"0,-16-3 0,8 5 0,3 0 0,-1 0-1367,-10 0 1367,10 0 0,-4-2 0,3 1-1639,0 1 1,1-1 1221,-8-1 0,-2-2 417,3 2 0,2 0 0,10 0 0,0 1 0,-18 0 0,1 0 0,13 2 0,-2 1 0,-5 1 0,6 0 0,8-2 0,-9 2 0,-3 1-3277,-4 2 2397,10-2 215,-6 3 1,1 1 664,9-1 0,-1-2 0,-1 1-2929,-4 10 2929,11-10-1212,-14 16 1212,22-16 2514,-19 19-2514,22-18 0,-14 16 0,14-14 1102,-4 18-1102,5 5 0,2-4 0,4-1 0,1-3 0,-2-11 1168,7 11 0,0 0-1168,-7-12-762,16 18 762,-17-20 0,10 7 0,-9-10 3276,3 4-1319,3-2 997,0 3-2954,14 3 1116,-10-8-1116,5 0 0,2-1 0,-9-5-3277,24 9 0,-26-8 3249,24 4 28,-2 4 0,2-4 0,0 0-162,-14-1 0,1 0 162,13 2 0,5-1 0,-5-2-524,-15-3 1,0 0 523,15 2 0,6 0 0,-6-1 0,-5-2 0,-8 0 0,-1 0 0</inkml:trace>
  <inkml:trace contextRef="#ctx0" brushRef="#br0" timeOffset="21187">2210 10120 24575,'-36'-6'0,"24"3"0,-9 1 0,-1 0 0,9 1 0,-9-2 0,-12-1 0,16 0 0,-7 2 0,12-1 0,0 3 0,-12-3 0,0 1 0,-1 1 0,-3 1 0,-3-1 0,1 1-585,2 0 1,0 1 584,-7-1 0,3 0 0,2 0 0,5 1 0,-1 1 0,2 0 0,5 1 0,2 0 0,2 0 0,-11 2 0,14-4 0,-5 3 0,-1-1 0,5 0 0,-6 1 0,1 1 0,3-1 0,-13 4 0,6 0 0,4 0 0,1 2 0,10-2 1169,-2 2-1169,6-3 0,0 1 0,-1 3 0,4-3 0,-2 12 0,7 0 0,0 0-3277,8 11 0,-8-21 3047,3 12 91,0-7 139,-1 1 0,3 0 0,2 1 0,3 3 0,2-1 0,0-1 0,2 2 0,4-2 0,1 0 0,1 2-230,-5-6 1,2-1 229,2 1 0,1-1 0,-3-1 0,0-1 0,2 1 0,1 0 0,-1-2-633,-3 0 0,0-1 633,4 1 0,0-1 0,7 3 0,-7-7 0,4 0 0,-2 0 0,1 2 0,2 0 0,-1-4 0,4 0 0,-1 0 0,-3-1-1135,1 2 1,-1-1 1134,0-2 0,2 0 0,-1-1 0,8 2 0,-1-1 0,0-1 0,2 1 0,-10 0 0,2 2 0,0-1 0,-2 0 0,0-1 0,-1-1 0,3 1 0,4 2 0,4 0 0,3 2 0,-2-1 0,-5-1 0,0-1 0,-4-1 0,4 1 0,-4 0 0,4 1 0,2 1 0,1-1 0,-1 0 0,-4-1 0,5 0 0,-3-1 0,-1 0 0,0 0-736,0 0 0,-2 1 0,1 0 0,-2-1 736,7-1 0,-2 0 0,0 0 0,-1 0 0,-2 0 0,-1 0-194,0-1 1,2 0 193,-1 0 0,5 0 0,1 0 0,-3 0 0,-4-1 0,-2-1 0,3 0 0,-3 1 0,4-1 0,2 0 0,-1 0 0,-2 1 0,-4-1 0,1 0 0,-5 1 0,3-1 0,5 0 0,4-1 0,0 0 0,-4 1 0,-3 0 0,-2 2 0,-1-1 260,-1 0 0,0-1 0,2 0-260,8 1 0,5-1 0,-1 1 0,-6 0 0,-4 1 0,-1-1 0,5-1 0,6 0 0,-1 0 0,-8-1 0,4-3 0,0 3 0,7-1 0,-6 0 0,-14-1 0,1 1 0,11 0 0,5 0 0,-3 0 0,-10 0 0,1-1 0,2 0 0,6-1 0,-1 0 0,-7 1 3276,3-1-3210,-4-2 0,5-2 0,-8 2-66,-9 5 0,6-8 0,-1-2 0,-11 7 1843,5-13-1843,-12 11 0,2-16 0,-2 11 0,-4-18 0,1 17 0,-6-18 0,4 14 3276,-4-9-445,-5-2-2831,6 12-1639,-4-3 1,-1 1 175,6 9-176,-19-13 1,-3 0 378,17 13 1188,-11-5 1,-3-1 71,-7 2 0,0 1-1335,1 1 1,-2 0 1334,15 6 0,-1 0 0,-11-1 0,-5-1 0,6 2 0,-4-1 0,10 2 0,-4 1 0,2 0 894,4 2 1,1-1-895,1-1 0,-2-1 0,-8 2 0,-3 2 0,3-1 0,11 2 0,-1-1 0,-14 0 0,-5 0 0,7 1 0,0 2 0,4-1 0,-5-2 0,5 2 0,-3 1 0,0 1 0,-2 0 0,4-2 0,2 1 0,7 3 0,-1-1 0,-14-2 0,2 0 0,3 0 0,3 1 0,-5 0 0,6 0 0,-4-1 0,-1 1 0,-3 0-1139,1 0 1,2-1 1138,9 1 0,-1-1-74,-4 0 1,-6 1 0,0-1 0,4 0 73,-3 2 0,-3-1 0,8 1 0,-7-1 0,-2 1 0,-1 0 0,3-1 0,4 1-173,-3 0 0,5 0 0,-4 1 173,-1-1 0,-4 0 0,-3 1 0,0 0 0,4 0 0,6-1 0,-3 1 0,0 1 0,5-2 0,-5 2 0,-2 0 0,3 0 0,5-1 0,0 2 0,1 0 0,-1-1 0,-4 2 0,1-1 0,6-1 0,-9 3 0,9-3 0,-3 1 0,4 0 0,-5 0 0,-4 0 0,-8 1 0,8 0 0,2 0 0,6-4 0,-6 1 0,1 1 0,-2 0 0,1 1 0,0-1 0,6-2 0,1-1 0,-4 1 0,-2 0 0,-5 2 0,-2 1 0,-1-1 0,4 0 0,4-1 454,2-2 1,3 0 0,-2 1-455,-8 0 0,-6 2 0,3-1 0,8 0 0,1 2 3060,-8 0-3060,26-2 678,4 4 1,5-6-1,2 3 1</inkml:trace>
  <inkml:trace contextRef="#ctx0" brushRef="#br0" timeOffset="23805">13458 9949 24575,'-11'0'0,"-10"0"0,12 0 0,-12 1 0,1 1-548,11-1 548,-12 1 0,-2 1 0,0 0 0,-7 1-1639,3 0 1,1 0-1597,8-3 2334,-12 6 1,0 0 900,15-3 0,-8 3 0,0 1 0,2-3-348,1 2 0,-1 0 348,-2 1 0,1-1 0,-1 1 0,0 0 0,-8 3 0,6-2 0,11-5 224,-8 6-224,15-8 3276,-5 9-1030,8-6-2246,-9 13 0,9-10 2583,-12 17-2583,5 0 0,-2-4 0,4 8 0,5-19 1228,2 12-1228,0-3 0,4 1 0,4 6 0,12 6 0,-4-10-1639,-1-3 1,-1-2-1639,-3-9 0,18 17 1787,-19-17 1490,18 9 0,-11-5 0,1-6 0,1 4 0,3 0 0,7-3 0,2 0 0,-5 1 0,1 0 0,5 0 0,3-1 0,-4-1 0,-10-1 0,0-1 0,9 3 0,7 0 0,1 1 0,-7-1 1437,-6-2 0,1 0-1437,9 2 0,7 2 0,1-1 0,-8-1 0,-9-2 0,1-1 0,5 1 0,6 0 0,0-1 0,-6 0 0,-10-1 0,1 0 0,4 0 0,7-2 0,-2 1 0,-5-1 0,6 1 0,6-1 0,0 0 0,-12-1 0,3-1 0,-1-1 0,-8 0 0,4-1 0,0 0 0,-9 0 0,21-5 0,0 0 0,-3 1 0,-7 1 0,-2 1 0,-11 1 0,11-7 0,0 0 3276,-14 5-1320,20-12 430,-17 5-2386,0-2 0,1 0 0,-3-10 0,-8 17 0,2-16 0,-4 4 0,0 2 0,0-10 0,0 17 0,-3-7 0,-1-2 0,-9-9 0,5 12 0,0 0 0,-6-4 0,0 4 829,3 6-829,-8-9 0,0 1-993,9 10 993,-4-4 0,-2-1 0,-1-2 0,-3 1-1639,-1 0 1,1-1-1540,2 4 1993,-11-4 1,0 2 1184,10 7-1639,-12-3 1,-1 0 1383,6 4 255,-1 2 0,-7 0 0,7 1-673,2 1 673,-8 0 0,-3 0 1184,12 2 0,2 0-1184,-12 3 0,11-3 0,3 1 0,9 2 0</inkml:trace>
  <inkml:trace contextRef="#ctx0" brushRef="#br0" timeOffset="27801">7847 9999 24575,'-12'12'0,"3"-5"0,-7 7 0,-1 0 0,5-5 0,-2 3 0,0 0 0,5-2 0,3-2 0,-3 5 0,6-4 0,-5 11 0,-1 10 0,-1-5 0,0 4 0,2-9 0,4-9 0,-2 6 0,4-7 0,1 8 0,6 6 0,-2-7 0,6 5 0,1-4 0,6 8 0,-4-7 0,4 5 0,-6-16 0,3 7 0,10 4 0,-8-5 0,6 4 0,-6-7 0,2 1 0,-1-2 0,0 1-265,8 3 0,1 1 265,6 0 0,1 0 0,-6-5 0,0-1 0,1 0-585,-3-1 0,0-1 0,1 0 585,3 0 0,2-1 0,-3-1-1388,-2-1 0,-1-1 1388,1 0 0,2-1 0,7 0 0,2 0 0,-5-2 0,1 0 0,2 1 0,1 0 0,-9-1 0,1 0 0,-5 0 0,2 0 0,-1-1 0,0 0-1127,6-3 1127,-3 0 0,-3 0 0,0-1 0,2-2 379,1 2-379,-5-3 0,2-1 0,3 3 0,0 0 0,2-1 0,1-1 0,-2 2 0,1-1 0,-3 2 0,5 0 0,-3-2 0,-2 0 1416,-10 2-1416,4-5 0,-11 6 0,6-14 0,-9 9 2896,9-18-2896,-2 4 1497,0 4-1497,2-6 0,-12 19 0,5-11 0,-5 3 0,-2-13 0,0 6 0,-6-11 0,-1 17 0,-5-20 0,1 16 0,4 1 0,0-1 0,-6-3 0,-4-11 0,5 14 0,-2-4 0,-12-3 0,-1 4 0,10 8 0,-3 0 0,-2 3 0,-3 0 0,2 3-1196,1 0 0,-2 2 1196,-8-4 0,-4 0 0,2 1-1093,9 4 1,2 1 0,-3-1 999,-5 2 0,-5-1 1,-1 0-1,0 0 0,4 0 93,0-2 0,3 1 0,-6 0 0,6 3 0,-5 0 0,-4 0 0,-1 1 0,-1 0 0,2 0 0,2 0 0,5 0-820,-2-2 1,4 1 0,1 0 0,-6 0 655,4 1 0,-3 1 0,-4-1 0,-1 1 0,-1 1 0,1-1 1,1 0-1,3 1 0,4 0-334,-6 0 0,4 0 0,2 1 0,-5 0 498,4-1 0,-4 1 0,-2 0 0,0 0 0,1 1 0,4-1 0,5 0-425,0 0 0,5 1 0,-2 0 425,-11 1 0,-2 0 0,8 2 0,3 3 1649,3 5-1649,-4 8 0,18-8 0,-2 15 0,10-21 0,-1 7 0</inkml:trace>
  <inkml:trace contextRef="#ctx0" brushRef="#br0" timeOffset="38486">8267 14403 24575,'0'0'0</inkml:trace>
  <inkml:trace contextRef="#ctx0" brushRef="#br0" timeOffset="45864">11551 15055 24575,'-9'10'0,"-1"-1"0,-2 1 0,-2-1 0,1 0 0,-11 5 0,11-7 0,-15 7 0,13-6-3277,-13 6 0,18-7 1328,-8 3 3487,9-1-1538,3-3 0,-6 8 0,7-7-3277,-9 17 2077,8-15 1200,-7 10-462,6-6 462,3-3 0,-9 13 0,5-11 0,-2 5 0,-2 5 0,3-7 3276,-3 14-2303,4-3-973,3-4 0,2 3 0,3-12 171,3 8-171,3 0 0,-1-2 0,7 4 0,-8-15 0,11 16 0,-9-18 0,5 11 127,6 3-127,-7-7 0,3 2 0,2 0 0,15 7 0,-6-3 0,-3-6 0,1 0 0,-4-5 0,0-1 0,-1 2 0,0-1 0,8 0 0,-1-1 3276,-3 0-1664,5-1 0,-1-1-2860,-10-2 1248,19 2 0,-5-2 0,-11-2-1639,11 1 1,-2 0-1172,-12-2 2419,8-1 1,0 0 390,-12-2 0,20-3 0,-16 0 0,9-3 0,-11 1 0,10-9 0,-14 11 0,3-9 0,1-1 0,-4 2 659,2-6 1,-1-3-660,2-11 0,-4 0 0,-4 13 0,-1 2 0,-3 3 0,2-21 0,-2 24 0,0-8 0,1 0 0,-1 10 0,2-16 225,-2 10-225,0 3-3277,-3-23 2231,1 25 1046,-1-13 0,-1 1 0,-4-3 0,2 0 0,-10-4 0,11 20 3276,-9-10-2229,1 7-1047,-10-4 0,5 7 0,-10-5 0,19 13 0,-23-8 0,16 8 0,-5-1 0,-1-1 0,0 2-1639,-5 0 1,-1 1 1023,9 1 615,-15 0 0,1 0 0,20 1-392,-13 0 1,1 0 391,17 0 0,-8 0 0,13 0 0</inkml:trace>
  <inkml:trace contextRef="#ctx0" brushRef="#br0" timeOffset="46678">12512 14816 24575,'-8'8'0,"-12"6"-1265,10-5 1265,-13 6 0,-1-2 0,4-2 0,-6 2 0,-1 0 0,-2-1 0,1 2 0,0 0 0,1-1-1639,2 1 1,1-2-1639,8-3 2094,-15 8 2288,19-12-1105,0 4 0,-1-1 0,8 0 0,0-5 0,4 0 0</inkml:trace>
  <inkml:trace contextRef="#ctx0" brushRef="#br0" timeOffset="47123">12129 14939 24575,'10'10'0,"7"6"0,-11-7 0,9 10 0,-2 5 0,-4-7 0,7 14 0,-10-21 0,9 20 0,-8-19 0,10 16 0,-11-16 0,5 4 0,-7-9 0,1-3 0,-10-13 0,0 2 0,-16-17 0,9 13 0,-3-1 0,1 0 0,6 6 0,-6-6 0</inkml:trace>
  <inkml:trace contextRef="#ctx0" brushRef="#br0" timeOffset="47457">12129 14983 24575,'0'6'0,"0"4"0,0-4 0,-2 8 0,-9 3 0,3-4-3277,-11 8 0,13-16 2397,-14 10 880,14-12 0,7 6 0,15-8 0,6-4 0,13 2 0,-1-1 0,-3 0-1027,-9 2 1027,11 0 0,-29 0 0,2 0 0</inkml:trace>
  <inkml:trace contextRef="#ctx0" brushRef="#br0" timeOffset="47957">12635 14748 24575,'2'22'0,"1"-5"-3277,3 11 0,-2-17 1638,4 11 1,0-1-1639,-3-10 4170,3 7 1,2 3-894,8 10-472,-9-15 472,2 3 0,0-2 0,-2-3 0,6 11 0,-5-10 0,-2 2 819,-6-19 0,-1 2 0,0-4 0</inkml:trace>
  <inkml:trace contextRef="#ctx0" brushRef="#br0" timeOffset="48548">12572 14786 24575,'10'-5'0,"4"0"0,-7 1 0,11-1 0,1 1-1116,-7 1 1116,6 0 0,1-1 0,4 1 0,-3 1-1639,-1 0 1,-1 0-1317,-5 2 2955,16-2 0,-19 4 0,15 6 0,-15-3-1639,10 6 1,0 0 565,-10-6 1073,6 4 0,1 0 377,-4-1-377,-4-1 3276,1 3-2015,-10 6-1261,0-4 0,-12 21 0,-7-5 3276,4-3-1220,-14-2-2056,3-9 0,-3-3 0,3-1 0,-1-1 0,2-1 0,1-1 0,4-3 0,2 1 0,-15 3 0,28-14 0,0 1 0,4-2 0,-1 3 0</inkml:trace>
  <inkml:trace contextRef="#ctx0" brushRef="#br0" timeOffset="48860">13109 15016 24575,'0'0'0</inkml:trace>
  <inkml:trace contextRef="#ctx0" brushRef="#br0" timeOffset="49890">13572 14583 24575,'-25'-1'0,"-7"-1"0,-2 1 0,-2 1-1639,3-1 1,0 2 1382,7 0 390,5 4-134,9-3-3277,-2 6 1426,9-7 1851,-5 10 0,4-6 1187,-8 12-1187,0 1 0,1 1 0,0 2 0,9-11-3277,1 3 2573,3-7 3980,10 6-2015,-7-4-1261,16 6 0,-3-1 0,2-4 0,8-1 0,-13-5-3277,20 1 2017,-21-1 1260,16-2 3276,-7-1-2015,5-3-1261,-3 1 0,7-7 0,-20 5 0,15-3 0,-18 4 0,21-3 0,5 3 0,-1-1-1639,-9 4 1,-2 1 378,-9 0 4301,18 8-3041,-23-5 0,12 9 0,-15-5 0,2 8 0,-4 3 0,-2-2 3276,-5 6-510,-4-7-2766,1 2 2238,-7 2-2238,-1-8 0,-3-4 0,-1-1 0,-7 0 0,0-3 0,-3-4 0,2-3 0,1-2-433,3 1 0,-1 0 433,-10-4 0,3 1 0,4 0 0,-1 1 0,2 0-3277,7 4 2375,-13-5 902,15 6 0,10 0 0,-8 1 0</inkml:trace>
  <inkml:trace contextRef="#ctx0" brushRef="#br0" timeOffset="71228">29116 14703 24575,'5'0'0,"-1"0"0</inkml:trace>
  <inkml:trace contextRef="#ctx0" brushRef="#br0" timeOffset="79725">20176 16453 24575,'20'0'0,"-1"1"0,-1-1 0,2 0 0,14 1 0,0 0-1096,-15-1 0,0 0 1096,20 0 0,-3 1 0,-13-1 0,1 1 0,5-1 0,-4 1 0,5 1 0,1-2 0,1 0 0,1 2-1639,-5-2 1,-2 0-1639,-5 0 3205,8 0 0,-1 0 72,-10 0 0,11 0 0,2 0 0,3-2 0,1 2 0,3-1-1403,-2-2 1,0 1 1402,-10 1 0,0 1 0,3-1 0,4 0 0,5 0 0,-1-1 0,-5 1 0,4-1 0,2 1 0,-9 0 0,5 1 0,3-1 0,-1 0 0,-2 0 0,-8 0 0,1 0 0,-1 0 0,3 0 0,7 1 0,2-1 0,-3 1 0,-8 0 0,-6 0 0,-2 0 0,8 0 0,4 0 0,-5 0 512,-1 0-512,-4 0 0,-3 0 0,-8 0 0,12 0 0,0 0 0,-8 0 0,19 1 0,1-1 0,-16 1 0,15-1 0,10 1 0,-7-1 173,1 0-173,-9 0 0,7 0 0,0 0 0,-8 0 0,5 0 0,-1 0 0,6 0 0,-7 0 0,-2 0 0,3 0 0,0 0 0,5 0 0,-11 0-558,0 0 0,-1 0 558,-7 0 0,19 0-724,-11 0 724,-1 0 0,-1 0 0,-1 0 0,-6 0-1018,7 0 0,-3 0 1018,-11 0 2670,24 2-2670,-28-1 0,8 1 0,-11-1 0,-1-1 0</inkml:trace>
  <inkml:trace contextRef="#ctx0" brushRef="#br0" timeOffset="80526">24267 16430 24575,'29'-5'0,"-3"1"0,4-1 0,-4 1-1870,2 0 1870,-1 0 0,5-1 0,-7 2 604,-6 2-604,8-1 0,2 0 0,-1 1-1639,-2 1 1,-2-1-1243,-8 1 2881,4-1 0,-16 0 0,2 0 0</inkml:trace>
  <inkml:trace contextRef="#ctx0" brushRef="#br0" timeOffset="81400">26568 16452 8191,'27'-3'0,"-4"1"1548,5 0 0,1 1-1548,-10 0 0,2 1-615,13-1 0,-2 0 615,-3 1 0,3-1 0,6 1 0,-6-1 1466,3 1-1466,-9 0 0,7 0 0,0 0 0,-6 0 0,-6 0 0,1 0 0,7 0 0,6 0 0,1 0 0,-7 0 0,-6 0 0,1 0 0,1 0 0,5 0 0,1 0 0,1 0 0,0 0 0,2 0 0,-1 0 0,-1 0-327,3 0 1,-1 0 0,5 0 326,-8 1 0,3 0 0,4-1 0,0 1 0,-1 0 0,-3 0 0,-4 0 0,2-1 0,-4 0 0,6 1 0,-7 0 0,5 0 0,4 0 0,2 0 0,1 0 0,-2 0 0,-2 0 0,-4 0 0,-5 0 0,10-1 0,-1 0 0,-9 1 0,7-1 0,2 1 0,2-1 0,-2 1 0,-2-1 0,-6 0 0,11 1 0,-4 0 181,0 0 1,2-1-182,-7 0 0,3 1 0,-1 0 0,-8 0 2279,3-1-2279,9 1 0,0 0 0,-7-1 0,-6 0-595,4 0 1,-2 0 594,-10 0 1015,16 1 0,2 0-1015,-12 2-1531,15 0 1,0 1 1530,-14-1-687,14 2 1,0 0 686,-17-4 0,4 2 0,-4 0 0,-12-3 0</inkml:trace>
  <inkml:trace contextRef="#ctx0" brushRef="#br0" timeOffset="82866">29744 10612 21562,'4'35'0,"-1"0"0,1 0 0,0-1 0,0 1 0,-1 0 0,1 0 0,0 0 0,-1-2 0,0-1 0,0 1 0,1 2 0,0 1-365,-1-2 1,0 1 0,1 2 0,0 0 0,0 2 0,0-1 0,0 0 0,-1-1 0,1-2-46,0 0 0,0 0 1,0-1-1,-1-1 1,1 0-1,0 0 0,0 0 1,0 1-1,0-1 0,-1-1 1,1 0-1,0 0 1,0 1-1,0 0 0,0 2 1,1 1 326,-1-3 0,1 1 0,-1 2 0,1 0 1,1 2-1,-1 0 0,0 0 0,0-1 1,0 1-1,0-2 0,0-1 0,0-1-1,0 3 0,-1-3 0,1 0 0,-1-2 0,0 1 0,1 0 0,-1 1 0,1 2 0,0 1 84,-1-3 0,1 1 0,-1 2 0,1 2 0,0 0 0,0 1 0,1 0 0,-1 0 0,0-1 0,-1 0 0,1-3 0,0-1 0,-1-2 0,0-4-246,0 10 1,1-6 0,-1-2 0,0-1 0,0 3 0,1 4 245,-2-7 0,1 3 0,1 2 0,-1 3 0,1 1 0,0 1 0,-1-1 0,1-1 0,0-1 0,-1-2 0,-1-3 0,1-5 0,-1-3 0,0 8 0,0-8 0,1 6 0,-1-3 0,1 5 0,0 4 0,1 1 0,0 1 0,-1-1 0,1-3 0,-1-4 0,2 7 0,0-4 0,0-2 0,-1-3 806,3 7 1,0 1-807,-2-8 0,1 6 0,1 3 0,-1 0 0,0-6 0,-1-6 1492,0-7 1,0 0-1493,2 16 0,2 5 0,-3-10 3276,-4-16-3062,7 13-214,-9-22 3276,2 2-358,-3-13-2918,0-3 0,0-16 0,0-4-625,0-2 0,0 7 1,0 3-1,0 11 1</inkml:trace>
  <inkml:trace contextRef="#ctx0" brushRef="#br0" timeOffset="83564">29673 10640 24575,'0'20'0,"0"-1"0,0 0 0,-1 2 0,1-2 0,-1 2 0,-1-1 0,-1 1-1019,2 0 0,-1 0 1019,-1 15 0,-1 1 0,2-14 0,0-1 0,-2 15 0,1-3 655,0-12-655,-1 6 0,3-8 337,18-44-337,-2 4 0,0-2-540,-3 1 1,1-3 539,3-10 0,1-4 0,-4 9 0,-5 15 0,2-11 0,0 1 0</inkml:trace>
  <inkml:trace contextRef="#ctx0" brushRef="#br0" timeOffset="83987">29882 10473 24575,'2'23'0,"2"-2"0,0 1 0,3 13 0,1-4 0,1-2 0,-3-13 0,8 15 0,2 1 0,-3-11 0,3 6 0,0-1 0,-7-13 0,1 3 0,-5-12 0,-3 1 0,-1-1 0,-11 6 0,-2 1 0,-4 1 0,-1-1 0,-6 3-1639,-7 3 1,2-2-1639,7-4 2136,-12 5 1,-1-2 1140,17-8-753,-5 2 1,1-2 752,9-3 0,-2-1 0,10-2 0,-1 0 0,4 0 0</inkml:trace>
  <inkml:trace contextRef="#ctx0" brushRef="#br0" timeOffset="85807">31028 11475 18638,'10'33'0,"0"0"0,0 1 0,0-1 0,0 1 0,0-1 0,0 1 0,0-1 0,0 0 0,0 1 0,-1 1 0,0 0 0,0-1 0,-1 1 0,0-1 0,0 1 0,1 1 0,0 1 0,0 1-235,-1-7 1,0 1 0,1 1 0,0 0 0,0 1 0,0 0 0,0 0 0,1 1 0,-1 0 0,0 0 0,0 0 0,-1 0 0,1-1 0,-1 0-1,0 1 1,-1-1 0,0 1 0,0-1 0,0 1 0,0-1 0,0 1 0,0 0 0,-1-1 0,1 1 0,-1 0 0,1-1 0,0 0 0,0 0 100,0 2 0,0 0 0,1 0 0,-1-1 0,0 0 1,1 1-1,-1-1 0,1 1 0,-1-1 0,0 1 1,0-1-1,0 1 0,0 1 134,0-2 0,-1 0 0,1 0 0,-1 0 0,1 0 0,-1 1 0,0-1 0,0 1 0,1 0 0,-1 0 0,0 0 0,0 1 0,1 0 0,-1 1-37,0-4 0,0 2 0,0 0 0,0 1 0,0 1 1,1-1-1,-1 1 0,0 0 0,0 0 0,1 0 1,-1-1-1,-1-1 0,1 0 0,0-2 0,-1 0 1,0-2-1,0-1 37,2 8 0,-2-2 0,1-2 0,-1-2 0,0 0 0,0 0 0,0 1 0,1 1 0,0 3-110,-1-6 1,1 3 0,0 2 0,0 2 0,1 0 0,-1 1 0,0-1 0,1 0 0,-1-2 0,0-1 0,0-3 0,-1-3 0,0-3 0,-1-4 109,2 10 0,0-8 0,0 3 262,1 6 1,1 6-1,0 0 1,0-5-1,-1-11-262,3-6 2674,-2-3-2674,1 1 3276,-8-15-2548,-2-6-728,-4-16 0,-2-8 0,-1-7 0,0 5 0,4 11 0,-1 2 0,-2-11 0,0 1 0,1 0 0</inkml:trace>
  <inkml:trace contextRef="#ctx0" brushRef="#br0" timeOffset="86709">30837 11335 24575,'-5'24'0,"-2"5"0,0 1 0,2-9 0,0 1-1093,0 4 1,-1 4 0,0-4 247,1-6 1,1-1-795,0 8 1,0-2-646,1-7 4251,0 0-1967,11-26 0,4-6 0,0-2 0,0-3-370,1 0 1,0-2 369,2-5 0,0-3 0,-1 3-109,-3 6 1,-1-1 108,2-2 0,0-3 0,-1 1 0,1-4 0,-1 2 0,-2 0 0,0-2 0,1 3 0,0-2 0,-2 3 1638,-3 6 0,-1 1-561,2-10 0,-1 1-1077,-5 9 0,3-12 0,-3 23 1085,1 3-1085,4 10-1639,8 11 1,2 3 1132,-3-2 506,6 7 0,1 1-1336,1 3 1336,-10-14 0,2 3-1639,5 12 1,0 0 821,-5-8 817,0 0 0,-1 1-462,2 3 462,-1 4 0,-2-8 0,-1-1 0,-2 0 0,2 6 0,-4-3 0,-4-10 3276,2 12-2686,-14-11-590,4-5 0,-21 6 0,9-10 0,-15 2 0,15-4 1261,-14-2-1261,25-2 0,-12 0 3276,16 0-147,0 0-2843,1 1 0,1-1 0,0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1:50:17.017"/>
    </inkml:context>
    <inkml:brush xml:id="br0">
      <inkml:brushProperty name="width" value="0.05292" units="cm"/>
      <inkml:brushProperty name="height" value="0.05292" units="cm"/>
      <inkml:brushProperty name="color" value="#FF0000"/>
    </inkml:brush>
  </inkml:definitions>
  <inkml:trace contextRef="#ctx0" brushRef="#br0">1943 6393 24575,'0'12'0,"0"-5"0,2 14 0,-2-15 0,1 26 0,-1-25 0,0 24 0,2-22 0,-2 17 0,5 0 0,-3-2 0,3 11 0,-1 2 0,-1-12 0,0-4 0,-1-2 0,0-5 0,4 13 0,-2-10 0,2 0-3277,-2 1 0,-2-11 3047,2 18 230,-2 1 0,1 1 0,-1-7 0,1 0 0,0 7 0,0-3 0,0-1 0,-1-18 0,-1 6 0,2-8 3276,-1 2 0,2-1-3044,0-3-232,3 3 0,8-2 0,-7 1 0,10-2 0,2-1 0,-1 0 0,10 0 0,6 0 0,-8 1 0,0-1 0,0 0-592,-1 0 1,0 0-1,1 0 592,2 0 0,2 0 0,-2 0 0,-4 0 0,-3 0 0,-2 0 0,8 0 0,2 1 0,-2 0 0,-2 2 0,-1 0 0,5-2 0,1 0 0,3 4 0,0 0 0,-8-4 0,-2 0 0,-2 2 0,-1 0 0,8-1 0,-3-1 0,-8 1-1639,4-1 1,0-1-1281,-12 0 2919,15 0 0,-1 0 0,-1 0 0,-5 0 0,1 0 0,6 0 0,8 0 0,2 0 0,-5 0 0,-9-1 0,-3-1 0,-3 2 1187,13-9-1187,-14 7 3276,3-6 0,-5 4-3044,3-1-232,-5 1 0,5 1 0,-5 1 0,3-2 0,-2 1 0,-2-2 0,-3 4 0,0-4 0,2 2 0,0-3 0,-2 2 0,0-2 0,0-1 0,-1-3 0,1-1 0,-4 2 0,1-2 0,-2 6 0,1-6 0,1-3 0,-3 4 0,3-16 0,-1 5 0,-1-1 0,3-9 0,-2 11 0,2 1 0,-3-10 0,-1 19-3277,-4-22 0,3 23 3047,-5-11 230,0-7-3277,1-1 2017,-3 0 1260,5 8-448,0 3 448,3 6 3276,-2-24-2237,2 14-1039,0-2 0,0 3 0,-1 8 0,0 2 3276,-1 1-100,1 6-2174,-2 2-1002,2-1 0,-4-1 0,-8 0 0,7-2 0,-20-2 0,16 3 0,-21-6 0,3 3 0,7 0 0,-4 1-3277,1 2 0,10 1 3162,-6 1 0,-4-1 115,4 0 0,0 1 0,-3 0 0,-2-1 0,-12 0 0,1 0 0,4 0 0,5 1 0,-4 1 0,3-1-192,8 0 0,0 0 192,-10 0 0,-4 1 0,4 0 0,-5-3 0,8 3 0,-4 1 0,7 1-3099,8-1 3099,-7 0 0,-3 0 1486,4 0 0,3 1-1486,-8-1-200,-1 2 0,-6-1 0,2 1 200,-1-1 0,0 1 0,6-1 0,0 0 0,0 1 0,1 0 0,1 1 0,1 0-1639,1 0 1,1 1 988,-14 3 1258,15-2 0,3-1-608,9-1 1562,-18 2-1562,17 0 546,-2-2-546,6 0 0,5-1 0,-1-2 0</inkml:trace>
  <inkml:trace contextRef="#ctx0" brushRef="#br0" timeOffset="2111">6066 6266 24575,'-14'3'0,"1"3"0,-7-3 0,-13 10 0,13-5 0,2-3 0,0 2 0,-9 7 0,4-7 0,-9 8 0,15-8 0,-7 7 0,3-2 0,5-2 0,-5 6 0,16-11 0,-17 16 0,14-13 0,-9 13 0,11-10 0,-2 7 0,6 4 0,-1-6 0,6 6 0,-2-16 0,10 17 0,-8-17 0,7 11 0,2-4 0,-3-2 0,17 14 0,-7-11 0,0 0 0,12 7 0,-5-5 0,0-2 0,-2-4 0,10 2 0,0 0-2651,-9-4 2651,6 1 0,2-1 0,-14-3 0,0 0 0,2 1 0,2 0 0,2-1 0,2 1 0,0-2-317,10 2 0,0-2 317,-4-1 0,1 0 0,-2-1 0,2 0 0,-2-2 0,-4-1 0,0-1 0,-6 1 0,-3-1 0,1-1 0,0-1 0,3-2 0,-3-1 0,0-1 0,2-1 0,-1-2 0,0 0 0,-3 3 0,-1 0 0,10-7 0,-2 2 0,-8 5 0,5-5 0,0 0 1745,-9 5-1745,15-9 0,-15 5 0,-5 3-3277,9-15 747,-13 15 1905,9-17 625,-8 18 0,3-11 0,-6 12-3277,-2-5 2411,0 6 1224,-5-2-358,-9-7 0,-3 1 0,4 5 0,-15-7 0,-10-4 0,4 4 1333,15 9 0,-1 0-1333,-11-3 0,-8-3 0,0 0 0,6 3 0,10 4 0,-1 0 0,-9-2 0,-8-2 0,1 1 0,9 2-1323,-3-1 1323,7 2 0,-5-2 0,4 2 0,1 3 0,4 1 0,-1-2-440,-2 5 0,6 2 1,19 0-1,-5 2 0</inkml:trace>
  <inkml:trace contextRef="#ctx0" brushRef="#br0" timeOffset="3458">8891 6902 24575,'9'-1'0,"6"-1"0,11 2 0,-10 0 0,5 0 0,2-1 0,-3 0 0,8 0 0,1 0 0,2-1 0,3 1 0,2 0-1520,-2-2 1520,-1 2 0,0 0 493,-3-2-493,-5 1 0,-1 0 0,-4 1 0,0 0 0,0 0 0,-4 1 126,3 0 0,0 0-126,8-1 0,0 0 0,-4 0 0,-14 1 0,6 0 0,-6-1 775,5 0-775,-4 0 0,6 1 0,-6 0-820,18 0 1,-18 0 0,8 0 0</inkml:trace>
  <inkml:trace contextRef="#ctx0" brushRef="#br0" timeOffset="3845">10622 6877 24575,'23'-2'0,"-9"1"0,7 1 0,-14 0 0</inkml:trace>
  <inkml:trace contextRef="#ctx0" brushRef="#br0" timeOffset="4056">11405 6916 24575,'0'0'0</inkml:trace>
  <inkml:trace contextRef="#ctx0" brushRef="#br0" timeOffset="5044">9459 6017 24575,'7'6'0,"2"2"0,-5-3 0,8 6 0,-9-6 0,13 16 0,-11-15-3277,13 24 0,-14-23 1638,6 11 1,0 1 148,-6-12 509,12 21 981,-14-23 0,8 10 0,-7-12 0,3 6 3276,-2-6-2501,-4 0 2501,3 11-495,-3-8-587,2 8-2194,-2-11 0,1 1 0,-1-3 0</inkml:trace>
  <inkml:trace contextRef="#ctx0" brushRef="#br0" timeOffset="6179">9335 6258 24575,'16'2'0,"10"5"0,-6-1 0,-1 2 0,0 1 0,13 10 0,-7-4 0,-4-2 0,-3-1 0,-8-7 0,21 15 0,-13-13 0,2 4 0,-3-5 0,-6 0 0,2-2 0,-11-4 0,0 0 0,-11-17 0,7 10 0,-1-22 0,3 20-3277,7-24 0,-4 26 3047,4-12 230,2 8 0,-6 3 0,5-3 0,-6 5 0,-5 6 0,-13-1 0,-17 7 0,9-4-1639,0 4 1,2 1 378,15-5 1055,-13 4 0,-2 0 205,13-1-2898,-20 3 2898,21-5 2898,-2 0-2898,12-3 3276,9 0-2218,18-5-1058,-7 3-1639,-2-1 1,-2 0 991,-8 3 3923,12-1-2961,-20 1 0,4 0 0,-7 0 1</inkml:trace>
  <inkml:trace contextRef="#ctx0" brushRef="#br0" timeOffset="7666">9672 6253 24575,'2'-6'0,"-2"1"0,3-1 0,-1 0 0,5-8 0,4-11 0,-4 10 0,4-8 0,-1 3-2753,-5 13 2753,7-21 0,6-2 0,-9 11 0,2 0 0,6-12 0,2-1-1639,-1 3 1,-3 1 340,-4 11 1,-2 0-342,4-4 1,-2 3 988,-7 11 1055,17-21-405,-16 20-1380,9-5 0,0 1 1380,-6 4 1048,10-3 0,1-1-1048,-3 3 1638,3 1 0,2-2-1115,8-2 614,-2 2-1137,-7 4 3276,-6 9-308,0-1-2968,-2 3 0,-4-4 0,-6-1 0</inkml:trace>
  <inkml:trace contextRef="#ctx0" brushRef="#br0" timeOffset="8500">10165 5634 24575,'5'25'0,"2"6"0,-6-22 0,4 15 0,-4-18 0,4 11 0,-3-8 0,3-1 0,-3-3 0,-1-7 0,-7-4 0,2 0 0,-9-9 0,8 11 0,-7-8 0,10 8 0,-5-3 0,8 5 0,16-6-1639,3 5 1,1 1-1639,6-5 3162,-1 5 0,-3 0 115,-14 1 0,7 1 0,-7 4 0,-3 3 0,0 0 0,-1 5 0,-10 1 0,-8 9 0,0-7 0,-16 8 0,20-18 0,-23 13 0,22-13 0,-9 4 0,13-5 0,9-4 0,11 0 0,-6 0 3276,6-1 0,-5 1-3199,-13 0 0,2 0 1</inkml:trace>
  <inkml:trace contextRef="#ctx0" brushRef="#br0" timeOffset="9635">10819 5328 24575,'0'18'0,"-2"-5"0,1 10 0,-4 6 0,2-13 0,-2 10 0,1-1 0,1-12 0,-2 13 0,-1 3 0,-3 0 0,2 5 0,-4-4 0,10-20 0,-8 6 0,7-8 0,3-9 0,4-9 0,2-2 0,-1-1 0</inkml:trace>
  <inkml:trace contextRef="#ctx0" brushRef="#br0" timeOffset="10005">10878 5425 24575,'14'18'0,"0"1"0,2 1 0,-3-3 0,-1-1 0,-5-8 0,9 10 0,-13-13 0,6 4 0,-7-5 0,-2 0 0,1-2 0,-6-2 0</inkml:trace>
  <inkml:trace contextRef="#ctx0" brushRef="#br0" timeOffset="10270">10802 5613 24575,'31'0'0,"-12"0"-1639,2 0 1,0 0-1639,-9 0 2172,8-1 0,-2-1 1105,-9 2 1755,10-5-1755,-14 5 0,-2-3 0,-2 0 0,-1 1 0,0-1 0</inkml:trace>
  <inkml:trace contextRef="#ctx0" brushRef="#br0" timeOffset="10604">10997 5484 24575,'16'20'0,"5"8"0,-14-21 0,10 19 0,-13-21 0,6 11 0,-8-13 0,4 3 0,-4-3 0,-3-4 0,-2-1 0,-1-1 0,1 0 0</inkml:trace>
  <inkml:trace contextRef="#ctx0" brushRef="#br0" timeOffset="11271">11051 5459 24575,'9'5'0,"-5"-2"0,10 7 0,-8-3 0,9 9 0,-8-7 0,5 11 0,-7-11 0,5 7 0,-8-11 0,2 3 0,-5-28 0,3 17 0,3-31 0,6 29 0,-1-7 0,3 11 0,6 1 0,-9 0 0,17 0 0,-22 0 0,7 0 0</inkml:trace>
  <inkml:trace contextRef="#ctx0" brushRef="#br0" timeOffset="11873">11330 5473 15928,'7'18'0,"-3"-9"-1639,4 10 1,0-1 44,-4-9 4607,9 19-3013,-6-12 0,0-4 1966,4 17-1966,-5-20 1755,3 12-1755,-3-8 3276,-3-3 0,0-2-3044,-3-9-232,0-5 0,-6-16 0,4 10 0,-5-8 0,-1-1 0,2 7 0,-2-4 0,1 0 0,2 3 0,-7-13 0,9 18 0,-2-9 0,5 11 0,1-13 0,1 10-3277,10-19 0,-6 26 3047,11-15 230,-1 11 0,9 0 0,-1-3 0,-6 7 0,-11 4 0,-8 7 0,0-3 0,-1 1 0</inkml:trace>
  <inkml:trace contextRef="#ctx0" brushRef="#br0" timeOffset="12173">11345 5542 24575,'25'0'0,"-11"1"-1639,5-2 1,-1-1-1639,-9 2 1328,20-3 1949,-14 3 0,-2-2 1719,11 2-1719,-7 0 0,-2 0 0,0 0 0,-11 0 0,8 0 0,-7-3 3276,11-3 0,-7-2-3836,2 1 1,-7 3 0,-2 4 0</inkml:trace>
  <inkml:trace contextRef="#ctx0" brushRef="#br0" timeOffset="12555">11594 5292 8191,'7'9'0,"7"10"0,0 1 3276,-1-5-2383,6 14 1,-2 0-894,-11-15-1078,2 6 1,-1-1 1077,-3-7-879,4 17 879,-5-22 3034,1 11-3034,-3-13 0,1 0 0,5-3 0,2-10 0,-3 2 0,4-10 0,-9 11 0,3-2 0</inkml:trace>
  <inkml:trace contextRef="#ctx0" brushRef="#br0" timeOffset="13040">11783 5398 24575,'5'11'0,"-1"4"0,0-7 0,3 13-3277,4-2 0,-4-2 1328,4 0 2616,-3-6-667,-2-4 0,11 8 0,-11-11 0,16 0 0,-13-13 0,6-4 0,-10-1 0,-2-19 0,-5 24 0,2-19 0,-7 13 0,5 7 0,-12-11 0,10 15 0,-15-6 0,11 8 0,-13-4 0,16 4 1052,-9-1-1052,14 1 0,-4 2 0,6 0 0</inkml:trace>
  <inkml:trace contextRef="#ctx0" brushRef="#br0" timeOffset="13855">11964 5382 24575,'16'27'0,"-3"2"0,-2-6 0,0 10 0,-7-23 0,6 14 0,-5-17 0,4 4 0,-2-7 0,-1 0 0,-1-6 0,2-12 0,-3 5 0,4-14 0,-5 14 0,1-19 0,-4 17 0,1-22 0,-1 25 0,-1-9 0,3 13 0,0 3 0,14 9 0,-8-6 0,8 10 0,0 1 0,-10-7 0,20 17 0,-24-18 0,17 10 0,-15-11 0,12 6 0,-11-9 0,2 1 0,0-3 0,2-4 0,0-10 0,-1 2 0,4-19 0,-6 14 0,-2-1 0,0-1 0,-2-1 0,0-2 0,-1 1 0,-5 5 0,-3 3 0,-1 18 0,2 6 0,3-7 0</inkml:trace>
  <inkml:trace contextRef="#ctx0" brushRef="#br0" timeOffset="15715">13510 5374 24575,'-7'2'0,"1"0"0,1 2 0,-5 0 0,-6 1 0,1 0-1639,-4 1 1,1 0-1639,4-2 2461,-13 3 0,-2 1 816,7-2 0,-14 2 0,1 1 0,8-3 0,-8 3 0,0 0 0,13-5 0,-4 2 0,1 1 0,9-4 0,-21 4 0,14-1 0,-7 1 0,-5 4 0,5 0 0,8-3 0,0 1 0,-6 1 0,8-2 0,2 0 0,8-4-370,-20 10 370,26-11-416,-21 17 416,17-16 0,-17 18 0,19-16 0,-16 11 0,14-10-1639,-10 4 1,0-1 1103,6-2 1326,-15 6 0,0 0-791,12-8 68,-10 5 0,0 1-68,9-6 0,-4 2 0,0-1 0,6-1-37,-19 6 37,23-8 3276,-21 5-1907,5-2-1369,0 0 3276,4 4-3182,16-8 2202,-2 3-2296,5-4 0,2-1 0,1 0 0</inkml:trace>
  <inkml:trace contextRef="#ctx0" brushRef="#br0" timeOffset="16528">12305 5805 24575,'7'8'0,"1"2"0,0 4 0,-1-3 0,4 9 0,-2-6 0,-1 0 0,0 0 0,-4-9 0,2 3 0,-17-29 0,9 17 0,-8-13 0,-1 0-1583,6 11 1583,-5-5 0,4 5 0,2 1 0,0-2 0,2 3 0,2 5 0,-8 4 0,3 0 0,-24 15 0,13-11 791,-6 4 1,-3 2-792,8-5 0,0 0 0,-3 2 0,2 0 0,-5 2 0,15-7 0,20-7 0,9-2 0,3 0 0,-3 0 0,2-1 0,1-1 0,2-1 0,-2 1 0,-4 0 0,-2 0 0,12-6 0,-20 7 0,-13 0 0,0 1 0,1 1 0</inkml:trace>
  <inkml:trace contextRef="#ctx0" brushRef="#br0" timeOffset="25479">13641 6509 24575,'-16'22'0,"9"-14"0,-9 16-1639,6-5 1,1-1-1639,1-2 2302,-2 6 1,1-1 974,8-12 1719,3 3-1719,10 0 0,17-5 0,-4-1-1639,4-7 1,-1-1 378,-8 1 1260,16-6 0,0 1 0,-22 4 0,7-1 0,2-2 0,7-3 0,-9 0-1517,8 0 0,-1 0 1517,-10 0 1092,6 1 0,0 1-1092,-10 1 3276,18-5-3066,-17 6 0,-2 0 0,-8 3 0</inkml:trace>
  <inkml:trace contextRef="#ctx0" brushRef="#br0" timeOffset="30574">11708 8461 24575,'0'0'0</inkml:trace>
  <inkml:trace contextRef="#ctx0" brushRef="#br0" timeOffset="36880">2729 8988 24575,'0'0'0</inkml:trace>
  <inkml:trace contextRef="#ctx0" brushRef="#br0" timeOffset="37832">3517 9185 24575,'18'-5'0,"1"2"0,12 0 0,2 0 0,-13 3 0,1-1-869,12-1 1,1 0 868,-1 1 0,-4 0 562,-2 1-562,-2 0 0,4-1 0,-1 1 0,1 0 0,-2 0-315,2 0 1,2 0 314,3 0 0,4 0 0,-6 0-2224,3 0 2224,-7 0 0,8 0 0,5 0 0,1 0 0,-2 0-547,-8-1 1,0 1 0,0-1 0,0 1 0,0-1 0,0 1 267,-1 0 0,0 0 0,0 0 0,0 0 0,1 0 0,1-1 279,3 1 0,3 0 0,2-1 0,0 1 0,-3-1 0,-3 1 0,-5 0-1093,0 0 1,-6 0 0,2 0 958,3 0 1,2 0 0,-1 0 0,-6 0 510,9 0-377,-21 0 1091,-2 0-1091,6 0 0,-9 0 0,1 0 0</inkml:trace>
  <inkml:trace contextRef="#ctx0" brushRef="#br0" timeOffset="39069">9003 8874 24575,'-11'13'0,"7"-4"0,-15 11 0,1-1 0,3-4 0,0-1 0,1-1 0,7-8 0,-12 10 0,-4 1 0,-10 0 0,13-3 0,0-1-1639,-8 1 1,2-2-1639,11-2 2337,-14 5 1,1-1 939,15-5 0,-14 4 0,1 0 0,14-6-1639,-11 4 1,0 0 924,13-5 133,-15 5 1,0 0 580,11-5 1397,-15 1 0,-2 0-1397,8-2 663,-1-1 1,-1 0-664,4-2 0,1 0 3276,-4 1-2186,-1-1 0,2-1 1683,14 1-2773,-28-1 0,29 0 1235,-17 0-1235,18 0 0,-5-1 0,8-1 0,0 0 0,4 1 0</inkml:trace>
  <inkml:trace contextRef="#ctx0" brushRef="#br0" timeOffset="40388">8098 9205 24575,'5'3'0,"2"7"0,-5-5 0,4 16 0,-4-15 0,2 17 0,-3-16 0,1 12 0,0-10 0,-7-7 0,-1-11 0,-3-3 0,-3-14 0,5 4 0,-2-4 0,4 7 0,2 8 0,3 8 0,21 9-1639,-2 1 1,0 0-1639,16 3 1638,-2 2 1,-2-2 965,-14-6 562,6 2 0,-2 1 111,-13-5 0,3 2 0,-24 2 0,-18 9 0,6-4 0,0 1 0,1 0 0,11-4 1638,-6 2 0,2-1-83,6-2 1721,-2 1-1115,14-5-1703,3-3-458,8-2 0,-8 2 0,6-4 0,-7 0 0,1-1 0,-3 1 0,-5-1 0,1 0 0,-3 2 0,0-6 0,1 5-3277,-8-11 0,8 9 3047,-9-10 230,10 12 0,2-5 0,8 5 0,0 0 0,4 4 3276,-8 2-2457,5 11 0,-4-8 0,2 5 0</inkml:trace>
  <inkml:trace contextRef="#ctx0" brushRef="#br0" timeOffset="45299">3108 10071 24575,'9'0'0,"-1"0"0,15-2 0,3 0 0,-4 1 0,6-2 0,4 0-1639,-5 2 1,-2 0-1639,6 0 2184,2 0 1,8 0 0,-9 1 1790,-8 0-698,3 0 0,9 0 0,1-1 0,-7 1 666,5 0-666,-8-1 0,7 1 0,3 0 0,-2-1 0,-7 1 0,-6 0 0,1 0 0,6 0 0,9 1 0,3-1 0,-1 0 0,-5 1 0,2 0 0,-3-1 0,1 1 0,-7 0 0,0-1 0,1 1 0,2 0 0,0-1 0,3 1 0,1 1 0,-2-1 0,-2 0 0,3-1 0,-3 1 0,2 0-358,-4 0 1,0 0 0,1 0 0,2-1 357,0 1 0,3-1 0,0 0 0,0 1 0,-3-1 0,-1 0 0,-3 0 0,0 0 0,1 0 0,-1 0 0,1 0 0,1 0 0,0 0 0,3-1 0,2 1 0,1-1 0,-4 0 0,-7 1 43,6-1-43,-1 1 0,9-1 0,1 0 0,-5 0 0,3 0 0,-3 0 0,-8 0 0,0 1 0,0 0 0,2-1 0,0-1 0,-7 1 1008,-4-1-1008,2 0 0,1-1-2803,1 0 2803,-2 0 0,-1 0 0,-1 2 0,-10 0-335,14-1 0,2 0 335,-11 1-1352,17-2 0,1 0 1352,-16 2 0,19-3 0,-1 1 0,-23 2 1352,20-2 0,1-1-1352,-17 0 997,17-2-997,-24-9 0,-7 10 3276,1-24-2015,-6 7-1261,2-2 0,-6-9 0,6 21 1638,0-6 0,0-3 0,-1-2 0,0 0-1522,2 0 0,0 0-116,-2-10 0,-1 1-1639,3 8 1,0 2-1639,-2-12 1738,-3-3 1539,6 31 0,-3-15 0,3 16 0,-1-5 0,1 5 0,0 2 0,-1-3 3276,1-6-416,-4 4-903,2-15-1957,-3 7 0,4 0 0,-1 3 0,1 4 0,-1-6 0,1-4 0,-2 5 0,4-4 0,-5 11 0,5-3 0,-3 3 0,1 3 0,-2-2 0,-11 1 0,2 2 0,-16-3 0,12 4 0,-6 0 0,0 1 0,3 1 0,-7 0 0,1 0 0,6 0-1639,-10-1 1,0 0-1639,11 1 3073,-14-1 1,-5-1 203,8 1 0,2 0 0,4 0 0,-2 0 0,-9-1 0,-5 0 0,9 1 0,8 0 0,-1 0 0,-7-1 0,-2 0 0,7 1-359,6 1 0,0 0 359,-5 0 0,-6-1 0,-2 1 0,2 0 0,-1 0 0,0 0 0,1 0-360,2 0 1,0 0-1,-1 0 360,-4-2 0,-1 1 0,6-1 0,-4 3 0,2-3 0,-5-1 0,6 1 0,1 1 0,-5 0 0,-2-1 0,2 1 0,3 1-323,12 0 1,-1 0 322,-10 0 0,-6-1 0,-3 0 0,3 1 0,1 0 0,1 0 0,1 0 0,0-1 0,1 0 0,-2 1 0,-1 0 0,-4 0 0,3 0 0,7 0 0,-4 0 0,7 0 0,-7 0 0,1 0 0,7 0 622,1 0-622,-1 0 0,-5 1 0,6-1 0,9 0-1578,-16 2 1,1-1 1577,18 0 0,-16 0 0,1 0 0,15 0-1210,-21 1 1,-1 0 1209,19-2-109,-12 3 1,-11 0 0,4 0 108,1-1 0,0 1 0,5 0 0,-1 0 0,0 0 0,0 0 0,0-1 0,3 1 1436,4 0 0,0 0-1436,-6 1 0,1 0 0,-1 1 3276,-1 2-2256,17-3 2256,-3 0-128,2-2-2060,4 2-1088,0-2 0,-4 3 0,9-4 0,-2 2 0,4-1 0,2 1 0,-1 3 0,1-3 0,1 17 0,8 9 0,-3-3 0,1-4 0,0-1 0,3 7 0,-3-4 0,-1-6 0,1 0-3277,-1 10 0,1-3 3047,0 0 230,-5-3 0,4 2 0,-2 12 0,1-8 0,-3-10 0,0 0 0,-4 0 0,2-4 3276,-2 14 0,4-8-3044,-1 4-232,1-7 0,1-11 0,0 1 0,5 5 0,-3-2 0,5 12 0,-6-16 0,2 13 0,-5-14 0,2 8 0,-1-11 0,0 4 0,-2-6 0,-5 6 0,0-5 0,-3 3 0,2-4 0,2 0 0,2 0 0</inkml:trace>
  <inkml:trace contextRef="#ctx0" brushRef="#br0" timeOffset="46334">3077 10093 24575,'-8'-9'0,"0"-2"0,2 6 0,-4-4 0,3 4 0,-1-2 0,3 3 0,4 1 0,-2 0 0,2 1 0,-2 0 0</inkml:trace>
  <inkml:trace contextRef="#ctx0" brushRef="#br0" timeOffset="48584">2458 11074 24575,'15'1'0,"3"-1"0,6 3 0,5-3 0,1-1-1265,-1 2 1265,7-2 0,-2-1 0,-16 0 0,11-2 0,2 0 0,-9 1-1639,12-2 1,-2-1-1244,-16 4 1358,8-5 0,-1-1 1524,-15 5 0,24-13 0,-15 9 0,3-3 490,-4 0-490,-11 7 0,0-1 0,-4 4 0</inkml:trace>
  <inkml:trace contextRef="#ctx0" brushRef="#br0" timeOffset="49014">2680 10811 24575,'3'35'0,"-2"-21"0,2 17 0,-1 2 0,-2-8 0,0-1 0,0 5 0,1 0-1639,-2 5 1,0 0-1,-1 0 1,1 0 60,1 5 0,0-4 4151,-2-13-2573,4 6 0,2-1 0,1-12 754,3 7 1,1 1-755,3-3 0,0 1 0,1-4 0,-9-12 3276,8 8-2688,-9-11 0,2 4 0,-4-6 0</inkml:trace>
  <inkml:trace contextRef="#ctx0" brushRef="#br0" timeOffset="49846">2996 11235 24575,'-8'-5'0,"-4"-4"0,-11 5 0,-10-6 0,10 7 0,-13-1 0,17 8 0,-1-1 0,1 8 0,8 6 0,-1 11 0,4-4 0,11 8 0,11-11 0,-1-3 0,11-1 0,-6-12 0,11-4 0,-10-1 0,7-10 0,-10 5 0,-1-3 0,-1-1 0,-10 1 0,1-1 0,-4-8 0,-1 0 0,-1 2 0,-3-3 0,9 29 0,-4-6 0,11 30 0,-1-12 0,-2 1 0,9 1 0,-3-10 0,2 1 0,5 0 0,-13-13 0,6 2 0,-11-11 0,-2-2 0,-3-2 0,-2 1 0,3 6 0,0 1 0</inkml:trace>
  <inkml:trace contextRef="#ctx0" brushRef="#br0" timeOffset="50495">3231 11128 24575,'-23'15'0,"2"7"0,21-5 0,-2 1 0,12 1 0,10-6 0,-4-2 0,1-4 0,2-2 0,16 1-3277,-10-2 1807,3-2 535,-8-2 935,-8 0 0,18 2 0,-18 4 0,6 3 0,-11 1 0,5 12 0,-6-8 0,1 3 3276,-8-3-2086,-17 0-1190,6-3 0,-4 0 0,0-2 0,6-4-1639,-13 6 1,0-1-653,12-7 2291,-22 11 0,10-10 0,1 0 0,-5-5 0,12-10 0,11-5 0,4 3 0,-2 6 0</inkml:trace>
  <inkml:trace contextRef="#ctx0" brushRef="#br0" timeOffset="51396">3679 11162 24575,'-8'-3'0,"3"3"0,-8-4 0,5 3 0,-11 3 0,-2 5 0,7-2 0,-3 5 0,1 2 0,6-4 0,-5 4 0,-1 3 0,4 10 0,-1-6 0,10 10 0,11-13 0,7 2 0,-1-6 0,11-6 0,-2-5 0,-5-1 0,13-4 0,-25 0 0,14-9 0,-16 7 0,6-20 0,-5-1 0,0 4 0,-2-14 0,-3 29 0,0-12 0,0 15 0,5 7 0,5 13 0,-1-2 0,2 4 0,0-1 0,-5-9 0,9 10 0,0 0 0,-5-8-1639,9 5 1,1 0-1639,-8-6 3047,22 7 230,-26-15 0,4 1 0,-8-24-654,-4 15 1,0-13 0,0 20 0</inkml:trace>
  <inkml:trace contextRef="#ctx0" brushRef="#br0" timeOffset="52298">4091 11104 24575,'-5'-7'0,"-5"1"0,0 0 0,1 2-3277,-9 0 0,12 2 210,-12 2 3067,13 0 0,-14 0 0,14 0 0,-14 7 0,16-4 0,-7 6 1867,-6 8-1867,0 4 0,4-3 0,0 0 0,-1 8 0,9 6 0,11-10 0,10 3 0,-4-9 3276,20-6-249,-8-13-3027,0 3 1451,5-7-1451,-15 4 0,0-1 0,-4-4 0,-8-5 0,-1-17 0,-1 6 0,0-1 0,-2-1 0,0 4 0,0 0-3277,0-14 1631,-3 1 1646,-2 13 0,-3-4 0,-2-7 0,4 9 0,3 5 0,4 3 0,6 2 0,-4 2 3276,10 22-1629,0 17-1647,-2-6 0,-3 12 0,0-1-3277,-4-18 2618,0 6 0,-1 3 659,1 8 0,-3-12 0,0 1 0,2 4 0,0 0 0,0 7 0,3-10 0,1-19 0,-5 9 0,2-9 0,-4 2 0,1-2 0</inkml:trace>
  <inkml:trace contextRef="#ctx0" brushRef="#br0" timeOffset="52966">4267 11129 24575,'-7'7'0,"4"-4"0,0 9 0,3-7 0,0 11 0,4 4 0,-1-1 0,7 7 0,-5-17 0,12 13 0,-8-15 0,13 11 0,-13-14-3277,16 8 0,-17-10 3047,15 4 230,-12-8 0,2 2 0,0-11 0,0-13 0,-2 4-1639,2-2 1,-1 1 378,-7 8 2898,6-7 0,-2-1-377,-8 3-1261,6-8 0,-12 5 0,-15 8 0,4 2-1639,-6 5 1,0 3 378,7 0 2898,-10 1 0,-1 2-377,10 2-1261,-11 1 0,22 6 0,8-2 0,4 11 0,-1-11 0,11 16 0,-12-19-1447,24 18 1447,-20-18-261,21 9 1,-25-12 0,6 1 0</inkml:trace>
  <inkml:trace contextRef="#ctx0" brushRef="#br0" timeOffset="53514">4592 11121 24575,'18'27'0,"-9"-12"-3277,13 13 0,-18-22 1071,15 18 2206,-12-19 1755,8 15-1755,-6-11 0,0 4 0,-4-10 0,-4-17 0,1 6 0,-2-12-1643,4-3 1643,-3 12-1639,1-12 1,0 0 996,0 15 642,-1-16 0,2 18 0,-3 2 3276,6-2-2633,5 3 1221,-3 3-1864,21-4 3276,-22 3 0,28-5-3044,-28 6-232,11-3 0,-15 4 0,1 0 0,-3 0 0</inkml:trace>
  <inkml:trace contextRef="#ctx0" brushRef="#br0" timeOffset="54117">5076 11221 24575,'31'-3'0,"-10"-1"0,14 1 0,-25 2 0,21-1 0,-20 2 0,16 0 0,-17 0 0,14-1 0,-5-5 0,2 3-141,-1-7 0,-15 9 0,-1-3 0</inkml:trace>
  <inkml:trace contextRef="#ctx0" brushRef="#br0" timeOffset="55212">5496 10769 24575,'7'14'0,"-1"-8"0,4 20 0,-5-17 0,8 25 0,-1 2 0,-4-2 0,-1-7 0,0 3 0,-2-4 0,-1 2 0,1-4 0,0 2 0,0-2 0,0 3 0,-1-1 0,2 5 0,-1-4 0,-4-15 0,9 11 0,-9-19 0,9-2 0,-7-1 0,1-21 0,-3 15 0,-2-13 0</inkml:trace>
  <inkml:trace contextRef="#ctx0" brushRef="#br0" timeOffset="56097">5611 10842 24575,'12'7'0,"12"13"-3277,-1 0 0,0-1 0,2 5 3111,-15-20 1558,14 15-1392,-15-15 0,11 7 0,-2-7 0,-1 2 0,7-4 0,-16-2 3276,15-10-670,-8-3-2606,1 0 0,0-14 0,-12 18 0,4-26 0,-7 25 1866,2-16-1866,-3 11 0,-1 4 857,-1-3-857,0 9 0,6 7 0,3 6 0,1 10 0,1 1 0,0 6 0,-2 7 0,-1 0 0,-4-6 0,0 7 0,1 2 0,0-13 0,-1-1 0,0 0 0,1 0 0,1 0 0,1-2 0,4 0 0,4 11 0,-3-12 0,3 3 0,-11-14 0,4 0 0,-6-8 0,0-9 0,1 3-820,4-17 1,-3 16 0,2-6 0</inkml:trace>
  <inkml:trace contextRef="#ctx0" brushRef="#br0" timeOffset="56631">6203 10885 24575,'7'17'0,"0"1"0,3 4-3277,0 14 0,-6-25 1638,0 12 1,-1 1-1639,-1-11 3258,1 12 1,-1 0 18,-1-13-467,1 8 1,0 0 466,-1-8 2905,1 19-2905,0-22 3276,3 10-1942,2-8 1942,7-2-3091,-1-4-185,23-12 0,-19 1 0,3-1 0,-2-1 0,-7 1 2534,3-5-2534,-10 15 0,7 8 0,-8 0 0,19 7 0,-17-16 0,9 2 0</inkml:trace>
  <inkml:trace contextRef="#ctx0" brushRef="#br0" timeOffset="57729">6735 11034 24575,'5'0'0,"0"0"0,17 2 0,8 1 0,-1-1 0,-1 1 0,-1 1 0,-10-3 0,13 3 0,0 1 0,-14-4 0,17 4 0,1 0 0,-11-4 0,12 3 0,-1-1 0,-12-3 0,4 2 0,-2-1 0,-14 0 0,14 0 0,-23-1 0,1 0 0,-3 0 0</inkml:trace>
  <inkml:trace contextRef="#ctx0" brushRef="#br0" timeOffset="59215">7198 11006 24575,'3'15'0,"0"-2"0,-2 11 0,1 9 0,-4-12 0,0 2 0,0-1 0,-1-8-3277,-1 22 0,4-28 3047,3 16 230,2-17 0,0 4 0,1-6 0,-3-6 0,1-6 3276,0 0 0,-1-10-3044,-2-4-232,-2 4 0,-5-19 0,-2 7 0,1 3 0,-2-5 0,8 26 0,-1-14 0,2 15 0,0-5 0,2 4 0,0 3 0,11-2 0,17 12 0,-8-6 0,-1 6 0,-1 1 0,-7-2 0,10 12 0,-12-4 0,2 5 0,-8-8 0,2 2 0,-6-10 0,0 12 0,-5-8-3277,-11 12 0,5-12 2470,-22 11 807,21-12 0,-14 6 0,16-10 0,3 2 0,13 0 0,26-7 0,-15 4 0,16-9 0,-32 5 0,0 1 0</inkml:trace>
  <inkml:trace contextRef="#ctx0" brushRef="#br0" timeOffset="61667">7736 10030 24575,'16'26'0,"1"5"0,-4 1 0,-5-8 0,-1-1 0,3 8 0,-4-10 0,-1-1 0,-1-7 0,2 6 0,0-9 0,-4-5 0,0-2 0,-3-1 0,-1-1 0</inkml:trace>
  <inkml:trace contextRef="#ctx0" brushRef="#br0" timeOffset="63118">7740 10010 24575,'8'2'0,"14"-4"0,-12 2 0,23-5 0,0 5 0,-7-1 0,5 1 0,1 0 0,-13-1 0,0 0 0,5 1 0,0 0 0,2-3 0,-1 0 0,-1 1 0,0 0 0,11-3 0,2 1 0,-1 0 0,-7 3 0,-5-2 0,4 0 0,1 0-1093,-2 2 1,0 1 0,0-1-547,8 0 1,2-1 1580,-8 1 1,3 1-1,0 0 1,-2 0-1036,2 0 1,-2 0 0,-1 0 672,-2 0 0,-2 0 0,3 0-339,3 0 1,4 0-1,-2 0 1,-8 0 758,6 0-508,1 0 1,10 0 0,0-1 0,-9 1 507,2-1 0,-8 0 0,8 0 0,3 0 0,-2 0 0,-6 0 0,-1 0 0,2 1 77,-6-1 1,5 0 0,4 0 0,1 0 0,2 0 0,-2 0 0,-2 0-78,1 1 0,-1 0 0,0 0 0,-1 0 0,0 0 0,0 0 0,4-1 0,0 1 0,0-1 0,-1 0 0,0 1 0,3 0 0,-1 0 0,0 0 0,-1 0 0,-3 0 0,-1 0 0,-1 0 0,-3 0 707,1 0 1,2 0-708,-5 0 0,6 0 0,4 0 0,1 0 0,1 0 0,-3 0 0,-4 0 0,2 0 0,-3 0 0,-1 0 0,2 0 0,1 0 0,1 0 0,1 0 0,0 0 0,-1 0 0,3 0 0,1 0 0,-2 0 0,0 0 0,-4 0 0,-1 0 0,0 0 0,-3 0 0,2 0 0,-2 0 0,0 0 0,4-1 0,1 1 0,-1-2 0,-6 1 0,0-1 0,2 0 167,4 0 1,2 0 0,3 0-1,0 0-167,0 1 0,1-1 0,1 0 0,0 1 0,-2 0 0,2-1 0,-1 1 0,-1 0 0,2 0 0,-3 0 0,3 1 0,0-1 0,-4 0 0,-6 1 0,-4 0 0,0 0 0,8-1 0,6 0 0,3-1 0,-5 0 0,-3 0 0,-3-1 0,1 0 0,-1 0 0,1 0 0,2 0 0,-4 0 0,5 0 0,0-1 0,-3 1 0,-8 0 516,10-2-516,-7 3 0,9-2 0,3 1 0,-4 0 0,-7 1 0,7-1 0,-8 0 0,9 0 0,2-1 0,-3 1 0,-8 0 0,6-2 0,0 1 0,10 0 0,0 1 0,-12 0 0,-6 0 0,2 1 0,6 0 0,-4-1 0,-7 1 0,-1 0 682,2-1 0,1 0-682,7 0 0,-2-1 0,6 1 1638,-13 0 0,1 0-1145,2-2 1,-1 1 333,11 0-827,-8 1 0,5 0 0,-7 0 3276,-4 3-2184,7-2 0,8 0 0,-3 1-976,-9 1 0,-1-1-116,8 1 0,-1-1 0,2-1 0,-26 2 0,-4 0-820,-13 6 1,7-4 0,-5 4 0</inkml:trace>
  <inkml:trace contextRef="#ctx0" brushRef="#br0" timeOffset="64901">8001 10413 24575,'7'0'0,"3"-1"0,10-4 0,-6 3-1639,10-1 1,-1 1-1639,-9 1 1638,20 1 1,1 0-34,-18-2 1672,13 2 0,1 0 0,-12 2 326,11-1 1,1 1-327,-1 1 0,5 0 0,0-1 0,-17 1 0,1-1 0,14-1 0,5 0 0,-4-1 0,-12 2 0,2-1 0,6 0 0,6 0 0,4-1 0,-1 1 0,-7 0-958,5-1 0,1 0 958,-9 1 0,5 0 0,3-1 0,0 1 0,-3 0 0,-5-1 0,6 0 0,0 0 0,-3 0 0,6 1 0,1 0 0,-3 0 0,-8-1 0,-8 0 0,0 1 0,16 1 0,6 1 0,-9-1 0,-6 1 0,5 2 0,2 0 0,-2-1 0,-1-2 0,7 1 0,-2 0 0,-8-3 0,0 0 0,-1 0 0,0 1 0,0 0 0,4 0 0,0-1 0,6 1 0,2-2 0,0 1 0,-4 0 0,-8 0 315,-3 0 0,1 0-315,3 0 0,8 0 0,6 0 0,1 0 0,-2 0 0,-5 0 0,-9 0 0,-4 0 0,-1 0 0,11 0 0,10 0 0,-2 0 0,-10 1 1214,-3-1-1214,2 1 0,6 1 0,-7 1 0,-3-1-526,2 2 0,7 0 0,-7-1 526,-5-1 0,2 0 0,8-1 0,3 0 0,-4 0 0,-1-1 0,-1 0 0,1 0 0,-2 0 0,2 0 0,1 0 0,0 0 28,4 0 0,1 0 0,0 0 1,0 0-29,-5 1 0,1-1 0,-1 1 0,-1 0 0,6 0 0,-2 0 0,2 0 0,-1 0 0,3 0 0,-3 0 0,-7 0 0,5 0 0,-10 0 0,6 0 0,1 0 0,-2-1 0,-2 0 0,-2 1 0,1-1 0,2 0 0,1 1 0,0-1 0,3-1 0,0-1 0,-7 0 0,-5 0 0,14-2 0,-1 0 0,-13 2 0,13-2 0,4 0 0,-5 0 0,-1 0 1638,-4 1 0,1 0-1564,3-1 0,2 1 0,-4 0-74,3 0 0,-1 1 0,8-1 0,-3 1 0,-10 0 0,-1 0 0,1 1 1092,3 0 0,0 0 0,2 0-654,7 0 1,1 0 0,-7 0-439,-13 1 0,0 0 0,10-1 0,4 0 0,-8 0 2132,-11 1-2132,13-2 0,-2-1 0,-16 0 0,8 1 0,4 1 0,2-2 0,-1 0 0,13 1 0,1-1 0,1 2 0,-16 0 0,-2 1-1639,2 0 1,-1-1 1551,6-1 1148,-16 2-1061,-1-1 0,19 1 0,-7-2 0,1 0 0,11 0 0,-2-2 0,0-1 0,-12 0 0,0 0 0,6-2 0,0 0 0,8-3 1638,-16 2 0,0 0-1042,2-1 0,-1 0-596,11-7 0,-4 4 0,-3-1 0,-11 4 0,19-9 0,-26 13 0,12-13 0,-14 12 0,6-16 0,-3 0 0,-1 3 0,4-11 0,-7-1 0,3 11 0,-5-4 0,-2 1 0,0 12 0,-2-8 0,0-3 0,1-11 0,-2 1 0,5 10 0,1 0 0,0-9 0,0 6 0,-3 0 0,1 21 0,-8-2 0,5 4 0,-6 2 0,8 0 0,-1 0 0</inkml:trace>
  <inkml:trace contextRef="#ctx0" brushRef="#br0" timeOffset="65931">13926 10060 24575,'23'-3'0,"0"0"0,-1 1 0,-8 1 0,16 2 0,-13 5 0,4-2 0,0 9 0,0 0 0,-5-3 0,2 2 0,-1 0 0,-8-6 0,9 8 0,-1 0-3277,-12-8 1896,11 8 760,-7-1 621,-4-8-3277,9 22 1519,-11-19-1519,11 26 3186,-12-27 2093,9 15-2002,2 8-1338,-2-9 1,1 1 1337,-3-3 0,0 0 0,0-1 0,0 1 3034,7 15-3034,-4-1 1638,-4-13 0,0-1-1008,-2 1 1,-2-3-1512,-2-10 881,1 9 0,-3 1 0,0-11 0,-7 25 0,5-25 3276,-13 18-505,12-19-2771,-17 15 0,-4-3 0,6-2 0,-6 0 0,2-1 1297,12-9-1297,-18 10 0,-1 1 321,17-11-321,-19 9 0,-1 1 0,8-8 0,2 2 0,-4 2 0,4-2 0,-2 0 0,-2 2 0,-5 1 0,6-3-3277,7-3 1948,-7 3 1,-6 1 1328,0-2 0,-2-1-431,5-1 1,-1 1 0,-2 0 430,0 0 0,-1 0 0,-1 0 0,3 0 0,-1-1 0,2 0 0,-1-1 0,-1 1 0,-1-1 0,4 0-1639,5-2 1,1 0 1081,-1 0 0,1-1 557,-9 4 0,26-5 819,-3 1 0,6 0 0,0-2 0</inkml:trace>
  <inkml:trace contextRef="#ctx0" brushRef="#br0" timeOffset="67054">13355 10952 24575,'6'19'0,"1"0"0,1 6 0,-3-6 0,0 1 0,3 12-3277,-3-7 913,2 0 766,0-5 1598,-2-10-1006,10 20 1006,-10-25 0,4 8 0,-6-12 0,-9-2 0,-3-11 0,0 5 3276,-2-7-3208,-2-6-2992,-8-7 2924,3 2 0,3 5 0,3 3 0,7 10 1027,-11-17-1027,13 19 0,-4-9 0,4 3 0,1 2 0,-2-7 0,3 6 3276,1 0 0,0 6-3051,2 19-225,-2-6 0,-2 18 0,2-22 21,-4 12-21,3-11 0,-4 1 0,3-4 0,-9 0 0,-2 6-1501,4-4 1501,-4 5-708,3 0 708,3-4 0,-13 12 0,16-11-87,-14 14 87,13-14 0,-12 16 0,3-7 1438,0 6-1438,3-3 761,5-3-761,4-6 97,1 1-97,8-6 0,14 0 0,2-4 0,1-1 0,11 2-1639,-5-3 1,-4 0-1639,-12 1 0,14 1 1787,-21 0 1490,12 4 0,-7-4 0,3 3 0,-5-4 3276,-5-2-2015,1 0 2015,-3-2 0,7 0-3218,-6 2 0,2-1 0,-4 2 0</inkml:trace>
  <inkml:trace contextRef="#ctx0" brushRef="#br0" timeOffset="67716">9289 12052 24575,'3'30'0,"-1"-9"0,0 3 0,2 4 0,0 1 0,1-1-1639,-3-5 1,0-1-1,2 2 1,2 0 711,0-5 0,1 0 927,4 1 0,0 0-1430,-2 2 1,-1-1 1429,10 7-732,-5-14 732,-5-7 3276,17 15-2427,-14-11-849,1 0 0,-10-5 0,-2-4 0,-1-2 0</inkml:trace>
  <inkml:trace contextRef="#ctx0" brushRef="#br0" timeOffset="68200">9545 11963 24575,'11'3'0,"7"7"0,-5 13 0,-1-6 0,-4 2 0,-2-1 0,-5-4 0,5 8 0,-6-11 0,-5-8 0,-1 1 0,-1-2 0,-5 3 0,9-3 0,-2 0 0</inkml:trace>
  <inkml:trace contextRef="#ctx0" brushRef="#br0" timeOffset="68783">9225 11995 24575,'12'0'0,"10"0"0,-15 0 0,16-3 0,2 0 0,-12 2 0,9-2 0,8-1 0,-6 0 0,1 0-1639,10 0 1,-2 1-1639,-14 0 3047,10 3 230,-23 6 0,5 12 0,-1 9 0,1 0 0,-5 6 0,-4-10 3276,-3-5-2059,0-2-1780,-2-3 563,1-8-146,-12 20 146,4-17-1093,-11 1 1,-7 3 0,4-3-1421,2-3 1550,-6 0 1,-6 1-1,8-2 963,15-3-651,-12 1 1,0 0 650,14-1 62,-13 1-62,18-3 0,0 0 0,1 0 0</inkml:trace>
  <inkml:trace contextRef="#ctx0" brushRef="#br0" timeOffset="69451">9634 12222 24575,'4'3'0,"4"10"0,1 5 0,-2-1 0,7 8 0,-9-18 0,9 16 0,-10-17-3277,12 17 0,-13-16 3047,8 4 230,-11-9 0,2-6 0,-2-7 0,0-10 0,2 5 0,-1-13 0,1 20-3277,5-14 2017,-3 18 4536,8-7-2015,-4 12-1261,6 2 0,-6 0 0,2 5 0,2 2 0,-5-4-3277,20 10 2017,-19-12 2787,25 4-1527,-25-7 0,8 0 0,-13 0 0</inkml:trace>
  <inkml:trace contextRef="#ctx0" brushRef="#br0" timeOffset="70084">10123 12252 24575,'12'0'0,"9"0"0,8-6 0,-5 3 0,0-7 0,-20 5 0,3-2 0,-10 0 0,1 5 0,-8-8 0,-4 0 0,-2-1 0,-9-3 0,0 5-3277,-6 3 0,9 1 0,-8 12 1787,24-5 1220,-24 17 270,21-10-1472,-4 6 0,1 0 1472,5-4 190,-7 17-190,13-22 3039,-2 13-3039,12-3 0,5 7 0,2-7-2852,12 4 2852,-18-17 0,13 4 0,1-1 0,-14-5 2837,27 3-2837,0-6-3034,-1-5 3034,-15 6 0,-1-1 2709,14-12-2709,-27 8 3276,4-9-3001,-9 5 0,-3 2 0,0 3 0</inkml:trace>
  <inkml:trace contextRef="#ctx0" brushRef="#br0" timeOffset="70453">10409 12222 24575,'-12'24'0,"6"1"0,20-11 0,-6-3-3277,24 7 0,-24-13 0,14 2 3642,0-6-365,-6-1 923,6-2 1,2-2-924,3-3 0,2 0 0,-16 0 0,-4 2 3276,-5 1-2503,7-6 1,-9 7 0,1-2 0</inkml:trace>
  <inkml:trace contextRef="#ctx0" brushRef="#br0" timeOffset="70686">10787 12222 24575,'11'22'0,"-6"-6"0,1-8 0,-5-6 0,-9-5 0,6-1 0,-18-9 0,16 8 0,-7-3 0</inkml:trace>
  <inkml:trace contextRef="#ctx0" brushRef="#br0" timeOffset="70869">10660 12002 24575,'12'0'0,"4"0"0,-6 3 0,8 4 0,-9-1-820,6 10 1,-13-13 0,3 5 0</inkml:trace>
  <inkml:trace contextRef="#ctx0" brushRef="#br0" timeOffset="71301">10908 12160 24575,'4'13'0,"4"5"0,-2-8 0,2 2 0,6-5 0,9 1-3078,-7-4 3078,6 1-859,-6-5 859,-7 0 0,18-3 0,-9-8 0,0 4 0,8-18 0,-19 21 0,11-21 0,-21 9-3277,-9-11 3030,1 12 174,-9 5 1,0 4 72,6 4 0,-8-1 0,-1 1 0,8 2 0,-6 4 0,-1 2 0,9-1-656,-5 5 1,1-1-1,8-6 1,-3 5 0</inkml:trace>
  <inkml:trace contextRef="#ctx0" brushRef="#br0" timeOffset="72419">11690 12108 24575,'30'0'0,"0"0"0,-5-3 0,-5-2 0,1 1 0,14-2 0,-1-2 0,-9 4 0,-14 4 0,3-2 0,-8 2 0,-3 0 0</inkml:trace>
  <inkml:trace contextRef="#ctx0" brushRef="#br0" timeOffset="73306">12498 11919 24575,'-6'3'0,"2"9"0,2-4 0,8 16 0,4-13 0,2 3 0,4-5 0,-9-6 0,2 0 0,0 3-3277,0 10 0,-1-7 2324,1 23 953,-7-19-1639,1 6 1,-1 1 618,0-7 1020,-1 12 0,-1-13 0,-3 7 0,1-5 3276,-11 4-2255,-9-9-1021,1 3 361,0-7 1,-2 0-362,4-1 0,0 1 3276,-12-2-1638,6 1 0,10-2-1406,21-6-232,-7 3 0,16-4 0,9 0 0,-1 3-1639,12-1 1,0 1-1639,-13 2 2792,2 0 0,5 0 0,-6 0 485,-5 0-267,5 1 1,-1 0 266,-11 0 0,8 2 0,-2-3 0,-7-2 0,1-6 0,-11 1 0,0-2 0,0 6 0</inkml:trace>
  <inkml:trace contextRef="#ctx0" brushRef="#br0" timeOffset="73839">12776 12022 24575,'0'6'0,"0"8"0,0-7 0,0 10 0,0-2 0,4 1 0,0 8 0,2-12 0,4 8 0,-4-12 0,10 9 0,7-3 0,-9-5 0,3-1 0,2-2-3277,5-5 0,-1 3 2023,10-11 1254,-25 3-144,14-17 144,-12 10 0,-1-5 0,-1-3 0,3-13 0,-7 9 0,-2 0 0,0-5 0,-9 9 0,-2 2 0,-2 6 0,-15-12 0,10 15 0,-5 1 0,0 2 0,7 2 506,-10-2 0,-2 3-506,8 5 0,-8-2 156,12 11-156,14-8 0,-4 9 0,3-9 0,5 12 0,-2-12 0,3 5 0</inkml:trace>
  <inkml:trace contextRef="#ctx0" brushRef="#br0" timeOffset="74237">13596 11859 24575,'-6'9'0,"-2"4"-3277,-12 14 0,11-12 1638,-11 13 1,0-1-1639,10-14 4158,-6 8 1,-2 2-882,2-3 0,4-3-1513,0 2 0,2-2 1513,3-7 3026,-9 17-3026,11-20 0,-3 1 3276,-8-4-2964,5-8 0,-4 1 1,8-1-1</inkml:trace>
  <inkml:trace contextRef="#ctx0" brushRef="#br0" timeOffset="74445">13208 11895 24575,'6'0'0,"3"4"0,-3-3 0,5 9 0,-5-7 0,15 23 0,-13-18 0,10 13 0,0 0 0,-11-15 0,13 15 0</inkml:trace>
  <inkml:trace contextRef="#ctx0" brushRef="#br0" timeOffset="74649">13503 12025 24575,'15'1'0,"-5"0"0,0 2 0,-8-5 0,1 2 0,-3-4 0,0 0 0,0 1 0,0 1 0</inkml:trace>
  <inkml:trace contextRef="#ctx0" brushRef="#br0" timeOffset="75022">13552 12164 24575,'-3'2'0,"0"-1"0</inkml:trace>
  <inkml:trace contextRef="#ctx0" brushRef="#br0" timeOffset="79249">13651 11912 24575,'-13'11'0,"1"1"0,-4 1 0,-1 1 0,-4 5-1639,-8 4 1,0-1-1639,10-7 2184,-2 0 1,-5 3 0,5-3-1471,1-4 2463,-5 5 1,2 0 99,12-8 0,-6 6 0,13-6 0,-2 1 819,3 1 0,3-8 0,0 2 0</inkml:trace>
  <inkml:trace contextRef="#ctx0" brushRef="#br0" timeOffset="79499">13557 12221 24575,'7'13'0,"-3"-11"0,-1-3 0,-4-4 0,0-1 0</inkml:trace>
  <inkml:trace contextRef="#ctx0" brushRef="#br0" timeOffset="79696">13296 12028 24575,'0'0'0</inkml:trace>
  <inkml:trace contextRef="#ctx0" brushRef="#br0" timeOffset="83597">8752 11861 24575,'17'20'0,"-1"0"0,1 3 0,-5 0 0,3 6 0,0 0 0,-3-5-2299,3 10 2299,-5-9 0,2 7 0,0 3 0,0-2 0,-3-7 0,-1-5 0,0 1 0,1 4 0,3 9 0,0 4 0,1 0 0,-1-4 0,-3-7-1639,0-2 1,1-1 1447,-1 2 0,1 7 0,1 2 0,0-3 0,-1-7 191,1-3 0,1-2 0,0 10 0,2 1 473,4-3 0,0-3-473,-6-9 0,0-3 0,9 10 0,-13-17 0,-11-12 0,1 3 0,-2-3 0</inkml:trace>
  <inkml:trace contextRef="#ctx0" brushRef="#br0" timeOffset="84786">9104 11678 24575,'23'-4'0,"5"0"0,1 0-3277,-5 0 3245,0 2 0,8 0 0,6 1 0,3 1 1,-2-1-438,-6 1 1,1 1 0,1 0 0,0 0 0,1 0 0,0 0 0,-2 0-61,3 0 1,-2 0 0,1 0-1,0 1 1,2-1 0,4 0 355,-11 0 1,4 1-1,2-1 1,2 0 0,1 1-1,0-1 1,1 1-1,-1-1 1,-1 1 0,-3-1-1,-2 1 1,-3-1-1,-4 1 173,9 0 0,-9 0 0,1 0 0,9 0-173,-12-1 0,5 0 0,3 0 0,3 0 0,3 1 0,2-1 0,0 0 0,2 0 0,-1 0 0,0 0 0,-2-1 0,-1 1 1,-3 0-1,-3 0 0,-4-1 0,-3 1 173,10-1 0,-8 0 0,-1 0 0,7 0-150,-5 1 1,3-1 0,3 0 0,2 1 0,1-1 0,1 1 0,1-1 0,0 0-1,-1 1 1,-2-1 149,1 0 0,0 0 0,1 0 0,0 0 0,-1 0 0,1 0 0,-2 0 0,-1 0 0,-1 0 0,-2 0 0,4 0 0,-4 0 0,-2 0 0,1 0 0,4 0 0,5 0 0,-13 0 0,2 0 0,2 0 0,3 1 0,1-1 0,1 0 0,2 0 0,0 1 0,1-1 0,1 0 0,0 0 0,-1 1 0,0-1 0,0 0 0,-1 0 0,-2 0 0,-1 0 0,-1 0 0,3 0 0,0 0 0,-1 0 0,-1 0 0,-1 0 0,0-1 0,0 1 0,0 0 0,0 0 0,-1-1 0,1 1 0,0 0 0,1 0 0,0 0 0,0 0 0,-1 0 0,1 0 0,-1 0 0,1 0 0,-1 0 0,1 0 0,1 0 0,-1 0 0,2 0 0,0-1 0,1 1 0,-4-1 0,1 1 0,0-1 0,1 1 0,1-1 0,0 0 0,1 0 0,0 0 0,0 0 0,0 0 0,-1 0 0,1 0 0,-1 0 0,0 0 0,-1-1 0,-1 1 0,0-1 0,-2 1 0,5-1 0,-1-1 0,-2 1 0,0 0 0,0-1 0,-1 0 0,-1 1 0,1-1 0,0 0 0,1 0 0,0 0 0,0 0 0,2 0 0,-4 1 0,1-1 0,0 0 0,2 0 0,-1 1 0,1-1 0,1 0 0,-1 0 0,0 0 0,0 0 0,0 0 0,-1 0 0,-1 0 0,0 0 0,-1 0 0,-1 1 0,-2-1 0,8-1 0,-1 1 0,-1 0 0,-1 0 0,-1-1 0,0 1 0,-2 0 0,0-1 0,0 0 0,-1 1 0,7-3 0,2 0 0,0 0 0,-3 0 0,-3 0 0,-7 2 0,-7 1 0,1 1 1014,8-2 1,1-1-1015,-9 3 0,-3 1 3034,10 1-3034,2 12 0,-20-6 0,-21 13 0,-11 3 0,1 0 0,-1 0 1638,4-5 0,-1 3-1488,-5 3 1,-5 6 0,1-1-1,5-7 3126,-2 2-2902,6-3 1,-5 7-1,-2 2 1,1 1-1,4-4-1467,3 0 1,3-2 0,-1 0 176,-4 2 1,0 0-1,1 1 916,0 9 0,2 2 0,5-10 0,5-12 0,-1 9 0,0 7 0,2-7 0,2-8-1639,-3 11 1,-1-2 1298,4-16-2079,-18 19 2419,13-25 3030,-10 9-3030,-12-5 0,-4-1 0,16-3 0,-2 1-434,-4 0 1,-8 1 0,-5 1 0,-2 0 0,0 0 0,2-1 433,5 0 0,-1-1 0,1 0 0,-1-1 0,0 1 0,-1 0 0,0 0 0,1 1 0,0-1 0,-1 0 0,0 1 0,0-1 0,-1 1 0,-2-1 0,0 0 0,5 0 0,-3 0 0,-1-1 0,-1 1 0,0 0 0,-1-1 0,1 1 0,0 0 0,2-1 0,2 0 0,1 0 0,4 0 0,-9 1 0,6-1 0,2 1 0,-3-1 0,-5 1 0,9-2 0,-5 1 0,-2 0 0,-3 0 0,-1 0 0,-2 0 0,1 1 0,1-1 0,1 0 0,2 0 0,4-1 0,3 0 0,5 0 120,-8 2 0,8-2 0,-9 1-120,9-2 0,-4 1 0,-5-1 0,-3 1 0,-2 0 0,-3 0 0,0-1 0,0 1 0,0 0 0,1-1 0,3 0 0,2 1 0,4-2 0,5 1-573,-10 0 1,8-1 0,0 0 0,-9 0 572,13-1 0,-4 1 0,-2 0 0,-3 0 0,-2-1 0,-1 1 0,-2 0 0,0 0 0,-1-1 0,-1 1 0,0 0 0,1-1 0,1 1 0,1-1 0,1 0 0,2 0-26,-5 0 1,1 0-1,1 0 1,1 0-1,-1-1 1,1 0 0,1 1-1,-1-1 1,0 1-1,0 0 1,0 0 0,-1 0 25,2 0 0,0 0 0,0 1 0,0-1 0,0 1 0,0-1 0,0 1 0,0 0 0,-1 0 0,1 0 0,-1 0 0,0 1 0,-1-1 0,2 1 0,-1 0 0,-2 0 0,0 1 0,-1-1 0,0 1 0,1-1 0,-1 1 0,2 0 0,0 0 0,2 0 0,2 0 0,2 0 0,3 0 0,2 0 0,-9 1 0,5 0 0,4 1 0,-1 0 0,-5 1-26,2 0 1,-4 1 0,-4 2 0,0-1 0,0 1 0,2 0 0,2-1 0,6-1 0,6-2 25,-1 2 0,2-1 0,-12 3 0,-8 2 0,1 0 0,11-3 0,3-2 0,0 0 0,-5 1 0,6-2 0,5-2 100,-9 0 1,-9 0 0,5-1-101,12-2 0,-1 0 253,-5 0 1,-8-1 0,-2 1 0,-1-1 0,4 0-254,2 0 0,2 0 0,1-1 0,-1 1 0,-3 0 0,1 0 0,0 1 0,3-1 0,-12-1 0,8-1 2807,14 1-2807,14 0 3276,-13-3-3264,9 0 1,4 3 0,-5 0 0</inkml:trace>
  <inkml:trace contextRef="#ctx0" brushRef="#br0" timeOffset="104194">9010 10046 24575,'-3'22'0,"0"3"0,0-16 0,1 12 0,-1-15 0,3 7 0,-2-13 0,2 3 0</inkml:trace>
  <inkml:trace contextRef="#ctx0" brushRef="#br0" timeOffset="104611">9459 10042 24575,'5'7'0,"-3"4"0,1-5 0,-2 14 0,-1-11-3277,5 16 0,-3-18 2564,4 27 713,-3-23 0,1 19 0,-2-21 0,1 1 0,-3-7 0,2-2 0</inkml:trace>
  <inkml:trace contextRef="#ctx0" brushRef="#br0" timeOffset="105179">10095 10052 24575,'6'4'0,"0"1"0,1 4 0,-4-4 0,4 5 0,-3-2 0,2-1 0,0 2 0,-4-7 0,1 1 0</inkml:trace>
  <inkml:trace contextRef="#ctx0" brushRef="#br0" timeOffset="107339">14037 7854 24575,'-6'32'0,"3"-9"0,0-6 0,-1 3-1639,-1 16 1,1-2-1639,1-9 2184,-1 8 1,0 9 0,2-9 2420,1-7-1328,0-2 0,-1 4 0,1-4 0,1-1 0,0 0 0,0 0 0,0-6 0,0 9 0,0 11 0,0-17 859,0 6 1,0 1-860,0-1 0,0-2 0,0 4 0,0-22 0,0 9 0,0-13 0,0-1 0</inkml:trace>
  <inkml:trace contextRef="#ctx0" brushRef="#br0" timeOffset="107891">13818 8503 24575,'8'17'0,"2"6"0,3 3 0,-3-5 0,-1-4 0,-1 0 0,3 1 0,4 6 0,1 1 0,2-1-1639,4 6 1,0 0 238,-3-6-239,0 0 1,-2-1-812,-5-9 2450,5 5 1955,-11-15-1955,-1-1 0,0 2 0,-5-6 0,-2 1 0</inkml:trace>
  <inkml:trace contextRef="#ctx0" brushRef="#br0" timeOffset="108522">13867 8490 24575,'9'0'0,"7"0"0,-5 0 0,11 0 0,-11 1 0,19 2 0,5-1 0,-3 1 0,-12-3 0,-1 0 0,-3 0 0,6 0 0,-14 0 0,9 11 0,-10-3 0,10 25 0,-12-14 0,-1 7 0,0 1 0,-6 6 0,0 0 0,-2-1 0,-3-4 0,0 0 0,-1-3 0,1-10 0,0 5 0,-1 0 0,-2 2 0,1 5 0,4-12 0,5-7 0,0-7 0</inkml:trace>
  <inkml:trace contextRef="#ctx0" brushRef="#br0" timeOffset="109395">13988 8542 24575,'10'10'0,"3"6"0,-8-10 0,4 10 0,-4-10 0,1 5 0,-4-7 0,2 7 0,1 12 0,-2-10 0,5 10 0,-6-22 0,2 0 0,-1-10 0,0 1 0,0-6 0,-1 7 0,-2 0 0,4 12 0,4 9 0,1 2 0,9 14 0,-10-17 0,11 12 0,-8-9 0,2-3 0,1-3 0,-1-7 0,-1-7 0,0 2 0,-7-3 0,-2 4 0</inkml:trace>
  <inkml:trace contextRef="#ctx0" brushRef="#br0" timeOffset="109843">14462 8239 24575,'10'1'0,"0"2"0,-3-3 0,-2 2 0,8-5 0,7-8 0,-4 0 0,2-1 0,8-5-1639,-1-4 1,-3 2-1639,-11 10 2130,11-11 1,0 0 1146,-9 10 0,6-7 0,3-2 0,6-2 0,-14 8 0,1 0 0,4 2 0,-2 1 0,5-5 0,-1 6 0,-1 0 0,-17 9 0,4 0 0</inkml:trace>
  <inkml:trace contextRef="#ctx0" brushRef="#br0" timeOffset="116714">7017 12434 24575,'11'2'0,"4"6"0,0 1 0,7 8 0,-11-8 0,10 17 0,-7-3 0,2 2-1639,-7-6 1,-1-1-1639,-1-6 1638,0 8 1,1 0 148,-3-12-27,4 18 0,1 2 1517,-4-16-677,2 10 1,2 6 0,-1-5 676,-3-8 512,5 19 0,0 1-512,-6-17 1268,3 7 0,1 4-1268,0-4 0,0-2 3276,4 9-3104,-2-9 0,3 3 0,-3-7 3104,0-5-2478,6 6 0,5 5 1,-3-6-2882,-1-7 2083,1 4 0,2 2-73,1-8 0,0-2 73,-2 2 0,1 0 0,3 0 0,0 1 0,1 0 0,-2-1 0,-4-4 0,6 3 0,-14-5 0,-7-4 0</inkml:trace>
  <inkml:trace contextRef="#ctx0" brushRef="#br0" timeOffset="117132">7868 13177 24575,'3'32'0,"1"-14"0,-3 5 0,0 0 0,1-10-1639,-1 10 1,-1 0-1639,0-14 0,0 19 2117,-1-8 1160,-1-7 2012,-1 24-2012,1-17 0,1 4 0,1-5 0,0-11 3276,-2-2-2671,-2-6 0,1-3 1,-1-1-1</inkml:trace>
  <inkml:trace contextRef="#ctx0" brushRef="#br0" timeOffset="117701">7822 13228 24575,'12'13'0,"10"13"0,-7-12 0,0-1 0,10 12-1639,0-5 1,-2-2-1639,-11-10 1938,7 5 0,1-1 1339,-12-8 1818,14 7-1818,-12-6 0,1-2 0,-3 1 3276,-4-2-80,-2 1-3196,-10 10 0,2-3 471,-7 3 0,-4 1-471,-11 9 0,13-12 0,-1 1-1639,-5 3 1,3-1-1639,8-6 3047,-14 12 230,21-17 0,-8-6 0,8-1 0,-3-17 0,6 14 0,-1-5 0,1 9 0</inkml:trace>
  <inkml:trace contextRef="#ctx0" brushRef="#br0" timeOffset="118617">8336 13946 24575,'11'0'0,"16"2"0,-5-2 0,4 0 0,-1 0 0,2 1 0,-1-1 0,3 0 0,0 0 0,0 0 0,1 0 0,-7 0 0,-8 0 0,11 1 0,-1 0 0,-14-1 0,19 1 0,-15-1 0,-2 0 0,-3-2 0,-7-2 0,-1 1 0,-1 0 0</inkml:trace>
  <inkml:trace contextRef="#ctx0" brushRef="#br0" timeOffset="119015">8446 13680 24575,'16'27'0,"-8"-13"-1639,0 10 1,-2 0-1639,-3-14 1638,6 24 1,0 1-1639,-3-19 3851,0 6 0,0 6 0,0-1-574,-1-4 0,-1 0 0,1 3 0,1 0 0,0 7 0,0-3 0,2-9 0,-2-1 0,0 0 0,5-1 0,-3-4 0,6 9 0,-9-20 0,5 10 3276,7 0-2969,6 3 0,-3 0 1,-2-4-1</inkml:trace>
  <inkml:trace contextRef="#ctx0" brushRef="#br0" timeOffset="119320">8886 14157 24575,'6'12'0,"5"13"0,-4-8 0,3 7 0,-5-8 0,-3-10 0,-2-3 0</inkml:trace>
  <inkml:trace contextRef="#ctx0" brushRef="#br0" timeOffset="119501">8870 14090 24575,'11'2'0,"4"0"0,-8 1 0,12-1 0,-16-2 0,7 0 0</inkml:trace>
  <inkml:trace contextRef="#ctx0" brushRef="#br0" timeOffset="119834">9180 14032 24575,'9'10'0,"-5"-5"0,6 18 0,-8-1-3277,1 10 0,-2-10 3047,-6 10 230,1-14 0,-2 4 0,-2 0 0,6-15 0,-4 2 0,6-6 0,-2-3 0</inkml:trace>
  <inkml:trace contextRef="#ctx0" brushRef="#br0" timeOffset="120919">9120 14116 24575,'-4'32'0,"3"-15"0,-1 6 0,2 1 0,7 3-3277,-4-2 1730,5-6 705,5-4 842,-7-8 0,8 6 0,3-1 0,4-6 0,5 5 0,1-9 0,-16-8 3276,3-9-3246,-13-11-30,-2 7 0,0 0 0,-2-7 2360,0-10-2360,4 14 0,-2-1 0,6-1 0,-4 15 0,11-10 0,-7 11 0,10-7 0,-8 10 0,10-2 0,-7 9 0,14 7 0,-15-1-1639,5 8 1,-1-1-1639,-9-7 2538,6 12 1,0 0 738,-7-11 0,2 9 0,-1 1 0,-2-6 0,3-1 0,1-21 0,-4-2 0,9-24 0,-8 26 1638,5-12 0,3-2 1253,2 0-1027,2-4-1864,-1 11 0,-10 18 0,3 5 0,0 17 0,-4-1 0,0 1-3277,2 4 2460,-3-7 0,0-1 817,-2-3 0,3-8 0,-3-2 0,3-25 0,-2 0-1639,1-2 1,0 2-242,-2 7 627,11-20 1253,-8 25 0,6-7 0,7 5 0,-10 4 0,22-4 0,-11 8 0,0-2 3276,7 6-2015,-11 10-1261,2-3 0,-3 5 0,-3 1 0,-3-7-1639,6 11 1,1 0 378,-8-13 666,7 12 1,1 0 593,-9-11-2641,14 21 2641,-14-25 206,5 9-206,-6-13 0,4-3 0,-3 0 0,2-3 0,-4 4 0</inkml:trace>
  <inkml:trace contextRef="#ctx0" brushRef="#br0" timeOffset="121619">9960 14199 24575,'4'25'0,"-1"-1"0,4 3 0,-4-4 0,0-1 0,-1-8 0,2 9 0,-3-9 0,3-4 0,-3 2 0,1-1 0,-4-4 0,1-5 0,-3-7 0,0-11 0,2 6 0,-3-19 0,4 18 0,-2-26 0,4 14 0,0 1-3277,-1-8 1918,5-6 1359,4 9 0,1-5-1178,0 1 1178,-2 4 0,-3 15 0,-3 4 0,8-8 0,-2 13 0,15 7 0,-11-1-1988,10 16 1988,-18-15-214,9 18 214,-7-15 1001,1 19-1001,-4-11-3277,-3 10 2094,-1-12 4459,-12 8-2092,-4-10-1184,0 4 231,-2-7-231,12-6 0,-2-1 0,2-6 0,4 3 0,0-3 0</inkml:trace>
  <inkml:trace contextRef="#ctx0" brushRef="#br0" timeOffset="122119">10202 14168 24575,'10'26'0,"-5"-12"0,6 10 0,-1-18 0,2 5 0,6-8 0,-2-10 0,1 3 0,5-13 0,-6-3 0,-1-14 0,-5 11 0,-10-12 0,-12 17-2782,5-2 2782,-6 5 0,3 9 0,1 5 0,-7 3 0,5 8-3277,5 5 691,1-4 3213,5 10-627,0-16 0,0 10 0,0-14 0,0 1 0</inkml:trace>
  <inkml:trace contextRef="#ctx0" brushRef="#br0" timeOffset="122471">10623 14248 24575,'1'-5'0,"-1"2"0,-4 4 0,1 0 0,-1 2 0</inkml:trace>
  <inkml:trace contextRef="#ctx0" brushRef="#br0" timeOffset="123437">11324 14030 24575,'4'15'0,"0"-5"0,0 2 0,-4-8-3277,3 12 0,-3-12 1207,-1 17 2070,-1-12 1736,-4 22-1736,-2-7 0,-2 5 0,3-12 0,3-10 0</inkml:trace>
  <inkml:trace contextRef="#ctx0" brushRef="#br0" timeOffset="123805">11254 14049 24575,'-11'17'0,"1"7"0,0-6 0,2 15 0,6-8 0,0 3 0,4-6 0,2-1 0,10 10-1639,-1-10 1,0-1-1639,2 3 3162,4-9 0,2-4 115,14 1 0,-18-6 0,2 0 0,16-1 0,0-2 0,-15-1 0,-1-2 0,5 2 0,0-3 0,7-8 0,-26 6 0,3-6 0</inkml:trace>
  <inkml:trace contextRef="#ctx0" brushRef="#br0" timeOffset="124439">11619 14144 24575,'9'14'0,"3"5"-3277,-3 7 0,-2-10 0,3 13 4605,-3-2-1328,-1-5 0,1 1-1419,2 10 1419,0-1-472,-4-14 472,-1-8 3276,2 12-1556,-2-12-1720,-5-8 0,-4-26 0,-2 4-1000,1-9 1,0 0 999,2 10 306,0-7 1,0-1-307,-1-7 0,-2-2 0,4 13 0,1 3 0,1 6 0,1-13 0,0 18 0,1-8 0,5-1 0,8-4 0,-3 5-3277,10 0 2017,-14 14 1260,4-3 3276,-1 6-2015,-1 0-1261,5 4 0,-7-1 0,-3 3 0,-4-5 0,0 1 0</inkml:trace>
  <inkml:trace contextRef="#ctx0" brushRef="#br0" timeOffset="124688">11622 14230 24575,'6'3'0,"8"2"0,14 1 0,-9-2 0,9 0 0,1-1 0,-4-3-1639,3 3 1,-1-1-519,-3-2 3786,10 2-1629,-23-4 0,-1-5 0,-10 2 0,-4-1 0,4 4 0</inkml:trace>
  <inkml:trace contextRef="#ctx0" brushRef="#br0" timeOffset="124945">12037 14108 24575,'5'17'0,"-2"-6"0,0 8 0,0-4 0,0 11 0,0-9 0,-1 2 0,-2-14 0,-4 2 0,1-5 0,-1-1 0,2-1 0</inkml:trace>
  <inkml:trace contextRef="#ctx0" brushRef="#br0" timeOffset="125139">11983 13965 24575,'13'7'0,"6"5"0,-14-10 0,6 10 0,-4-8 0,-2 4 0,4 0 0,-8-5 0,3 3 0</inkml:trace>
  <inkml:trace contextRef="#ctx0" brushRef="#br0" timeOffset="125605">12215 14131 24575,'-3'19'0,"0"-6"0,3 6 0,1-9 0,2 7 0,1-7-3277,3 7 0,-5-10 2405,12 17 872,-10-19 0,13 12 0,-13-14-3277,21 6 2230,-17-7 1047,17 3 0,-10-5 3276,1-1-2228,10-5-1048,-13-1 0,0 0 0,-9 3 0</inkml:trace>
  <inkml:trace contextRef="#ctx0" brushRef="#br0" timeOffset="125890">12519 14222 24575,'1'26'0,"1"-6"0,-12-17 0,8-1 0,-15-14 0,15 9 0,-5-2 0</inkml:trace>
  <inkml:trace contextRef="#ctx0" brushRef="#br0" timeOffset="126057">12517 14018 24575,'7'3'0,"6"16"0,-7-8-820,4 9 1,-8-15 0,-2-4 0</inkml:trace>
  <inkml:trace contextRef="#ctx0" brushRef="#br0" timeOffset="126390">12758 14072 24575,'5'12'0,"4"8"-3277,-7-1 0,4-2 0,-6 9 2958,0-21 2247,0 17-1928,0-16 0,0 7 0,0-13 0,-4-17 0,3 11 0,-4-12 0</inkml:trace>
  <inkml:trace contextRef="#ctx0" brushRef="#br0" timeOffset="126890">12739 14133 24575,'-3'6'0,"0"13"0,-1 12 0,3-8 0,2 11 0,1-24 0,7 9 0,0-7 0,0-3-3277,7-5 0,-12-4 0,20-12 1787,-17 7 1490,12-11 0,-9 3 0,-5 3 0,5-17 0,-12 0 0,4 3 3276,-5-1-2015,3 18 2015,3 1 0,5 5-3044,2 1-232,3 5-3277,0 6 0,-6-1 3047,0 4 230,-2-1 0,0 2 0,3 3 0,-3-5 0,1-6 3276,-7 1-2457,3-4 0,-6 0 0,4-2 0</inkml:trace>
  <inkml:trace contextRef="#ctx0" brushRef="#br0" timeOffset="127374">13011 14090 24575,'22'19'0,"-10"-6"0,8-8 0,-7-5 0,-1 0 0,1-1 0,-4-1 0,2-5 0,-1 4 0,-1-4 0,-5 2 0,-1 2 0,2-8 0,-5 4 0,1-1 0,-4 4 0,-5 5 0,1 7 0,-6 10 0,4 12 0,2-5 0,-1 11 0,5-24 0,3 15 0,-1-20 0,9 11 0,1-13 0,3 2 0,2-10 0,-5-1 0,-2 1 0,-3 0 0</inkml:trace>
  <inkml:trace contextRef="#ctx0" brushRef="#br0" timeOffset="127561">13258 14137 24575,'7'23'0,"1"7"0,1-10 0,0-5 0,-4-16 0,-2-5-820,-5-3 1,2 7 0,-2 2 0</inkml:trace>
  <inkml:trace contextRef="#ctx0" brushRef="#br0" timeOffset="127979">13422 14273 24575,'6'8'0,"2"8"-3277,-10 13 0,4-9 0,-18 5 3209,9-18 1824,-15 10-1756,11-8 0,-11 4 0,10-4 0,-8-1 0,10-4 0,0-1 0,6-3 0</inkml:trace>
  <inkml:trace contextRef="#ctx0" brushRef="#br0" timeOffset="130598">11022 11163 24575,'-11'14'0,"2"-1"0,-6 6 0,6-8-1639,-11 10 1,-1-1-1639,6-6 1638,-10 8 1,-2 2 197,8-7 1,1 0 1440,2-3 0,0 2 1065,-8 6 1,2 0-1066,3-3 0,-4 0 0,4-4 0,13-14 0,-9 8 0,-6-2 0,6-1 545,-4 3 0,16-8 0,1 1 0</inkml:trace>
  <inkml:trace contextRef="#ctx0" brushRef="#br0" timeOffset="131364">10568 11486 24575,'25'18'0,"-7"-3"0,2 1 0,2 2 0,-4-4 0,0 1 0,4 4 0,-1-1 0,7 2 0,-15-7 0,-27-9 0,-21 6 0,4-3 0,3 0 0,1 0 0,5-1 0,7 3 0,18-6 0,9-2 0,-4-1 0</inkml:trace>
  <inkml:trace contextRef="#ctx0" brushRef="#br0" timeOffset="133208">10561 11557 24575,'5'1'0,"-2"2"0,-1-3 0,0 3 0,1-1 0,-1 6 0,-1 1 0,-1 3 0,0 7 0,-4 8 0,3-4 0,-4 13 0,4-12 0,0-2 0,2-4 0,1-14 0,1-2 0,4-2 0,-3 0 0,17-5 0,-7-2 0,4-2 0,-5-1 0,-4 4 0,-1-1-1639,10-3 1,1 0-1639,-8 5 2835,8-6 1,-1 1 441,-13 8 0,2-5 0,-6 7 0,-1-1 0</inkml:trace>
  <inkml:trace contextRef="#ctx0" brushRef="#br0" timeOffset="153430">18090 8899 24575,'32'1'0,"3"1"0,-3 0 0,-1 0 0,-13-1 0,2-1 0,2 0 0,0 1 0,-1-1 0,1 0 0,14-1 0,1-1 0,-6-1 0,-1 1-630,2 0 1,0-1 629,-4 1 0,0-1 0,-5 1 307,0 1-307,3 0 0,7 0 0,-8 0-3277,-6 1 2126,8 0 0,3 0 1151,-3 1 0,3-1-820,-4 0 1,3 0 0,2-1 0,-3 1 371,0 0 0,-1 1 0,3-1 448,4 0 0,6 0 0,2-1 0,-5 1 0,-9 0-657,7 0 657,-10 0 0,9 0 0,1 0 0,-2 0 0,-8 0 0,8 0 0,-6 0 0,10 0 0,5 0 0,1 0 0,-4 0 0,-8 0-1436,-1 0 0,-1 0 1436,0 0 0,4 0 0,3 0 0,1 0 0,-2 0 0,-5-1 0,0-1 0,0 0 0,1 0 0,2 1-53,-1-1 0,2 1 0,1 0 0,2-1 0,-1 1 1,0-1-1,-1 1 53,2-1 0,-1 0 0,0 0 0,0 0 0,2 0 0,2 0 0,-6 1 0,3-1 0,3 0 0,0 1 0,1-1 0,-1 0 0,-2 1 0,-3 0 0,-4-1 0,-5 1 0,4 0 0,-8 0 0,7 0-167,-1 1 0,6-1 1,5 0-1,1 0 1,0 0-1,-3 0 1,-4 0-1,-7 1 167,3 0 0,-2 0 0,5 0 0,7-1 0,3 1 0,-2-1 0,-8 1 0,0 0 0,-2 0 221,-3-1 0,3 1 0,3 0 0,-1-1 0,0 1-221,6-1 0,-1 1 0,1-1 0,-2 1 290,-3 0 0,-2 0 1,1 0-1,2-1-290,3 0 0,3 0 0,1 0 0,-4-1 0,-7 1 0,-5 0 0,-1 1 0,4-1 0,6 0 0,3-1 0,0 1 0,-5 0 0,4 1 0,-4 0 0,2 0 0,-4-1 0,1 0 0,1 0 0,0 0 0,2 1 0,1 1 0,-1-1 0,0 1 0,-2-2 0,0 1 0,-1-1 0,-1 1 0,3 1 0,-1 0 0,3-1-271,-4 0 1,3 0 0,1 0 0,-2 0 0,-7 0 270,-4 0 0,0 0-229,7 0 0,7-1 1,0 1-1,-8 0 229,4-1 174,-1 1 1,6-1 0,-7 1-175,-9 0 1101,14 0 1,3 0-1102,-8 0 0,-1 0 0,-3 0 0,0 0 0,0-1 0,1 1 0,-3 0 0,4 2 0,-3-2 0,3 0 0,-3 1 0,3 2 741,6-2 0,-1 0-741,-17-1-471,9-1 0,-1 1 471,-12-1-632,11 0 0,1 1 632,-13 0 0,12 0 0,1 0 0,-8 0 1509,14 0 1,4 1-1510,-10 1 0,0 1 0,4-2 0,-1 1 0,0 1 0,-4 0 0,-10-1 2084,9-1-2084,-18-1 3276,3 0-1004,-4 0-5330,34 0 3058,-22 0-1639,17 0 1,1-1 382,-18 1 291,8-2 0,-1-1 965,-13 3-2395,27-7 2395,-27 4 2395,21-3-2395,-23 3 0,9-1 0,-12 2 0,0-1 0</inkml:trace>
  <inkml:trace contextRef="#ctx0" brushRef="#br0" timeOffset="154045">24673 8474 24575,'8'26'0,"-2"-10"0,1 8 0,-2 1 0,-1-7 0,3 9 0,0-1 0,-4-9 0,7 17 0,-7-13 0,3 1 0,-1-2 0,2-3 0,-1-4 0,3 6 0,-6-16 0,0 4 0,-2-7 0</inkml:trace>
  <inkml:trace contextRef="#ctx0" brushRef="#br0" timeOffset="165640">31244 9882 24575,'6'0'0,"3"0"0,-2 0 0,0 1 0,-5 0 0,-2 0 0</inkml:trace>
  <inkml:trace contextRef="#ctx0" brushRef="#br0" timeOffset="168105">23396 10351 24575,'22'0'0,"-10"0"0,13 0 0,-11 0 0,11 0 0,-8 0 0,10 0 0,-16 0 0,11 0 0,-11 0 0,10 0 0,-11 0 0,8 0 0,-9 1 0,17 0 0,-12 0 0,13-1 0,-6 0 0,-4 0 0,-4 0 0,-9 0 0</inkml:trace>
  <inkml:trace contextRef="#ctx0" brushRef="#br0" timeOffset="176745">23593 10443 24575,'5'0'0,"2"0"0,8-1 0,-4 0 0,15 0 0,-8 1 0,6 0 0,-2 0 0,-10 0 0,15-2 0,-20 2 0,17-4 0,-13 2 0,-1-1 0,3 0 0,-9 2 0,4 0 0,-5 1 0,1 0 0</inkml:trace>
  <inkml:trace contextRef="#ctx0" brushRef="#br0" timeOffset="177829">23856 10406 24575,'-12'0'0,"-7"0"0,11 0-3277,-25 0 0,23 0 0,-17 0 3748,11 0-471,4 0 1834,-11 0-1834,16 0 0,-6 0 0,11 0 0,-2 0 0</inkml:trace>
  <inkml:trace contextRef="#ctx0" brushRef="#br0" timeOffset="179916">19780 10895 24575,'13'4'0,"-4"-3"0,8 1 0,-8-2 0,9 0 0,-7 0-3277,19 0 0,-20 0 2517,12 0 0,2 0 760,-9 0-1639,13 0 1,1 1 806,-14-1 134,16 2 0,0-1 698,-13-1 0,13 2 0,1-1 0,-12 0 1638,6 0 0,2 2-1495,9-1-143,-1 1 0,-13-1 0,-5 0 0,-8-1 0,8 0 0,1 0 0,-4 1 0,11-2 0,0 0 0,-2 2-1351,9-2 1,0 0 1350,-12 0 524,2 0 0,5 0 1,-4 0-525,-1 0 929,8 1 0,3 0-929,-13 1 0,-2 0 0,16 3 0,-14-4 0,-4 1 0,-8-1-3277,21 0 2894,-24 0 383,12-1 3276,-4-1-2892,-5 0 2262,6 1-2646,-9 0 0,4 0 0,3 0 3276,2 0-2457,5 0 0,-12 0 0,2 0 0</inkml:trace>
  <inkml:trace contextRef="#ctx0" brushRef="#br0" timeOffset="183467">18385 11447 24575,'35'-1'0,"1"1"0,-1-1 0,-2 0 0,0 1 0,2 0 0,3 0 0,-3-1 0,-4-1 0,-1 0 0,1 2 0,2 1 0,-4-1 0,-4-1 0,-1-1 0,7 2 0,3 0 0,-5 0 0,-2-1 0,-8 1 0,0 0 0,17-6 0,-25 5 0,8-2 0,-1 0 0,-9 3 0,13-3 0,0 0 0,-12 2-1639,9-2 1,-1 1 818,-10 1 1,8 0 0,-15 1 0</inkml:trace>
  <inkml:trace contextRef="#ctx0" brushRef="#br0" timeOffset="188647">19013 12228 19251,'36'0'0,"1"-1"0,-1 1 0,0 0 0,0-1 0,1 1 0,-2-1 0,1 1 0,0-1 0,-1 1 0,1-1 0,-1 1-547,2 0 1,-1 1 0,1-1 0,-1 1 0,0-1 0,-1 1-1,-2-1 1,-2 0 0,0 0 0,0 0 0,2 0 0,1 0 455,0 0 1,2 0 0,2 0-1,1 0 1,-1 0 0,-1 0-1,-3 0 1,-3 0 4,3 0 1,-5 0 0,1 0 0,6 0 85,-7 0 0,5 0 0,3 0 0,2 0 0,3 0 0,-1 0 0,-1 0 0,-2 0 0,-3 0 0,-4 0 0,-6 0 0,3 0 0,-7 0 0,6 0 0,1 0 0,6 0 0,5 0 0,1 0 0,1 0 0,-3 0 0,-5 0 0,-7 0 0,3 0 0,0 0 0,4 0 0,8 0 0,2 0 0,-3 0 0,-10 0 0,7 0 0,-7 0 0,8 0 0,-2 0 0,-10 0 2140,-10 0-2140,8 0 0,6 1 0,-6 0 0,-6 1-900,6 1 0,5 0 0,-6 0 900,-4 0 0,10 0 0,10 0 0,-6-1 3001,-2-1-3001,-5-1 0,5 0 0,2-1 0,-4 1 0,1 0 0,-2-1 0,6-1 0,-3-2 0,2 2-1220,-32-18 1220,1 13-1451,-5-14 1,-1-1 1450,3 12 619,-4-18 0,0-1-619,4 14 162,-6-15 0,1-3-162,2-2 0,0 15 0,1-1 3276,0-15-2876,2 22 2876,0-4-2721,5 9 0,-3 5 0,3 4 0</inkml:trace>
  <inkml:trace contextRef="#ctx0" brushRef="#br0" timeOffset="190715">17632 14545 24575,'1'-4'0,"2"-4"0,9-8 0,6-9-1639,-4 6 1,0 0-1639,3-4 1638,-1 3 1,-1 2 148,-9 11-27,8-8 0,-1 1 1517,-8 11-598,27-16 598,-21 17 1369,10-5 0,2 0-1369,0 4 0,6-3 0,-8 5 0,-15 1 819,2 0 0,-6 0 0,0 0 0</inkml:trace>
  <inkml:trace contextRef="#ctx0" brushRef="#br0" timeOffset="191065">17919 14208 24575,'16'22'0,"2"5"-3277,-17-22 2324,6 7 680,-1 2 273,-3-8 1023,6 15-1023,-6-14 0,4 7 0,-5-8 0,5 4 0,-5-3 2084,6-1-2084,-4-3 0,3-9 0,-4 3 0,0-3 0</inkml:trace>
  <inkml:trace contextRef="#ctx0" brushRef="#br0" timeOffset="193892">22760 12201 24575,'2'6'0,"2"10"0,6 15 0,-2-6 0,1 0 0,2 1 0,-3-8 0,0 0 0,-1 0 0,0-1-1639,3 2 1,-2-3-1639,-5-6 0,12 15 1787,-13-19 1490,11 14 0,-12-15 0,6 3 0,-8-5 0,2-2 0</inkml:trace>
  <inkml:trace contextRef="#ctx0" brushRef="#br0" timeOffset="194862">22830 12152 24575,'8'0'0,"27"3"0,-8-2 0,5-1 0,0 1-1093,-7 0 1,1 0 0,4 0 682,-2-1 0,5-1 1,4 0-1,2 0 1,0 0-1,0 0 0,-4 0 1,-3 0-411,2 1 1,-5 0 0,2-1 0,8 0 631,-13-1 1,4 0 0,3-1 0,3 0-1,3 0 1,1-1 0,2 0 0,0 0 0,1-1-1,0 1 1,-2 0 0,0 0 0,-2 0 0,-3 1-1,-2-1 1,-4 2 28,8-1 1,-6 0 0,-2 1 0,-1 0 0,1-1 0,3 0 0,5 0 158,-9-1 0,2 1 0,2-1 0,3 0 0,1-1 0,1 0 0,2 0 0,0 0 0,0 0 0,1 0 0,-1 0 0,-1-1 0,0 2 0,-2-1 0,-1 0 0,-3 1 0,-2 0 0,-2 1-310,10-2 0,-5 1 0,-3 1 1,-2 0-1,2-1 0,2 1 1,4-2 309,-7 2 0,3-1 0,1-1 0,3 1 0,1-1 0,1 0 0,1 0 0,-1 0 0,1 0 0,-2 0 0,-1 1 0,-1-1 0,-3 1 0,-2 0 0,-4 1 0,14-2 0,-7 0 0,-2 1 0,1 0 0,6 0 0,-8 0 0,3 0 0,3 0 0,2 0 0,1-1 0,1 1 0,-1 0 0,-1-1 0,-1 2 0,-4-1 0,-3 1 0,-5 0 81,11 0 0,-7 0 0,6 1-81,-5 0 0,5-1 0,3 0 0,1 1 0,-1-1 0,-3 1 0,-4 1 0,6-1 0,-6 2 0,5-1 0,-4 1 0,4 0 0,3 0 0,-1 0 0,-3 0 0,-5 1 0,-3-1 0,-3 0 0,2 0 0,8 1 0,6 1 0,-3 0 0,-10 0 2289,-5 0-2289,-9 16 0,-3 4 0,-5-3 0,-3 10 0,-2 0 0,1-8 0,-2 5 0,0 1 0,1-2 0,-1-2 0,0 5 0,-1-2 0,0 0 0,0-1 1638,0 6 0,1 0-1565,-1-4 0,0-2-73,1 12 0,0-6 3276,-3 7-2355,-10-23 0,-4-2-921,-5 10 0,-4-13 0,-7-1 0,5-3 3204,-3-2-3204,5-1 0,-8 0 0,-3 0 0,1 1 0,5-1-1639,-3 1 1,-2 0 1418,9-1 0,-6 0 0,-4 1 0,-2-1 0,-1 1 0,2 0 0,3-1 0,6 0 220,-8 1 0,5 0 0,-7 0 0,13-1 0,-4 0 0,-3 1 0,-3 0 0,-2 0 0,0 0 0,-1 0 0,-1 0 0,2-1 0,1 0 0,2 0-365,-3 0 1,1-1 0,0-1 0,1 1 0,0-1 0,0 1 0,0-1 0,-1 1 0,0 0 251,3 0 1,1 0 0,-1 0 0,1 1 0,-1-1 0,-1 1 0,1-1-1,-1 1 1,-1-1 0,0 0 0,-1-1-104,4 1 1,-2-1-1,0-1 1,-1 1-1,0 0 1,-1-1 0,0 1-1,1-1 1,-1 0-1,0 1 1,1-1 0,0 0-1,0 0 1,1 0 215,-2 1 0,-1-1 0,1 0 0,0 0 0,0 0 0,1 0 0,-1 0 0,1 0 0,1 0 0,0 0 0,0-1 0,0 1-162,-1 0 0,2 0 0,0 0 0,0 0 0,1 0 0,-1 0 1,0 0-1,0 0 0,-2 0 0,-1 0 162,3 0 0,-2 0 0,-2 0 0,-1 0 0,0 0 0,-1 0 0,0 0 0,0 0 0,2 0 0,1 0 0,2 0 0,2 0 0,2 0 0,4 0-35,-15 0 0,8 0 1,1 0-1,-7 0 35,10 0 0,-3 0 0,-4 0 0,-1 0 0,-2 0 0,0 0 0,1 0 0,1 0 0,4 0 0,3 0 0,5 0 0,-10 0 0,7 0 0,-5 0 0,4 0 0,-5 1 0,-3-1 0,-1 0 0,2 0 0,5 0 0,7-1 0,1 0 0,3 1 0,-14 0 0,-5 0 0,6 0 573,10 0 0,4-1-573,-14 2 2714,14 1-2714,14-2 0,2 1 0,1-1 0</inkml:trace>
  <inkml:trace contextRef="#ctx0" brushRef="#br0" timeOffset="195460">22708 12483 24575,'9'9'0,"-2"-3"0,6 10 0,-9-10 0,12 14 0,-9-13 0,7 9 0,-8-6 0,2 0 0,0-5 0,6-7 0,4 1 0,-5-4 0,-4 4 0</inkml:trace>
  <inkml:trace contextRef="#ctx0" brushRef="#br0" timeOffset="195993">22732 12409 24575,'13'15'0,"-5"-5"0,4 10 0,-6-3 0,-2-1 0,2 6 0,-5-16 0,1 13 0,1-9 0,-1 3 0,5-2 0,-3-6 0,8 4 0,-8-5 0,3 2 0,-4-6 0,-3 0 0,0-9 0,0 6 0,-1-4 0</inkml:trace>
  <inkml:trace contextRef="#ctx0" brushRef="#br0" timeOffset="196312">22784 12327 24575,'3'16'0,"1"8"0,2-1 0,-1-4 0,3 9 0,-6-21 0,5 13 0,-6-15 0,7 10 0,-6-10 0,6 8 0,5-2 0,-8-4 0,6 1 0</inkml:trace>
  <inkml:trace contextRef="#ctx0" brushRef="#br0" timeOffset="203926">25720 13536 24575,'-21'2'0,"1"0"0,5 0 0,-8 2 0,-2-1 0,-5 4 0,-4 1 0,-4 0-1639,12-1 1,-2 0 1540,-4-1 0,-4 1 1,6 0 97,11-1 0,-1-1 0,-8 1 0,-5-1 0,6 0 0,4 3 0,-5-2 0,-2 0 0,8 1 0,-2 1-1093,-1-2 1,-3 0 0,1 0-454,-4 2 0,1 0 2153,-1-1 1,0 0-608,1-1 0,0 0 0,-3 6 0,-1 0 0,9-5 0,-1-1 0,0 1 0,-1 4 0,-1 2 0,5-2 0,-4 3 0,4 0 0,2 1 0,1-1 0,4-1 0,-1 1 0,-9 8-1631,5-4 1631,4-4 3276,-1 1-2499,6-7-777,-7 7 0,-1 1 0,0-2 416,1 2 0,0 3-416,8-2 0,3 0 0,-8 7 0,13 9 0,8-26 3276,8 7-2384,9-4-892,-10-4 0,15 3 0,-22-7 1302,13 5-1302,-13-6 0,5 5 0,-1-1 0,3 5 0,-1-1 0,-1-1 0,-9-7 0,-6-12 0,3 7 0,-3-7 0</inkml:trace>
  <inkml:trace contextRef="#ctx0" brushRef="#br0" timeOffset="204479">24194 14038 24575,'6'8'0,"5"6"0,12 9 0,-5-4 0,1-2 0,2 1 0,-1-1 0,5 2 0,2 1 0,2 0 0,-10-6 0,0-1 0,2 1 0,-12-5 0,3 1 0,-7-5 0,-17-16 0,-13-5 0,-2-5 0,3 5 0,19 12 0</inkml:trace>
  <inkml:trace contextRef="#ctx0" brushRef="#br0" timeOffset="205160">24187 14090 24575,'-2'24'0,"-1"-4"0,0 3 0,-3-1 0,0 11-3277,-2 3 0,5-23 1328,-2 10 3646,0-9-1697,1-1 0,-6 16 0,6-14 0,-6 11 0,7-17 0,-5 10 0,7-13 0,-5 14 0,4-5 0,1 0 0,8-9 0,22-25 0,-4 3 1638,2 0 0,1-1-1042,4 1-596,-6 2 0,-1 1 0,3 0-1303,2-6 1303,-23 14 0,2-1 0,-11 4 0,-4 8 0,-4-4 2685,-3 8-2685,4-7 0,2 1 0,4-4 0,1 0 0</inkml:trace>
  <inkml:trace contextRef="#ctx0" brushRef="#br0" timeOffset="209307">18094 15705 24575,'18'0'0,"-1"1"-1639,3 0 1,2 0-1639,3 2 2621,-2-2 1,7 0-1,4-1 1,1 1 0,-3 0-165,1 0 1,-1 0 0,0-1 0,1 1 745,-2 0 1,1-1-1,1 1 1,-1-1-1,-2 1 766,7-1 0,-3 1 0,-2-1-692,0 1 0,-4-2 0,9 1 0,-9 0 0,-2 0 0,-8 0 3276,-11 0-2054,8 0-1222,11-1 0,-8 1-658,12-1 1,0 0 657,-9 1 0,5 0 0,-1 0 0,-14 0 0,-2 0 0</inkml:trace>
  <inkml:trace contextRef="#ctx0" brushRef="#br0" timeOffset="212478">16077 17686 24575,'8'0'0,"13"-4"0,-3 0 0,6-2-1639,-5 3 1,-1 0-1639,-5 1 1638,10-1 1,-1 0 1327,-9 3 1205,11-2 1,4 0-895,1 1 0,-1 1 0,-8-1 0,1 1 0,8 0 0,4 0 0,-6 0 0,-2 0 0,4-2 0,9-2 0,0 0-820,-10 1 1,1 0 0,0-1 0,-1 1 572,4-2 0,-1 2 1,3-2 246,-1 1 0,5 0 0,0 0 0,-3 0 0,-5 1 1638,-3 1 0,0 1-1629,4-2 1,6-1-1,0 1 1,-5-1-10,-1-2 0,-4 1 0,6 0 0,-2 0 0,-10-2 0,-5 0 0,-7 0 1332,4-12-1332,-7-3 0,2-1-1639,-2 2 1,-2 2 787,-1 6 851,4-17 3276,-7 2-2278,-3-9-1448,1 5 450,-4 2 0,4 11 0,1 5 0,1-20 0,5 10 3276,-3 3-384,14-8-2892,-10 22 0,15-12 0,4 8 0,-5 1-1639,7 4 1,-1 1-9,-9 3 196,17 0 1,0 0 1450,-14 2-633,9 0 1,0 1 632,-7 1-435,2 0 1,0 1 434,-6-2 3276,14 1-3023,-31-2 1,5 0 0,-10 0-1</inkml:trace>
  <inkml:trace contextRef="#ctx0" brushRef="#br0" timeOffset="212891">17785 17000 24575,'7'19'0,"0"-1"0,0 3 0,3 5 0,3 2 0,-4 0 0,-3-18 0,-1 4 0,-3-8 0,1 1 0,-2-2 0,-15-24 0,8 11 0,-9-15 0,11 18 0</inkml:trace>
  <inkml:trace contextRef="#ctx0" brushRef="#br0" timeOffset="213294">17753 17026 24575,'26'1'0,"2"2"0,1 1 0,1 1 0,-2 1 0,-8 0 0,6 0 0,-3-1 0,-17-2 0,4-1 0,-3 6 0,4 6 0,-2 1 0,4 3 0,-11-6 0,-23 6 0,-11-1 0,12-9 0,0 0 0,-9 2 0,4-1 0,6-3 0,-11 7 0,23-10 0,4-1 0,9 0 0,-2-2 0,13 1 0,-13-1 0,6 0 0</inkml:trace>
  <inkml:trace contextRef="#ctx0" brushRef="#br0" timeOffset="214794">18285 16915 24575,'9'11'0,"2"2"0,6 11 0,-6-7 0,6 13 0,-12-18 0,7 17 0,-5-7 0,-1-1 0,-2 0 0,-4-15 0,0 0 0,0-5 0,-4-18 0,3 8 0,-6-20 0,3 2 0,1-2 0,0 5 0,5 8 0,10 4 0,-2 1 0,7 2 0,4 0 0,12-2 0,-14 7 0,-1 1 0,8-2 0,-15 12 0,-9-3 0,6 27 0,-2-2 0,0 4-1639,0-8 1,-1-2-1639,-3-13 3047,6 20 230,-3-16 0,0-1 0,1 2 0,0-2 0,2-10 0,-1 1 0,-1-4 0,-3-2 0</inkml:trace>
  <inkml:trace contextRef="#ctx0" brushRef="#br0" timeOffset="215568">18736 16963 24575,'-10'-1'0,"-1"-1"0,0 10 0,2 4 0,-2 10 0,9-7 0,8 6 0,12-2 0,-3-3 0,12 6 0,-16-17 0,14 7 0,-12-10 0,2-13 0,-9 1 0,-4-12 0,1 7 0,-2 3 0,3 1 0,-5 12 0,4 0-3277,4 22 0,-3-17 3047,5 13-1063,5 0 1293,-7-10 0,6 6 0,1 1 0,6-2 0,0 1 0,-4-7 0,-5-18 3216,-7 6-3216,5-6 0,-8 9 0,0 1 0</inkml:trace>
  <inkml:trace contextRef="#ctx0" brushRef="#br0" timeOffset="216014">19017 16952 24575,'-5'6'0,"-3"4"0,2 6 0,1-4 0,3 12 0,10-1 0,-4-4 0,7 8 0,-8-19 0,9 16 0,-5-15 0,17 12 0,-3-16 0,0 2 0,13-10 0,-23 2 0,15-3 0,-19 3 0,-2-3 0,-3 1 0,-4-1 0,2 1 0,-1 3 0</inkml:trace>
  <inkml:trace contextRef="#ctx0" brushRef="#br0" timeOffset="216447">19447 16958 24575,'2'14'0,"-1"-6"0,-6 18 0,2-19-3277,-9 24 0,9-24 0,-4 11 4605,4-9-1328,1-3 1719,2 0-1719,10-14 0,5-14 0,-3 5 0,-1-14 0,-12 18 0,2-2 0,-2 8 0</inkml:trace>
  <inkml:trace contextRef="#ctx0" brushRef="#br0" timeOffset="216780">19399 16942 23765,'-7'16'0,"-2"11"-3277,2-8 1150,1 3 3954,6-11-1827,0 10 0,0-3 1000,7 10-1000,8-15 0,-1 0 0,18-7 0,-17-6 0,12-2 173,0-2-173,-8 2 0,3-1 3214,-20-4-3214,-4 1 0,-4-2 0,5 4 0</inkml:trace>
  <inkml:trace contextRef="#ctx0" brushRef="#br0" timeOffset="221007">19158 17008 24575,'-16'-9'0,"0"3"0,13 5 0,-5 1 0,-1 0 0,3 0 0,-11 0 0,9 0 0,-24 3 0,13 2 0,-5 0 0,15 5 0,9-6 0,0 6 0,0-6 0,0 4 0,-5-3 0,4 2 0,-6 1 0,7-4 0,-9 10 0,8-9 0,-6 9 0,6-7-820,0 11 1,1-11 0,0 4 0</inkml:trace>
  <inkml:trace contextRef="#ctx0" brushRef="#br0" timeOffset="221943">19539 16981 24575,'-24'20'0,"4"-1"0,10-8 0,3-3 0,1-2 0,2 1 0,-5-1 0,-1 3 0,1-4 0,4-3 0</inkml:trace>
  <inkml:trace contextRef="#ctx0" brushRef="#br0" timeOffset="223841">19945 17086 24575,'8'0'0,"8"0"0,12-3 0,-4 1-1639,-2-1 1,-2 1-1639,-7 0 1935,8 1 1,0 0 1341,-6 0 909,5 1 1,3-1-910,3 1 0,-1 0-3277,6 0 3256,-10 0 0,0 0 3297,9 0-1726,-3 0-1550,5 0 707,-11 0-707,-15 0 0,12 0 0,17 0 3276,-13 0-2312,4-1 0,-2 0-964,-10 1 0,12-1 0,-22-1 0,-2 2 0,-5-1 0</inkml:trace>
  <inkml:trace contextRef="#ctx0" brushRef="#br0" timeOffset="224391">20530 16994 24575,'3'6'0,"0"6"0,0-2 0,1 13 0,-3-14 0,2 19 0,-4-14 0,2 6 0,-1-3 0,0-11 0,3 7 0,-3-9 0,3 3 0,-2 1 0,1 1 0,0 2 0,1-3 0,-1-3 0,-1-4 0</inkml:trace>
  <inkml:trace contextRef="#ctx0" brushRef="#br0" timeOffset="224962">20526 17029 24575,'20'4'0,"-2"-1"0,2-1-1639,1-1 1,-1 0-1639,13 0 1638,-12-1 1,-3 0 527,1 0 1111,-4 0 2008,6 0-2008,-13 10 0,-1-7 0,0 18 0,-6-14 0,-8 24 0,-3-20 0,-19 9 0,-4 0 0,1-6 1638,4-2 0,1-1 805,8-1 772,19-6-3215,2 3 0,3-5 0,2 1 0</inkml:trace>
  <inkml:trace contextRef="#ctx0" brushRef="#br0" timeOffset="226571">21623 16726 24575,'11'-15'0,"-4"5"0,11-9 0,-10 9 0,6-3 0,0-3 0,-6 8-3277,13-12 0,-17 15 2703,17-13 574,-14 14 0,22-15 0,-5 11 0,1-4 0,7 6 0,-25 3 0,21 1 0,-20 0 3276,7 2 0,-6 3-2700,-3 6-576,5 17 0,-6-10-1639,0 11 1,-1-1-1639,-4-14 1939,2 21 1,0 0 1337,-1-17-1639,-4 13 1,0 0 1188,1-16 450,-6 8 0,-5 0 0,-10 0 0,1 2 0,3-8 0,1-3 0,10-7 335,-10 6 1,1-1-336,6-5 1638,-6 6 0,-3 2-854,-1 0-784,-2 3 0,1-1 0,18-13 3276,3 3-482,31-12-2794,-1-1 1077,1 3 1,3 2-1078,-10 2 0,-2 1 0,0 2 0,-1 2 0,11 8 0,-22-4 0,12 15 0,2-8 0,0 2 0,10-7 0,-10-13 0,-4 3 0,6-9 0,-21 5 0,10-7 0,-10 8 0,0-6 0,3 4 0,-4 0 0,3 2 0</inkml:trace>
  <inkml:trace contextRef="#ctx0" brushRef="#br0" timeOffset="227374">22313 16881 24575,'-2'-5'0,"-1"-1"0,-5 1 0,3 2 0,-11-3 0,5 4 0,-3-1 0,3 2 0,6 1 0,-3 0 0,-6 5 0,1 1 0,-5 4 0,10-2 0,-1 8 0,5 2 0,1-3 0,9 11 0,-3-21-3277,15 11 0,-12-14 3047,22 2 230,-9-3 0,10-2 0,-10 1 0,-3-3 0,-11 3 0,3-4 0,-6 0 3276,2-9 0,-4 1-3044,2-1-232,-2 1 0,0 13 0,5 10 0,8 14 0,-4-6 0,5-2 0,0-3 0,-6-10 0,22 13 0,-20-15 0,3 2 0,-8-4 0</inkml:trace>
  <inkml:trace contextRef="#ctx0" brushRef="#br0" timeOffset="228189">22421 16874 24575,'11'0'0,"19"5"-3277,-4 2 0,2 0 763,1 4 2514,-23-8 1796,13 12-1796,-12 1 0,3 0 0,-6 5 0,-2-9 3276,-1 4-9,-1-4-2538,2-3-729,-2-5 0,3-3 0,-1-11 0,-1 3 0,3-13 0,-3 13 0,5-10 0,-4 6 0,4-1 0,0-6 0,9 2 0,-7 3 0,12-1 0,-16 12 0,12-4 0,-12 6 0,6-2 0,6 9-3277,7 6 0,-4-2 3047,-1 2 230,-6 1 0,-7 0 0,4 6 0,-10-3 0,-1-9 0,0 3 0,4-6 3276,0 0 0,2-6-3044,-3-7-232,-6-1 0,3 1 0,-2 4 0</inkml:trace>
  <inkml:trace contextRef="#ctx0" brushRef="#br0" timeOffset="228458">22643 16774 24575,'24'-3'0,"-13"0"0,19 1 0,-9 2 0,-4 2 0,2 1 0,-1 1 0,-6 0 0,19 3 0,-21-5 0,2 1 0,-8-3 0,2 2 0,-4-2 0,1 0 0</inkml:trace>
  <inkml:trace contextRef="#ctx0" brushRef="#br0" timeOffset="229007">22947 16827 24575,'4'13'0,"-2"-5"0,1 2 0,-1 4 0,-1-8-3277,4 20 0,-3-20 1239,12 22 2038,-6-19-1390,11 3 0,2-2 1390,-7-4-1285,8-1 0,-1-2 1285,-15-3 3239,12 2-3239,-11-4-3202,2-25 3202,-4 18 1628,0-12 0,-3-2-1628,-4-1 3276,3 2-2687,-7-7-589,4 25 0,-4-7 0,0 7 3276,0 1 0,-8-1-6553,-12 7 2,9-1 1922,-13 4 1353,26-3 0,-8 3 0,10-1 0,13 9 0,-8-8 0,13 5 0</inkml:trace>
  <inkml:trace contextRef="#ctx0" brushRef="#br0" timeOffset="229508">23301 16772 24575,'-4'3'0,"1"3"0,10 6 0,-4-5 0,10 6 0,5-3 0,4 0 0,6 5 0,-5-1 0,-12-5-3277,2 9 0,-12-13 3047,4 8 230,-4-4 0,-1-1 0,-8 0 0,2-4 0,-7-4 0,0-2 0,6 0 0,-7-2 0,0 3 0,-2 1 0,-10-1 0,16 0 0,-1 0 0</inkml:trace>
  <inkml:trace contextRef="#ctx0" brushRef="#br0" timeOffset="232195">19936 17583 24575,'33'-5'0,"-13"4"0,-1 0 0,2-1 0,1 1-1639,7 2 1,-2 0-1639,-3 0 1638,13 4 1,0 2-1639,-18-2 3644,13 3 0,-1 1-367,-15-2-257,5 3 1,1 1 256,0 3 0,-3-3 0,-2 0 0,0 1 0,5 5 0,-12-8 3276,6 4-2791,-7-3-485,1-1 0,4 11 0,-6-7 0,6 10 0,-4-9 1638,0 2 0,3 1-464,0-3 1,0 1-2216,8 11 1041,1-5 538,-5-9 0,3-1-538,8 0 0,5 0 0,-3 0-1625,-1 4 1,-1-1 1624,3-3 0,2-1 0,-7-1 0,-5 3-1932,6 0 1932,-4 1 1740,4 0-1740,-17-9-274,20 9 274,-15-9 0,10 7 0,-12-7 784,-9 2 1,-1-4 0,-7-1 0</inkml:trace>
  <inkml:trace contextRef="#ctx0" brushRef="#br0" timeOffset="233098">21022 17998 24575,'6'11'0,"3"4"0,-3-3 0,8 13 0,-13-17 0,10 20 0,-8-8-3277,7 8 0,-7-10 3047,2-1 230,-2-13 0,-1 6 0,4-5 0,-4 4 0,2-5 3276,-4-4 0,2-8-6553,-2-12 2,0 8 3231,0-12 44,0 17 0,-2-13 0,2 12 0,-3-11 0,1 7 3276,1-1 0,17 8-3138,3 6 0,3 3-138,7 4 0,1 1-843,-6-4 0,-2 1 843,-1 2 0,-6-1 0,-13-4 0,1 2 0,-3 4 0,-10 7 0,6-5 0,-10 0 0,-6 0-1639,-2-2 1,-1-1 727,6 0 1,-1 0 473,-9 1 0,4-1 437,15-3 0,-6 3 0,8-6 0,4 0 0,-1-3 0</inkml:trace>
  <inkml:trace contextRef="#ctx0" brushRef="#br0" timeOffset="234264">21782 17894 24575,'6'9'0,"-1"-2"0,4 9 0,-5-8-3277,10 26 0,-10-24 1638,3 13 1,-1 1 1402,-4-10 236,2 8 0,0 1 0,-3-9 959,2 5 0,2 1-959,2-1 0,0 4 0,0-2 0,-7-14 819,3 5 0,-3-9 0,2-2 0</inkml:trace>
  <inkml:trace contextRef="#ctx0" brushRef="#br0" timeOffset="234965">21745 17968 24575,'3'-3'0,"8"-3"0,-6 3-3277,28-7 0,-23 9 2302,13-3 1,4 1 974,3 3 1719,3-2-1719,-5 5 0,-19 6 0,0-3 0,8 19 0,-12-15 0,8 20 0,-17-9 0,-6 4 0,-2-7 0,-6-6 0,1-3 0,6-5-1168,-7 5 0,1-1 1168,11-7 0,-9 5 0,15-9 0,-1 1 0,8-3 3276,-4 3-926,16 5-3989,8 5 1,1 1 1625,2 0 13,-4 0 0,4 0 0,-7-1 0,-8-4 0,16 5 0,-1-1 0,-18-5 0,10 4 0,-4-3 0,-18-11 0,5 7 3276,-12-16-2457,3 11 0,1-4 0,2 8 0</inkml:trace>
  <inkml:trace contextRef="#ctx0" brushRef="#br0" timeOffset="235430">22104 17825 24575,'21'-1'0,"-1"0"0,3-1-1639,7-1 1,-1 1-1639,-14 0 948,15 1 2329,-26 1 1771,2 5-1771,-7 15 0,0-9 0,-6 21 0,6-26 0,-5 11 0,14-15 3276,-6 2 0,8-3-2716,-2 1-560,-4 2 0,4 0 0,-6 0 0,1-1 0</inkml:trace>
  <inkml:trace contextRef="#ctx0" brushRef="#br0" timeOffset="235749">22410 18086 24575,'11'0'0,"8"1"-3277,16 2 0,-14-1 1638,7 0 1,0 0 392,-12-1 1874,6 0 0,0 0-628,-9 0 0,3 1 0,-13-1 0,-1 0 0</inkml:trace>
  <inkml:trace contextRef="#ctx0" brushRef="#br0" timeOffset="235997">22507 18222 24575,'22'0'0,"2"2"0,0 0 0,2-1 0,11 2 0,-2 0 0,-18-3 0,16 1 0,0 1 0,-16-2 0,19-3 0,-35-1 0,2 0 0,-7 1 0</inkml:trace>
  <inkml:trace contextRef="#ctx0" brushRef="#br0" timeOffset="236564">22925 17838 24575,'-6'5'0,"1"6"0,2-2 0,4 10 0,1-11 0,9 16 0,-4-15 0,5 4 0,4 1 0,12-4 0,-2 3 0,1-9 0,-1-3 0,-11 0 0,9 1 0,1-1 0,-4-4 0,-1 2 0,-8-9 0,-11 6 0,-1-13 0,0-3 0,-1 2 0,-4-13 0,3 21 0,-8-15 0,7 21 0,-10-10 0,4 11 0,-24-3 0,9 8 0,0 0 0,4-3 0,0 2 0,-9 7 0,4 1 0,12-5 0,-5 11 0,14-12 0,3 1 0</inkml:trace>
  <inkml:trace contextRef="#ctx0" brushRef="#br0" timeOffset="237314">23002 18070 24575,'-2'8'0,"1"-3"0,2 6 0,4 2 0,4 10 0,0-7 0,8 5 0,14-7 0,-6-3 0,-1-5 0,5-2 0,2-4 0,4-2 0,-3-1-217,-8 2 0,0 0 217,13-4 0,5-1 0,-13 0 0,-19 2 0,9-5 0,0-1 0,-12 5 0,8-13 0,-17 0 0,-2 4 0,-6-6 0,4 13 0,-9-8 0,8 7 0,-11-6 0,12 7 434,-13-5-434,-1 2 0,0 3 0,-4 1 0,16 6 0,-12 3 0,7-1 0,-21 7 0,16-6 0,-1-1 0,-3 2 0,0-1 0,-9-1 0,14-2 0,16 0 0</inkml:trace>
  <inkml:trace contextRef="#ctx0" brushRef="#br0" timeOffset="237931">23395 17824 24575,'9'20'0,"-3"2"0,-1-1 0,-2-11 0,4 13 0,0-1 0,-4-13 0,11 15 0,-11-18 0,5 0 0,-6-9 0,1 0 0,1-14 0,-3 10 0,-2-26 0,-2 24 0,-5-13 0,-2 0-3250,3 13 3250,-8-18-2237,-4 7 2237,9 10-112,-4-5 1,-1 1 111,5 8 0,0-5 0,21 10 2786,-1 1-2786,21 0 0,-16 0 0,4 0 0,0 0 0,-8 0 0,11 0 0</inkml:trace>
  <inkml:trace contextRef="#ctx0" brushRef="#br0" timeOffset="238481">23444 17938 24575,'18'3'0,"14"-3"0,-4 0 0,0-6 0,2 0 0,7-1 0,-12 0 0,-1 2 0,9 8 0,-17 0 0,2 22 0,-12-14-1639,5 8 1,1 1-1639,-7-9 1638,8 10 1,0-1 148,-9-13 1490,10 11 0,-8-8 0,-2-7 0,3 7 0,-42 3 1226,26-9-1226,-10 2 0,-3 0 3276,-9 2-2829,11-3-447,-6 0 0,0-1 0,9-2 0,-18-1 0,23-5 0,-11-10 0,13 4 0,3-3 0,4 10 0</inkml:trace>
  <inkml:trace contextRef="#ctx0" brushRef="#br0" timeOffset="239933">24217 17730 24575,'0'30'0,"-4"-4"0,-1-1 0,-2-2 0,-6 10 0,-3 2 0,1-10 0,1-2 0,1 1 0,0-1 0,-2-1 0,3-4 0,9-11 0,-5 9 0,6-13 0,-3 2 0,3-5 0,0 0 0</inkml:trace>
  <inkml:trace contextRef="#ctx0" brushRef="#br0" timeOffset="240166">23926 17823 24575,'18'2'0,"0"3"0,1 5 0,1 1 0,8 4-469,-7-1 1,3 2 0,-4-2 0,1 0 0,-3-1 0,1-1 0</inkml:trace>
  <inkml:trace contextRef="#ctx0" brushRef="#br0" timeOffset="240333">24331 18035 24575,'0'0'0</inkml:trace>
  <inkml:trace contextRef="#ctx0" brushRef="#br0" timeOffset="243513">24573 16429 24575,'0'11'0,"2"4"0,-2-6 0,2 27 0,-2-4 0,-1-5 0,0 0 0,1 4 0,-1-6 0,0-3 0,3-8 0,0 8 0,0 0 0,1-6-1639,4 12 1,1 2-1639,-5-13 1638,5 13 1,0-1 1132,-5-17 506,4 14 0,1 1 0,-2-13-1639,5 16 1,0 1 1555,-5-20 83,3 11 0,1 4 0,5 7 0,-4-3 0,0-5 0,-1-2 3276,-5-8-3234,8 12 0,0 1 3234,-7-13-3138,9 19 1,0-1 3137,-10-21-1638,4 13 0,-1-1-1406,-6-18-232,3 24 0,-2-23 0,4 19 0,1-4 0,-1-6 0,4 16 0,-7-24-1639,3 10 1,0-1-1639,-3-8 2732,2 9 0,0 0 545,-2-8 0,5 23 0,-4-21-3277,8 22 2302,-10-24 975,11 21 0,-7-15 0,5 17 0,-4-13 0,1 12 0,-7-22 0,2 10 0,0 1 0,-1-4 0,3 11 0,0 0 0,-4-10-1230,5 7 1,0-1 1229,-3-15 1146,4 10 0,2 1-1146,-4-9 0,9 17 0,-7-5 3276,-3-10-2383,2 12-893,-7-18 3276,6 11-318,-4-5-1298,1-1-1660,1 1 0,0-8 0,-1 4 0,-8-16 0,2 8 0,-5-12 0</inkml:trace>
  <inkml:trace contextRef="#ctx0" brushRef="#br0" timeOffset="244548">24895 16668 24575,'12'30'0,"-2"-3"0,0 1 0,-3-6 0,0 0 0,0-1 0,0 2 0,1 2 0,-1 3 0,-1-6 0,-2-5 0,2 8 0,1 6 0,-1-6 0,-1-4-1639,2 14 1,1 1-1639,-2-15 1638,0 13 1,0 1 1392,-3-13-1393,2 9 1,-1 0 1469,-3-17-239,3 16 0,1 1 408,-3-11 1511,2 13-1,1 3-1510,-3-13 0,1-2 1450,-1-2 0,1 1-1450,2 13 0,0-2 0,-2-14 0,5 15 0,1 0 3276,-4-16-1927,5 14 1,1 1-1350,-4-12-1639,4 15 1,0 1 544,-6-20-545,3 14 1,-1-1 408,-6-20 649,5 19 1,0 0 580,-4-12 0,5 9 0,0 3 0,4 1 0,-1-3 3276,-2-5-2591,-4-7-685,-1-8 3276,2 13-628,-2-10-51,1 1-2597,-1 1 0,-6-6 0,2 2 0,-3-5 0</inkml:trace>
  <inkml:trace contextRef="#ctx0" brushRef="#br0" timeOffset="245825">24414 17446 24575,'14'0'0,"-4"0"0,6 0 0,11 0 0,-11-2 0,7 1 0,-1-1 0,-9 0 0,7-2 0,2-1 0,6 1 0,-4-3 0,-1 3 0,-1 0 0,-4-1 0,11 0 0,1 1 0,-5-1 0,-2 1 0,-1 0 0,-8-1 0,5-4 0,-11 4 0,7-10 0,1-2 0,2-4 0,-4 8 0,2-2 0,0-3 0,-1 0-1222,4-2 1222,-6 4 0,0 0 0,-2-4 0,4-10 0,-4 8 0,0-3 0,-1 2 0,-7 12 0,9-13 0,-1 0 0,-7 16 0,10-18 1222,4-2-1222,-5 8 0,1 0 0,-1 2 0,1-1 0,5-6 0,0 3 0,-4 5 0,-1 0 0,0 1 0,-1 5 0,5-1 0,2 7 0,7 7 0,-2-2 0,7 2 0,-12-2 0,-5 0 0,-6 0 0</inkml:trace>
  <inkml:trace contextRef="#ctx0" brushRef="#br0" timeOffset="246881">25733 16391 24575,'-3'3'0,"-1"-1"0,3 2 0,0 5 0,2-6 0,-1 5 0,6 2 0,-2-2 0,6 11 0,-3-9 0,12 11 0,-4-9 0,4 3 0,6-2 0,-3-3 0,-1-1 0,1-4 0,-16-5 0,3 0 0,1 0 0,-1 0 0,13-6 0,0-8 0,-5 6 0,4-12 0,-16 14 0,4-12 0,-6 7 0,-2-5 0,-1 6 0,-4-8 0,-7-3-3277,-4-3 0,5 6 3047,-3 4 230,8 11 0,-27 0 0,-1 10 0,11-4 0,-2 2 0,-7 4 0,3 0 0,6 0 0,-12 2 0</inkml:trace>
  <inkml:trace contextRef="#ctx0" brushRef="#br0" timeOffset="247632">25806 16577 24575,'0'13'0,"0"-5"0,8 16 0,4 0 0,-1 0 0,1-6 0,0-2 0,-2-3 0,5 0 0,3-1 0,8 2-1639,-3-6 1,-1-1-1639,5-1 3047,8-1 230,-18-7 0,8-7 0,-7 3 0,8-16 0,-14 12-1639,3-3 1,0 0 378,-6 4 1260,9-7-836,-7 3 836,-4 6 3276,4-11-2466,-8 13-810,-5-8 0,-4 0 0,0 4 3276,-5-7-406,-16 1-2870,11 5 0,-8 0 0,0 1 0,7 4 0,-3 1 0,0 0 0,6 0 1863,-7 3-1863,14-1 0,2 4 0,4-1 0,3 1 0,-2-1 0</inkml:trace>
  <inkml:trace contextRef="#ctx0" brushRef="#br0" timeOffset="248328">26243 16429 24575,'-7'17'0,"2"-5"0,5 12 0,0-13 0,4 19 0,8-8 0,-1-1 0,13 4 0,-8-17 0,1 4 0,0-9 0,-11-2 0,10-5 0,2-5 0,11-8 0,-7 5 0,-4 2 0,-3 0 0,-8 5 0,7-12 0,-12 10 0,-7-11 0,0 0 0,-1 2 0,-2-4 0,5 12 0,-5-11 0,5 11 0,-13-15 0,7 15 0,-20-11 0,6 13 0,-8 0 0,12 6 0,2 4 0,14 0 0,-6 6 0,7-4 0,1 4 0,-1-5 0,2 1 0,0-4 0,0-1 0</inkml:trace>
  <inkml:trace contextRef="#ctx0" brushRef="#br0" timeOffset="248750">26912 16259 24575,'-14'24'0,"2"-3"0,0 1 0,2-5 0,0 0 0,0 2 0,-2 2 0,-6 11 0,1-3 0,5-4-1639,-3 5 1,1-2-1639,10-13 3404,-9 18-127,10-25 0,-4 6 0,-14-18 0,7 0 0,-7-3 0,14 5 0</inkml:trace>
  <inkml:trace contextRef="#ctx0" brushRef="#br0" timeOffset="248996">26587 16376 24575,'13'0'0,"-5"0"0,9 1 0,-6 3 0,0-2 0,-3 0 0</inkml:trace>
  <inkml:trace contextRef="#ctx0" brushRef="#br0" timeOffset="249249">26922 16528 24575,'3'6'0</inkml:trace>
  <inkml:trace contextRef="#ctx0" brushRef="#br0" timeOffset="255731">25978 17847 24575,'5'22'0,"-3"7"0,-3-23 0,-5 16 0,6-17 0,-5 14 0,8-8 0,-4 1 0,11 3 0,8-5 0,16-1 0,-6-1 0,-5-6 0,0-2 0,1 2 0,3-1 0,-11-1 0,-10-5 0,0-4 0,-1-9 0,0 6 0,-4-8 0,-2-3 0,-1 4 0,-5-14 0,2 21 0,-8-14 0,9 19 0,5-1 0,9 22 0,1-3 0,1 6 0,-2 0 0,-6-5-1639,7 10 1,-1 1-1639,-5-11 1638,3 11 1,0-2 148,-4-12 1490,3 16 0,2-8 0,-6-8 0,11 22 0,-6-13 0,2 3 3276,-1-7-2015,-2-5-1261,11-4 0,-9 1 0,5-4 0</inkml:trace>
  <inkml:trace contextRef="#ctx0" brushRef="#br0" timeOffset="256416">26361 17926 24575,'5'10'0,"6"14"0,-8-16 0,8 26 0,-3-11 0,-1 2-3277,4 4 0,-6-23 0,9 15 1787,-9-18 1490,5 8 0,2-6 0,-5 0 0,17 3 0,-8-9 0,0 4 3276,-1-12-2015,-6-5-1261,-1 1 0,3-10 0,-5 13 0,10-18 0,-10 19 0,4-7 0,0-1 0,-5 5 0,4-9 0,-15 4 0,1 7 0,-5-6 0,4 0 3276,-2 2 0,-12-4-3044,8 11-232,-15 0 0,15 5 0,-17-1 0,11 6 0,0-3 0,9 5 0,9-4 0,0 1 0</inkml:trace>
  <inkml:trace contextRef="#ctx0" brushRef="#br0" timeOffset="256849">26950 17755 24575,'1'13'0,"1"2"0,-2 0 0,-6 17 0,0-16 0,0 5 0,-1 1 0,-1-4-1639,-1 3 1,0-1-1639,3-7 1680,-5 6 0,-1 0 1597,7-10 0,-11 13 0,14-16 1882,-8 1-1882,7-5 0,-11-9 0,5-2 0,-1-1 0,4 3 0</inkml:trace>
  <inkml:trace contextRef="#ctx0" brushRef="#br0" timeOffset="257050">26772 17879 24575,'7'-1'0,"4"-2"0,-1-1 0,0 0 0,-1 2 0,-6 0 0,2 7 0,2 4 0,-3-3 0,2 2 0</inkml:trace>
  <inkml:trace contextRef="#ctx0" brushRef="#br0" timeOffset="257236">26959 17978 24575,'8'2'0,"-1"-1"0,-3-1 0,0 0 0,-1-1 0,-3-1 0,0 0 0,-2 1 0</inkml:trace>
  <inkml:trace contextRef="#ctx0" brushRef="#br0" timeOffset="258223">24802 17702 24575,'13'4'0,"16"4"0,-10-2-1093,5 0 1,7 1 0,-6-2-2185,-3-2 2184,3 1 1,7 1 0,-4 0-547,-2-2 1,-3 0 1454,0 0 0,0 0-109,2 1 0,3 1 0,-6 0 293,-2 0 0,6 2 0,-1 1 0,-9 4 0,5-1 3034,-5 8-3034,0 0 0,-3-6 0,0 1 0,5 6 0,11 2 0,-19-14 0,19 8 0,-16-10 0,18 8 0,-21-11 3276,7 7-2015,-14-8-1261,5 5 0,5 1 0,12-1 0,4-1 0,-5-5 3276,-6-1 0,-15-1-3044,0-3-232,-7-3 0,3 1 0,-4 0 0,5 5 0</inkml:trace>
  <inkml:trace contextRef="#ctx0" brushRef="#br0" timeOffset="258840">25653 17909 24575,'0'18'0,"0"1"-3277,-3 3 0,2-10 0,-8 25 0,7-30 4909,-8 20-1632,9-22 0,-3 7 0,4-7 3276,4-4-2091,-1-2 2091,9-10 0,-6 6-2813,7-10-463,-9 2 0,2 1 0,-7-7 0,-1 14 0,0-7 0,1 9 0,1 0 0,7 1 0,4 1 0,19 1 0,-14 0 0,4 3 0,-2 0 0,-11-2 0,5 10 0,-23-4 0,0 1 0,-18 3 0,19-6 0,-19 6 0,18-7 0,2 2 0,4-5 0,9-1 0</inkml:trace>
  <inkml:trace contextRef="#ctx0" brushRef="#br0" timeOffset="265298">27471 16242 24575,'-3'20'0,"1"6"0,0 0 0,-1-8 0,2 12 0,0 9 0,1-8-1061,0-11 1061,0 12 0,0 7 0,1-8 0,1-13 0,1 10 0,0 11 0,0 2 0,1-8-1625,1-7 1,1 0 1624,-2 4 0,0 8 0,1 2 0,0-1 0,-1-6 0,1-6 0,0-3 0,0 3 0,0 2 0,1 4 0,-1 3 0,1 2 0,1-1 0,-1 0 0,-1-4 0,1 0 0,-1 1 0,1-1 0,-1 1 0,1-2 0,-1 0-656,1 4 1,0-2-1,0 0 1,0 1 0,0 1 548,-1-2 0,1 4 0,1 0 0,-1 1 0,-1-4 0,0-3 0,-1-7 107,-1-1 0,0-2 0,3 8 0,2 6 0,0 0 0,-1-7 0,7 6 0,0-2 0,2-3 0,-1-16 0,1-2 495,-8-6-495,-6-8 2741,0-4-2741,-8-9 0,5 6 0,-5-3 0</inkml:trace>
  <inkml:trace contextRef="#ctx0" brushRef="#br0" timeOffset="265725">27778 16438 8191,'-3'15'0,"1"8"0,0 7 0,2-3 0,0 3 0,-1 1 0,1-2 0,0-4 0,-1-1 0,1 4 0,1 4 0,1 6 0,0 1 0,0-3 0,-1-10 0,2 4 0,-1-8 0,1 8 0,1 5 0,0 4 0,1 1 0,-1-2 0,0-3 0,-1-7 0,0 2 0,-1-5 0,1 4 0,0 2 0,1 6 0,1 3 0,0 2 0,0-2 0,-1-4 0,-1-7 0,0 7 0,1-3 0,2 3 0,1 4 0,-2-7 0,1 3 0,-1-11 0,0 0 2029,0 10-2029,-4-14 0,1 14 0,-14-12 0,2-14 376,-4 5 0,10-11 0,2-1 0</inkml:trace>
  <inkml:trace contextRef="#ctx0" brushRef="#br0" timeOffset="266447">27189 17968 24575,'10'-5'0,"7"-2"0,-12 4 0,23-9 0,-20 8 0,25-14 0,-24 12 0,5-3 0,3-3 0,15-8 0,-6 4 0,-2 3 0,-2 2 0,-11 6-1639,13-4 1,0-1-1639,-15 5 1771,13-2 0,-1 0 1506,-16 4 0,19-2 0,2 11 0,-10-3 0,4 4 0,1 1 0,0 2 0,2-1 3276,-1 1-2212,-1 3 1,1-1 1372,8 3-2437,-5-5 0,8 2 0,5 1 0,2 0 0,0-3-469,-9-3 1,2-1 0,1-2 0,0 1 0,1-1 0,-2 1 0,0 1-22,0 1 1,0 0 0,-1 1-1,0 0 1,1 0 0,1-2 489,-1-1 0,3 0 0,2-1 0,-2 0 0,-3 0 0,-4-1 0,-7-1-1156,8 3 1156,7-1 0,-34-3 0,-26 3 0,15-3 0,-16 1 0</inkml:trace>
  <inkml:trace contextRef="#ctx0" brushRef="#br0" timeOffset="267597">28432 17688 24575,'11'-5'0,"5"-1"0,8-1 0,-7 2 0,16-1 0,-15 3 0,-1 1-3277,4 4 0,-16-2 3047,8 6 230,-6 4 0,-1-2 0,4 13 0,-6-12 0,7 16 0,-8-16 0,7 14 0,-11-11 0,-11 9 0,5-9 0,-10 0 0,-2-3 0,6-2 0,-13 3 0,0 0 0,9-5 0,-4 2 0,2 0 0,9-3 3276,5 0 0,23-7-3044,-5 2-232,18-3 0,-24 4 0,9 3 0,-4 6 0,-2-2 0,17 12 0,1-10 0,-9-3 0,0-1 0,7-1 0,-3-8 0,-15 0 0,0-2 0,-3 1 0,0 2 0,-4 1 0,3 1 0</inkml:trace>
  <inkml:trace contextRef="#ctx0" brushRef="#br0" timeOffset="268331">28782 17806 24575,'7'16'0,"3"4"0,1-7 0,-1-1 0,10 3 0,-12-10 0,14 3 0,1-4 0,-4-3 0,19 1 0,-11-4 0,-7 0 0,-1-2 0,5 0 0,0-7 0,-17 4 0,-1-3 0,-3 1 0,-8-3 0,3 4 0,-5-9 0,0 1 0,2 3 0,-6-6 0,9 15 0,-17-10 0,12 9 0,-23-5 0,21 8-1639,-11 1 1,0 0-1639,10 1 2668,-11 2 0,-1-1 609,12 0 0,-17 3 0,15-1 0,-2 1 0,6-1 3276,-3-1-257,-1 4-3019,2-3 1477,-1 3-1477,8-6 0,1 1 0,1-1 0,1 2 0</inkml:trace>
  <inkml:trace contextRef="#ctx0" brushRef="#br0" timeOffset="268765">29307 17686 24575,'-9'21'0,"4"-10"-1639,-6 11 1,-1 0-1639,4-9 1638,-4 10 1,0-1-1639,8-13 4692,-12 23-1415,14-25 0,-7 9 0,6-10 3276,1-1-2199,-6-2-1077,-1-1 0,2-2 0,0 0 0</inkml:trace>
  <inkml:trace contextRef="#ctx0" brushRef="#br0" timeOffset="269015">29088 17770 24575,'7'2'0,"0"1"0,-2 0 0,9 6 0,4 3 0,1-1 0,-1-2 0,1-2 0,-1-3 0,6 2 0,-18-6 0</inkml:trace>
  <inkml:trace contextRef="#ctx0" brushRef="#br0" timeOffset="269201">29377 17839 24575,'10'6'0,"-4"-4"0,-5-3 0,-3-3 0</inkml:trace>
  <inkml:trace contextRef="#ctx0" brushRef="#br0" timeOffset="269666">29580 16927 24575,'3'21'0,"0"0"0,1 12 0,-1 6 0,1-11 0,0 4 0,1 2 0,-1-1 0,0-2-820,-1-2 1,0-1 0,0-1 0,0 5 350,2-1 1,1 6 0,0 2 0,1 0 0,-1-2 0,0-3 0,-1-6 226,2 7 1,-1-2 241,2 1 0,1 6 0,1-3 0,-3-11 2025,0-8-2025,4 15 0,0-2 1124,-6-20-1124,9 21 0,-11-28 0,2 2-2896,12-23 2896,-10 10 0,10-12 0,-16 16 0</inkml:trace>
  <inkml:trace contextRef="#ctx0" brushRef="#br0" timeOffset="270032">29826 17076 24575,'7'27'0,"0"0"0,-1-5 0,0 2 0,0 2 0,0 2 0,0 2-820,0-2 1,0 1 0,0 0 0,-1-1-274,1 2 1,-1 0 0,0 1 272,-1 0 1,1 3 0,0-1 0,-1-8 2147,0 5-1328,-1-5 0,-1 5 0,1-7 1719,-1-6-1719,3 17 0,0-1 0,-2-23 0,4 20 0,-5-25 0,-1-1 0,-1-2 0</inkml:trace>
  <inkml:trace contextRef="#ctx0" brushRef="#br0" timeOffset="274334">28263 17511 24575,'-25'25'0,"13"-15"0,-3 3 0,0 0 0,3-2 0,-14 13 0,9 1 0,3-6 0,12 13 0,5-26 0,6 15 0,2 2 0,-1-13-1639,10 19 1,0 0-1639,-10-15 2184,9 8 1,6 6 0,-5-7-398,-8-5 822,5 0 0,6 6 1,2 0-1,-6-5 668,5 4-538,-3-5 1,5 2 0,1 0 0,-6-3 537,5 5 0,0-5 0,7 1 0,-1-2 0,1-5 0,-2-2 0,-3 3 0,4-1 287,-1-3 0,5-2 0,2-1 0,-1 0-287,-3-2 0,-1 0 0,1-1 0,0 1 0,-4 0 0,0 1 0,1-1 0,0 0 0,2 0 0,-1-2 0,1 0 0,2 0 0,-1-1 0,-2 0 0,-3-1 0,9-3 0,-4 0 0,0 0 0,-1 0 0,-1 1 0,-3-2 0,10-7 0,-9 0 0,-20 5-154,4-7 1,-1 0 153,-9 6 1014,1-9 0,-1 0-1014,-4 6 1638,-1-7 0,-2-2-1491,-6 4 1,0 1 1818,-2-11-1966,-6 2 0,1 3 3276,9 14-1758,-12-20 1,1-1-97,10 17-1422,-4-6 0,-3-5 0,1 4 0,1 3 0,-1-1 0,-4-3 0,1 2 0,-6 2 0,0 1 0,6-1 0,-2 1 0,-7 1 0,-5 0 0,6 4-1104,3 3 1104,-7-2 0,-11-3 0,-1 0 0,10 4-3277,-3 2 2230,3-1 0,-7-1 0,2 2 1047,-1 3 0,1 1-365,5 0 1,-2 0 0,2 0 0,3 0 0,0 0 0,2 0 0,-5-1 0,0 0 0</inkml:trace>
  <inkml:trace contextRef="#ctx0" brushRef="#br0" timeOffset="277736">28621 17346 24575,'7'-7'0,"5"-13"0,-3-14 0,1 5 0,-5-1 0,-3-2 0,-2 5 0,-1 1 0,1 3 0,0-2 0,-4-2 0,0-2 0,0 6 0,-2 3 0,-2-4 0,-3-6 0,3 6 0,1 8 0,-7-7 0,-6-7 0,5 6 0,4 9 0,-9-9 0,-8-8 0,1 4 0,2 4 0,0 2-759,5 3 0,-1-1 1,-4 0 758,-1 2 0,-2 0 0,-3-1 0,-2 2 0,0 0-547,2 3 1,-2 2 0,0 0 0,-1 0 0,0 0 0,3 0-5,-1-2 0,2 0 1,0 0-1,-1 0 1,-4 0 550,6 3 0,-4 1 0,-3-2 0,-2 1 0,1 0 0,-1 1 0,3 0 0,2 1 0,5 1 0,5 2-1290,-9-3 1,0 1 1289,8 2 0,-6-1 0,-4-2 0,-3 0 0,-3-1 0,-2-1 0,1 1 0,-1 0 0,3 0 0,2 1 0,4 1-530,-7-1 0,4 1 1,1 0-1,1 1 0,-1-1 1,-2 0 529,2 0 0,0 0 0,-2-1 0,0 1 0,0-1 0,0 1 0,1 0 0,0 0 0,-2 0 0,-1-1 0,-1 1 0,2 0 0,2 1 0,5 1 0,6 1 147,-2 0 0,1 1-147,-3-1 0,-7-2 0,-3 1 0,3 0 0,5 2 796,-2 1 1,0 2-797,4-2 0,-6-1 0,-2 0 0,2 0 0,3 1 0,2 2 0,3 0 0,-5 0 0,3-1 0,-3 1 0,-2-1 0,-3 0 0,0 1 0,0 0 0,1 1-180,0 0 0,-1 1 1,0 0-1,0 1 0,0 0 1,0-1-1,0 0 180,1-1 0,0 0 0,1 0 0,0-1 0,-1 1 0,-1 0 0,-1 1 0,4 1 0,-1 1 0,-3-1 0,0 2 0,0-1 0,1 1 0,2-1 0,1 0 0,4-1 0,5 0 701,-9 0 0,6-1 0,-4 1-701,2 1 0,-6 2 0,-2 0 0,-2 1 0,4-1 0,4 0 0,7-2-1284,4 0 0,3-1 1284,-14 2 0,-4 1 0,3 0 0,5 1 0,2 0-631,-3 2 0,1 0 631,0-1 0,-2 0 199,0 2 1,-2 1 0,5-2-200,-4-1-9,3 0 1,-7 3 0,-4 1 0,2-1 8,4-2 0,1 1 0,0-1 0,-1 1 334,-2 0 1,0 0 0,-1 0-1,-2 1-334,7-1 0,-2 1 0,-1 0 0,0 0 0,2-1 0,1 0 0,-3-1 0,3 0 0,0-1 0,-4 1 0,3 0 0,-3 1 0,-2 0 0,1 1 0,1-2 0,3 0 0,0-1 0,3-1 0,0-1 0,-1 1 0,-5-1 0,-3 0 0,0 0 0,3-1 0,7 0 0,5-2 0,0 0 0,-8-1 0,-8 0 0,0-1 0,4 1 0,-4 0 0,3-1 0,8 0 0,-1 0 0,-1 0 0,-7 1 0,-2 0 0,11-1 2485,13 0-2485,-22 2 0,0 1 0,22-1 767,-6 2 0,-3 1-767,2-3 0,0 0 1465,-7 3-1465,8-3 0,0 0 0,-8 3 0,9-3 1638,-5 3 0,0 0 1381,4-4-3019,-7 6 0,7-4 0,6-1-3277,-13 4 259,11-4 4007,-4 2-989,7-1 0,3-1 0,-14 1 0,18-2 0,-27 3 0,26-3 0,-21 2 0,16-1 0,-6 1 0,4-1 3276,0-1 0,5 0-3044,-2 1-232,2 0 0,1-1 0,6 1 0,-4-2 0,3 1 0,-4 1 0,5-2 0,-2 1 0,4 1 0,-6 1 0,5 0 0,-9 3 0,4-2 0,-1-1 0,0-2 0,6 0 0,0 0 0,-2 3 0,-6 1 0,4-1 0,-9 4 0,11-7 0,-5 3 0,4-3 0,-2 2 0,-3 1 0,3-1 0,-1 1 0,3-2 0,-2 1 0,0 0 0,1-3 0,-2 5 0,2-3 0,0 2 0,-1-1 0,1 2 0,0-3 0,3 2 0,-1-1 0,0 9 0,-1 4 0,1-4 0,2 1 0,-1-7 0,3-1 0,-1 11 0,1-8-3277,0 17 0,0-17 2398,1 26 879,-1-23 0,2 8 0,0 3 0,1 0 0,1-1-3060,0 12 3060,3 2 0,-3-11 0,-2-15-886,2 11 0,-2-1 886,-2-11-86,2 21 86,-2-22-1027,2 24 1027,-1-22 0,5 27 0,-6-29 1127,6 26-1127,-5-26 86,3 21-86,-5-17 0,2 6 3276,-3-1-2433,2 4-843,0-6 0,4 15 0,-1-20 0,12 24 0,-8-19 1638,4 3 0,1 0 1245,-2-5-2883,3 4 0,-8-12 1887,3 7-1887,17 10 0,-8-5 0,4-1 0,2-1 0,2 1 0,7 1 0,-12-6 0,-10-6 0,-3-1 0,-2 1 0,3 0 0,-3-2 0,-4 2 0,1-2 0,-2 3 0,-5 1 0,4-3 0,-4 6 0,3-7 0,-1 4 0,0 1 0,0 2 0,-2 2 0,3-2 0,-1-4 0,3-1 0,0 1 0,0-3 0,0 0 0</inkml:trace>
  <inkml:trace contextRef="#ctx0" brushRef="#br0" timeOffset="278620">21571 17622 24575,'0'9'0,"0"0"0,1-8 0,2-3 0,5-15 0,3-10 0,-4 6-3277,0-9 0,-7 23 3047,0-5 230,7 10 0,12-1 0,0 3 0,17-1 0,-22-1 0,3 3 0,-14 0 3276,-6 10 0,-1-5-3044,-10 17-232,-6 0 0,4-2 0,4-4 0,1-1 0,6-6 0,-5 18 0,8-20 0,-2 4 0,2-9 0,-5 1 0,4-2 0,-2 4 0,3-4 0,-3-1 0,0-2 0,2 1 0,0-2 0</inkml:trace>
  <inkml:trace contextRef="#ctx0" brushRef="#br0" timeOffset="282749">26998 13268 24575,'-20'-7'0,"-15"2"0,-1 1 0,5 2 0,0 0 0,-5 1 0,7 0 0,10 1 0,-11 0 0,-5 0 0,9 0 0,-1 0 0,2 0 0,-1 0 0,1 0 0,-1 0 0,0 0 0,-8 0 0,4 1 0,16 1 0,-10 2 0,-1 1 0,13-2 0,-6 2 0,-1 2 0,-1 1 0,-6 12 0,9-9-3277,-2 13 0,14-18 2780,-3 17 497,8-14 0,2 18 0,11-1 0,-5-5 0,5-3 0,0-1 0,-3-6 1638,6 4 0,3 0 0,-1-7 0,-1-1-1539,12 9-99,-6-9 0,-3-2 0,-7-3 400,22 0-400,-1-2 0,-9 0 0,2 0 0,-3-1 0,-14 1 0,17 0 0,1 1 0,-12 1 0,5 3 0,2 1 0,2 10 0,-8-2 0,-1 0 0,3 7 0,4 7 0,-20-19 0,8 8 0,-10-12-3277,0 7 0,-2-7 0,-18 19 1787,13-17 825,-12 11 0,-3 0 665,5-8-10,-9 7 0,-5 1 10,1-8 0,-1-1 0,5 2 0,-1-1 0,0-3 0,-2-3 0,2 0 0,0-3 0,3-2 1638,1 2 0,0-1-1342,-5-4 1,3-1-297,12 0 3276,-23-7-768,15 5-2508,2-2 0,1 4 0,14 0 741,1-2 1,4 4 0,2-3 0</inkml:trace>
  <inkml:trace contextRef="#ctx0" brushRef="#br0" timeOffset="283652">26960 13710 24575,'17'5'0,"15"4"0,-12-7 0,7 4-3277,4-4 0,-22-1 956,20-1 2321,-22 0 1771,22-3-1771,1-2 0,-1-1 0,5-5 0,-24 6 0,2-5 0,-10 6 3276,0-7 0,-4 6-2724,0-3-552,-2 2 0,0 4 0,-6-2 0,3 2 0,-15-2 0,-10 2 0,5-1 0,8 2 0,0 2 0,-5 6 0,6-4 0,-4 14 0,14-11 0,-13 18 0,10-13-1639,-5 6 1,0 0-1639,7-7 2520,-9 9 0,1 0 757,12-11 0,-14 20 0,23-11 0,-4-4 0,17 4 0,-9-14-1639,11 2 1,2-2 803,-9-2 2205,16 1 1,1 0-1371,-15-2 0,9 2 0,-1-1 0,-11 1 1142,10 2-1142,-15-1 0,3 1 0,-2-4 3276,5-14-517,-3 9-2759,11-17 0,-14 20 0,5-4 0</inkml:trace>
  <inkml:trace contextRef="#ctx0" brushRef="#br0" timeOffset="284648">27565 13684 24575,'-22'9'0,"12"-6"0,-17 10 0,21-8 0,-12 5 0,9-1 0,1 4 0,4-4 0,5 8 0,1-11 0,5 13 0,-1-15 0,8 11 0,-7-13 0,19 9 0,-4-6 0,5 1 0,3-5 0,-14-5 0,1-2 0,0-6 0,-13 8 0,5-14 0,-6 8 0,-2-5 0,1 5 0,-4 14 0,2 0 0,-1 11 0,5 9 0,-3-9 0,4 16 0,-4-8 0,0-1 0,-1 7 0,0-20 0,-1 15 0,-5-3 0,0-2 0,-9 11 0,2-10 0,-2 0 0,-8 5 0,-10-9-1844,11-2 1844,5-7 0,-2 0 0,-9 2 0,-2-3 0,-3 3 0,-3 0 0,2-4 0,2-1 0,1 2 0,1 0 0,-3-3 0,3-2 0,7-10 0,-3-5 0,13 1 0,6-14 0,8 19 0,4-18 0,-3 20 0,4-5 0</inkml:trace>
  <inkml:trace contextRef="#ctx0" brushRef="#br0" timeOffset="285365">27718 13684 24575,'1'17'0,"0"-9"0,4 23 0,-2-22 0,2 8 0,2 2 0,8 6 0,-1 1-1639,0-9 1,0-3-1639,-6-6 1638,8 4 1,0-2 148,-9-8 1490,11 9 0,-8-9 0,-1 3 0,2-4 0,0 1 0,-2-6 3276,12-6-2015,1-13 2015,-5 9-1638,-6-4 0,-2 1-1406,-5 9-3509,2-24 0,-5 25 2723,-1-22 554,0 21 0,-5-18 0,-7 15 0,-7 0 0,6 5 0,2 6 0</inkml:trace>
  <inkml:trace contextRef="#ctx0" brushRef="#br0" timeOffset="285750">28238 13716 24575,'1'35'0,"1"-14"0,-1 8 0,-1-23 0,4 14 0,0-13 0,1 0 0,3-16 0,2-15 0,-1-1-820,-2 2 1,-6 16 0,-1 6 0</inkml:trace>
  <inkml:trace contextRef="#ctx0" brushRef="#br0" timeOffset="285902">28265 13641 24575,'3'4'0,"0"-3"0,-3 1 0</inkml:trace>
  <inkml:trace contextRef="#ctx0" brushRef="#br0" timeOffset="287451">28461 13705 24575,'10'-1'0,"4"-1"0,2 6 0,9 11 0,-10-3 0,0 0 0,6 10-1639,-8-4 1,-3-2-1639,-5-6 2896,7 19 381,-10-20 0,6 17 0,-5-7 0,0-2 0,0 1 0,-3-13 3276,0-9 0,-2-11-3118,1-14-158,-1 7 0,8-7 0,-5 20 225,10-11-225,-8 16 0,3-5 0,-3 7 0,4-1 0,-1 3 0,15-2 0,-13 2 0,17 0 0,-20 0 0,8 2 0,-7 5 0,0 18 0,0-5 0,-3 0 0,1 3 0,-1 6 0,0-2 0,0-3 0,-3-21 0,0-1 0,-1-14 0,-5-3 0,-1-7 0,0 8 0,4-9 0,11 2 0,-4 0 0,13-12 0,-1 11 0,-3 1 0,8 1 0,-18 16 0,14-3 0,-7 8 0,3 0 0,-1 4 0,-6 2 0,-1-2 0,2 12 0,-5-9 0,10 21 0,-8-20 0,9 18 0,-8-19-3277,9 15 0,-10-15 3047,10 13 230,-7-6 0,3-2 0,2 3 0,-3-15 0,2 5 3276,-2-10 0,0 3-3044,-2-3-232,3-1 0,-6-3 0,0 0 0,-4-7 0,0 6 0,0 1 0,0 4 0</inkml:trace>
  <inkml:trace contextRef="#ctx0" brushRef="#br0" timeOffset="287687">29115 13807 24575,'1'20'0,"0"0"0,0 5-3277,5 6 0,-6-25 132,7 14 3145,-6-15 1875,3 5-1875,-2-8 0,-13-21 0,7 12 0,-8-14 0,9 19 0</inkml:trace>
  <inkml:trace contextRef="#ctx0" brushRef="#br0" timeOffset="287884">29079 13714 24575,'5'0'0,"1"0"0,-3 2 0,3 5-820,-4 16 1,1-13 0,-3 10 0</inkml:trace>
  <inkml:trace contextRef="#ctx0" brushRef="#br0" timeOffset="289351">29356 13745 24575,'0'29'0,"1"4"-1639,-1-12 1,-1 0-1639,2 5 1328,-2 6 1949,0-22 1719,0-1-1719,1-17 0,2 0 0,0-18 0,-1 17 3276,-2-14 0,-4 12-3044,1-2-232,-7 3 0,-1 8 0,3-4 0,-4 6 0,11-2 0,-4 2 0,4 6 0,1-1 0,-2 18 0,1 11 0,-1-6 0,2-5 0,0-1 0,1-7 0,7 17 0,5-19 0,0 2 0,5-9 0,-6-7 0,-1-1 0,4-13 0,-9 8 0,8-20 0,-5 5 0,0-2 0,4-6 0,-3 4 0,0 3 0,1-7 0,-8 21 0,1-6 0,-3 11 0,0-2 0,1 4 0,3 4 0,10 0 0,9 12 0,-5-7-1639,-3 6 1,-3 0-1639,-5-3 2129,5 21 1148,-8-22-41,2 15 41,-3-16 0,3 8 0,-3-9 3276,2-1-243,-1-6-1664,0-4-1369,7-12 0,-7 10 65,5-9-65,1-8 0,0 0 0,5-8 0,2 10 0,-8 11 0,13 2 0,-15 7 0,10 9 0,-4 12 0,-5-1 0,1 1 0,3 7 0,-1-4 0,-1-4 0,-5-11-3277,12 18 0,-14-22 3047,5 8 230,-6-6 0,3 0 0,-1 5 0,-2-6 0,2 8 0,-3-10 0,0 4 0</inkml:trace>
  <inkml:trace contextRef="#ctx0" brushRef="#br0" timeOffset="289719">29869 13732 24575,'10'3'0,"10"3"0,8-3 0,-7 1-1639,3-4 1,-2-1-1639,-11-1 1638,14-2 1,2-2 719,-13 2-28,10-6 1,0 1 946,-14 5-359,13-14 359,-19 15 0,4-8 0,-4-3 0,0 6 3276,3-20-2977,-2 16-299,3-11 0,-5 15 0,0 2 0</inkml:trace>
  <inkml:trace contextRef="#ctx0" brushRef="#br0" timeOffset="290120">30006 13523 24575,'0'36'0,"0"-18"0,1 11 0,0 0 0,0-9 0,2 11 0,1 0 0,-3-12-1639,1 6 1,0-2-1639,-2-12 2302,1 11 1,-1 1 974,2 3 1719,0 1-1719,-1-4 0,-1-3 0,0-12 0,0 12 0,0 1 0,0-10 0,0 18 0,-1-20 3276,1 9 0,-2-13-3044,5-1-232,7-10 0,0 0 0,9-3-820,-5 12 1,-4-4 0,-1 5 0</inkml:trace>
  <inkml:trace contextRef="#ctx0" brushRef="#br0" timeOffset="290688">30160 13888 24575,'2'22'0,"-1"-2"0,1-2 0,-2-8 0,3 27 0,3-16 0,-2 0 0,8-1 0,0-12 0,10 0 0,4-11 0,4-8 0,-11-3 0,3-11 0,-16 13 0,9-17 0,-6 2 0,-1 5 0,-4-6 0,-12 16 0,-2 2 0,-20 1 0,-6 8 0,6-1 0,-6 2 0,29 0 0,-6 3 0,6 7 0,-3 6 0,3-3 0,1-1 0</inkml:trace>
  <inkml:trace contextRef="#ctx0" brushRef="#br0" timeOffset="310925">17354 2789 24575,'3'-2'0,"1"2"0,2-7 0,-3 0 0,4-6 0,-5 1 0,1 5 0,-2-2 0,4 4 0,-5 0-3277,8-12 0,-6 11 3047,9-20 230,-4 13 0,1-3 0,5 1 0,1 3 0,-2 3 0,8-2 0,-13 10 0,5-2 0,-5 3 0,5 10 0,-6-6 0,3 10 0,-4-4 0,2 1-3277,6 15 2017,-8-17-257,5 15 0,0 1 1517,-7-15 749,6 14 0,0 0-749,-6-14-434,5 15 1,0 1 433,-5-6 1638,1 10 0,-5 2-1567,-12-3-71,-1-5 0,-1 0 0,-4-2 0,-2-5 0,1-4 0,10-9 473,-12 6 0,-1-1-473,12-7 709,-11 5 0,-2 0-709,-2-4 0,-7 2 0,14-3 3276,11-4-377,7-1-1061,2 0-1838,6-7 0,8 1 0,11 0 0,-10 4 0,20 12 0,-22-1-1639,10 8 1,1 3-1639,-9-6 3162,0 2 0,1 1-3162,13 0 2017,-17-8 350,9 2 0,0-2 910,-14-4-190,20-1 1,3-2 189,-8-2 0,7-1 0,-3-2 0,-14-1 0,5-12 0,-18 15 1725,2-13-1725,-8 6 474,0-1-474,-7-5 0,6 9 0,-7-8 0,11 11 0,-4-5 0</inkml:trace>
  <inkml:trace contextRef="#ctx0" brushRef="#br0" timeOffset="311656">17825 2791 24575,'10'26'0,"2"9"0,-5-17 0,1 4 0,1-3 0,-4-12 0,5 13 0,1-1 0,-4-10 0,4 10 0,2 0 0,3-5 0,0 7-3277,6-7 0,-16-9 3023,11 3 1,1-1 253,-4-3 0,5 1 0,1-1 0,-6-3 0,20 0 0,-10-9 0,3 1 0,0-15 0,-14 0 0,-2-1 3276,3 0-2184,-6 1 0,0-6 0,-3 5-4369,-7-7 1778,4 9 0,-1 0 1499,-4-2 0,-2 2 0,-2-4-693,0-4 693,0 10 0,2 6 0,-1 0 3276,-1 1-111,-9 1-3165,11 10 0,-28-3 0,0 6 0,-2 1 0,10-2 0,-1 1 0,-6 1 0,-2 0 0,7 0-1768,3-1 1768,-9 2 0,27-4 0,2 1 0,7 5 0,6-3 0,-1 3 0,-3-5 0</inkml:trace>
  <inkml:trace contextRef="#ctx0" brushRef="#br0" timeOffset="312544">18468 2611 24575,'13'18'0,"-5"-8"0,0 2 0,-4 4 0,2-3 0,1 21 0,-3-15 0,-2-1-700,2 8 700,-1 9 0,-2-14 0,1 11 0,1-7 0,0 4 0,0-24 0,2 7 0,-2-11 0,0-1 0,-2-4-3277,4-19 470,-3 14-470,4-23 2017,-4 26 1260,-1-16 0,-1-4-1517,-1-1 0,-1-1 1517,1-7 0,0 5 0,-2 4 3034,1 16-3034,2-21 0,3 10 0,0 0 3276,2 4-2015,-10 21-1261,-1-4 0,-9 12 0,-2 4 0,0-4 0,-1 1 0,-1 0 0,-10 3 0,13-7 3276,-8-2 0,21-11-3218,2 1 0,1 0 0,2 3 0</inkml:trace>
  <inkml:trace contextRef="#ctx0" brushRef="#br0" timeOffset="313445">19000 2578 24575,'-9'-8'0,"3"1"0,-1 4 0,-3-1 0,-3 3 0,-5 0 0,-5 3 0,6 2 0,-8 1 0,13-2-3277,-7 4 0,17-4 3047,-7 5 230,7 6 0,2-2 0,6 9 0,4-9 0,15 9 0,-13-12-1639,11 2 1,-1-2 378,-11-6 2898,10 2 0,0-1-1161,-11-2-477,15 1 0,-16-1 0,2-4 0,-9 1 0,0-4 0,-2-3 3276,0 1-156,-2-2-1948,0 6-1172,-2-1 0,2 9 0,-1 24 0,1-11 0,1 1 0,0 5 0,0 1 0,-3 6 0,-1 2-1639,2 3 1,1-2-1,-2-10 1,1 1 1523,1 9 0,2-6 115,0-19 0,1 21 0,3-17 0,3 7 0,6-10 0,1 0 0,-4-1 0,-4-2 0,-6-3 0,0-3 0</inkml:trace>
  <inkml:trace contextRef="#ctx0" brushRef="#br0" timeOffset="315013">12582 1969 24575,'24'3'0,"-12"-1"0,17 2 0,-1 0 0,6 0 0,-6-1 0,3 1 0,1-1 0,-1 1-1093,4-1 1,0 1 0,3 0 770,-9 0 0,2 0 0,2 1 0,1 0 1,-1 0-1,-1 0-334,0 0 1,-2 0-1,1 0 1,0 0 0,2 0 628,-2-1 1,1 0 0,1 1-1,1 0 1,-1-1 0,-1 1 0,-2-1 26,3 1 0,-3 0 0,0-1 0,1 1 0,3-1 0,-3 0 0,3-1 0,3 1 0,1-1 0,0 0 0,-1 0 0,-3 0 0,-3 0 0,-5-1-583,4 0 1,-6 0-1,7 0 583,-3 0 0,5 0 0,4 0 0,4 0 0,1 0 0,1-1 0,-1 1 0,-2-1 0,-4 1 0,-6-2-747,7 1 0,-6-1 0,-1 0 1,8-1 746,-10 1 0,3 0 0,3 0 0,2 0 0,2 0 0,0 0 0,1-1 0,-1 1 0,0 0 0,-2-1 0,-2 1-200,3-1 1,-2 0-1,0 0 1,-1-1-1,0 1 1,0 0-1,1 0 1,2 0 199,-3 0 0,1 1 0,1-1 0,1 1 0,0 0 0,0-1 0,-1 1 0,-1 0 0,-1-1 0,-2 0 23,6 0 0,-4 0 0,0-1 0,-1 0 0,1 1 0,3 0-23,-2 1 0,3 0 0,1 0 0,0 0 0,0 0 0,-1 0 0,-2 0 0,-3 0 0,2 0 0,-4 0 0,-1-1 0,0 1 0,2-1 0,1 1 0,3 0 0,0 0 0,0 0 0,-2 0 0,-1 0 0,7-1 0,0 0 0,-4 0 0,-5 0 0,-5 1 0,1 0 0,5-1 0,8 0 0,-1 0 0,-6 0 0,-6 1 0,1 0 0,-1 0 0,5 0 0,2-1 0,-2 1 0,-5 0 0,2-1 0,-1 0 0,-1 0 0,3 0 0,1 0 0,-2-1 418,8-1 1,-3-1-419,-3 1 0,-2-1 1629,8-2-1629,-25 5 3276,-1-1-2548,-5 2-2526,27 4 1798,-19-3 0,10 2 0,12 0 0,2 1 0,-6-1-120,-1-1 0,3 0 120,-7 0 0,6 0 0,3 1 0,3-1 0,-1 1 0,-1-1 0,-4-1-484,1 0 1,-2 0 0,-2-1-1,1 0 1,0 1 483,1 0 0,1 0 0,0 0 0,-2 0 0,-3-1 0,4-1 0,-2 0 0,-5 0-41,9 2 41,-15-1 0,1 0 1638,3 2 0,1 0-1396,7-3 1,-4 0-243,-6-2 2269,-2-1-2269,-24 1 0,-6 3 0,2 0 0</inkml:trace>
  <inkml:trace contextRef="#ctx0" brushRef="#br0" timeOffset="315416">18387 1876 24575,'4'23'0,"0"0"0,2 4 0,-3-3 0,1 6 0,-1-6 0,2 0 0,-1 3 0,0 7 0,0-7 0,2-3 0,1 10 0,0-2 0,-3-14 0,0 2 0,0 2 0,2 10 0,-2-2 0,5 1 0,-7-23 0,4 8 0,-13-11 0,-27-6 0,9-3-656,0-1 1,2-1-1,12 2 1,-2 1 0</inkml:trace>
  <inkml:trace contextRef="#ctx0" brushRef="#br0" timeOffset="316114">12871 1681 24575,'0'27'0,"0"11"0,0-15 0,0 0 0,0 11-1639,0-9 1,0-4-1639,0-11 0,0 26 2513,0-28-1190,0 21 1954,0-22-401,0 28 401,0-23 0,0 9 0,0-1 0,0-5 3276,-1 17-2823,-4-16-453,1 0 1744,-10-4-1744,-10-11 0,10 4 0,-6-5 0</inkml:trace>
  <inkml:trace contextRef="#ctx0" brushRef="#br0" timeOffset="317673">11296 2363 24575,'3'-7'0,"1"-3"0,0 6 0,4-9 0,-5 8 0,6-11 0,-4 10 0,8-14 0,3 7 0,13-7 0,-11 12-1639,6 3 1,-2 4-1639,-9 3 2139,15 2 1,1 2 1137,-12 0 0,6 2 0,0 1 0,-8 1 0,1 1 0,-11 8 0,-4-12 3276,-1 10-782,-1-1-2494,-2 11 0,0-4-1639,0-3 1,0 0 1190,-1-9-1191,-4 8 1,-1-2 378,5-11 1260,-11 13 0,-3-8 0,9-5-3034,-22 11 3034,23-14 2884,-17 8-2884,19-10 3276,-15 7-2089,14-7-1187,10 1 0,14-2 0,4-1 0,15-2 0,-11 4 0,4 1 0,-3 2 1638,-1 3 0,-1 0-908,3 0 1,-1 2-2370,-8 3 1,-4 1-914,-6-4-725,-3 21 2453,-4-23 824,1 14 0,7-1 0,-4-10 440,5 6 0,2 0-440,12-4 0,-2-4 0,0-1 0,6-1 1638,-6-6 0,-2 0-608,-9 0-1030,5 0 0,-19-3 0,-1 2 0,-18-7 0,14 3 0,-8-7 0,13 8 0,2-1 0</inkml:trace>
  <inkml:trace contextRef="#ctx0" brushRef="#br0" timeOffset="318291">11984 2580 24575,'7'11'0,"-2"-4"0,1 13 0,0-3 0,-2 1 0,7 3 0,1-8 0,-2 1 0,15 2 0,-18-12 0,14 2 0,0-1 0,-12-4 0,12 0 0,1 0 0,-14-1 0,19 0 0,-16-7 0,1-11 0,-3-14 0,-6 8 0,-1 4 0,0 2 0,0 10 0,0-11 0,1-1 0,-1 11 0,1-14 0,-3 10 0,-7-5 0,3 0-1639,-9 4 1,-2 1-1639,7 6 3162,-8-2 0,-2 0-486,-9-2 601,8 3 0,-4 1 0,13 17 0,5-2 0,-12 10 0,8-12 0,-13 6 0,14-9 3276,-10 4-2474,21-4 1,-8-1 0,9-1 0</inkml:trace>
  <inkml:trace contextRef="#ctx0" brushRef="#br0" timeOffset="319195">12522 2473 24575,'9'9'0,"2"7"0,-3-4 0,4 15 0,-6 0 0,1-7 0,-5 8 0,-2-23 0,2 20 0,-1-19 0,1 16 0,0-17 0,-2 2 0,4-4 0,-3-7 0,14-27-1514,-12 18 1514,9-20 0,-9 20 0,-1-8 0,1 4-3277,-7-12 272,3 22 3005,-8-13 0,4 8 0,-2 2 1012,-1-8-1012,-5 17 0,1-4 0,-13 14 0,5-2 0,0 1 0,-3 2-1639,-2-2 1,2-1 378,16-4 1260,-13 4 0,17-5 0,-2 1 0,2-2 0,11 5 0,-6-5 0,8 5 0,-8-6 0</inkml:trace>
  <inkml:trace contextRef="#ctx0" brushRef="#br0" timeOffset="319959">12855 2402 24575,'2'9'0,"-1"5"0,1 6 0,-1 1 0,5 0 0,1-4 0,2-3 0,-1-3 0,6 2 0,-7-7-3277,21 10 0,-21-11 2373,11 1 0,0 0 904,-9-3-3277,26-5 2540,-27 1 737,10-6-114,-9-3 114,-2 3 3276,7-12-2595,-7 4-681,0 5 1556,-5-13-1556,-2 17 3276,-13-21 0,0 18-2851,-16-10-425,-7 11-626,15 3 626,-7 0 0,22 5 0,-5 14 0,3-1 0,-12 16 0,14-16 0,-7-1 0</inkml:trace>
  <inkml:trace contextRef="#ctx0" brushRef="#br0" timeOffset="320592">12900 2656 24575,'5'11'0,"4"3"-3277,7 4 0,-7-7 1328,10 5 1949,-13-11 1719,14 3-1719,4 1 0,-4-3 0,0 0 0,6 1 0,0-2 0,-2 0 0,-12-3 0,18 2 0,-24-9 0,-2 2 3276,-1-14 0,-3 5-3044,-5-13-232,-2-6 0,-2 6 0,2-4 0,4 15 0,0 3 0,-3 2 0,-2-2 0,-11 2 0,8 2-1639,-10 0 1,1 2-1639,9 4 3047,-21-5-633,16 8 863,9-1 0,-12 7 0,17 5 0,-3 0 0,7 4 819,6-6 0,-4-4 0,4-1 0</inkml:trace>
  <inkml:trace contextRef="#ctx0" brushRef="#br0" timeOffset="321347">12847 1716 24575,'7'25'0,"-3"-5"0,2 8-1639,-3-3 1,-2-1-1639,0-2 1638,0 7 1,1-1 2966,-2-11-1328,0 6 0,0-1 0,1-3 0,1 11 0,0-25 1719,-1 1-1719,7-2 0,-4 0 0,15-1 0,-5-5 0,-1 2 0,-3-3 0</inkml:trace>
  <inkml:trace contextRef="#ctx0" brushRef="#br0" timeOffset="322779">8828 758 24575,'-27'4'0,"14"-3"-3277,-23 7 0,28-7 672,-23 8 2605,22-7 0,-19 9 0,17-5 0,-17 13 0,16-10 0,-10 12 0,15-14 0,-2 12 0,7-14 1672,-1 19-1672,5-17 0,2 20 0,1-17 0,3 8 0,1 1 0,1-4 0,3 6 0,0-2 0,-3-7-1639,8 8 1,1 0 611,-9-12 1919,15 13 1,1 0-893,-12-13 0,13 6 0,2 0 0,-8-3-618,10-3 0,-1 0 618,-8-3 49,5-1 0,0-2-49,1-5 0,2 1 3276,-3-4-1928,-13 0-1348,-2-1 0,17-12 0,-17 8 0,6-1 0,-1 0 0,-6 2 0,11-6 0,-18 12 0,5-2 0</inkml:trace>
  <inkml:trace contextRef="#ctx0" brushRef="#br0" timeOffset="323298">9135 708 24575,'10'15'0,"5"8"0,-3-4 0,-2 2 0,0 1 0,-4-6-1639,5 17 1,0 2-1639,-5-17 2184,2 8 1,3 7 0,-4-9-2185,-2-9 4170,5 16 1,0 3-894,-3-6 0,3 5 0,-2-2 0,-3-17 3276,3 1-2015,-3-7 2015,-2-4 0,-2-1-3044,-1 2-232,0 0 0,0-2 0,0-2 0</inkml:trace>
  <inkml:trace contextRef="#ctx0" brushRef="#br0" timeOffset="323647">9436 1088 24575,'14'5'0,"-4"-1"0,0 5 0,-4 0 0,1 1 0,-1-2 0,-5-2 0,-1-6 0,-13 0 0,-4-10 0,0 4 0,1-9 0,14 12 0,-1-3 0</inkml:trace>
  <inkml:trace contextRef="#ctx0" brushRef="#br0" timeOffset="323830">9453 888 24575,'5'5'0,"-2"0"0,-2 4 0,-1-5 0,0 1 0</inkml:trace>
  <inkml:trace contextRef="#ctx0" brushRef="#br0" timeOffset="325182">9744 990 24575,'5'11'0,"1"1"0,-4-3 0,2 8 0,-2-6 0,1 3 0,0-8 0,6-12 0,1-9 0,0 1 0,-3-5 0,-8 12 0,-1-2 0,-6 3 0,4 4 0,-6-5 0,5 4 0,-3-1 0,2 2 0,0 5 0,0-1 0,0 7 0,9 2 0,5 13 0,-1-8-1639,1 3 1,0-2-1639,-4-7 2468,5 10 1,1 0 808,-4-11-920,13 20 920,-13-26-3277,9 9 2782,-10-10 3771,12 7-2780,-8-8 788,6-1-1284,-5-5 1023,0-7-1023,-2-10 0,-1-8 0,-1 6 0,-3-14 0,-2 28 0,5-22 0,-5 25 3276,4-14 0,-1 14-3044,4-4-232,-3 4 0,11 0 0,-2 6 0,1 2 0,6 10 0,-7 15-1639,-3-6 1,-1 1-1639,1 9 2670,-2-9 1,-2-4 606,-5-10 0,9 13 0,-8-17 0,2 5 0,-1-8 3276,-3-1-254,5-4-1553,-4 1-1469,5-9 0,1 3 0,-1-6 0,3-1 0,-2 3 0,-3 2 0,2 3 0,-3 8 0,3-2 0,3 4 0,3 7 0,-4-1 0,5 12 0,-7-5-1036,1-3 1036,-3 0 0,2-1 0,-2 7 0,3-2 0,1 17 0,-7-25 0,6 21 0,-4-23 1036,4 5-1036,1-16 0,-4-1 0,-5-5 0,-4 1 0,-4 3 0,2-7 0,4 4 0,1 0 0,1 5 0</inkml:trace>
  <inkml:trace contextRef="#ctx0" brushRef="#br0" timeOffset="325464">10366 982 24575,'23'-1'0,"10"-1"0,-22 2 0,22-2 0,1 0 0,-15 1-1639,16-5 1,-1-1-1639,-23 5 3047,19-10 230,-25 6 0,2-6 0,-16-5 0,1 4 0,-14-14 0,10 2 0,-3 1 0,8 5 0,5 15 0</inkml:trace>
  <inkml:trace contextRef="#ctx0" brushRef="#br0" timeOffset="326266">10541 773 24575,'2'28'0,"0"-1"0,1-2 0,0-3 0,0 3 0,0 6 0,-1-2-1639,0 3 1,-1-2-1,1 3 1,-1 0-1,3 3 1,-1-6 3946,-2-17-2308,7 7 0,2-2 0,-2-11 0,11 11 1571,-6-13-1571,-4 5 0,-1-2 0,-17 6 0,-1 2 0,-1-7 3276,22 1-600,0-15-5953,22-8 0,-22 4 2773,3-3 1,0-1 503,-7 4 0,16-20 0,-17 18-315,11-16 315,-12 17 0,9-12 0,-3 10 0,2 2 3276,8 8-309,2 10-2967,-7-2 0,17 2 0,-24-7 0,17 0 0,-17-1 1133,12-4-1133,-8-1 0,1-2 500,-3-2-500,-3-3 0,-2 4 0,-1-9 0,-10-2 0,3 6-3277,-12-15 0,11 23 3047,-8-8 230,6 10 0,-9 4 0,-4 7 0,-5 17 0,9-3 0,7-3 0,2-1 0,3-7-3277,0 18 2017,4-24 4536,4 19-2015,-1-18-1261,4 13 0,-2-14 0,11 7 0,4-10 3276,-3 4 0,0-6-3044,-9-3-232,-3 0 0,0-4 0,-8 1 0,0 3 0,-2 0 0</inkml:trace>
  <inkml:trace contextRef="#ctx0" brushRef="#br0" timeOffset="326654">11173 1028 24575,'17'16'0,"1"0"0,4 2 0,0-2 0,8 0 0,-11-5 0,-1 1 0,11 6 0,-8 8 0,-12-7 0,-1-1 0,-6-4 0,-30-12 0,15-1 0,-9-4 0,-3-3 0,1-3 0,-1-2 0,-1 1 0,15 7 0,0-1 0,6 4 0</inkml:trace>
  <inkml:trace contextRef="#ctx0" brushRef="#br0" timeOffset="327973">13242 1778 24575,'7'25'0,"-2"2"0,-2-10 0,-2-6 0,4 12 0,-3-17 0,4 3 0,4-6 0,8-9 0,2-1 0,2 1-1093,1-3 1,4-4 0,-5 3-2185,-4 1 3162,6-5 0,2-1-1482,-5 0 1597,1-3 0,-7 4 0,-2 0 0,-3 4 0,7-16 0,-7 12 0,1-8 0,-1 10 0,-4 2 0,-5 10 0</inkml:trace>
  <inkml:trace contextRef="#ctx0" brushRef="#br0" timeOffset="328791">14180 1844 24575,'6'0'0,"0"1"0,-1 3 0,-1-1 0,-1 5 0,5 3 0,-6-3 0,8 7 0,-5-9 0,3 1 0,1-2 0,-2-3-3277,14 3 0,-13-4 2174,16-1 1,1-1 1102,-10-4-1639,10-2 1,-1-2 1032,-13 3-692,11-10 0,-2-1 1298,-12 7 1298,6-2 0,0-2-1298,-4-4 0,-3 7 330,2-10 0,-8 16 1,-1 1-1</inkml:trace>
  <inkml:trace contextRef="#ctx0" brushRef="#br0" timeOffset="329444">14765 1767 24575,'6'12'0,"-2"16"0,-4-15 0,0 20 0,0-21 0,1 7 0,1-14 0,2 5 0,5-7 0,-3 0 0,16-6 0,-12 0-1639,8-6 1,1-1-1639,-9 2 3047,14-8-630,-3 0 860,-2 6 0,0-3 0,1-1 0,-3 3 0,0 0-271,4-5 271,6 0 3276,-17 6-328,8 5-2948,-6-4 0,-2 8 0,-8 1 0</inkml:trace>
  <inkml:trace contextRef="#ctx0" brushRef="#br0" timeOffset="330358">15409 1820 24575,'3'5'0,"0"3"0,3 5 0,-2-4-3277,0 11 0,-2-15 1328,-1 6 1949,0 1 1719,1-6-1719,0 11 0,0-11 0,0 1 3276,0-5 0,3-4-3044,11-9-232,-3 4 0,4-6 0,2 0 0,1 1 0,-2 0 0,1 0 0,-1 0 0,-1 4 0,1-1 0,1-4 0,0 1-2883,7-2 2883,-8 1 0,-5 2 0,-11 8 0,3-3 0</inkml:trace>
  <inkml:trace contextRef="#ctx0" brushRef="#br0" timeOffset="331014">16043 1799 24575,'3'13'0,"1"6"-3277,0-5 0,-1 0 0,-2-3 4605,2 2-1328,-1-6 1719,2 12-1719,1-14 0,4 3 0,11-15 0,0-5 0,2-2 0,-3 0 0,0 1 1638,0-1 0,-1-1 0,-1 1 0,-3 1-1406,-8 6-232,21-16 0,-22 15 0,7-1 0,-11 6 0</inkml:trace>
  <inkml:trace contextRef="#ctx0" brushRef="#br0" timeOffset="331509">16523 1836 24575,'8'16'0,"-2"-6"0,5 10 0,-2-9 0,0 3 0,1-7 0,-5-5 0,11 0 0,8-3 0,-1 2 0,4-4 0,0-2 0,-1-1 0,0-1 0,-1 0 0,-1-1 0,2-8 0,-8 1 0,-5 1 0,-5 0 0,-2 8 0,-3 2 0,1 1 0</inkml:trace>
  <inkml:trace contextRef="#ctx0" brushRef="#br0" timeOffset="331893">17112 1899 24575,'10'22'0,"5"8"0,-5-16 0,-1 3 0,10-2 0,-14-13 0,19 4 0,-13-8 0,6-3 0,3-2 0,-1-3 0,0 0 0,-2 0 0,0 0 0,7-3 0,-4 2 0,-7 4 0,18-11 0,-25 13 0,8-5 0,-14 8 0</inkml:trace>
  <inkml:trace contextRef="#ctx0" brushRef="#br0" timeOffset="332299">17804 1939 24575,'5'15'0,"5"4"0,-8-12 0,6 1 0,6-4 0,-7-4-3277,25-10 0,-21 8 1638,8-9 1,1-1 883,-4 4 755,7-6 0,0 0 0,-5 3 0,12-7 1973,-23 13-1973,-3 1 0,-2 2 0,-2 1 0</inkml:trace>
  <inkml:trace contextRef="#ctx0" brushRef="#br0" timeOffset="332597">18219 1948 24575,'10'7'0,"2"1"0,-9-7 0,3 1 0,-3-2 0,2-4 0,-3 6 0,2-6 0,-4 7 0,2-3 0</inkml:trace>
  <inkml:trace contextRef="#ctx0" brushRef="#br0" timeOffset="334296">18504 2211 24575,'6'-4'0,"4"-1"0,-4 1 0,11-8 0,-7 6 0,3-2 0,1 1 0,-9 6 0,25-4 0,-17 4 0,12 1 0,4 0 0,-8 0 0,0 1 0,-1-1 0,1 1 0,11-1 0,-4 0 0,-13 0 0,10-2 0,0-1 0,-11 1 0,4-2 0,2 1 0,2 4 0,-1 1 0,-1-2 0,1 1-1093,8 2 1,3 1 0,-3-1-547,-7-1 1,2 0 1592,6 0 0,7 0 0,4 0 0,-2 0 0,-6-1-565,0-1 0,2 1 611,-9-1 0,6 1 0,4 0 0,5 0 0,1 0 0,0 0 0,-2 0 0,-2 0 0,-5 0 0,-6 0-455,4-1 1,-7 1 0,5-1 454,0 1 0,7-1 0,5 1 0,1 0 0,-2 0 0,-3-1 0,-7 1 0,-10-1-2622,0 0 2622,5 0 0,0-2 0,0-3 0,-12 3 1638,7-1 0,4-1-1206,9 4 1,2 0-433,-6-1 0,4 1-288,-5-1 0,6 1 0,2 0 0,1 0 1,-2 1 287,1-1 0,-1 0 0,0 1 0,2-1 0,1 0-399,-4 1 1,3-1-1,1 0 1,0 0-1,0 0 1,-2 0-1,-2 0 399,1 0 0,-1 1 0,-2-1 0,-1 1 0,2-1 0,1 0 0,2 0 0,-1-1 0,-5 1 0,-9-1 2595,-4 0-2595,14-3 0,-2-1 0,-19 0 28,8-1 0,1 1-28,7-1 2644,-4 1-2644,-1 2 0,-2-1 3276,-11 2 0,24-4-3044,-26 3-232,11 0 0,-8 1-3277,16 1 0,-12 1 2921,8 1 0,-19-1 0,-1 2 1</inkml:trace>
  <inkml:trace contextRef="#ctx0" brushRef="#br0" timeOffset="335348">20970 2766 24575,'1'-6'0,"1"-2"0,2-5 0,-2 5-3277,12-17 0,-8 18 2832,19-19 445,-13 17 0,18-8 0,-4 9 0,7 8 0,-13 0-3277,4 14 2089,-19-10 4464,9 15-2087,-12-12-4466,7 16 2232,-9-15 1045,6 23 0,-8-8 0,1 4 1638,-5-9 0,-4-2-1008,-4-1 1,0-2-631,1 0 0,-1 1 0,-8 3 0,0-3 0,3-1 0,-4-1 0,0 0 3276,10-3-1638,-8 1 0,1-2-1406,12-4-232,-18 8 0,19-10 0,-10 8 0,10-8 0,-1 3 0,19-4-3277,23-3 0,-9 1 1793,10 1 0,-2 0 1484,-14 0-733,8 4 0,-2 1 733,-14-3 0,6 11 0,-10 1 0,-1-3 3276,4 8-1850,5-12-1426,-5 1 0,17-4 0,-20-4 3276,27-1-3006,-10 0-270,1-2 2740,-4 3-2740,-20 0 0,1 0 0,-5 2 0</inkml:trace>
  <inkml:trace contextRef="#ctx0" brushRef="#br0" timeOffset="335947">21408 2888 24575,'-9'25'0,"3"6"0,14-10 0,-2-2 0,9 5 0,3-11 0,-1-1 0,7 0 0,0-8 0,-5-1 0,8-9 0,-2-11 0,-8 7 0,4-10 0,-1 1 0,-10 8 0,10-12 0,0 0 0,-11 12 0,2-7 0,-2 0 0,-10 1 0,0-5 0,-21-1 0,5 12 0,-2 1 0,-5-2 0,-1 1 0,6 2 0,0 2 0,-2 1 0,3 3 0,6 3 0,-3 0 0,7 6 0,-2 9 0,3-4 0,-5 11 0,10-15 0,-2 15 0,9-5 0,-4-2 0,5-4 0</inkml:trace>
  <inkml:trace contextRef="#ctx0" brushRef="#br0" timeOffset="336701">21831 2898 24575,'11'-9'0,"7"-7"0,-7 7 0,17-14 0,-17 16-1639,8-4 1,0 0-1639,-6 6 1638,10-3 1,0 0 1469,-8 6 1124,5-2 1,1 2-956,0 7 0,0-2 0,-5 14 0,-11-8 0,2 26 0,-7-14 0,0 1 0,0 15 0,-3-9 0,-1-4 0,-1-9 1638,-2 4 0,-2 0 1224,-14-2-2862,4 6-1639,0-14 1,2-3 82,6-1-1721,-20 3 2017,25-8 1260,-8 2 0,19-13-3034,15-5 3034,-7 2 1003,9 3 1,0 2-1004,-9 6 0,23-4 0,-26 5 3129,6 24-3129,-11-12 0,2 11 0,3 3 0,9 1 0,-2 4 1638,-1-16 0,1-4 663,1-4-174,5 2-2127,-7-13 0,2-1 0,-9 0 0,3 1 0</inkml:trace>
  <inkml:trace contextRef="#ctx0" brushRef="#br0" timeOffset="337232">22455 2983 24575,'0'13'0,"0"-6"-3277,-2 18 0,2-18 1884,0 13 0,0 1 1393,2-6-1233,7 11 1,1 0 1232,-4-12-281,11 1 1,1-2 280,-10-10 0,23 0 0,-21-3 1638,7-5 0,3-3-1267,1-6 1,-1-1-372,-1 4 0,1-1 339,9-10 0,-2-1-339,-4-3 0,0-3 3276,-15 2-206,-15 4-3070,2 8 0,-12-15 0,9 24-1639,-9-9 1,-1 0-546,7 8 1605,-11-7 1,2-1 578,11 7 0,-14-12 0,9 25 0,-9 3 0,9 4 0,-3-1 0</inkml:trace>
  <inkml:trace contextRef="#ctx0" brushRef="#br0" timeOffset="337883">21550 2191 24575,'21'0'0,"-11"0"0,10 0 0,2 0 0,-10 0-1093,12 2 1,8 0 0,-6 1-2185,-3 0 1833,8 0 1,4 1 1443,-6-1 0,1 0 0,-4 0 0,9-2 0,-9 1 0,7-1 0,4 1 0,-4-1 0,-8 0 0,5-1 0,-4 1 0,7 0 0,1 0 0,-5-1 0,1 0 0,-3-1 0,2 2 0,1-1-1212,4-2 1,-6 0 1211,-16 0 0,12-3 0,-23 5 0,1-1 0,-3 1 0</inkml:trace>
  <inkml:trace contextRef="#ctx0" brushRef="#br0" timeOffset="338319">22192 1851 24575,'-3'22'0,"0"0"0,-1 8 0,-1 2 0,-1-1 0,1 2 0,-1-3 0,2-2 0,-1 0 0,0 2 0,0 2 0,1-10 0,3-12 0,0 14 0,0 0 0,3-17 0,3 18 0,-2-22 0,3 5 0,-4-6 0,1 9 0,-6 1 0,2 3 0,-2-6 0,3-6 0</inkml:trace>
  <inkml:trace contextRef="#ctx0" brushRef="#br0" timeOffset="339661">23262 544 24575,'-16'1'0,"3"0"0,-17 6 0,15-3 0,-4 0 0,-1 1 0,1 0 0,-15 3 0,8-1 0,5-1 0,-1 1-1639,-4 7 1,0-1-1639,-5 0 1638,9 0 1,2 0 1673,-3 11-35,3-4-1139,-1 4 1,2 1 1138,4-7-1393,-4 11 1,2-2 1392,11-16 1392,-6 8 1,-1 2-1393,-4 3-1141,4-5 0,-1-1 1141,-6 10 1145,8-10 0,1-3-1145,4-5 1638,-4 6 0,-1 1-1309,-1 1-329,0 2 0,0 0 0,0-2 0,2 1 0,1 0 0,3-7-3277,-4 18 2572,10-25 3981,1 12-2570,4-7 356,0 1-1062,0 3 614,-1-5-614,0 7 0,1 10 0,-1-10-3277,0 8 2017,-3-20 1260,1 2 0,3-13 0,-3 5 0,5-17 0,-6 15 0,2-6 0</inkml:trace>
  <inkml:trace contextRef="#ctx0" brushRef="#br0" timeOffset="340162">22468 1125 24575,'7'31'0,"-3"-11"0,-1 0 0,2 7 0,-2-4 0,0 0 0,2 8 0,-2-4 0,2 0 0,-2-18 0,4 14 0,-3-16 0,0 5 0,-2-8 0,-2-2 0,-5-25 0,3 14 0,-2-14 0</inkml:trace>
  <inkml:trace contextRef="#ctx0" brushRef="#br0" timeOffset="340628">22464 1192 24575,'9'2'0,"6"4"-3277,3 3 0,-3 0 0,2 0 3464,6-1-187,-9-5 0,8 4 0,1 0 0,-8-4 1869,15 6-1869,-26-6 0,4 3 0,-6 6 0,2-4 3276,-7 9-259,-1-9-3017,-22 18 0,12-10 0,-6 1 0,-2 0 0,5-2 0,-6 4 0,13-10 1482,23-11-1482,-2-1 0,9-5-820,-7 2 1,-10 5 0,0-1 0</inkml:trace>
  <inkml:trace contextRef="#ctx0" brushRef="#br0" timeOffset="341215">23320 790 24575,'1'24'0,"1"1"0,-1 11 0,0-4 0,0-12 0,-1 16 0,0 0 0,0-20 0,0 21 0,0 0 0,0-22 0,0 12 0,0 0 0,0-12 0,2 5 0,1 0 0,3-6 0,-2 4 0,-1-16 0,-6-5 0</inkml:trace>
  <inkml:trace contextRef="#ctx0" brushRef="#br0" timeOffset="341715">23108 986 24575,'18'-5'0,"9"-1"0,-13 1 0,9-2 0,2-1 0,1-3-1639,4-2 1,0-1-1505,-5 1 1504,4-2 1,-1 1 176,-9 5 596,4-1 0,-2 1 866,-14 7 0,18-3 0,-4 12 1570,-2-1-1570,1 2 0,-15-2 3276,-8 2-2015,-10 2-1261,2 3 0,-22 4 0,18-9 1638,-4 2 0,-3-1 1638,-7 1-3044,4 0-232,-3-3 0,24-7 0,-4 2 0</inkml:trace>
  <inkml:trace contextRef="#ctx0" brushRef="#br0" timeOffset="342680">23480 1034 24575,'-22'23'0,"10"-6"0,4 0 0,7 7 0,-2-1 0,9-4 0,-4-16 0,10 5 0,-1-5-3277,15-3 0,-13 0 852,18-8 2425,-25 5 0,14-8 0,-13-2 0,1-1 0,-1-8 0,-5 14 0,5-15 0,-5 16 3276,3-6-856,-4 11 856,3 8-3269,-1-1-3284,7 29 0,-6-23 2422,0 13 1,0 1 854,0-14 0,2 23 0,-4-26 0,2 3 0,-4-21 0,2-13 0,-1 1 0,2-2 0,1 3 0,-1 8 0,7-15 1479,-5 18-1479,7-7 0,-2 3 0,8 20 0,-4 10 0,-2 8 0,-2-6 0,0-2 0,-5-7 0,11 14 0,-14-17 0,5 3 0,-5 13 0,1-13 0,-2 10 0</inkml:trace>
  <inkml:trace contextRef="#ctx0" brushRef="#br0" timeOffset="343416">23952 1044 24575,'-4'2'0,"-4"6"0,4-2 0,-10 21 0,5-7 0,-3 4 0,7-7 0,12-12 0,-2 0 0,23-4 0,-12-1 0,16-4 0,-16 1 0,2-10 0,-8 4-3277,0-15 0,-8 14 3162,2-9 0,-2-3 115,-5-15 0,4 0-1639,-4 9 1,1 4 378,1 14 1012,-3-13 0,-1-1 248,1 11 1638,-1-6 0,1-1-623,2 3-1015,2-2 0,2 11 0,9 33 0,1 11 0,-7-16 0,2 5 0,3 11 0,0 1 0,-2-7-1273,0-4 0,-2-2 1273,0 0 0,0 3 0,1-3 0,0-4 0,-1-5 0,-5-10 0,2 1 0,-5-3 0,-11 0 0,4 3 819,-5-4 0,8 2 0,4-4 0</inkml:trace>
  <inkml:trace contextRef="#ctx0" brushRef="#br0" timeOffset="343947">24238 1035 24575,'8'8'0,"6"2"0,1 0 0,0-3 0,-2-2 0,-4-5 0,-5-1 0,4-1 0,-7-1 0,-2-17 0,-1 12-3277,-12-21 0,11 24 3047,-17-11 230,14 14 0,-12-2 0,5 20 0,-1-6 0,4 7 0,1 3 0,2 3 0,2 1 0,0-2 0,1-1 0,0 1 0,3-3 3276,10-1 0,6-14-3044,-4 1-232,9-4 0,-15-1 0,6-4 0,-7 3 0,6-12 0,-5 8 0,6-12 0,-2-2 0,-4 7 0,1-2 0</inkml:trace>
  <inkml:trace contextRef="#ctx0" brushRef="#br0" timeOffset="344765">24356 1011 24575,'12'9'0,"5"16"0,-4-5-1639,-1 6 1,-2-1-1639,-4-12 1807,4 9 0,-2-2 1470,-6-12 1851,7 10-1851,-7-14 0,1-4 0,-1-9 3276,-1 1-194,4-16-1797,4-5-1285,-2 7 0,0 0 0,3-7 0,0 9 0,-1 4 0,-4 10 0,12-8 0,-10 11 0,6 1 0,-3 1 0,1 2 0,-5 1 0,4 7 0,1 9 0,-2-2 0,4 14 0,-9-18-3277,7 16 0,-6-22 3047,7 12 230,-7-15 0,5 1 0,-1-7 0,1 2 0,5-10 0,-7 5 0,9-17 0,-10 15 0,10-20 0,-14 23 0,7-9 0,-7 12 0,2 1 0,1 5 0,-1 5 0,-2 0 0,1 14 0,-3-16 0,3 27 0,-4-24 0,3 22 0,-2-17 0,0-1 3276,2-5 0,0-20-3044,-1 5-232,0-20 0,-2 18 0,0-16 0,0 20 0,0-7 0</inkml:trace>
  <inkml:trace contextRef="#ctx0" brushRef="#br0" timeOffset="344983">24846 944 24575,'9'25'0,"1"5"0,-7-25 0,3 9 0,-4-12 0,-13 7 0,6-7 0,-16 8 0,17-9 0,-4 3 0</inkml:trace>
  <inkml:trace contextRef="#ctx0" brushRef="#br0" timeOffset="345652">25111 1135 24575,'-1'-4'0,"-9"-1"0,-6 3 0,1-2 0,4 2 0,6 1 0,-5 3 0,-12 13 0,5-4 0,2 6 0,2 2 0,7 5 0,-1 0 0,12-6 0,0-14 0,10 2 0,-9-4 0,19-2 0,-16-2 0,12-8 0,-9-2 0,-2-8 0,-5 7 0,0-1 0,-3 14 0,8 11 0,6 3 0,-1 2 0,19-6 0,0-11 0,-5 0 0,-6-1 0,-2-1 0,-8 1 0,13 1 0,-16 8 0,-4-4 0,-6 11 0,-4-9 0,-1 2 0,4-6 0</inkml:trace>
  <inkml:trace contextRef="#ctx0" brushRef="#br0" timeOffset="348178">23552 1444 24575,'31'4'0,"-1"-1"0,0 1 0,0-1 0,0 1 0,1-1 0,3-1 0,-8 1 0,5-1 0,5 1 0,3 1 0,2-1 0,-1 1 0,-2-1 0,-3 0 0,-4 0-820,3-1 1,-5 1 0,1-1 0,5 0 491,-7 0 0,4-1 0,3 1 1,2 0-1,1 0 0,1 0 1,-1 0-1,0 0 0,-3 0 1,-2-1-142,3 2 1,-2-1 0,0 0 0,-2 1 0,0-1 0,-1 0 0,0-1-86,5 1 1,-1 0 0,-1-1-1,1 0 1,1 1 553,2-1 0,3 1 0,1 1 0,-2-1 0,-6-1 0,-7 0 766,-6 0 1,-1-1-767,7 1 0,8 0 0,1 0 0,-2 0 0,-9-1 0,5 0 0,6 0 0,-8 0 0,-25 0 0,4 0 0</inkml:trace>
  <inkml:trace contextRef="#ctx0" brushRef="#br0" timeOffset="350464">22408 1209 24575,'0'10'0,"0"9"-3277,3 11 0,-3-10 1638,2 5 1,0-1 827,0-10 1800,0 9 1,1 3-990,1 2 0,4 4 0,-4-14 0,1-9 0,-4-6 0,0 0 0,-1-1 0</inkml:trace>
  <inkml:trace contextRef="#ctx0" brushRef="#br0" timeOffset="351947">22460 1227 24575,'28'11'0,"-8"-3"0,1 0 0,-1 0 0,0 0 0,-1-2 0,1 0-1639,7 5 1,-4-2-1639,-7-6 1328,9 7 1949,-22-8 1719,3 2-1719,-16 15 0,5-8 0,-6 5 0,-3 2 0,-3 0 0,0-1 3276,-5 8-1638,-5-2 0,2-2-1406,13-13-1871,-6 5 1,0 0-1639,10-9 3047,-4 6 230,11-11 0,2 2 0,2-2 0,2-1 0,0 0 0,2-10 0,-3 3 0,5-19 0,-7 16 3276,6-15 0,-5 14-3044,1-1-232,-3 2 0,-1 8 0,0-6 0,0 6 0,-4 9 0,2-2 0,-8 13 0,7-10 0,-4 2 0,7-7 0,-2-5 0,-1-11 0,1 6 0,-3-9 0,-1-1 0,-1 6 0,-2-4 0,-1-1 0,2 6 0,-8 0 0,11 7 0,-3 6 0,-3 18 0,5-8 0,-5 22 0,8-9 0,1 4 0,1-8 0,2-9 0,1-9 0,-1-2 0,1-4 0,1-13 0,-1 5 0,4-11 0,-4 15 0,0-3 0,0 8 0,4 21 0,1-1 0,1 0 0,2 14 0,1-10 0,1-4 0,2-9 0,9-1 0,4-13 0,-11 1 0,7-9 0,-17 4 0,1-3 0,-5 3 0,-4 4 0,-1 5 0,-2 5 0,0-2 0,0 3 0,2-4 0,2-1 0</inkml:trace>
  <inkml:trace contextRef="#ctx0" brushRef="#br0" timeOffset="353215">13308 3974 24575,'21'0'0,"1"0"0,0 0 0,6 0-656,1 0 1,8 0-1,2 0 1,0 0 0,-5 0-438,-4 0 1,-2 0 0,7 0 794,-8 0 0,6 0 0,4 0 0,4 0 0,1 0 0,2 0 0,-1 0 0,-2 0 1,-2 0-1,-4 0 0,-5 0-522,6 0 1,-8 0 0,2 0 0,7 0 796,-12 0 0,3 0 0,3 0 0,3 0 0,1 0 0,3 0 0,0 0 0,2 0 0,0 0 0,0 0 0,0 0 0,-1 0 0,-2 0 0,-1 0 0,-2 0 0,-2 0-75,7 0 0,-2 0 1,-1 0-1,-2 0 1,-1 0-1,1 0 0,0 0 1,1 0-1,1 0 98,-1 0 0,1 0 0,1 0 0,1 0 0,-1 0 0,1 0 0,-1 0 0,0 0 0,0 0 0,-2 0 0,-1 0-254,6 0 0,0 0 1,0 0-1,-1 0 1,-2 0-1,-3 0 1,-3 0-1,-5 0 254,9 0 0,-5 0 102,6 0 1,2 0 0,-11 0-103,-16 0 1070,11-1 0,5 2-1070,8 0 0,0 2 0,-5-2 0,2 1 535,1 0 0,6 2 1,1-1-1,-4 1-535,-1-1 0,-2 0 0,1-1 0,4 2 0,0-1 0,-3 0 0,0 0 0,-8-1 0,-13-2 0</inkml:trace>
  <inkml:trace contextRef="#ctx0" brushRef="#br0" timeOffset="354590">19895 4389 24575,'9'0'0,"0"-1"0,26-4 0,-5-1 0,1 0 0,2-1 0,-2-2 0,-1 0-532,-8 4 0,1-2 532,8-6 0,3-5 0,-8 4 0,-5 3 0,0-2 0,6-5 0,1 0 0,-7 4 0,2-1 0,3-3 0,7-5 0,-2 3 0,1 2 0,-1 2 0,-3-2 0,2 0 0,-1 5 0,4 0 0,-8 4 349,-4 0-349,2 1 0,6-1 0,-2 1 0,-7 3 0,-2 0 88,3-1 0,0 0-88,8-1 0,-22 3 0,0 1 0,-5 2 0</inkml:trace>
  <inkml:trace contextRef="#ctx0" brushRef="#br0" timeOffset="355573">20596 3918 24575,'30'21'0,"-10"-9"0,-4 1 0,0 1 0,-3-2 0,1 3 0,-2-1 0,-3-3 0,14 19-2665,-20-24 2665,7 8 0,-6-6 0,1-3 0,3 3 0,-3-6 0,2 0 0,-2-2 2665,1 0-2665,-3-2 0,-5-8 0,-1 2-3277,-10-18 0,10 16 3047,-7-8 230,2 4 0,-2-4 0,2 2 0,-4-4 0,10 14 0,-3-3 0,18 3 0,19 3 0,-10 0-494,5 1 1,-4 2 493,-13 3 0,18 0 0,-22 2 0,5 4 0,-4 2 0,-2-2 0,3 9 3276,-7-10-257,5 8-1543,-6-5-1476,1 9 0,-3-6 0,-2 12 0,1-16 0,-3 4 0,3-7 0,-1 0 0,-3 4 0,5 2 0,-3-5 0,2 0 0,-1-6 0,-18-4 0,8 1-1639,-7-3 1,-1 0-1639,11 0 2724,-23-10 1,30 10-1,-7-4 1</inkml:trace>
  <inkml:trace contextRef="#ctx0" brushRef="#br0" timeOffset="355924">20706 4053 24575,'6'8'0,"20"15"0,-11-10 0,1 1 0,1 0 0,1 0 0,3 1 0,-3-1 0,-4-5 0,4 3 0,-13-8 0,1 1 0,-6-4 0,-7-5 0,-4-3 0,-13-10 0,6 5 0,3 0 0,8 7 0</inkml:trace>
  <inkml:trace contextRef="#ctx0" brushRef="#br0" timeOffset="356242">20725 4048 24575,'22'-7'0,"1"1"0,-5 0 0,14-2 0,1 1 0,-13 6 0,8-1 0,-22 4 0,-26 14 0,11-9 0,-13 9 0,16-11 0,-8 6 0,8-5 0,-4 7 0,6-7 0,1 1 0,5-1 0,9 0 0,-7 0 0,7-2 0</inkml:trace>
  <inkml:trace contextRef="#ctx0" brushRef="#br0" timeOffset="357752">21270 4064 24575,'-16'-6'0,"6"1"0,-8 2 0,5 3 0,1 0 0,-5 11 0,8 5 0,-1 1 0,3 11 0,14-14 0,5 5 0,13-10 0,5-5 0,-8-6 0,2-8 0,-13-3 0,1-2 0,-5-7 0,-5 3 0,-1 4 0,3 16 0,4 17 0,4 10 0,-3-8 0,3 0 0,-8-15 0,3 6 0,-2-8 0,2 1 0,3-7 0,-3 2 0,-2-4 0</inkml:trace>
  <inkml:trace contextRef="#ctx0" brushRef="#br0" timeOffset="358434">21432 3880 24575,'11'25'0,"-3"-3"0,0 1-1639,-4-1 1,0 0-1,1-3 1,-1 1-1,1 15 1,-1-5-1639,-3-16 5064,3 21-1787,-2-3 0,-2-20 0,3 21 0,-3-40 0,2 7 3276,-2-20-2015,-2 8 2015,2-2 0,-2 1-3044,2 10-232,0-5 0,6-1 0,-3 3 0,12-5 0,-10 7 0,15-1 0,-9 7 0,7 4 0,-7-1 0,1 9 0,-7-2 0,0 0 0,-4 8 0,-1-15 0,-1 12 0,3-3-3277,8 2 0,-3-3 3047,6-4-1479,5-5 1709,-9-3 0,23 3 0,-24-4 0,12-4 0,-18 3 0,2-4 0</inkml:trace>
  <inkml:trace contextRef="#ctx0" brushRef="#br0" timeOffset="358972">21800 4099 24575,'-10'16'0,"0"0"0,6-7-3277,-3 9 0,6-12 0,-3 8 4317,2 0-1040,1-4 1759,-1 17-1759,5-9 0,-1-2 0,5-2 0,5-13 0,-4 3 3276,9-7 0,-11 1-2796,11-11-480,-6-2 0,0 1 0,-4-6 0,-7 15 0,2-14 0,-2 14 0,0-6 0,-5-5 0,-1 4 0,-1-5 0,-9 7 0,9 8 0,-13-3 0,13 5 0,-7 0 0,12 3 0,3 7 0,10 5 0,-2-3 0,1-2 0,-8-9 0</inkml:trace>
  <inkml:trace contextRef="#ctx0" brushRef="#br0" timeOffset="359418">21910 4113 24575,'13'15'0,"4"5"0,-3-3 0,0-2 0,-2-1-2409,-8-8 2409,10 10 574,-11-9-574,0 1 0,-1-1 0,-2-32 0,-2 16 0,1-19 0,2 1-3277,1 18 2098,-1-17-2098,9 11 1854,-7 10-1720,21-19 3143,-17 21 0,10-8 0,-3 9 0,-6 1 0,15-1 0,-15 2 0,4 3 0,-11-2 0,1 1 0</inkml:trace>
  <inkml:trace contextRef="#ctx0" brushRef="#br0" timeOffset="359874">22191 4206 24575,'11'17'0,"-4"-6"0,-2-3 0,1-31 0,-3 16 0,4-12 0,4-2 0,10 2 0,-1 0 0,11 1 0,-21 18 0,4-2 0,-4 16 0,-3 12 0,1-8 0,-3 2 0,0-2 0,1-13-3277,12 14 2457,-9-16 1,4 1 0,-10-4 0</inkml:trace>
  <inkml:trace contextRef="#ctx0" brushRef="#br0" timeOffset="360506">22478 4171 24575,'-13'30'0,"3"-12"-3277,8 6 0,2-17 1328,7 10 1949,-4-13 1719,11 8-1719,-6-9 0,2 2 0,-3-4 0,2-1 3276,6-8 0,0 3-3044,5-13-232,-12 5-3277,0-10 0,-5 10 3047,-3-1-262,-2 3 492,2 7 0,-3-7 0,4 10 0,5 12 0,0-4 3276,7 13-12,1-4-3264,-5-6 736,5 3-736,-7-11-3277,2-2 2457,-2-1 1,-3-1 0,-2 2 0</inkml:trace>
  <inkml:trace contextRef="#ctx0" brushRef="#br0" timeOffset="360911">22732 4152 24575,'8'13'0,"7"5"0,-9-13 0,9 9 0,-7-4 0,1-1 0,-4-1 0,-2-6 0,-2-4 0,1 0 0,3-6 0,7-9 0,7-3 0,-2 0-3277,14 4 0,-21 12 3047,17 0 230,-18 9 0,4 9 0,-8-3 0,-1 2 0,-5-10 0</inkml:trace>
  <inkml:trace contextRef="#ctx0" brushRef="#br0" timeOffset="362723">23307 3964 24575,'35'2'0,"-9"-1"0,3 1 0,-3-2 0,4 1 0,0-1 0,-2 1-1639,9 0 1,0 1 545,-3-2 1,2 0 0,2 0 436,-9 0 1,2 0-1,1 0 1,-2 0 0,-2 0 363,4-1 1,-2 1 0,2-1 291,-3 1 0,4-1 0,1 0 0,-3 1 0,-6-1 397,3 1 0,-8-1 0,-9-1 0,-11 3 0</inkml:trace>
  <inkml:trace contextRef="#ctx0" brushRef="#br0" timeOffset="363204">23724 3730 24575,'2'30'0,"-1"-16"0,0 16 0,0 5 0,0-6 0,1 0-646,-1 2 0,1 3 646,-1 1 0,1 3 0,-1-7 421,0-1-421,1-3 0,0 4 0,0-7 214,-1-13-214,9 25 0,-8-30 0,6 8 657,-5-9-657,2 5 0,0 4 0,-2-3 0,11 14 0,-9-17 0,23 16 0,-15-16 0,6 1 0,-13-7 0</inkml:trace>
  <inkml:trace contextRef="#ctx0" brushRef="#br0" timeOffset="363529">23958 4141 24575,'17'13'0,"8"7"0,-5-2 0,-6-4 0,2-1 0,6 2 0,-2 0 0,7 1 0,-18-12 0,9 7 0,-14-10 0,8 7 0,-10-11 0,2 3 0,-4-4 0,0 2 0</inkml:trace>
  <inkml:trace contextRef="#ctx0" brushRef="#br0" timeOffset="363787">24145 4160 24575,'-18'16'0,"0"1"0,-3 2-1639,-3 1 1,1-1-1639,10-9 1682,-6 6 0,1 1 1595,10-9 1881,-10 16-1881,26-22-820,-5 6 1,9-12 0,-6 2 0</inkml:trace>
  <inkml:trace contextRef="#ctx0" brushRef="#br0" timeOffset="364321">24480 3671 24575,'10'24'0,"-1"-1"0,1 4 0,-2 8 0,-3-1 0,-4-11 0,0 4 0,2 6 0,-2-6 0,0-3 0,-1 0 0,1 6 0,-1-7 0,0-6-1639,-1 12 1,1-1-1639,-1-16 1638,2 9 1,1 0 1435,0-12 203,8 23 0,-6-25 0,6 14 0,-7-7-2078,1-1 2078,-4-2 3276,-4 3-2407,-1 2 2407,-5 1-2660,3-6-616,2-11 0,3 0 0,0-2 0</inkml:trace>
  <inkml:trace contextRef="#ctx0" brushRef="#br0" timeOffset="364673">24390 4218 24575,'25'6'0,"-10"-2"0,3 0 0,1-1 0,14 3 0,-3-2 0,-10 1 0,-3-2 0,-11-1-3277,18 3 0,-19-5 3047,7 2 230,-2-2 0,-4-2 0,6-2 0,-9-1 0,-2-2-820,-18 4 1,12 2 0,-12 1 0</inkml:trace>
  <inkml:trace contextRef="#ctx0" brushRef="#br0" timeOffset="365106">24415 4296 24575,'19'22'0,"-1"-1"0,-12-9 0,0-2-3277,5 15 0,-8-17 2302,3 9 1,1 2 974,1-1 0,3 5 1719,-5-8-1719,-3-13 0,-7 2 0,-3-9 0,-3-5 0,1 3 0,4-4 0,4 10 0,1 0 0</inkml:trace>
  <inkml:trace contextRef="#ctx0" brushRef="#br0" timeOffset="365674">24659 4283 24575,'-5'13'0,"0"3"0,2-9 0,-1 11 0,0-6 0,-1 6 0,4-8 0,-8 7 0,2-9 0,-11 14 0,4-11 0,1 5 0,1 2 0,1-5 0,-6 20 0,15-24 0,1 2 0,1-7 0,4-4 0,0-3 0,5-9 0,-4 0 0,1-11 0,-5 15 0,-1-2 0</inkml:trace>
  <inkml:trace contextRef="#ctx0" brushRef="#br0" timeOffset="366175">24488 4348 24575,'7'-6'0,"6"-3"0,-6 5 0,17-7 0,-19 6 0,-2-1 0,-8 8 0,-22 12 0,19-7 0,-9 8 0,18-14 0,16-4 0,-3 1 0,5-3 0,-2 0 0,-6 1 0,7-2 0,-19 4 0,-9 2 0,3 0 0,-16 4 0,17-3 0,-5 4 0</inkml:trace>
  <inkml:trace contextRef="#ctx0" brushRef="#br0" timeOffset="373702">8869 1761 24575,'4'14'0,"0"-4"0,-1 2 0,0 0 0,-3-2 0,3 3 0,0 2 0,2 2-3277,0-5 2076,-2-1 1201,12-1 0,19-2 0,-2-4 0,2-2-337,-5-2 1,1-2 336,0-1 0,4-2 0,-3-1 0,1-3 0,-2 0 0,-2 3 0,0 1 0,-2-2 0,-7 1 0,-14 3 0,6 0 0,-11 2 0</inkml:trace>
  <inkml:trace contextRef="#ctx0" brushRef="#br0" timeOffset="374070">9622 1823 24575,'22'23'0,"1"0"0,-10-9 0,14 2 0,-19-11 0,16 0 0,3-1 0,-4-2-1093,9-2 1,8-1 0,-7 0-2185,-2-1 2887,-5 0 0,10-2 0,3 0 1,-3-1-1,-9 1-1273,5-3 1663,-6 3 0,6 0 0,2-1 0,-5 0-1639,8-2 1,-4 0 1568,-13 4 1,0 1 16,8-4 1,3-2 0,-8 3 52,-12 2 0,14-5 0,-21 7 0</inkml:trace>
  <inkml:trace contextRef="#ctx0" brushRef="#br0" timeOffset="374370">10582 1829 24575,'10'12'0,"6"5"0,-11-14 0,22 12 0,-12-12 0,10 3 0,2 0 0,-6-4 0,5 0 0,8-1 0,-5 0-1261,-7-1 1,-1 0 1260,5 0 0,5 0 0,1-1 0,-5 1 0,-1 0 0,-1 0 0,5-2 0,3-1 0,-4 1-1639,-8 0 1,-2 1-1,3-2 1,-2 0 3058,2-3-1420,-19 4 0,2-3 0,-5 4 0</inkml:trace>
  <inkml:trace contextRef="#ctx0" brushRef="#br0" timeOffset="374590">11299 1850 24575,'11'7'0,"-7"-2"0,16 0 0,-13-3 0,12 0 0,6-1 0,8-3 0,2-1-747,-13 2 0,3 1 747,7-2 0,8-1 0,-1 0 0,-8 1 0,1-1 0,-6 1 0,7-1 0,-1 0 0,-8 1 0,-3-1 0,10-1 0,-26 4 0</inkml:trace>
  <inkml:trace contextRef="#ctx0" brushRef="#br0" timeOffset="380726">14778 847 24575,'17'0'0,"9"0"0,0 0 0,4 0 0,-2 0-1639,-5 0 1,4 0 1311,0 0 1,8 0-1,5 0 1,2 0 0,-2 0-1,-4 0 1,-8 0-738,4 0 1,0 0 1063,-4 0 0,5 0 0,5 0 0,3 0 0,1 0 0,-2 0 0,-3 0 0,-5 0-793,4 1 1,-5-1 0,-1 1 0,2 0 792,-1-1 0,1 0 0,0 0 0,-1 0 0,-1 0 0,3 1 0,-1-1 0,-3 1 0,-7-1 0,2 0 0,-1 0 0,-15 0 0,-7 0 0</inkml:trace>
  <inkml:trace contextRef="#ctx0" brushRef="#br0" timeOffset="381247">15236 540 24575,'12'25'0,"-1"-1"0,1 6 0,-1 1 0,1-3 0,0 1-1093,-3-1 1,0 0 0,-2-4-2185,2-3 2184,-3 3 1,2 5 0,-1-4-611,-1-1 1174,0 1 0,1 5 0,-2-7 529,0-3 0,3 10 0,1 4 0,-4-16 0,0 0 0,1 3 0,1-1 1638,-1 0 0,-1-3-1269,-1-4 2323,1-1-2692,-1-2 3276,-3-5-2457,3-1 0,-4-1 0,1-1 0</inkml:trace>
  <inkml:trace contextRef="#ctx0" brushRef="#br0" timeOffset="381916">15695 1077 24575,'-1'15'0,"-1"7"0,8-3 0,-4-1 0,11 5 0,-8-17 0,17 15 0,-13-14 0,20 13 0,-19-14 0,6 4 0,3-2 0,9-2 0,0 4 0,0-9 0,-16-12 0,-1 8-3277,3-22 0,-9 20 3047,3-24 230,-6 20 0,0-16 0,-3 16 0,-9-15 0,6 14 0,-17-14 0,0 10 0,3 1 0,-9 3 0,20 8 819,-6 1 0,11 1 0,1 0 0</inkml:trace>
  <inkml:trace contextRef="#ctx0" brushRef="#br0" timeOffset="382447">16143 1053 24575,'-30'2'0,"11"0"0,-7 6 0,19-3 0,-16 13 0,12 1 0,-3-1 0,6 4 0,14-7 0,-2-5 0,16 10 0,-10-15 0,6 3 0,4 0 0,1-6 0,0 0 0,0 1 0,0 0 0,5-3 0,-3 0 0,-7-2 0,1-3 0,-14 0 0,-1-8 0,-6-8-427,1 6 1,-3 0 0,6 13 0</inkml:trace>
  <inkml:trace contextRef="#ctx0" brushRef="#br0" timeOffset="382747">16261 828 24575,'18'32'0,"-7"-8"0,-1 3 0,-4-1 0,-1 0 0,1-4 0,-1 2 0,-2 5 0,-1 4 0,0-4-1639,0-5 1,0-1-1,-1 9 1,1 0-1,2-10 1,1-4-334,-1-7 3993,9 10-2021,-10-16 0,10 11 0,-5-8 0,-1-1 0,-2-2 0</inkml:trace>
  <inkml:trace contextRef="#ctx0" brushRef="#br0" timeOffset="383315">16553 1186 24575,'0'10'0,"8"3"0,10 5 0,-1-4 0,16 3 0,-8-10 0,0 1 0,-1-5 0,-14-9 0,-2-4 0,-2-16 0,-6-6 0,0 4 0,-6-1 0,-5 12 0,2 4 0,-18-5 0,-3 15 0,3-4 0,6 8 0,2 2 0,7-1 0,-6 5 0,25 9-820,10-3 1,-1 3 0,0-9 0</inkml:trace>
  <inkml:trace contextRef="#ctx0" brushRef="#br0" timeOffset="383750">16859 1022 24575,'2'7'0,"4"4"-3277,10 0 0,-6-3 1638,9 3 1,0-1 1008,-5-5 1610,9 4 0,1 0-980,1-5 0,2 3 0,-12-4 0,-6 22 0,-4-15 1638,-2 11 0,-4 1 1020,-12 0-2658,2 4-3277,-16-4 2337,19-17 940,-10 0 0,-4-1 0,-10-3 0,12-1 0,0 0 0,-1-2 0,1-1 0,3-5 0,-1 1 0,9 0 0,8 5 0,-2-1 0</inkml:trace>
  <inkml:trace contextRef="#ctx0" brushRef="#br0" timeOffset="385128">17303 1189 24575,'14'-5'0,"-1"-1"0,16-4 0,-10 1 0,1 3 0,-10 2 0,-1-1 0,-5 3 0,4-3 0,-7 4 0</inkml:trace>
  <inkml:trace contextRef="#ctx0" brushRef="#br0" timeOffset="388493">23493 2103 24575,'13'19'0,"1"9"0,-7-16 0,-1 14 0,-1 3 0,-1-4 0,-2 3 0,1 7 0,-2-2-831,-2 0 0,0 2 831,1-5 0,0 4 0,0 0 0,0-3-762,-1 5 1,-1 0 761,2-6 0,0 4 0,1-3 0,-1-5 0,0 4 0,2 1 0,1 5 0,0-9 0,1-11 0,2 11 0,0-4 0,-2-16 0,2 3 0,-3-9 1133,2 6-1133,-1 0 0,0 0 0,-1-2 0</inkml:trace>
  <inkml:trace contextRef="#ctx0" brushRef="#br0" timeOffset="388980">23275 2880 24575,'15'0'0,"11"3"0,-2-1 0,-1 0 0,0 1 0,-1-2 0,10 1 0,-1 0 0,-11-1 0,7 1 0,-1-1 0,-12-1 0,8 1 0,-13 0 0,2 1 0,8 1 0,-5 1 0,15-1 0,-19-2 0,1-1 0,-10 0 0</inkml:trace>
  <inkml:trace contextRef="#ctx0" brushRef="#br0" timeOffset="390083">23313 2924 24575,'8'5'0,"2"-2"0,-6 0 0,6 1 0,-6 0 0,7 8 0,-5-4 0,8 16 0,-7-14 0,7 14 0,2 1 0,-5-7 0,7 6 0,-2 1 0,-6-7 0,13 10 0,-18-16 0,12 11 0,-12-14 0,7 15 0,2 1 0,-2-4 0,4 9 0,-9-19 0,7 14 0,-9-17 0,10 19 0,-10-21 0,9 18 0,-7-15 0,8-5 0,2-11 0,-3-5-1639,-1-4 1,0 0-1639,-6 8 2567,4-11 0,-1-2 710,-4 8-263,0-7 0,-2 0 263,0 2 0,-1-16 0,-3 24 0,0-15 0,1-1 3276,-1 5-1947,3-1 0,0 2-1914,-2 12 585,3-16 0,0 1 0,-3 10 762,5-22-762,-5 17 0,1 0 0,-2 8 0,-2 7 0,1 3 0,-1-2 0</inkml:trace>
  <inkml:trace contextRef="#ctx0" brushRef="#br0" timeOffset="390644">23492 2941 24575,'-11'9'0,"5"-4"0,-8 11 0,12-10 0,-7 8 0,5-9 0,1 5 0,-3 1 0,2-1 0,-3 7 0,3-10 0,-9 13 0,8-15 0,-5 5 0,8-9 0,1-1 0</inkml:trace>
  <inkml:trace contextRef="#ctx0" brushRef="#br0" timeOffset="391263">23546 2986 24575,'-4'21'0,"-4"5"0,1-14-3277,-6 15 0,7-21 0,-2 9 4605,4-10-1328,5-3-2818,10-6 2818,-5 2-487,25-17 487,-21 13 3276,17-12-2256,-12 4-1020,-2 4 0,4-6 0,-11 11 3276,5-6-129,-10 14-2058,-6 10-1089,-8 9 0,3-3 0,-6 4 0,7-10 0,-1 2 0,4-5 0,5-7 0,1-1 0</inkml:trace>
  <inkml:trace contextRef="#ctx0" brushRef="#br0" timeOffset="391579">23674 3033 24575,'0'10'0,"0"13"0,-1-6 0,-4 13 0,1-15 0,-3 2 0,5-13 0,2-2 0,3-6 0</inkml:trace>
  <inkml:trace contextRef="#ctx0" brushRef="#br0" timeOffset="391831">23655 3062 24575,'8'21'0,"-5"-8"0,2 11 0,-5-9 0,0 3-3277,-2 9 0,2-19 2651,-2 11 1,1 1 625,1-7 0,-2 5 0,1 2 0,1-1 0,-2-3 0,2-6 0</inkml:trace>
  <inkml:trace contextRef="#ctx0" brushRef="#br0" timeOffset="399567">23494 2990 24575,'1'3'0,"0"2"0,0-4 0,-1 7 0,0-2 0,0 9 0,0-7 0,0 6 0,0-4 0,2-3 0,-1 7 0,1-11 0,2 9 0,-3-7 0,6 7 0,-6-9 0,3 4 0</inkml:trace>
  <inkml:trace contextRef="#ctx0" brushRef="#br0" timeOffset="399883">23547 3079 24575,'9'15'0,"2"7"0,-7-9-3277,2 13 0,-5-20 1328,3 16 1949,-3-15 1719,0 9-1719,-2-8 0,0 0 0,0-4 0,1-2 0</inkml:trace>
  <inkml:trace contextRef="#ctx0" brushRef="#br0" timeOffset="400986">22117 2267 24575,'4'9'0,"-2"-3"0,7 9 0,-4-3-1240,3 0 1240,-3-2 303,-1-5-303,-1 0 0,1 3 0,0-4 0,0 4 0,0-2 0,0 0 0,-2-3 0</inkml:trace>
  <inkml:trace contextRef="#ctx0" brushRef="#br0" timeOffset="406134">24701 2183 24575,'4'9'0,"7"11"0,-3-11 0,3 13 0,0 1 0,-7-12 0,5 13 0,-1-1 0,-7-15 0,4 13 0,1 2 0,-3-9 0,4 10 0,0 0 0,-2-10 0,4 10 0,1 4 0,-2-9 0,0 0 0,1 3 0,0 0 0,1 1 0,-1-1 0,3 7 0,-2-3 0,1 4 0,-7-22 0,5 10 0,-7-14 0,2 4 0</inkml:trace>
  <inkml:trace contextRef="#ctx0" brushRef="#br0" timeOffset="407069">24469 2514 24575,'1'-5'0,"6"-6"-3277,3-10 0,-3 7 1638,5-5 1,-2-1 520,-3 6 211,8-13 0,1 1 907,-8 8-663,5-4 0,4-6 1,-2 5 662,0 4 0,0-1 0,3-5 0,-3 6 0,0 6 1418,5-5 1,3 0-1419,7 10 0,-13-1 0,0 1 0,12 6 0,-3 3 0,-5-3 0,10 2 0,-1 2 0,-11-1 1601,9 2-1601,-17 0 0,2 18 0,0-9 1638,0 10 0,-1 4-758,-5-4 0,-1 0-880,1-1 0,-1 0 0,-2 6 0,-4-4 0,-5-7 1638,-3 2 0,-4 0-638,-5-5 1,-1-2-1001,1 2 0,-1 0 0,-12 1 0,-1-3 0,-5-2 0,14-4 0,1 0 0,-5-1 0,16-1 0,4-1 0,15 0 0,0-2 0,20 1-3277,3 2 0,-7 0 2236,-2 2 1,-3 0 1040,-11 0-1639,11 5 1,-1 1 992,-10-5 228,10 11 1,1 0 417,-7-8 0,7 5 0,-1-2 0,-6-7 3276,15 3-3042,-23-9 1422,11-4-1656,-13-3 0,2 1 0,-4 1 0</inkml:trace>
  <inkml:trace contextRef="#ctx0" brushRef="#br0" timeOffset="407682">25334 2483 24575,'14'0'0,"1"-3"0,-3 1 0,2-4 0,-7 1 0,0-1 0,-3-7 0,-5-1 0,0 1 0,-3-2 0,-4 8 0,-7-6 0,3 5 0,-14-3 0,5 8 0,-1-1 0,-12 8 0,17 5 0,0 2 0,-4 3 0,0 2 0,3-2 0,2 2 0,2 5 0,4 2 0,7 7 0,-1 0 0,11-2 0,-3-20-3277,16 13 0,-14-17 3047,11 10 230,14-8 0,-7-4 0,3 0 0,-2-1 0,2 0 0,-2 0 0,4-1 0,-2-1 0,2-2 0,-6-2-820,-11-2 1,2 0 0,-11 3 0</inkml:trace>
  <inkml:trace contextRef="#ctx0" brushRef="#br0" timeOffset="408333">25716 2337 24575,'-17'-7'0,"-5"2"0,1-1 0,4 4 0,6-1 0,9 5 0,-5 5 0,-4 13 0,0-4 0,2 3 0,0 1 0,4 14 0,-3-6 0,9-6 0,2-2 0,0-10 0,14 20 0,2-14 0,2-1-3277,10-4 0,-20-9 3047,11-1 230,-10-2 0,-2-1 0,11-5 0,3-4 0,-3 2-820,1 0 1,-18 7 0,-2 2 0</inkml:trace>
  <inkml:trace contextRef="#ctx0" brushRef="#br0" timeOffset="409084">25947 2263 24575,'-17'15'0,"8"-10"-3277,-1 23 0,10-22 153,1 22 3124,0-22-2326,9 23 2326,-9-22 0,15 14 0,-12-18 0,15 11 0,-12-13 3276,15 9-2353,-8-9-923,2 1 1021,3-7-1021,-13-1 0,11-23 0,-12 16 3276,3-18 0,-11 20-3044,7 7-232,-3 3 0,10 15 0,-1-5 0,10 10 0,-9-10-1639,4 2 1,1 0-1639,-7-6 3047,13 8 230,-6-8 0,8 2-391,-4 0 391,-1-3 0,-18-8 0,0 3 0,-3-3 0</inkml:trace>
  <inkml:trace contextRef="#ctx0" brushRef="#br0" timeOffset="409501">26136 1812 24575,'20'17'0,"-8"-5"-3277,9 8 0,-15-14 0,16 21 0,-16-21 2653,9 18 1,0 3 623,-7-13-39,3 5 0,3 7 1,-1-2 38,1 3 0,0-1 0,0-2 0,0 1 0,-2-1 0,0 1 0,0-2 0,0-2 0,0 0 0,0 5 0,1 0 0,-2-8 0,-2-3 0,0 1 0,-8-17 0,-1 0 0</inkml:trace>
  <inkml:trace contextRef="#ctx0" brushRef="#br0" timeOffset="409751">26529 2254 24575,'9'13'0,"-6"-6"0,9 7 0,-9-12 0,-1-6 0,-5-4 0,-2-1 0,2 3 0</inkml:trace>
  <inkml:trace contextRef="#ctx0" brushRef="#br0" timeOffset="409937">26421 2087 24575,'9'0'0,"1"0"0,-2 0 0,1 0 0,-6 1 0,2 1 0,-3 0 0,-1-1 0</inkml:trace>
  <inkml:trace contextRef="#ctx0" brushRef="#br0" timeOffset="410801">26662 1766 24575,'24'28'0,"-1"1"0,-7-15 0,-2 1 0,-1 11 0,-1 4 0,-3-6 0,-4-5 0,4 12 0,2 8 0,-3-7 0,-6-5 0,5-2 0,1 5 0,-1-6 0,-3-9 0,11-2 0,-13-17 0,0-15 0,0-1 0,-2-6 0,2-8 0,-2 11 0,5-4 0,-2 18-3277,19-14 0,-15 18 2585,12-3 1,1 2 691,-10 5-3277,23-4 2399,-26 6-865,7 8 1743,-10-5 3276,0 6-3261,2 22-2695,-3 2 2680,-1-15 0,0 1 1026,-6 5 1,-1-4-1027,0-9 1220,-5 4 1,-4-1-1221,-16-3-2632,7-1 2632,-4-5 2306,9-6-2306,10 0 1891,-14-3-1891,16 0 0,-5-4 0,6-6 0,1-3 0,2 3 0,1 2 0</inkml:trace>
  <inkml:trace contextRef="#ctx0" brushRef="#br0" timeOffset="411270">27074 2041 24575,'10'11'0,"-4"-4"0,5 9 0,-10-10 0,5 8 0,-2 1 0,-3-7 0,6 16 0,-4-11 0,4 2 0,-1-6 0,5-4 0,-4-4 0,12-5 0,-8-10-3277,5-7 0,-9 4 3047,-4-1 230,-4 1 0,-1-3 0,0 1 0,2-3 0,10 10 0,12-7 0,-2 8 3276,14-2-2457,-16 4 0,-1 2 0,-9 2 0</inkml:trace>
  <inkml:trace contextRef="#ctx0" brushRef="#br0" timeOffset="411904">27411 1971 24575,'-12'7'0,"-1"7"0,9 1 0,1 5 0,3-7 0,7 3 0,4-12 0,0 4 0,7-6-3277,-4-6 0,-1 2 2311,2-11 966,-10 8 0,6-15 0,-6 5 0,0-2 0,-2-1 0,-3 13 3276,0 6-132,0 3-2044,3 11-1100,4 2 0,-2-6 0,9 7 0,-7-11 0,2 1 0,-3-2 0,-4-6 0,-2 1 0</inkml:trace>
  <inkml:trace contextRef="#ctx0" brushRef="#br0" timeOffset="412336">27615 1886 24575,'17'12'0,"6"2"0,-18-10 0,17 11 0,-20-9 0,18 15 0,-11-6 0,2 1 0,-1 3 0,-8-40 0,9 1 0,-5-1 0,0-1 0,6-4 0,6 10 0,-10 13 0,4 2-3277,1 6 2457,-7-1 1,3 2 0,-8-6 0</inkml:trace>
  <inkml:trace contextRef="#ctx0" brushRef="#br0" timeOffset="413288">25083 3120 24575,'22'-7'0,"1"0"0,-6 4 0,3 0 0,4-1 0,4 0 0,-3 1-1639,-1 0 1,3 0 1347,-2 0 0,7 0 1,5-2-1,0 1 0,0-1 1,-4 1-1,-6 0-1348,5-1 1,1 1 1339,-7 0 1,4 1 0,4-1 0,2 0 0,3 0 0,1-1 0,1-1 298,-11 1 0,3 0 0,2-1 0,1-1 0,1 0 0,2 0 0,-1 0 0,0-1 0,0 1 0,-1 0 0,-1 0 0,-2 1 0,-2 0 0,-3 1-321,10-1 1,-6 1 0,-1 0 0,-1 0 0,4 0-1,6-2 321,-13 1 0,4 0 0,3-1 0,3 0 0,1-2 0,3 1 0,0-1 0,2 0 0,-1 0 0,-1 0 0,0 0 0,-2 0 0,-1 0 0,-4 1 0,-2 1 0,-4 0 0,-4 1 0,-4 1-463,7-2 1,-9 1-1,6-3 463,2 1 0,6-3 0,6-1 0,1-2 0,2 1 0,-2-1 0,-3 2 0,-6 1 0,-7 2 0,1 0 0,-2-1 0,0 1 0,8-3 0,3-1 0,4 0 0,-1-1 0,-3 1 0,-3 2 0,-8 2 0,0 0 0,1 0 0,1 0 0,9-2 0,5-1 0,1-1 0,0 0 0,-4 2 0,-7 2-182,-1 0 0,-6 2 0,6-1 182,0 0 0,5-2 0,3-1 0,3 0 0,0 0 0,-2 0 0,-4 1 0,-6 2 0,0 0 0,-4 2 0,3-2 0,3-1 0,6-3 0,3 0 0,-2-1 0,-6 2 0,-8 3 2947,-3-2-2947,12-6 0,-1 0 3276,-17 7-2146,6-3-1130,4 5 0,-13 4 2843,8-2-2843,-16 2 0,-2 0 0,0 1 0</inkml:trace>
  <inkml:trace contextRef="#ctx0" brushRef="#br0" timeOffset="413856">28822 1981 24575,'11'31'0,"-2"-6"0,0-2 0,-1-6 0,0 11 0,1 3 0,-2 3 0,-2-15 0,-1 0 0,0 12 0,0-26 0,0 3 0,5-13 0,-3 2-3277,11-28 0,-14 22 1638,3-14 1,-2-1 148,-4 16 1142,-3-13 0,-1 1 348,1 11 0,-11-20 0,9 24 3276,17-3-2361,-2 9-915,13 3 0,1 0 0,-9-2 1042,19 7-1042,-31-7 0,-6 8 0,-2-6 0,-21 10 0,15-8 0,-18 10 0,12-4 3276,-1 3-2457,6-6 0,9-4 0,1-5 0</inkml:trace>
  <inkml:trace contextRef="#ctx0" brushRef="#br0" timeOffset="417055">25240 4120 24575,'17'16'0,"-1"-1"0,5 8 0,-2 1 0,1-2-1639,-9-5 1,-1-2-1639,-3-6 1638,4 8 1,-1 1 148,-6-11 1081,6 11 1,1 0 408,-6-9-1382,4 8 1,0-1 1381,-4-7 0,10 23 0,-10-26 2763,4 15-2763,6 3-1109,-6-8 1,1 2 1108,8 12 748,-7-10 1,-2-3-749,-5-8 0,6 12 0,-8-16 3276,7 6-2776,-7-7-500,3 0 0,-4-5 819,-1-1 0,0-2 0,0 2 0</inkml:trace>
  <inkml:trace contextRef="#ctx0" brushRef="#br0" timeOffset="417487">25242 4206 24575,'24'-19'0,"-6"2"0,-1 0 0,-1 1 0,1-1 0,9-9 0,0 1 0,0 3 0,-7 7 0,-1 2 0,-1-1 0,-1 9 0,-3 8 0,0 0 0,7 7 0,-14-8 0,3 4 0</inkml:trace>
  <inkml:trace contextRef="#ctx0" brushRef="#br0" timeOffset="417820">25397 4294 24575,'29'-7'0,"-1"0"0,-1 0 0,2-1 0,-2 1 0,3-2 0,-1 1 0,-3 0 0,1 0 0,6 0 0,-12 0-820,-28 1 1,17 0 0,-21 2 0</inkml:trace>
  <inkml:trace contextRef="#ctx0" brushRef="#br0" timeOffset="418502">25920 4015 24575,'11'0'0,"-1"0"0,-3-1 0,-1-4 0,-2-3 0,-1-2 0,-3 2 0,-5-3 0,-3 3 0,0-1 0,-8 2 0,8 4-3277,-15-4 0,15 6 3047,-8-3 230,5 4 0,4 0 0,-9 6 0,10 6 0,0-2 0,5 5 3276,1 4 0,3 6-6553,6 9 2,-3-12-2,19 2 2017,-18-21 989,13 5 0,3-2 271,-8-5 0,7 2 0,2-2 0,-1-6 0,0 3 3276,-10-9-2285,-11 1 2285,0 0-169,1-6-1894,-1 8-1213,1-2 0,-3 5 0,1 3 0,-1 1 0,0 2 0</inkml:trace>
  <inkml:trace contextRef="#ctx0" brushRef="#br0" timeOffset="419170">26063 3914 24575,'7'-6'0,"-3"2"0,8 0 0,-8 4 0,17-6 0,-3 5 0,4-2 0,4 10 0,-8 8 0,-3-4 0,6 19 0,-19-22 0,6 11 0,-1 1 0,-5-13 0,5 24 0,-6-25 0,1 6 0,1-11 0,-4-12-3277,-1-12 0,0 5 3047,-2-7 230,2 11 0,-1-17 0,1 13 0,2-5 0,0 3 0,0 13 0,11-26 0,7 24 0,1-6 1638,2 13 0,2 4 0,-4 1 0,-1 2-1522,7 1 0,-2 2-116,5 5 0,-10 4 0,-14-1 0,1-3 0,1 9 0,-3-10 0,5 6 0,-4-8 0,13-7 0,-11-3-820,7-3 1,-12 1 0,-1 1 0</inkml:trace>
  <inkml:trace contextRef="#ctx0" brushRef="#br0" timeOffset="419587">26571 3846 24575,'2'11'0,"3"9"0,-2-10 0,10 19 0,2-9 0,-3 0 0,20-2 0,-25-15 0,12-1 0,1-3 0,5-11 0,2 0 0,-2-14 0,-22 0 0,1 5 0,-11 0 0,-4 4 0,3 9 0,-11-7 0,-3 0 0,-14 9 0,17 0 0,-1 1 0,-3 3 0,1 4 0,4 4 0,-1 3 0,12 0-3277,23 7 0,-11-11 2621,14 7 1,2-1-1,-13-9 1,17 8 0</inkml:trace>
  <inkml:trace contextRef="#ctx0" brushRef="#br0" timeOffset="420506">26785 3767 24575,'27'-5'0,"-15"2"-1639,8 1 1,-1 2-1639,-12 0 0,13 0 4269,-11 6-992,-5-5 1766,5 16-1766,-6-11-3277,1 23 2113,-2-19 4440,2 12-2111,-3-14-876,0 3-289,1-12 0,2-17 0,1-11 0,1 0 3276,-1 4 0,-2 13-3044,0 1-232,0 7 0,7 1 0,7 3 0,-2-2 0,9 2 0,-18 0 0,7 3 0,-7 9 0,2 1 0,0 3 0,-2-5 0,-1-7 0,-1-2 0,3-4 0,-2 2 0,3-12 0,-4 9 0,5-18 0,-5 13 0,3-14 0,-1 12 0,1-1 0,0 2 0,-2 7 0,5-4 0,0 6 0,0-3 0,5 6 0,-4 3 0,4 12 0,-5-7 0,0 16 0,-6-14 0,0 2 0,-2-6 0,-1-6 0,-1-1 0,2-1 0</inkml:trace>
  <inkml:trace contextRef="#ctx0" brushRef="#br0" timeOffset="420925">27364 3667 24575,'37'2'0,"-11"1"0,-1-1 0,11 2 0,-5 1 0,-7-1 0,-6-5 0,-14-9 0,-2-1 0,-25-11 0,6 10 0,-15-4 0,14 14 0,-3-4 0,-4 12 0,11 11 0,-1-6 0,9 8 0,2 0 0,3-10 0,0 10 0,4 0 0,12-2 0,-3 3-1639,7-12 1,0-3-1639,-8-3 3032,10 0 0,-1-3 245,-13-2 0,12-2 0,-17 2 0,1 0 0</inkml:trace>
  <inkml:trace contextRef="#ctx0" brushRef="#br0" timeOffset="421488">27565 3589 24575,'33'2'0,"-11"2"0,12 1 0,-13 3 0,-14-2 0,2 4 0,-6 2 0,-2-3 0,3 8 0,-1-12 0,0-11 0,0-8 0,-1-5 0,-1 5 0,-1 5 0,3 0 0,-1 0 0,6 1 0,12-2 0,-9 4 0,10-5 0,-15 10 0,2-1 0,-2 2 0,3 13 0,-4-6 0,7 20 0,-6-18 0,1 15 0,-4-18 0,-1 6 0,-1-5 0,-1-4 0,0 1 0</inkml:trace>
  <inkml:trace contextRef="#ctx0" brushRef="#br0" timeOffset="421855">27993 3541 24575,'-6'21'0,"3"-11"0,-4 23 0,7-26 0,1 21 0,18-17 0,-5 2 0,8-10 0,3-3 0,-6-4 0,-1 0 0,19-4 0,-18-1 0,-4 0 0,-9 3 0,0-18 0,-16 4 0,2-1-1639,-2 4 1,0 1 818,3 6 1,-3-7 0,9 16 0</inkml:trace>
  <inkml:trace contextRef="#ctx0" brushRef="#br0" timeOffset="423273">15464 2339 24575,'8'16'0,"2"6"0,-1-2 0,0 1 0,4 6 0,-2 6 0,-2 0 0,-3-8-1639,0 5 1,-1 1 599,-2-2 1039,1-1 0,1 1-1639,0-6 1,-1 0 309,-1-4 0,1 0 1329,7 13 1938,-4-17-1938,-1 1 0,2-2 0,-7-7 0,1-7 0</inkml:trace>
  <inkml:trace contextRef="#ctx0" brushRef="#br0" timeOffset="424126">14895 3381 24575,'8'-21'0,"12"-8"0,-6 11 0,5 3 0,3 1 0,-3 6 0,-1 3-855,15-9 855,2 12 211,-14 3-211,2 5 0,0 1 0,2-1 0,-5 2 0,-4 0 0,-11-2 0,3 8 0,-6 6 0,-8 15 0,0-11-1639,-13 1 1,-2-2-1225,9-11 2863,-6 3 0,-2 1-1639,1-7 1,1-2 378,1 2 1064,-11 1 0,0-2 196,17-5 0,-14 2 0,30 1 3276,6 2-2743,5 2 0,3 0-533,11 2 1638,-1 0 0,1-2-1577,-10-6 1,0-1-62,17 5 0,-1-2 738,-6-3-738,0 1 0,-3-1 0,-18-3 0,14 2 0,-26-7 0,1 2 0,-10-14 0,7 12 0,-2-6 0</inkml:trace>
  <inkml:trace contextRef="#ctx0" brushRef="#br0" timeOffset="424613">15371 3412 24575,'0'8'0,"0"5"0,0-4 0,1 11 0,1-11 0,9 19 0,-6-22 0,12 17 0,-10-19 0,16 7 0,-8-8 0,13 3 0,-10-6-3277,8-3 0,-14 2 0,11-12 1787,-19 10 1490,7-12 0,-4-11 0,-1-6 0,-2 2 0,-1 1 0,-1-6 0,-5 9 0,0 4 0,-3 11 0,-12-14 0,7 18 0,-15-6 0,11 8 0,-21-3 0,22 6 3276,-9 1-2015,20 3 2015,7 6 0,1-1-3218,11 8 0,-9-9 0,3 1 0</inkml:trace>
  <inkml:trace contextRef="#ctx0" brushRef="#br0" timeOffset="425245">15811 3159 24575,'10'12'0,"5"13"-3277,-5 6 0,0-4 0,-4 5 1638,-2-5 1,0-1 1270,-1-3 1427,3 14 0,2-4-1059,-5-26 0,5 13 0,-5-29 0,-2-20 0,0 12 1638,-2-5 0,0 3-1361,0 8-712,1-25 435,-2 18 0,2-17 0,0 20 0,0-5 0,0 11 3276,-4-2-489,-6 6-1394,1 2-1393,-25 13 0,24-7 784,-19 12-784,24-14 0,2 3 0,0-4 0</inkml:trace>
  <inkml:trace contextRef="#ctx0" brushRef="#br0" timeOffset="425795">16070 3132 24575,'13'10'0,"-1"-3"0,-6 2 0,-3-5 0,3 3 0,7 2 0,-1-3 0,4 1 0,-3 0 0,-8-6 0,0 5 0,-4-1 0,-2 13 0,-1-1-1639,-2 2 1,-1 0-1639,1-5 2748,-3 9 0,1 0 529,3-9 0,-1 5 0,1 0 0,3-4 0,-2 6 0,2-10 0,0 0 0,-1-6 3276,-4-7-178,0-1-1860,-5-8-1238,-2 3 0,4 0 0,-9-3 0,11 7 0,-7-3 0,11 5 0,-1 1 0</inkml:trace>
  <inkml:trace contextRef="#ctx0" brushRef="#br0" timeOffset="426000">16018 3360 24575,'36'1'0,"-19"-1"0,9-1 0,7 0 0,-3-1-902,-11 0 0,1 0 902,8-1 0,8-1 0,0 0 0,-7 1 291,-7 1 1,-2 0-292,12-2 0,4-1 0,-10 1 298,-14 2-298,9-3 0,-23 5 0,0 0 0,0 0 0</inkml:trace>
  <inkml:trace contextRef="#ctx0" brushRef="#br0" timeOffset="433281">22127 5343 24575,'26'-26'0,"-10"13"0,3-2 0,1 0 0,8 6 0,-8 1 0,6 6 0,-10 7 0,-3-3 0,11 9 0,-19-10 0,18 15 0,-15-5 0,4 4 0,-8 7 0,-5-14 0,-4 15 0,1-13 0,-14 16 0,9-15 0,-14 7 0,-1-1 0,6-8-1639,-14 7 1,0-2-1639,16-8 1988,-15 4 1,0-1 1288,15-5 0,-6 1 0,0 0 0,11-4 0,4 1 0,24-2 0,9 0 3276,-9 0-2104,20 2 1,-3 1 2103,-25-2-3159,10 5 0,1 0-117,-13-4 0,16 8 0,-6 0 0,-3-2 0,9 3 0,-15-7-3277,19 1 0,-19-3 1309,23-7 1968,-25 3 0,19-10 0,-19 8 0,6-5 0,-10 7 0,-1-1 0</inkml:trace>
  <inkml:trace contextRef="#ctx0" brushRef="#br0" timeOffset="433833">22485 5445 24575,'0'17'0,"4"2"0,4 6 0,1-9 0,8 7 0,1-9 0,11 1 0,-11-4 0,17-6 0,-10-8 0,0 0 0,5-8 0,-24 8 0,15-16 0,-14 15 0,6-12 0,-10 10 0,-1-1 0,-8-9 0,5 9 0,-12-13 0,9 11-3277,-18-12 0,13 13 3162,-7-2 0,-2 1 115,-11 3 0,10 2 0,-1-1 0,-9 2 0,13 2 0,11 3 0,4-1 0,1 2 0</inkml:trace>
  <inkml:trace contextRef="#ctx0" brushRef="#br0" timeOffset="434599">22844 5447 24575,'14'-7'0,"3"-5"0,-13 10 0,25-18 0,-20 17 0,14-7 0,0 1 0,-15 5 0,13-1 0,0 0 0,-10 3 0,15 3-3277,-9 14 0,-7-6 0,3 25 1787,-13-27 1146,0 13 1,-2 1 343,-3-11 0,-6 7 0,0 0 0,1-7-1403,-10 2 0,-1-1 1403,11-4 2806,-17 3-2806,13-5 3276,8-4-2355,-6 3 106,27-1-1027,21 2 3276,-9 0-1638,9-1 0,-1-1-1406,-14-1-1871,9 1 1,-1-2-1639,-16 0 3047,15 0 230,-18-1 0,2 2 0,-2-1 0,-8 1 0,20-2 0,-16-2 0,18-4 0,-21 4 0,4-2 0</inkml:trace>
  <inkml:trace contextRef="#ctx0" brushRef="#br0" timeOffset="435120">23413 5471 24575,'5'18'0,"-2"-8"0,6 19 0,-6-12 0,4 12 0,-5-13 0,0-10 0,-4-5 0,-9-28 0,4 11 0,-3-9 0,1-1 0,1 0 0,1-1 0,-2-3 0,3 11 0,0 0 0,-5-16 0,2 15 0,-1 32 0,4-4-3277,-13 19 0,12-20 2571,-16 17 706,14-20 0,-7 9 0,7-12 0,4 1 0,0-2 0,4 0 0</inkml:trace>
  <inkml:trace contextRef="#ctx0" brushRef="#br0" timeOffset="446771">29233 916 24575,'2'12'0,"2"11"-1639,0 0 1,1 1-1639,-1 8 2457,-1-7 1,1 6 0,-1 0 0,0-4 649,0-4 0,-1 2 170,0 5 0,1 7 0,1 3 0,-1-3 0,-1-7 0,1-5 0,-1 1 0,-1 1 0,0 6 0,0 5 0,0-1 0,0-4 0,-1-7 0,0-6 0,0 2 0,-1 2 0,1 9 0,0 4 0,0 2 0,-1-2 0,1-4 0,0-7-1062,0 1 0,0-1 1062,0 0 0,0 6 0,0 2 0,0 0 0,0-1 0,0 3 0,1-1 0,-1-1 0,1-2-652,-1-4 1,0-2 0,0 5 651,1-4 0,0 3 0,0 4 0,1 1 0,0 0 0,0 0 0,0-2 0,1 2 0,0 0 0,1-1 0,-1 1 0,1-2 0,-1-1 0,0 0 0,1-2 0,-1 0 0,0 1 0,0 0 0,1 1 0,-1 0 0,1 1 0,0 0 0,-1 0 0,1 0 0,0 3 0,0-2 0,1 1 0,-1 2 0,0 4-157,-2-10 0,0 2 0,1 3 1,-1 0-1,0 2 0,0 0 0,1-1 1,-1 0-1,0-1 0,0-2 157,1 4 0,0-1 0,0-1 0,0-1 0,0 1 0,0 1 0,0 2 0,0-5 0,-1 3 0,0 1 0,0 2 0,1 0 0,-1-1 0,0 0 0,0-2 0,0-2 0,0-4 0,0-4 0,1 6 0,-1-7 0,0 0 0,1 3 82,0 3 1,0 3 0,0 1 0,0 1 0,1-1 0,0-2-83,1-2 0,0-1 0,0-1 0,1-2 0,-2 0 0,1 9 0,-1-1 0,1-3 0,0-7 0,0 0 0,0-3 0,-3 4 0,0-3 2327,0 5-2327,1 4 0,0 8 0,-1-5 0,-1-8 0,-2 1 0,1-3 0,-1 6 0,0 4 0,1 2 0,-1 0 0,0-3 0,1-4 0,-1 1 0,0-3 0,0-1 0,1 2 0,-2 6 0,0 2 0,0 2 0,1-4 0,2-4 0,3 8 0,3-13 1400,0-18-1400,5 6 3276,-4-22-2151,-5-5-1945,4-19 1,-7 17 0,1-7 0</inkml:trace>
  <inkml:trace contextRef="#ctx0" brushRef="#br0" timeOffset="452120">26308 4351 24575,'10'2'0,"0"0"0,7 4 0,-6-2-3277,22 6 0,-21-6 1638,16 6 1,0-1 148,-15-5 752,18 7 1,2 1 737,-16-5 0,10 2 0,2 0 0,-6 3 3276,5-4-2746,-14-2 2746,-6-4-2672,-1-1 0,-1 2 0,-4-3 0</inkml:trace>
  <inkml:trace contextRef="#ctx0" brushRef="#br0" timeOffset="452571">26651 4368 24575,'-10'24'0,"-1"0"0,1-1 0,0-2-3277,-7 6 0,6-6 4803,2-7-1526,5-2 0,-5 3 281,7-8 1,1-7 0,1 2 0</inkml:trace>
  <inkml:trace contextRef="#ctx0" brushRef="#br0" timeOffset="453875">29124 1645 24575,'29'-7'0,"-12"4"-3277,16-8 0,-24 9 2789,12-3 1,-18 5 0,3 0 0</inkml:trace>
  <inkml:trace contextRef="#ctx0" brushRef="#br0" timeOffset="454291">29183 2187 24575,'23'0'0,"-13"0"0,10 0 0,2 0 0,-10 0 0,11 0 0,1 0 0,-7 0 0,6 0 0,-17 0 0</inkml:trace>
  <inkml:trace contextRef="#ctx0" brushRef="#br0" timeOffset="454625">29243 2665 24575,'12'-1'0,"17"0"0,-18 3 0,14-2 0,-1 1-570,-14-1 570,9 1 0,0 1-233,-10 1 1,1-1 0,-5 1-1</inkml:trace>
  <inkml:trace contextRef="#ctx0" brushRef="#br0" timeOffset="454958">29299 3164 24575,'15'-3'0,"6"-1"0,-7 3 0,22-1 0,-21 2 0,11 0 0,-19 0 0,-5 0 0</inkml:trace>
  <inkml:trace contextRef="#ctx0" brushRef="#br0" timeOffset="455373">29268 3660 24575,'14'0'0,"-7"0"0,15 1 0,-2 0 0,2 0-1639,8 0 1,0 0-1,-5-1 1,-1 1-1,11-1 1,-6 0 148,-18 0 1189,9 0 0,-2 0 301,-13 0 0,8 1 0,-10 0 0,0 3 0,-1-4 0,-1 3 0</inkml:trace>
  <inkml:trace contextRef="#ctx0" brushRef="#br0" timeOffset="455909">29295 4342 24575,'14'-2'0,"-7"2"0,25-7 0,-11 2 0,1-1 0,-5 1 0,2-1-1639,15-3 1,-3 1-1639,-14 2 1328,16-5 1555,-17 8 394,-5 0 0,4 1 0,-11 2 0,0 0 0</inkml:trace>
  <inkml:trace contextRef="#ctx0" brushRef="#br0" timeOffset="460905">29190 947 24575,'1'-11'0,"0"-3"0,0 0 0,-1-2 0,0 4-3277,0-7 0,0 14 0,0-22 1787,0 20 1490,0-21 0,0 19 0,0-17 0,0 17 0,0-12 0,0 13 819,0-3 0,0 7 0,0 2 0</inkml:trace>
  <inkml:trace contextRef="#ctx0" brushRef="#br0" timeOffset="461522">29151 1082 24575,'20'-2'0,"10"-5"0,-2 0 0,-3 2 0,-1 0 0,-4 0 0,7-1 0,0 0 0,-14 3 0,17-6 0,-27 10 0,-2-2 0,-1 3 0</inkml:trace>
  <inkml:trace contextRef="#ctx0" brushRef="#br0" timeOffset="466720">29061 1697 24575,'10'-2'0,"-5"1"0,13-1 0,-12-1-3277,18-1 0,-16 1 928,22-7 2349,-22 8 0,27-10 0,-29 8 0,13-2 0,-8 2 0,18-4 0,-9 2 0,4 0 0,0 0 0,-9 3 0,5-1 0,0-1 0,-8 3 0,7-3 0,-16 4 0,0 1 0</inkml:trace>
  <inkml:trace contextRef="#ctx0" brushRef="#br0" timeOffset="474215">26517 4495 24575,'13'2'0,"3"1"0,-2 3 0,-2-1 0,14 6 0,-5-2 0,2 1 0,-1-4 0,-14-4 0,4 0 0,-1 1 0,-1 0 0,2 0 0,-7-1 0,2 2 0,-5-3 0,1 2 0</inkml:trace>
  <inkml:trace contextRef="#ctx0" brushRef="#br0" timeOffset="474696">26668 4412 24575,'-6'5'0,"-13"10"0,12-7 0,-18 14 0,18-14 0,-18 12 0,16-11 0,-16 12 0,19-14 0,-6 5 0,11-7 0,1-4 0</inkml:trace>
  <inkml:trace contextRef="#ctx0" brushRef="#br0" timeOffset="477784">29398 4577 24575,'6'1'0,"3"0"0,5 2 0,-1-2 0,0 1 0,-5-1 0,1-1 0,3-2 0,-2 1 0,-2-1 0,-6 3 0,-1 0 0</inkml:trace>
  <inkml:trace contextRef="#ctx0" brushRef="#br0" timeOffset="478247">29414 4893 24575,'8'0'0,"2"0"0,-2 0 0,5-1 0,9-4 0,-8 3 0,6-4 0,-17 6 0,1-2 0</inkml:trace>
  <inkml:trace contextRef="#ctx0" brushRef="#br0" timeOffset="478649">29493 5169 24575,'17'1'0,"2"1"-3277,10 1 0,-11-1 0,-1-1 1145,-6-1 2132,-6 0 2089,11 2-2089,-8-1 0,-1 1 0,-2-1 0</inkml:trace>
  <inkml:trace contextRef="#ctx0" brushRef="#br0" timeOffset="479073">29541 5485 24575,'28'3'0,"-10"-2"0,17 3 0,-14-3 0,3 1 0,-10 1 0,-9-3 0,-5 2 0</inkml:trace>
  <inkml:trace contextRef="#ctx0" brushRef="#br0" timeOffset="479833">29512 5733 24575,'8'12'0,"7"8"0,0-4 0,-2 1 0,4 4 0,-11-12 0,4 8 0,-7-9 0,3 3 0,-4 2 0,3-4 0,-1 9 0,1-9 0,0 2 0,-1-1 0,-2-4 0,-1 0 0,-1-3 0,0-2 0</inkml:trace>
  <inkml:trace contextRef="#ctx0" brushRef="#br0" timeOffset="480301">29441 6012 24575,'5'-2'0,"12"-4"0,-8 4-1639,10-5 1,1-1-1639,-8 5 1638,12-7 1,1 1 1020,-14 6 1108,23-10 0,-27 10 0,2-1 0</inkml:trace>
  <inkml:trace contextRef="#ctx0" brushRef="#br0" timeOffset="480683">29624 5989 24575,'6'7'0,"4"5"0,3 13 0,-1-7 0,2 10 0,-8-17 0,5 17 0,-1-1-1447,-2-7 1447,1 5 352,0-5-352,1 14 0,-2-3 0,-2-8 0,-2-1 0,-4-4 0,0 11 0,0-20 0,-3-2 0</inkml:trace>
  <inkml:trace contextRef="#ctx0" brushRef="#br0" timeOffset="480997">29602 6401 24575,'19'-4'0,"-7"1"0,21-7 0,-9 2 0,6-3 0,-13 2 0,-8 5 0,-7 3 0,0 1 0,-1 0 0</inkml:trace>
  <inkml:trace contextRef="#ctx0" brushRef="#br0" timeOffset="481400">29781 6478 24575,'9'21'0,"-5"-9"-3277,5 9 0,-7-17 1328,2 17 1949,-2-9 0,-1 3 1719,-1 3-1719,0-5 0,0-2 0,0-1 0</inkml:trace>
  <inkml:trace contextRef="#ctx0" brushRef="#br0" timeOffset="481717">29752 6778 24575,'8'0'0,"12"0"0,-10-1 0,7 1 0,-13-2 0,-2 2 0,-1 0 0</inkml:trace>
  <inkml:trace contextRef="#ctx0" brushRef="#br0" timeOffset="497333">26691 4416 24575,'0'4'0,"1"4"0,1-5 0,2 6 0,-2-5 0,2 3 0,-2-1 0,1 1 0,0 4 0,3 1 0,-1 2 0,0-4 0,-2 0 0,0-4 0,-3 3 0,4-2 0,-2-1 0,1-3 0,6 10 0,-5-8 0,5 7 0,-7-11 0,-1-1 0</inkml:trace>
  <inkml:trace contextRef="#ctx0" brushRef="#br0" timeOffset="498000">26529 4526 24575,'6'-5'0,"3"-1"0,-7 5 0,9-8 0,-9 4 0,9-6 0,4-4 0,5-8 0,6-2 0,-10 6 0,-3 8 0,-9 8 0,-1 1 0,-2 2 0</inkml:trace>
  <inkml:trace contextRef="#ctx0" brushRef="#br0" timeOffset="506716">23697 2947 24575,'1'20'0,"1"7"0,-2-7 0,0-1 0,0 0 0,-4 3 0,1 4 0,-4 7 0,0-7 0,4-5 0,-3 14 0,6-27 0,-2 17 0,1-11 0,0-1 0,-1-2 0,1-7 0,-3 3 0,-4-5 0,4 2 0,-3-4 0</inkml:trace>
  <inkml:trace contextRef="#ctx0" brushRef="#br0" timeOffset="508000">23681 3011 24575,'0'16'0,"2"4"0,-2-2 0,1 15 0,-1-23 0,0 19 0,0-22 0,0 9 0,0-10 0,0 1 0,-2-1 0,1-5 0,-2 1 0</inkml:trace>
  <inkml:trace contextRef="#ctx0" brushRef="#br0" timeOffset="514333">15402 2356 24575,'5'7'0,"-3"2"0,8-3 0,-7 1 0,4-2 0,-3-1 0,0-3 0,0 2 0,-2-3 0,-2 2 0</inkml:trace>
  <inkml:trace contextRef="#ctx0" brushRef="#br0" timeOffset="515565">16317 3803 24575,'6'3'0,"6"11"0,-3-4 0,2 5 0,3 11 0,-10-16-1639,5 7 1,0-1-1639,-7-8 1328,9 12 1949,2 7 1719,-3-12-1719,3 12 0,-7-21 0,-5-3 3276,4-1-2457,-3 0 0,1-1 0,-3 0 0</inkml:trace>
  <inkml:trace contextRef="#ctx0" brushRef="#br0" timeOffset="515898">16371 3957 24575,'11'1'0,"18"-1"0,4 2 0,-1-4-3277,4 1 0,-28-1 1071,24-2 2206,-21 1 1755,25-4-1755,-19-4 0,2 4 0,-10-16 0,-7 17 0,-1-9 0,-1 14 0</inkml:trace>
  <inkml:trace contextRef="#ctx0" brushRef="#br0" timeOffset="516209">16552 3711 24575,'13'17'0,"1"-1"0,2 4 0,-3-1 0,-2-2 0,-5-8 0,9 18 0,1 3 0,-11-14 0,5 7 0,2 5 0,-2-3 0,0 5-1639,2-2 1,-1-1-1639,-3-4 3047,2-1 230,-8-16 0,3 7 0,-2-9 0,-2 0 0,1-2 0</inkml:trace>
  <inkml:trace contextRef="#ctx0" brushRef="#br0" timeOffset="516577">16847 3924 24575,'18'31'0,"-7"-10"0,-1-1-3277,1 1 0,0 0 0,-5-7 4605,-1-9-1328,-4 0 1719,3 2-1719,-4-2 0,-4-2 0,3-1 0,-3-2 0</inkml:trace>
  <inkml:trace contextRef="#ctx0" brushRef="#br0" timeOffset="516765">16791 3858 24575,'16'7'0,"1"6"0,-4-4 0,-4 0 0,-5-3 0</inkml:trace>
  <inkml:trace contextRef="#ctx0" brushRef="#br0" timeOffset="517079">16956 4007 24575,'15'24'0,"0"0"0,0 1 0,-3-5 0,0 1 0,-1 5 0,-2-6 0,6 14 0,-10-26 0,2 5 0,-4-8 0,-3-4 0,2 1 0,-7-22 0,4 14 0,-3-12 0</inkml:trace>
  <inkml:trace contextRef="#ctx0" brushRef="#br0" timeOffset="517410">17138 3868 24575,'17'24'0,"-1"-1"0,4 5 0,-2 2 0,-16-25 0,2 9 0,-7-10 0,-13 3 0,-3-2 0,-8-1 0,-2 1 0,4-1 0,1 1 0,1-1 0,-1 1 0,-8 1 0,5-1-631,16-2 631,-25 4 0,32-7 0,-1 1 0,4-1 0</inkml:trace>
  <inkml:trace contextRef="#ctx0" brushRef="#br0" timeOffset="518194">16975 3906 24575,'19'0'0,"-3"-2"0,-1 2 0,2 0-3277,16 5 0,-16-3 2720,5 3 1,-2 0 556,-11-3 0,17 7 0,-21-6 0,4 3 0,-7-2 3276,3 2-206,-4 0-1749,0 0-1321,-4 2 0,0-2 0,-3-1 0,-5 2 0,5-4 0,-7 3 0,10-4 0,-5 3 0,2-2 0,-1 0 0,0 0 0,3 0 0,4-1 0,-2-1 0</inkml:trace>
  <inkml:trace contextRef="#ctx0" brushRef="#br0" timeOffset="530382">30036 15586 24575,'-7'5'0,"1"-2"0,-2 2 0,1-1 0,-15 5 0,9-3 0,-5 1 0,-4 2 0,-3 0 0,0 0 0,2 0 0,-1 1-1370,-11 3 0,2-1 1370,13-4 0,0 0 0,-11 3 0,-4 2-1093,1-2 1,-3 1 0,3 0-208,2-1 0,0 1 1300,4-2 0,-3 1 0,2 0 0,6-2-224,-5 4 224,0 1 0,-6 2 0,4-1-349,12-6 1,0 0 348,-7 3 0,-4 1 0,5-2 1690,0 1-1690,-10 3 0,1 1 0,10-6 0,-5 1 0,-6 3 0,7-4 0,6-1 0,-14 2 0,-1-1 3276,14-2-1786,-14 0 1,-1-1-1491,10-2 181,-4-1 1,2 0-182,7-1 0,4-2 307,6 0 0,11-1 0,1 0 0</inkml:trace>
  <inkml:trace contextRef="#ctx0" brushRef="#br0" timeOffset="530760">28683 16002 24575,'13'10'0,"-7"-7"-3277,12 21 0,-14-18 1638,10 16 1,1 1 723,-6-10 1637,6 8 1,0 0-723,-4-7 0,9 13 0,-8-12 3276,-1 2-1015,-7-14-1558,-7-8 0,3 1 0,-3-2 0</inkml:trace>
  <inkml:trace contextRef="#ctx0" brushRef="#br0" timeOffset="531745">28746 16090 24575,'-10'14'0,"-4"5"0,-2-6 0,-1 0 0,-8 5 0,4-6 0,-3 1 0,2-2-924,-11 3 924,4-2 0,1 1 304,1-1-304,-2 4 153,28-6-153,-3-1 0,22 0 0,-10-7 467,9 4-467,-4-6 0,5-1 0,3-1 0,3 0 0,1-2 0,-2 0 0,1-1 0,6-1 0,-4-1 0,-10 3 0,3-5 0,-2-1 0,-11 6 0,14-9 0,-14 7 0,0 4 0,0-2 0,-7 4 0,-11-5 0,2 3 0,-15-5 0,3-4 0,-1-1 0,4 1 0,9-2 0,7 8 0,2-3 0,1 3 0,0-1 0,0 1 0,-3-1 0,1 2 0,-3 1 0,-1 7 0,-2 9 0,-3 4 0,3-2 0,-2 1 0,6-12 0,-6 3 0,-4 0 0,4-4 0,-13 7 0,15-8 0,-9 4 0,10-4 0,4-1 0,9-2 0,-1 0 0,9-4 0,-4-2 0,1 0 0,1-3 0,-7 6 0,-1 0 0,-2 2 0</inkml:trace>
  <inkml:trace contextRef="#ctx0" brushRef="#br0" timeOffset="534432">28632 16041 24575,'-12'20'0,"5"-8"0,-11 20 0,4-12 0,2 0 0,-1 1 0,9-16 0,-6 12 0,1-6 0,0 2 0,-4 2 0,6-6 0,-1 0 0,0-1 0,-1 0 0,1 0 0,1-1 0,11-2-3277,12-2 0,-3-1 2194,10 1 1,1-1 1082,-4-2 0,11 1 0,1-1 0,-13 0 0,6 0 0,-1-1 0,-15 0-318,23-3 318,-27 4 0,5-5 0,-10 4 3276,-4-5-884,-1-1 424,-2 0-2816,3-3 553,-2-2-553,1-1 0,-10-9 0,-3 4 0,4 4 0,-8-3 0,17 16 0,-3-6 0,6 5 0,2 9 0,0 11 0,0-2 0,0 11 0,0-21 0,0 7 0,-1-11 0,-8 8 0,-4-8 0,0 4 0,-4-4 0,13-2 0,-5 0 0,10 0 0,9-6 0,19-1 0,-8-1 0,2 3 0,-1 1 0,-8 0 0,5 2 0,0 0 0,-9 0 0,7-1 0,-22-6 0,-9-5 0,1 0-3277,-11-7 0,15 16 2853,-7-9 424,13 12 0,-2-11 0,2 0 0,3 2-3277,-2-6 2081,2 12 4472,0-6-2079,2 14-1003,6 6-194,-3 3 0,11 6 0,-10-12 3276,8 2 0,-9-11-3044,1 3-232,-7-10 0,-1 6 0,3-1 0,3 7 0,6 7 0,-4-3 0,7 9 0,-8-2 0,3-2 0,1 4 0,-6-9 0,7 7 0,-5-6 0,2 2 0,-4-2 0,0-4-3277,2 6 0,-2-7 3047,4 9 230,-4-9 0,-15 8 0,1-4-1639,-8 0 1,-1-1 378,6 0 2898,-8 1 0,0-1-1454,13-3-184,-18 4 0,24-4 0,0-1 0,11-1 0,10 0 0,2 0 0,-4 0 339,9 0 0,-2 0-339,-15 0 0,9 0 0,-9-1-3277,12-2 2149,-10 0 4404,23 1-2694,-24 0-200,12 1-382,-19-1 0,1 0 0,-8 0 819,2 1 0,-1-2 0,3 3 0</inkml:trace>
  <inkml:trace contextRef="#ctx0" brushRef="#br0" timeOffset="537216">28622 16094 24575,'0'-7'0,"0"0"0,0-3 0,0 3 0,0-3 0,2 1 0,0-6 0,3-5-1612,-3 7 1612,-1 0 0,-1 5 0,0 3 0,0-8 0,-1 1 0,0 2 0,1-4 0,2 6 0,0 1 1612,-1-2-1612,-1 4 0,0 0 0,0 2 0,0 2 0</inkml:trace>
  <inkml:trace contextRef="#ctx0" brushRef="#br0" timeOffset="538166">28711 16069 24575,'5'2'0,"2"4"0,-3 3 0,2 3 0,-1 0 0,2 2 0,0-2-3277,1 8 0,-5-15 0,9 23 1787,-10-21-1544,10 14 3034,-11-17 0,9 6 0,-7-8 3034,5 5-3034,-5-2 3276,1-1-2015,-4 3 2015,6-1 0,0 3-3044,0-2-232,6 3 0,-6-5 0,3 0 0,-3-2 0,-6-3 0,0 1 0,-3 0 0,0 0 0,1-1 0,0 0 0</inkml:trace>
  <inkml:trace contextRef="#ctx0" brushRef="#br0" timeOffset="542606">28657 15969 24575,'0'-5'0,"0"-4"0,1 5 0,0-4 0,0 5 0,-1 0 0,2 0 0,-2 1 0,1 1 0</inkml:trace>
  <inkml:trace contextRef="#ctx0" brushRef="#br0" timeOffset="544832">28805 16241 24575,'0'0'0</inkml:trace>
  <inkml:trace contextRef="#ctx0" brushRef="#br0" timeOffset="565412">24183 14188 24575,'-3'9'0,"0"-3"0,0 2 0,0-2 0,1 0 0,-4 5 0,4-5 0,-10 14 0,8-10 0,-9 13 0,9-14 0,-8 13 0,9-16 0,-9 15 0,9-14 0,-8 12 0,6-8 0,1-1 0,0 3 0,2-11 0,1 4 0,0-4 0</inkml:trace>
  <inkml:trace contextRef="#ctx0" brushRef="#br0" timeOffset="566114">24098 14399 24575,'5'-2'0,"5"-4"0,-6 4 0,10-6 0,-9 6 0,6-3 0,-7 4 0,7-6 0,-5 5 0,11-11 0,-7 5 0,2-3 0,-4 5 0,-5 3 0,2 1 0,-2-3 0,1 4 0,0-6 0,-2 6 0,-1-2 0</inkml:trace>
  <inkml:trace contextRef="#ctx0" brushRef="#br0" timeOffset="566846">24212 14172 24575,'11'4'0,"1"2"0,-7-4 0,2 1 0,-5-1 0,4 2 0,-6 0 0,10 10 0,-7-8 0,15 19 0,-12-18 0,5 9 0,-8-15 0,2 6 0,-2-5 0,6 5 0,-1-3 0,-1 0 0,1 0 0,-6-2 0,1-2 0</inkml:trace>
  <inkml:trace contextRef="#ctx0" brushRef="#br0" timeOffset="567257">24276 14336 24575,'0'0'0</inkml:trace>
  <inkml:trace contextRef="#ctx0" brushRef="#br0" timeOffset="579104">24198 14156 24575,'-2'23'0,"-1"3"0,1-4-3277,-4 9 0,6-23 1328,-6 17 1949,4-13 1719,-2 4-1719,2-4 0,-1-3 0,3-2 3276,-3-3 0,2 2-3044,3-5-232,0 1 0,8-2 0,10 2 0,6-1 0,-5 1 0,7 0 0,-12-7 0,2 3 0,6-10 0,-7 4 0,-1-1 0,4-1 0,-15 8 0,14-5 0,-3 0 0,0 3 0,1-1 0,-11 3 0,0 0 0,-5 1 0</inkml:trace>
  <inkml:trace contextRef="#ctx0" brushRef="#br0" timeOffset="587209">24280 14088 24575,'0'0'0</inkml:trace>
  <inkml:trace contextRef="#ctx0" brushRef="#br0" timeOffset="590366">29304 12730 24575,'8'0'0,"0"0"0,-2 0 0,0 0 0,-2-2 0,0 2 0,-1-1 0,-2 1 0</inkml:trace>
  <inkml:trace contextRef="#ctx0" brushRef="#br0" timeOffset="590948">28970 12943 24575,'16'-10'0,"1"-1"0,7-3 0,0-1-3277,4 2 0,-19 8 0,16-5 2875,-4-1 402,-1 4-1050,7-4 1,0-1 1049,-6 3-761,14-4 0,-3 0 761,-18 7 1638,7-2 0,0-1-1633,-6 5 1225,2-2-1230,-4 5 0,-8-1 0,-3 2 0</inkml:trace>
  <inkml:trace contextRef="#ctx0" brushRef="#br0" timeOffset="607336">30135 16008 24575,'-7'17'0,"-7"8"0,-1 1-3277,3-5 2372,-3 4 0,1-2 905,4-9 563,-4 8-563,3-5 0,2-1 1028,6-10-1028,1-4 0,2 1 0,0-3 0</inkml:trace>
  <inkml:trace contextRef="#ctx0" brushRef="#br0" timeOffset="607803">29895 16074 24575,'-17'12'0,"0"1"0,2 1 0,1-1 0,-1 2 0,5 11 0,8-6 0,1 0-3277,6 4 0,-2-16 2001,8 10 1276,-6-13 0,3 6 0,4 1 0,15 4 0,-7-5 0,0-1 3276,12 4-1781,-4-7 0,-2-2 69,-12-3-1564,7 0 0,2-3-3277,2-9 0,-2 6 2875,3-13 402,-18 14 0,1-4 0,-5 5 0</inkml:trace>
  <inkml:trace contextRef="#ctx0" brushRef="#br0" timeOffset="608537">30368 16179 24575,'-8'-12'0,"-6"0"0,2 4 0,-12-3 0,12 9 0,-4-3 0,5 5 0,7 3 0,-2 3 0,1 10 0,3-6 0,-2 22-2990,4-24 2990,-2 13 0,6-12 0,-1-4 0,8 8 0,1-4 0,-2-3 0,7-2-3277,6-13 2760,-9 3-348,6-8 0,-1-2 865,-9 3-1639,6-9 1,0-1 951,-8 10-638,2-14 0,-2 0 1325,-5 15 2650,6-24-2650,-9 3 0,1 16-939,-3-8 1,-1 2 938,1 10 0,-5-9 3034,3 13-3034,1 6 3276,-1 1-2015,8 17-1261,7 12 0,-2-2-1639,1-5 1,0-2 378,-3-8 2898,4 7 0,1 2-377,6 2-1261,0 4 0,3 3 0,-13-19 0,5 8 0,-8-9 0,-1-4 0,-4-2 0</inkml:trace>
  <inkml:trace contextRef="#ctx0" brushRef="#br0" timeOffset="609155">30637 16048 24575,'-13'8'0,"-4"7"0,10 12 0,-1-7-1639,8 3 1,2-1-1639,-1-11 1638,4 10 1,2-1-1639,-3-13 4025,15 21-748,-11-23 0,17 11 0,-16-14 0,6 2-2690,0-5 2690,-8-1 0,15-5 0,-17 4 2690,16-18-2690,-10-3 0,2 3-998,-8 1 1,-2 2 997,-2 10 2849,0-24-2849,-1 25 3276,0-6-2107,3 16-1169,-1 0 0,5 4 3276,5-2 0,7-2-2767,-5 1-509,9-2 0,-20-2 0,7 2 0</inkml:trace>
  <inkml:trace contextRef="#ctx0" brushRef="#br0" timeOffset="609838">30958 16025 24575,'-16'2'0,"6"2"-3277,-12 12 0,16-9 0,-10 25 0,13-25 5064,-3 20-1787,5-6 0,1-6 0,5 20 0,8-21 0,2 5 3276,13-12-2015,-1-7 2015,-6-1-1638,-1-3 0,-3 0-1406,-9 2-232,8-8 0,0-1 0,-10 6 0,9-27 0,-13 19 0,-1-10 0,-2 0 0,1 5-1639,-4-10 1,-1 2-1639,4 12 1923,-5-13 0,-1 0 1354,4 14-4,-2-8 0,-1 2 4,2 8 0,-1-3 0,4 9 3276,1 1-999,5 2 999,6-1-2850,-3 4-411,9 5-15,-10 9 0,3-1 0,-4 5 0,-1-1 0,-2-2-1639,2 6 1,-1 0-1639,-3-12 3047,5 12-1194,-3-3 1424,-1-11-3277,1 24 2489,-3-25 788,0 10 0,-6 0 0,2-7 819,-6 8 0,6-12 0,0-4 0</inkml:trace>
  <inkml:trace contextRef="#ctx0" brushRef="#br0" timeOffset="610456">31244 16164 24575,'22'11'0,"-1"0"0,0-2 0,0 3 0,1 1 0,1-1 0,-2 2-3277,10-2 0,-25-8 0,16-1 2872,-17-2 405,15-1 0,-9-4 0,8-7 0,-10 2 0,5-16 0,-11 19 0,3-8 0,-5 14 0</inkml:trace>
  <inkml:trace contextRef="#ctx0" brushRef="#br0" timeOffset="611174">31557 16178 24575,'0'29'0,"-1"3"0,1-11 0,-5 16 0,5-30 0,-4 25 0,3-25 0,0 15 0,4-15 0,-1 1 0,2-7 0,3-10 0,2-6 0,-3-8 0,0 5-3277,-13-9 0,5 19 3047,-10-17 230,7 15 0,2-3 0,16 16 0,-4 1 0,12 3 0,2 0 0,-8-5-1639,9 3 1,-1-1 378,-12-4 4536,10 6-2015,-18 0-1261,-6 9 0,1-5 0,-24 11 0,13-15 0,-12 6 0,13-7 0,5-4 0,2 1 3276,3-5 0,1-1-3044,1 0-232,1-1 0,-2 3 0,-2 2 0,-2 1 0,-4 0 0,5-1 0,0 0 0</inkml:trace>
  <inkml:trace contextRef="#ctx0" brushRef="#br0" timeOffset="613625">31546 16854 24575,'10'12'0,"6"14"0,-8-6 0,1 0 0,-1 1 0,-2 1 0,2 4 0,-5-14 0,1 0 0,0-4 0,-1-2 0,0-3 0,-3 0 0,1-3 0,-1 1 0</inkml:trace>
  <inkml:trace contextRef="#ctx0" brushRef="#br0" timeOffset="613899">31503 16779 24575,'5'0'0,"0"4"0,-2-3 0,3 11 0,-4-8 0,2 6 0,-3-7 0,0-1 0,0-1 0</inkml:trace>
  <inkml:trace contextRef="#ctx0" brushRef="#br0" timeOffset="614683">31633 16911 24575,'12'-23'0,"-8"12"0,7-10 0,-3 11 0,-2 0 0,10-3 0,-7 7 0,0 2 0,3 8-1639,-1 12 1,1 1-1639,3-3 3162,-2 6 0,0 3 115,2 8 0,-9-12 0,0 0 0,2-1 0,-1 0 0,0 9 0,-4-14 0,-1-10 0,-1-3 3276,-1-21 0,0-9-3797,0 9 521,2-6 0,-1 12 0,2 0 0,2-17 0,-3 19 0,5-13 0,-5 20 0,10-9 0,6 4 0,-1 0 0,2 3 0,-7 7 0,-1 13 0,0-2 0,-2 6 0,0 3 0,0 0 0,-1-1 0,8 11 0,2 2 0,-12-24 753,5 4-753,-6-6 0,4 3 0,-4-5 0,-2 1 0,-1-4 0</inkml:trace>
  <inkml:trace contextRef="#ctx0" brushRef="#br0" timeOffset="614981">32055 16847 24575,'9'0'0,"14"0"-3277,2 0 0,-3 0 0,2 0 4343,-10-2-1066,-3 1 1755,9-2-1755,-14-2 0,4-4 0,-11-8 0,-5-9 0,0 7 0,-2 3 0,7 13 0</inkml:trace>
  <inkml:trace contextRef="#ctx0" brushRef="#br0" timeOffset="615276">32152 16632 24575,'9'27'0,"0"0"0,0 3 0,-2-1 0,-1-7 0,-1 0 0,0 8 0,-1-3-2733,0-7 2733,0 11-3277,-1 1 0,-1-17 4394,3 21-1117,-3-28 0,6 8 0,-2-6 0,-5 0 0,1-5 0,-7-2 0,4-3 0</inkml:trace>
  <inkml:trace contextRef="#ctx0" brushRef="#br0" timeOffset="615509">32292 17056 24575,'6'-6'0</inkml:trace>
  <inkml:trace contextRef="#ctx0" brushRef="#br0" timeOffset="617570">30300 17557 24575,'18'-5'0,"1"0"0,3-1 0,0 1 0,13 3-820,-10 1 1,5 0 0,3-1 0,1 1 272,-5-1 1,2 1 0,2-1 0,-1 1 0,0-1 0,-1 1 480,2 0 0,-2 1 1,1-1-1,-1 0 0,3 0 66,0-1 0,4 0 0,0-1 0,-1 0 0,-5 0 0,-6 1 994,-2 1 1,-3-1-995,7 0 0,1-2 0,-7 1 1101,-11 1-1101,8-2 0,-19 3 0,-4 0 0</inkml:trace>
  <inkml:trace contextRef="#ctx0" brushRef="#br0" timeOffset="618251">31147 17376 24575,'2'30'0,"-1"-9"0,0 0 0,1 5 0,1 3 0,3-2 0,2-12 0,2 0 0,-11-25 0,-3-5 0,-8-13 0,2 11 0,0 1 0,1-1 0,-4-5 0,22 13 0,-4 8 0,13-1 0,10 2 0,-10 2-1639,12 0 1,0 0-1639,-14 1 1638,12 0 1,-2 0 928,-18-2 710,13 3 0,-19 6 0,-11 4 0,-17 10 0,5-8 0,-3-4 0,2-2 0,8-4 3276,-14 7-1629,25-9-1647,-3 1 0,6-2 0,2-3 0</inkml:trace>
  <inkml:trace contextRef="#ctx0" brushRef="#br0" timeOffset="619633">30367 18287 24575,'0'21'0,"0"13"0,0-23 0,0 8 0,0 3 0,0 3 0,0 5 0,1-10 0,0 0 0,3 8 0,0-1 0,2 2 0,0-14-3277,1 3 0,-1-6 3047,0-2 230,-5-7 0,-1-1 0,-4-10 0,3 1 0,-15-19 3276,14 18-1638,-8-12 0,-1-2-1406,4 6-232,-4-10 0,0 1 0,3 6-1639,-4-8 1,2 0-1639,6 14 3047,-9-21 230,5 14 0,1 1 0,-2-3 0,6 9 0,10 3 0,-2 3 0,13-10 0,-9 11 0,18-12 0,-4 9 0,-1-1 3276,6 4 0,-2 1-6553,7 3 2,-7-2 2737,-6 3 0,-18 0 1,0 1-1</inkml:trace>
  <inkml:trace contextRef="#ctx0" brushRef="#br0" timeOffset="619983">30296 18371 24575,'28'14'0,"-8"-6"-3277,11 2 0,-21-9 1810,9 3 0,1-1 1467,-8-2 925,7 0 0,1 2-925,2 0 0,4-1 0,-3-9 0,-14 0 0,0-9 0,-8 10 0,0 1 0</inkml:trace>
  <inkml:trace contextRef="#ctx0" brushRef="#br0" timeOffset="620316">30584 18068 24575,'11'31'0,"1"0"0,-5-10 0,1 1 0,3 8 0,-1 0 0,-3-9 0,-1-1 0,8 14 0,-7-14 0,-1-3 0,-2-11 0,6 18 0,-7-20 0,6 14 0,-2-12 0,-1 2 0,-1-4 0,-4-4 0</inkml:trace>
  <inkml:trace contextRef="#ctx0" brushRef="#br0" timeOffset="621066">30905 18257 24575,'-22'-16'0,"7"6"0,-5 3 0,6 7 0,3-1 0,1 1 0,-1 6 0,-3 7 0,0-3 0,-3 13 0,14-17 0,-4 17 0,7-13 0,4 7 0,-1-10 0,3 0 0,2-7 0,-2 2 0,10-2 0,-2-6 0,7-1-3277,2-6 0,-10 6 3047,6-2 230,-12 5 0,2-1 0,5 13 0,4 10 0,-4-5 0,2 0 0,0 0 0,1-1 0,7 0 3276,-1-3 0,-10-9-3044,2 1-232,-5-1 0,6-4 0,-11 0 0,3-1 0,-6 2 0</inkml:trace>
  <inkml:trace contextRef="#ctx0" brushRef="#br0" timeOffset="621403">31075 18162 24575,'28'9'0,"-12"-6"-1639,9 3 1,0 0-1639,-10-5 0,20 6 3010,-7-6 267,-13 0 961,5-1 0,0-1-961,-7-2 0,3 0 0,-10-5 3276,-6 0-458,-9-12-2818,3 8 0,-3-1 0,6 12 0</inkml:trace>
  <inkml:trace contextRef="#ctx0" brushRef="#br0" timeOffset="621736">31165 18013 24575,'2'27'0,"-1"0"0,1-8 0,-1 0 0,2 10 0,0 0 0,2-5 0,1-1 0,-3 0 0,1-1 0,3 1 0,-1-4 0,-2-8 0,3 8 0,-3-14 0,3 10 0,-3-9 0,10 16 0,7-3 0,-2 1 0,11-5 0,-22-11-820,7-7 1,-12 2 0,1-3 0</inkml:trace>
  <inkml:trace contextRef="#ctx0" brushRef="#br0" timeOffset="625633">30814 18288 24575,'2'12'0,"0"1"0,1-7 0,1 1 0,2 0 0,8 2 0,-7-4 0,13 3 0,-15-6 0,3-2 0,-1-6 0,-2 0 0,5-11 0,-8 0 0,2 2 0,-10-8 0,4 16 0,-7-19 0,5 21 0,1-12 0,-2 14 0,-5-2 0,-9 2 0,3 1 0,-4 4 0,14-2 0,-1 1 0</inkml:trace>
  <inkml:trace contextRef="#ctx0" brushRef="#br0" timeOffset="626634">31054 18198 24575,'-6'3'0,"-2"0"0,-4 3 0,-6 0 0,4 1 0,-5 4 0,12-4 0,-1 3 0,5 0 0,3-2 0,2 7 0,-2-5 0,3 6 0,0-8 0,2-1 0,1-4 0,4-3 0,-4-2 0,4-2 0,-5-3 0,0 1 0,-1-5 0,4 2 0,-2-3 0,1 3 0,-2 4 0,-4 5 0,2 2 0,1 4 0,0-3 0,6 5 0,-6-5 0,3 0 0,-2-1 0,9-2 0,-5 0 0,13 0 0,-15 0 0,3 0 0,-9 0 0</inkml:trace>
  <inkml:trace contextRef="#ctx0" brushRef="#br0" timeOffset="627820">31430 16958 24575,'18'22'0,"2"0"-1639,-3-8 1,0-1-1639,1 1 1638,14 4 1,-2-2-1639,-17-9 2861,14 2 1,8 2-1,-5-2 416,-2-5-100,-3 0 1,6 2 0,3-1 0,-4-2 99,4-1 0,-1-1 0,-6 1 0,1 0 0,-1-1 0,1-2 0,-2-1 0,-4 1 2837,0-1-2837,4-3 0,1-2 0,2-7 0,-3 4 1638,-10-2 0,-4-3-672,0-11-966,1 1 0,-6 6 0,-2 1 0,0 5 3276,-2-17-208,-5 6-3068,-1 1 0,-1 4 0,2 15 0</inkml:trace>
  <inkml:trace contextRef="#ctx0" brushRef="#br0" timeOffset="629320">30734 17849 24575,'-18'0'0,"-12"3"0,19-2 0,-11 4 0,0 1-1270,13-4 1270,-8 2 0,-4 2 0,-14 2 0,9-3-1093,2 0 1,-5 2 0,6-2-1787,5-1 2879,-6 0 0,-1 1-1623,-3 4 1623,11-6 0,-3 4 0,0 2 0,-5 6-1639,4 1 1,0 2 1505,0 1 133,-4 6 0,3-3 0,16-13 1138,-18 18-1138,5-3 0,1 2 0,5-6 0,2 0 3276,-2 3-2384,8-6-892,3-6 0,0-4 0,2 14 0,1-15-391,6 17 391,-6-14 0,11 17 0,-2-2 357,-1-7-357,3 2 0,0-3 0,-7-9 1638,9 10 0,3 0 1638,6-1-3243,2 5 268,-6-10 0,3-2-301,0-4 0,0 0 0,13 5 0,-10-7 0,3-2 0,-6 0 0,-5-1 0,9 0 0,6 0 0,-6 0 0,-10 0 0,7 1 0,6-1 0,-5 1 0,-7-1-1639,13 1 1,-1-1-1639,-15 0 2670,9-1 0,-1 0 607,-7-3 0,6 0 0,2-1 0,-3 0 0,0 0 0,10-1 0,1 1 0,-10 1 0,0 1-1639,16-1 1,-4 0 704,-16 3 1448,11-3 0,-1 1-514,-18 2-2663,26-7 2663,-27 6-284,20-13 284,-21 11 3260,13-17-3260,-7 5-1062,3-13 1062,-6 12 960,-3-2 0,-2 0-960,-3 8 230,2-9 1,0-1-231,-1-6 0,1 1-3277,-1-10 2857,-3 28 3696,-3-23-3129,2 20 2325,-3-17-2472,1 8 0,-4-8 0,2 13 0,-8-14 0,0 10 0,-2-6 0,2 10 0,0 2 0,3 5-1639,-6-4 1,0 1 715,9 9-594,-12-8 0,-1 0 1517,11 8-1015,-13-5 1,-1 0 1014,11 4 709,-12-1 1,-1 0-710,9 1 0,-10 1 0,1 0 0,11 2 1365,-7 0 1,-1 0-1366,8 0 819,-8 0 0,14 0 0,6 0 0</inkml:trace>
  <inkml:trace contextRef="#ctx0" brushRef="#br0" timeOffset="636834">21601 17566 24575,'-16'12'0,"4"-2"0,-3 0 0,8-5 0,-3 1 0,4-1 0,0-2 0,-1 3 0,5-3 0,-7 3 0,5-2 0,-5 0 0,7-1 0,0-1 0,2-1 0</inkml:trace>
  <inkml:trace contextRef="#ctx0" brushRef="#br0" timeOffset="649519">30616 12710 24575,'6'15'0,"4"10"0,-6-16 0,8 17 0,-9-18 0,6 8 0,-6-12 0,2 0 0,7-2 0,8-8 0,7-8 0,0-1-926,2 1 926,-7-2 0,5-5 0,-1 0 0,-6 4 0,2 1 0,-1-2 0,8-6 0,-1 0 0,-6 5 0,4-4 0,-3 2 0,5-4 0,-4 2 0,-2 0 0,-2 2-1639,-1 2 1,-1 0 174,-3 3 0,-2 2 1464,-7 7 0,-2 3 0,0-2 0</inkml:trace>
  <inkml:trace contextRef="#ctx0" brushRef="#br0" timeOffset="660619">26127 14361 24575,'7'3'0,"0"-1"0,16 1 0,-1-3 0,5 0-3277,7-6 0,-23 3 2473,9-4 0,1 0 804,-9 4-1639,8-6 1,0 1 835,-9 3-562,9-5 1,-1 0 1364,-11 4 2729,18-7-2729,-9 2-2113,11-2 2113,-8 2 2462,9-4-2462,-22 14 3276,5-5-3032,-11 5 1,0 1-1,-2-2 1</inkml:trace>
  <inkml:trace contextRef="#ctx0" brushRef="#br0" timeOffset="661536">26492 14210 24575,'9'15'0,"-5"-8"0,9 19 0,-9-18 0,8 16 0,-6-15 0,6 12 0,-7-12 0,6 8 0,-8-12 0,1-3 0,-7-13 0,-7-7 0,1-1 0,-4-2 0,9 14 0,-3-6 0,3 8 0,3-3 0,-2 3 0,3 1 0,0-1 0,7-1 0,10-3 0,-4 3-3277,19-2 0,-23 7 1461,20-3 1816,-23 3 0,8 0 0,-10 6 0,-3 9 0,-9 9 0,0-3 0,-4-5 0,0-2 0,4-5 1564,-16 17-1564,19-20 0,-7 7 0,13-9 0,8-3 0,-2 0 0,5 0 0,11 0 0,-15 0 0,13 0 0</inkml:trace>
  <inkml:trace contextRef="#ctx0" brushRef="#br0" timeOffset="676689">26057 14470 24575,'12'-2'0,"-1"-1"0,-3-1 0,0 2 0,-1-1 0,0 3 0,5-6 0,-7 5 0,7-4 0,-3 0 0,0 3 0,8-7 0,-2 3 0,3-4 0,6-4 0,1-2 0,-7 7 0,10-6 0,-21 9 0,9-2 0,-11 2 0,9 0 0,-10 2 0,10-3 0,-8 1 0,10-1 0,-7-1 0,11 2 0,-10-3 0,3 5 0,-2-2 0,-7 5 0,3-3 0,-2 1 0,3-2 0,0 2 0,1-1 0,-2 2 0,4-3 0,-4 4 0,1-3 0,-4 3 0,-4-1 0</inkml:trace>
  <inkml:trace contextRef="#ctx0" brushRef="#br0" timeOffset="688744">26024 13361 24575,'0'10'0,"0"-2"0,0 10 0,0 2 0,0-5 0,0 15 0,0-24 0,-2 18 0,2-19 0,-3 13 0,3-9 0,-2 7 0,2-6 0,0 4 0,0-5-3277,2 11 0,-2-13 3047,4 19 230,-2 0 0,1-2 0,-2-3 0,0-1 0,-1 4 0,0 2 0,0-4 0,0-17 0,0 1 0,0-5 0</inkml:trace>
  <inkml:trace contextRef="#ctx0" brushRef="#br0" timeOffset="689759">26055 13521 24575,'0'-22'0,"0"-2"0,0-4 0,0 9 0,0-7 0,0 11 0,0-3 0,0-1 0,0 10 0,0-5 0,0 2 0,1-1 0,-1-3 0,2 8 0,-2 2 0</inkml:trace>
  <inkml:trace contextRef="#ctx0" brushRef="#br0" timeOffset="690642">26064 13483 24575,'-2'14'0,"1"1"0,-2-1 0,1-1 0,0-4 0,2-3 0,2 0 0,-2-1 0,2 2 0,-2 4 0,0-2 0,1 8 0,1-6 0,2 8 0,0-3 0,0 3 0,-1-7 0,-1 1 0,-1-7 0,-1 7 0,0-7 0,0 9 0,0-8 0,0 9 0,2-8 0,-2 3 0,1-7 0,-1-2 0</inkml:trace>
  <inkml:trace contextRef="#ctx0" brushRef="#br0" timeOffset="692161">26000 13339 24575,'9'-11'0,"-2"4"0,-6 2 0,2 1 0,0 0 0,1 0 0,-1 1 0,-2 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2:02:52.198"/>
    </inkml:context>
    <inkml:brush xml:id="br0">
      <inkml:brushProperty name="width" value="0.05292" units="cm"/>
      <inkml:brushProperty name="height" value="0.05292" units="cm"/>
      <inkml:brushProperty name="color" value="#FF0000"/>
    </inkml:brush>
  </inkml:definitions>
  <inkml:trace contextRef="#ctx0" brushRef="#br0">4989 13197 24575,'-9'2'0,"2"1"0,-8 0 0,6 0 0,-3-1 0,0-1 0,-2 2 0,1-1 0,-11 5 0,12-5 0,-16 6 0,14-4 0,-17 7 0,18-4 0,-15 5 0,18-6 0,-14 5 0,16-6 0,-15 7 0,8-3 0,-1-2 0,-1 6 0,10-9 0,-4 6 0,5-3 0,-3 7 0,4-4 0,-6 11 0,3-10 0,-7 21 0,7-19 0,-6 18 0,8-21 0,-3 13 0,0-1 0,5-6 0,-2 13 0,6-19 0,0 18 0,0-15 0,5 13 0,-3-16 0,13 12 0,-11-15 0,21 14 0,-17-14 0,21 7 0,-17-7 0,24 3 0,-20-3-1639,4 0 1,0-1-1639,-7-1 1638,8 3 1,-1 0 148,-11-6 1490,21 9 0,-12-8 0,2 2-1517,1 0 0,0-1 1517,-2-2 226,7 2 0,7 1 0,-4 0-226,3 0 0,-3 0 0,5 0 0,-4 0 0,-11-3 0,0 1 0,12 3 0,-1-1 0,-3-4 0,9 6 0,-1 0 0,-12-1 458,1-2 1,4 0 0,-2-1-459,-8-2 0,1-1 0,11 0 0,5-1 0,-4 0 0,-8-1 0,1 0 0,10 0 0,4-1 0,-5 0 0,-14 0 0,1 0 0,12-1 0,5 0 0,-7 0 2832,0-2-2832,-5 2 0,5 0 0,-8 0 0,-10 0 1638,7 0 0,0-1 540,-2 0-2178,2 0 0,6-2 0,0-7 3276,-7 7-2907,1-6 1,-1 0-943,-10 8 573,17-15 0,-7 5 0,-6 4-1639,7-3 1,0 0-1639,-5 6 2261,4-6 1,-1 1 1015,-8 7 0,11-17 0,-14 9 0,3-2 0,-4-10 0,-3 15 0,4-24 0,-4 21 325,1-21-325,-6 12 3276,1 2-783,-8-4-2493,-4 9 0,2 0 0,-3 2 0,-1 2 0,5 4 0,-8-6 0,0 1 0,9 7-1639,-13-10 1,0 0 1195,13 8 443,-20-15-2418,1 6 2418,14 7 0,-11-4 0,-1 0 0,7 3 0,-1 1 0,-4-1 0,2 2 0,-6-4 0,2 3 0,-5-1 0,0 3-1639,-5 1 1,1 2 1408,6-2 1,-2 1 229,-2 3 0,-3 1 0,8 2 0,6 0 0,-11 0 0,-2 1 0,4 5 0,4-2 0,-6 7 0,26-8-709,-14 5 1,-1 1 708,12-7 630,-22 9 0,-2 0-630,15-6-280,-3 0 1,-4 2-1,4 0 280,1 2 0,-14 0 0,30-5 0</inkml:trace>
  <inkml:trace contextRef="#ctx0" brushRef="#br0" timeOffset="500">5594 13102 24575,'11'-3'0,"2"-4"0,4-2 0,-5-1 0,17-6 0,-17 8-1639,6-2 1,0 1-1639,-7 4 1638,10-4 1,0 0-1639,-11 7 5064,22-12-1787,3 3 0,-12 3 0,0-1 0,2 0 0,2-1 0,0 2 0,1-1 0,-4 1-522,10-6 522,1 2 0,-3 2 0,-19 4 0,6-1 0</inkml:trace>
  <inkml:trace contextRef="#ctx0" brushRef="#br0" timeOffset="3052">4606 13782 24575,'7'3'0,"4"1"0,-1-4 0,9 6 0,-7-5-3277,10 5 0,-14-6 3047,20 5 230,-3-1 0,-1 1 0,12-1 0,-27-4 0,26 6 0,-12-4 0,-1 3 0,1-1 0,-1-1 0,-1-1 0,9 3 0,-8-1 0,-3-1 0,-10-2-634,25 6 634,-24-5 0,17 5 0,-17-4 0,10 3 0,-8-2 0,0-1 0,5 1 0,4 1 0,-1-1 1638,-2-2 0,2 0-41,-1 0 0,0-1-1478,8-1-119,5 2 0,-14-2 0,-3 0-131,21 0 131,-19 0 0,4 0 0,-14 0 0</inkml:trace>
  <inkml:trace contextRef="#ctx0" brushRef="#br0" timeOffset="4974">6295 13285 24575,'24'-6'0,"-7"2"0,19-8-1639,-6 2 1,-2 0-1639,-1 1 1638,2-2 1,2 0 2853,-2 1-1215,-7 2 0,4-2 0,-2 1 0,4-1 0,0 0 307,5-3 1,3-1-1,-1 1-307,-11 4 0,-1 0 0,1 0 0,7-2 0,1-2 0,-3 2 0,-2 0 0,-1 1 0,5-2 0,-6 2 3276,-14 5-218,19-7-3058,-24 9 34,6-1 0,-10 2 0,0 2 0</inkml:trace>
  <inkml:trace contextRef="#ctx0" brushRef="#br0" timeOffset="5386">7125 12969 24575,'1'8'0,"4"9"0,7 2 0,-4-1-1639,2-1 1,-1-2-1639,-3-7 1638,5 12 1,1 1 1546,-4-10 642,3 6 1,-1-1-551,-2-9 0,2 6 0,-8-10 0,-18-26 0,6 8 46,-11-15 1,17 21-1,2 8 1</inkml:trace>
  <inkml:trace contextRef="#ctx0" brushRef="#br0" timeOffset="5841">7057 12959 24575,'11'0'0,"15"0"-868,-18 0 868,17 0 285,5-1-285,1-4 144,1 3-144,-4-4 0,-23 6 0,12 5 0,-11 0 439,8 13-439,-5 0 0,0-2 0,-6 7 0,-3-14 0,-5 14 0,-2-3 0,2-2 0,-2-1 0,6-14 0,-1 0 0,1-3 0</inkml:trace>
  <inkml:trace contextRef="#ctx0" brushRef="#br0" timeOffset="6204">7178 13076 24575,'15'22'0,"0"0"0,2 3 0,-4-4 0,-4-3-1639,1 0 1,-1-2-1639,-2-4 0,4 7 4605,-7-11-1328,0-3 1719,0 1-1719,-1-3 0,-4-13 0,1 4 0,-6-18 0,2 13 0,-3-16 0,4 20 0,-1-6 0</inkml:trace>
  <inkml:trace contextRef="#ctx0" brushRef="#br0" timeOffset="7053">7224 12976 24575,'19'10'0,"-5"-4"0,-4-1 0,-4-3 0,5 4 0,-4-2 0,3 2 0,-6-4 0,0 2 0,-8 7 0,-4 2 0,-4 8 0,2-8 0,6-3 0,3-8 0,-4-2 0,0-2 0,-6 3 0,3 1 0,0 3 0,4-4 0,0 1 0,3-4 0,-5-2 0,1-1 0,-3-3 0,0 3 0,3 2 0,-6-4 0,6 4 0,-18-11 0,15 9 0,-14-7 0,18 10 0,-3-1 0</inkml:trace>
  <inkml:trace contextRef="#ctx0" brushRef="#br0" timeOffset="8889">7384 12222 24575,'3'5'0,"0"1"0,0-1 0,-1 7 0,4 5 0,-3 2 0,2 4 0,-4-8 0,2 6 0,-3-12 0,2 13 0,-2-16 0,0 6 0,1 3 0,1-1 0,0 3 0,0-5 0,-1-7 0,0 1 0,-1-3 0,3 7 0,-2-3 0,1 3 0,-2-5 0,3 4 0,2 1 0,6 10 0,-1-7-3277,7 10 0,-9-16 1594,9 10 1683,-13-16 0,9 6 0,-9-6 0,8 0 0,-8-1 3276,3 0-488,0-6-615,-3 1-2173,9-17 0,1-13 0,-1 2 0,-3 9 0,0-1 0,-4 4 0,1 1-1639,0-4 1,0 2-1639,4-8 3047,-7 5 230,-1 12 0,0-8 0,-1 6 0,1 0 0,-3 12 0,0 1 0,0 1 0</inkml:trace>
  <inkml:trace contextRef="#ctx0" brushRef="#br0" timeOffset="9828">7738 12594 24575,'13'-4'0,"-3"2"0,-8 2 0</inkml:trace>
  <inkml:trace contextRef="#ctx0" brushRef="#br0" timeOffset="10640">8081 12291 24575,'-14'9'0,"-2"2"-3277,2 3 0,2-5 1328,4 2 1949,-1-3 1719,-3 6-1719,0-1 0,2 2 0,5-8 0,-4 7 0,6-9 0,-6 13 0,8-9 3276,-4 12 0,5-5-3044,0 2-232,0-5 0,0-3 0,3 0 0,-1-5 0,4 7 0,-1-7 0,2 8 0,4-4 0,-4 2 0,8-4 0,-5 1 0,2-4 0,3 4-3277,3-4 0,-6 1 3047,5-3 230,-8 0 0,0-2 0,-1 1 0,0-2 0,1-9 0,1-1 0,-2-1 0,-4 5 0</inkml:trace>
  <inkml:trace contextRef="#ctx0" brushRef="#br0" timeOffset="11257">8092 12314 24575,'15'1'0,"-5"0"0,6 0 0,-6-1 0,0 0 0,-2 0 0,-5 0 0,-1 0 0</inkml:trace>
  <inkml:trace contextRef="#ctx0" brushRef="#br0" timeOffset="12709">5277 14429 24575,'7'1'0,"0"1"0,-2 2 0,0 0 0,7 7 0,3 20 0,2-2-1093,-10-4 1,0 4 0,-1-3-299,-2-6 1,0 0 1390,-1 8 0,2 6 0,-2 0 0,0-7 0,1 7 0,-1-5 0,2 8 0,0-1 0,-1-10 0,0-6 0,2 14 0,1 3-1639,0-14 1,0-4 138,1 7 910,6 9 1,2-2 589,-5-15 0,2 4 0,1 0 0,-3-10 0,16 8 0,-5-9 0,0-2 0,-5-3 3276,-9-6-2996,4 1 2996,6-1-597,8 6-2679,-11-5 0,5 6-42,-15-5 1,-2 0-1,0-1 1</inkml:trace>
  <inkml:trace contextRef="#ctx0" brushRef="#br0" timeOffset="13361">5807 15301 24575,'2'16'0,"1"-9"0,-3 7 0,2-2 0,-2-6 0,1 10 0,-1-10 0,3-2 0,-1-10 0,-1-3 0,-1-16 0,0 14 0,-5-8 0,0 1 0,3 11 0,-9-16 0,5 12 0,0 5 0,-4-7 0,6 11 0,1-4 0,7 6 0,5-2 0,14-2 0,-12 3 0,10-2 0,0 0 0,-12 3 0,12 1 0,1 1 0,-11 0-3277,22 12 0,-22-10 3047,8 11 230,-15-12 0,2 11 0,-7 1 0,-1-2 0,-10 9 0,9-13 0,-16 13 0,6-6 0,-3 2 3276,-3-1 0,11-7-3218,-5 2 0,8-6 0,1-2 0</inkml:trace>
  <inkml:trace contextRef="#ctx0" brushRef="#br0" timeOffset="15612">6230 15522 24575,'7'4'0,"0"1"-3277,4 16 0,-5-12 0,8 26 0,-11-28 5064,5 19-1787,-3-10 0,-3-3 0,3 17 0,-3-15 0,1 9 0,0-13 3276,-1 10-2015,4-5-1261,-4 2 3276,2-4 0,-2-10-3199,-2-4 0,1-4 1</inkml:trace>
  <inkml:trace contextRef="#ctx0" brushRef="#br0" timeOffset="15960">6245 15549 24575,'9'1'0,"6"-1"0,12 2 0,-1-5 0,-5-1 0,-1 0 0,4-2 0,-1-1 0,1-1 0,8 0 0,1-3 0,-13 6 0,-18 4 0,1 1 0</inkml:trace>
  <inkml:trace contextRef="#ctx0" brushRef="#br0" timeOffset="16378">6284 15802 24575,'5'2'0,"12"-1"0,-9-1-1639,13 0 1,2 0-1639,-11 0 1638,7 1 1,1 0 1944,-3 0-306,0 2-2389,12 2 2389,-18-3 0,7 1 0,-11-2 0,-1-1 3276,5 2-3034,1-2 0,-3 0 0,-1 0 0</inkml:trace>
  <inkml:trace contextRef="#ctx0" brushRef="#br0" timeOffset="17128">6528 15688 24575,'16'13'0,"5"7"0,-13-10-3277,10 17 0,-15-19 991,11 17 2286,-11-20 0,3 8 1766,-6-14-1766,-2 0 0,-3-14 0,3 9 0,-1-13 0,3 1 3276,2 0 0,2-14-3188,6 8-88,-3 5 0,7-3 0,-8 16 434,6-8-434,-6 10 0,0 0 0,2 5 0,2 7 0,1-1 0,2 6 0,-5-6 0,5 9 0,0-2 0,2 4 0,-6-6 0,-8-4 0,-4-3-123,-2-2 1,2 1 0,1-4-1</inkml:trace>
  <inkml:trace contextRef="#ctx0" brushRef="#br0" timeOffset="17528">6345 15743 24575,'24'-3'0,"-12"1"0,12-1 0,1 2 0,-5-1 0,0 1 0,13-1 0,2-2 0,-28 3 0,1-2 0</inkml:trace>
  <inkml:trace contextRef="#ctx0" brushRef="#br0" timeOffset="17931">6878 15582 24575,'18'0'0,"-1"-1"0,15-2 0,-1-3-1475,-7 0 1475,-6 2 358,-12-1-358,-3 3 0,3-2 0,-5-6 0,0 5 0,-4-7 0,-2 5 0,3 2 0,-2 0 0</inkml:trace>
  <inkml:trace contextRef="#ctx0" brushRef="#br0" timeOffset="18294">6917 15352 24575,'4'10'0,"2"11"0,-1 12 0,0 0-1639,-3-8 1,0 1 1393,2 1-1394,-3-1 1,1-1-1482,-1-6 3225,3 14 1,1-1-106,-4-15 0,4 6 0,0 1 0,0-5 805,-1-7-805,0 2 3276,-1-8-817,-1 0 258,5 2-2717,-2-2 0,0-5 0,-2-1 0,-3-2 0</inkml:trace>
  <inkml:trace contextRef="#ctx0" brushRef="#br0" timeOffset="18697">7075 15657 24575,'9'7'0,"-1"1"0,0 0 0,-1 7 0,-3-9 0,7 18 0,-9-15 0,7 10 0,-8-13 0,3-1 0,-4-7 0,3-5 0,0-15 0,9-4-2174,-7 4 2174,6 5-1396,-4 11 1396,-2 3 0,4-2 0,-6 4 0,0 0 0,1 2 501,2 1 1,-2 0 0,0-1 0</inkml:trace>
  <inkml:trace contextRef="#ctx0" brushRef="#br0" timeOffset="19217">7323 15667 24575,'13'10'0,"-4"-2"0,4 5 0,-8-6 0,4-7 0,-5-4 0,6-9 0,-7-4-3277,-1-5 0,-2 8 3047,-6 0 230,0 6 0,0 3 0,-7-4 0,7 7 0,-11 3 3276,2 10-1638,3 4 0,2 1-1406,-3 1-232,6 3 0,3-3 0,4-12 0,0 24 0,0-21 0,1 14 0,1-6 0,0-5 0,5 11 0,5-14 0,-3 1 0,6-6 0,-3-15 0,-4 10 0,3-11 0,-8 11 0,-1 1 0,-1-1 0</inkml:trace>
  <inkml:trace contextRef="#ctx0" brushRef="#br0" timeOffset="19868">7451 15688 24575,'15'19'0,"-6"-10"0,3 10 0,-6-5 0,-1-4-3277,3 13 0,-5-17 3047,1 10 230,-3-7 0,0-2 0,0-1 0,-2-13 0,0-1 3276,-1-12 0,4-8-3044,1 4-232,4-9 0,6 9 0,-7 12 0,8-5 0,-9 14 0,2-3 0,-1 9 0,2 3 0,5 9 0,-1-2-3277,8 13 0,-13-17 3047,13 23 230,-16-18 0,5 7 0,-5 2 0,-3-16 0,0 10 3276,0-12 0,0 0-3218,4-6 0,-4 1 0,4-3 0</inkml:trace>
  <inkml:trace contextRef="#ctx0" brushRef="#br0" timeOffset="20400">7745 15726 24575,'-7'18'0,"3"9"0,2-18 0,4 12 0,1-15 0,-1 3 0,5-8 0,-4 1 0,5-5 0,-3 0 0,3-7 0,1-1 0,-1 1 0,-2 1 0,-3 6 0,4 14 0,3 4 0,0 4 0,1-1 0,-7-14 0,2 3 0,-3-6 0,-1-3 0,-1 0 0,-4-4 0,1 3 0,-1-1 0,2 3 0</inkml:trace>
  <inkml:trace contextRef="#ctx0" brushRef="#br0" timeOffset="23184">12991 13897 24575,'34'-3'0,"-1"0"0,0 0 0,-3 2 0,4-1 0,-8 1 0,5 0 0,4-1 0,1 1 0,0-1 0,-1 1 0,-5 0-820,2 1 1,-4 0 0,1 0 0,6-1 545,-8 1 1,5 0 0,2 0 0,4 0 0,1-1 0,1 1 0,0 0 0,-1 0 0,-1-1 0,-2 1 0,-4 0 0,-3 0-547,11 0 1,-6 0 0,0 0 0,6 0 491,-10 0 0,4 0 0,2 0 1,2 0-1,1-1 0,0 1 1,0 0-1,-1 0 0,-3 1 1,-3-1 154,4 0 1,-2 1 0,-2-1-1,-1 1 1,1 0 0,0-1 172,2 0 0,-1 0 0,0 0 0,1 0 0,2 1 0,3-1-191,-7 0 0,3 0 0,2 1 0,1-1 0,2 0 0,-1 1 1,1-1-1,-1 0 0,-2 1 0,-1-1 0,-3 0 191,2 0 0,-2 0 0,-3 0 0,1 0 0,0 0 0,3 0 0,3 0-10,-7 0 1,3-1-1,2 1 1,2-1-1,1 0 1,1 1 0,1-1-1,0 0 1,0 0-1,-2 0 1,0 1 0,-3-1-1,-1 0 1,-3 1-1,-4-1 10,12 1 0,-6 0 0,-3-1 0,2 1 0,6-1 0,-8 0 0,4-1 0,4 0 0,2 0 0,1 0 0,0-1 0,0 1 0,-1-1 0,-3 1 0,-3-1 0,-4 1 0,-5 0 0,7-1 0,-7 0 0,3-1 0,1 1 0,5-1 0,2-1 0,-1 1 0,-3 0 0,-5 1 0,3-1 0,-3 1 534,-1 0 0,2 0 1,-5 1-535,4 2 0,-6-1 0,-3-1 0,-8 2 2822,-1-2-2822,-8 4 0,1-2 0,-2 2 0</inkml:trace>
  <inkml:trace contextRef="#ctx0" brushRef="#br0" timeOffset="24896">17176 12388 24575,'-2'9'0,"-2"4"0,-2 12 0,-1-7-1639,-2 3 1,1-1-1639,3-7 1638,-8 14 1,0 1-1639,7-17 4170,-4 9 1,-1 2-894,-7 9 0,10-13 0,-5 5 0,-3 5 0,2-3 0,-2 5 0,2-7 0,-1 4 0,1-4 0,-3 3 1638,2-3 0,-2 0-1008,4-6 1,0-1-1114,1 0 0,1-1 483,-11 12 0,4-12 0,-6 5 0,3-5 0,-4 0 0,21-13 3276,-5 4-246,0 3-3030,5-6 0,-4 6 0,-1 3 0,5-4 0,-16 22 0,15-21-820,-11 14 1,13-20 0,-1 3 0</inkml:trace>
  <inkml:trace contextRef="#ctx0" brushRef="#br0" timeOffset="25359">16673 13005 24575,'18'10'0,"-5"-1"0,5 4 0,-12-9 0,7 7 0,-4-4 0,0 1 0,2 2 0,-6-6 0,5 4-3277,3-1 0,-4-2 3047,4 4 230,3-3 0,-7-1 0,12 4 0,-8-4 0,-2-2 0,1 0 0,-8-3 0,-2 0 0</inkml:trace>
  <inkml:trace contextRef="#ctx0" brushRef="#br0" timeOffset="28140">16656 13065 24575,'-1'7'0,"-2"0"0,-1-2 0,0 0 0,1 2 0,1-3 0,-1 6 0,3-3 0,-2 12 0,1-9 0,-1 12 0,-2-5 0,0 2 0,-3 6 0,3-14 0,-9 15 0,2-15 0,0 7 0,-1-4 0,6-6 0,0-1 0,1-1 0,9-2 0,1-1 0,13-3 0,-7-2 0,16-4 0,-3-2 0,1 0 0,10-3 0,-9 2 0,-2 0 0,-2 0 0,-13 6 0,1-3 0,-8 4 0,3-3 0,-3 4 0,4-2 0,-2-2 0,6-3 0,-5-2 0,6-2 0,-5 2 0,0 2 0,-2 2 0,-9 6 0,-4 0 0,-12 6 0,7-3 0,-8 3 0,16-5 0,-3 1 0,9-6 0,3-3 0,1-2 0,1-3 0,-2 5 0,1 1 0,-11 6 0,-10 9 0,4-6 0,-7 7 0,17-9 0,-2 3 0,3-4 0,-7 5 0,2-3 0,-8 6 0,5-2 0,-2 0 0,1-1 0,4 0 0,4-5 0,15-3 0,0-2 0,16-5 0,-16 7 0,12-4 0,-19 6 0,8-6 0,-8 3 0,6-6 0,-6 4 0,9-6 0,-13 8 0,8-3 0,-9 4 0,3 0 0,-2-3 0,3 3 0,-1-5 0,4 7 0,18 1-1615,-11 1 1615,12 4-259,-8-3 259,-4 1 0,12 1 0,-16-1 0,2-1 0,-12-2 0,0 2 0,-12 3-3277,-4 7 1455,1-4 2011,-1 2-189,9-5 0,1-2 0,-3 2 0,4-2 0,2 0 3276,-1 2 0,-15-6-4096,6 0 1,-7-2 0,13 0 0</inkml:trace>
  <inkml:trace contextRef="#ctx0" brushRef="#br0" timeOffset="30125">15398 14675 24575,'11'2'0,"8"1"0,11 0 0,4 0 0,-14-1 0,0-1-1093,4 2 1,3-1 0,-1 1 1021,1-1 0,2-1 71,2 1 0,2 0 0,-1 0 0,-5 0 0,0-1 0,0 1 0,2 0 0,2-1 0,0 1 0,-4 0-1639,5 0 1,-4 1 48,-2-1 0,-1-1 1844,-4 1 1,-3-1-255,-11-1 0,10 0 0,-15 0 0,1 0 0</inkml:trace>
  <inkml:trace contextRef="#ctx0" brushRef="#br0" timeOffset="32876">12938 17415 24575,'11'-6'0,"-4"4"0,22-9 0,-16 7-1639,17-8 1,0-1-1639,-11 6 1638,9-8 1,0 0 1990,-4-1-352,-8 4 0,2-1 883,3-2 1,0-2-884,0-2 0,0-1 0,1 0 0,-2 0-726,0-1 1,-2 1 725,-5 5 0,-2 0 0,4-10 0,-2 1 0,0 2 0,-1 0 0,1-6 0,-2 4 0,7-9 0,-7 10 0,2-6 0,1 0 0,-3 5 1432,-1 5 1,-1 1-1433,2-5 0,2-2 0,-2 2 0,-3 5 0,1 1 70,3 0 1,0-2-71,2-7 0,1 1 0,-3 8 0,1 2-8,4-6 1,2 2 7,0 3 0,0 1 610,-4 3 1,-1 0-611,3 0 0,-1 2 0,9-2 0,-6 1-1569,2 1 1,-2 1 1568,-7 3 0,11-5 171,-18 10 1,0-1-1,-3 2 1</inkml:trace>
  <inkml:trace contextRef="#ctx0" brushRef="#br0" timeOffset="33308">13731 16300 24575,'29'22'0,"-15"-13"-1639,10 13 1,1-1-1639,-12-10 1638,12 13 1,1 1 1240,-11-11 398,3 3 0,-1-1 0,-7-5 1937,9 6-1937,-9-9 0,0 2 0,-3-4 0,-7-5 0,2 1 0</inkml:trace>
  <inkml:trace contextRef="#ctx0" brushRef="#br0" timeOffset="33745">13834 16340 24575,'17'0'0,"21"4"0,-24-2 0,17 2 0,-2 0-3277,-15-3 2119,4 1 0,2 1 2394,9 2-1236,-12-1 0,9 1 0,-17 14 0,-15 0 0,5 5 0,-9-5 0,-3 0 0,2-3 0,0-1 2949,-10 15-2949,-2-5 0,14-13 0,0-4 0,1 2 0,20-9 0,-2 1 0,7-2 0,-10 2 0,-3-2 0</inkml:trace>
  <inkml:trace contextRef="#ctx0" brushRef="#br0" timeOffset="36320">15081 16738 24575,'19'18'0,"-4"-2"0,8 6 0,-6-2 0,-6-10-3277,12 14 0,-16-17 1806,8 6 0,1 0 1471,-8-8 1851,18 12-1851,-17-13 0,3-4 0,-6-1 0,-2-9 0,-2 7 0,-1-1 0</inkml:trace>
  <inkml:trace contextRef="#ctx0" brushRef="#br0" timeOffset="36621">15301 16709 24575,'-17'25'0,"-1"0"0,0 0 0,0 3 0,-3-2 0,-1-5 0,-3-1 0,2-3 0,-4 1 0,6-2 0,-3 3 0,4-3 0,-1-1 0,-4 1 0,28-17 0,14-16 0</inkml:trace>
  <inkml:trace contextRef="#ctx0" brushRef="#br0" timeOffset="46238">22561 16050 24575,'20'0'0,"12"-4"0,-15 3 0,1-2 0,3-1-1639,-1 0 1,2 1 1257,2-1 0,1 0 381,0-2 0,-2 0 0,13 0 425,-10 2 1,1 1-426,0-1 0,0 1 0,-3 1 0,2 0 0,0-1 0,3-1 0,-6 2-462,-2 0 462,6-1 0,3 0 0,-5 1 0,-1 0 0,4-1 0,10 0 0,-2 0 1280,-24 3-1280,8-1 0,-1-1 78,-11 0 0,-1 0 0,-1 1 0</inkml:trace>
  <inkml:trace contextRef="#ctx0" brushRef="#br0" timeOffset="46739">23389 15901 24575,'5'26'0,"-1"-11"0,2 13 0,-3-19 0,2 16 0,-2-9 0,2-2 0,-2-3 0,0-2 0,4 7 0,-3-6 0,8 9 0,-8-14 0,3 6 0,-5-9 0,-1 1 0,-1-5 0</inkml:trace>
  <inkml:trace contextRef="#ctx0" brushRef="#br0" timeOffset="47225">23362 15926 24575,'13'0'0,"-6"0"0,26-1 0,-20 0-1639,11 0 1,0 0-1639,-10 0 0,13 0 4015,-10-1-738,-6 2 1800,12-1-1800,-9 5 0,5 1 0,-7 2 0,2 0 0,-12-4 0,-3 15 0,-2-12 3276,-10 16-21,2-8-2493,-12 14-762,6-3 0,1-4 0,13-12 0,10-8 0,-4-1 0,4 0 0</inkml:trace>
  <inkml:trace contextRef="#ctx0" brushRef="#br0" timeOffset="48292">24473 15686 24575,'-13'1'0,"7"1"-3277,-15 4 0,17-4 1268,-23 8 2009,16-8 0,-18 10 0,19-10 1727,-16 11-1727,16-9 0,-11 9 0,9 3 3276,3-5 0,4 3-3069,4-2-207,1-3-3277,7 8 0,-5-9 0,14 10 1864,-12-14 1413,11 10 0,3-6-3034,16 6 3034,-11-4 0,12 1 3034,-6-3-3034,7 0 3276,-3 0-2646,-12-4 1,-1-1-631,-5 2 0,16-1 0,-20-1 0,-1-3 0</inkml:trace>
  <inkml:trace contextRef="#ctx0" brushRef="#br0" timeOffset="49043">24882 15861 24575,'-8'-7'0,"-4"-3"0,4 4 0,-10-10 0,5 4 0,-1 0 0,-5-1 0,2 8-1639,3 0 1639,1 2-394,2 5 394,6-2 0,-17 7 0,17-6 0,-17 19 0,14-13-3277,-8 20 443,12-19 2834,-2 15 0,10-17 0,4 15 0,-1-13 1074,15 11-1074,-1-9 0,2 1 286,3-4-286,-11-5 0,3-6 0,-9 1 0,5-16 0,-13 13 0,10-11 0,-7 8 0,4 1 0,-3-3 0,2 4 0,-3 2 0,1 1 3276,0 4 0,3 4-3044,3 4-232,5 3 0,-5-1 0,2-3 0,3 0 0,11-4 0,-3 3 0,10-8 0,-22-1 0,6-3 0,-13 2 0,0 0 0</inkml:trace>
  <inkml:trace contextRef="#ctx0" brushRef="#br0" timeOffset="49692">24938 15728 24575,'22'-2'0,"0"0"0,4-1 0,-2-1 0,5-2 0,-3 0 0,-5 1 0,-1 1-1473,5-3 0,-1 1 1473,2 0 932,-19 5-932,-3-2 121,2-1 0,-6 1 0,0 2 0</inkml:trace>
  <inkml:trace contextRef="#ctx0" brushRef="#br0" timeOffset="50025">25065 15482 24575,'16'22'0,"0"0"0,4 3 0,-8 0 0,-4-1 0,-3-8-1639,2 13 1,-1 0-1639,-3-11 1638,2 12 1,0-1-233,-4-15 2211,4 9 0,1 0-340,-3-11 0,11 15 0,-4-16 0,3 3 3276,3-9-2924,-4-6 0,-2 0 1,-3-1-1</inkml:trace>
  <inkml:trace contextRef="#ctx0" brushRef="#br0" timeOffset="50443">25336 15771 24575,'7'8'0,"3"0"0,-3-5 0,1 1 0,5-3 0,7-3 0,0-1 0,0-6 0,-7-1 0,-6 2 0,-3-3 0,-10 5 0,3-1 0,-17 1 0,15 4 0,-13 1 0,6 2 0,-1 1 0,-12 8 0,10 6 0,0-3 0,9 6 0,8-14-3277,12 12 0,-8-12 3047,11 5-629,4-3 859,-6-5 0,6 2 0,2 0 0,7-3 0,-2 1 0,-5-2 0,-20 0 0,2 0 0</inkml:trace>
  <inkml:trace contextRef="#ctx0" brushRef="#br0" timeOffset="51127">25695 15696 24575,'-13'17'0,"5"-8"0,4 12 0,7-6 0,-1-1 0,1 0 0,6-5 0,-2-3 0,12 5 0,-6-8 0,8-2 0,-8-4-3277,13-8 0,-16 5 2991,13-13 286,-18 13 0,5-10 0,-8 10 0,-1-1 0,-1 8 3276,2 3 0,3 21-6553,4 9 58,-2-6 3219,0 3 0,-6-14 0,1 6-3277,-5 11 2017,1-15 1260,-6 4-1740,-4-5 1740,6-6 0,-8 5 0,-1-1 0,8-9 0,-17 12 0,6-13 3276,-1 1-2877,-1-2 2203,9-4-2602,8-14 819,1 7 0,0-5 0,2 9 0</inkml:trace>
  <inkml:trace contextRef="#ctx0" brushRef="#br0" timeOffset="51913">26027 15683 24575,'-18'26'0,"4"-9"0,10 0 0,3-1-3277,6 2 0,-4-4 3047,20 3 230,-10-13 0,17 5 0,-13-8 0,14 1 0,-3-3 0,-4 2 0,-2-3 0,-11-3 0,-4 3 0,11-17 0,-13 13 0,7-17 0,-10 12 0,2-11 0,-2 12 0,0-7 0,-3 9-3277,-9-12 2017,5 10-1774,-23-13 3034,23 19 3034,-19-4-3034,5 11 0,-4 1 0,-3 6 3276,13-3-2015,9 0 2015,9 0-2457,-1-3 0,1 2 0,-1-5 0</inkml:trace>
  <inkml:trace contextRef="#ctx0" brushRef="#br0" timeOffset="52328">26141 15604 24575,'21'-19'0,"-10"8"0,11-12 0,-15 16 0,6-10 0,-8 13 0,1-4 0,-3 7 0,-3 0 0,2 1 0</inkml:trace>
  <inkml:trace contextRef="#ctx0" brushRef="#br0" timeOffset="52979">26357 15683 24575,'10'-2'0,"0"1"0,-3 5 0,-2-1 0,3 5 0,-5 3 0,4 3 0,0 16 0,0-2 0,-1-1 0,-3-8 0,-2-12 0,-1-6 0,-2-7 0,-3-8 0,-9-15 0,6 7 0,-4-5 0,9 17 0,0-1 0,8-1 0,-3 4 0,12-3 0,-8 8 0,8-3 0,-8 4 0,3-1 0,-6 3 0,-1 0 0,-1 0 0</inkml:trace>
  <inkml:trace contextRef="#ctx0" brushRef="#br0" timeOffset="53280">26589 15658 24575,'9'17'0,"2"3"0,-6-11 0,8 9 0,-10-12 0,7 7 0,-7-8 0,2 1 0,-4-2 0,-1-6 0,-2-1 0</inkml:trace>
  <inkml:trace contextRef="#ctx0" brushRef="#br0" timeOffset="53781">26839 15607 24575,'-15'6'0,"-5"1"0,5 0-3277,-4 1 0,13-5 0,-7 8 0,10-7 5064,-5 6-1787,7 1 0,0-1 0,4 16 3276,-3-16-2646,6 10 1,1-2 2645,-5-10 0,15 24-3044,-14-25-232,11 7 0,-11-10 0,4 0 0</inkml:trace>
  <inkml:trace contextRef="#ctx0" brushRef="#br0" timeOffset="54515">27119 15688 24575,'-8'-8'0,"2"3"0,-10-2 0,-3 5 0,1-3 0,-3 4 0,10 2 0,-3 1 0,2 1 0,0 3 0,5-2 0,-3 6-3277,5 0 0,0-2 3047,2 2 230,2-1 0,4 5 0,-2-3 0,12 4 0,-1-12 0,0 3 0,3-9 0,-9-1 0,7-6 0,-7 2 3276,1 1 0,-3-2-3044,-2 5-232,3-4 0,-5 3 0,1 1 0,-1-1 0,2 4 0,2 1 0,7 7 0,-2-3 0,5 6 0,-5-8 0,7 0 0,-8-4 0,3-1 0,-1-6 0,-4 3 0,7-4 0,-8 6 0,8 1 0,-4 3 0,15 0 0,-15 0 0,4 0 0</inkml:trace>
  <inkml:trace contextRef="#ctx0" brushRef="#br0" timeOffset="65961">22641 17347 24575,'7'16'0,"-1"-5"0,1 5 0,-4-5 0,0-6 0,2 13 0,-2-7 0,5 7 0,-4-5 0,1-1 0,1 1 0,-4 0 0,2-5 0,-2-1 0,0-2 0,-1-3 0,1 2 0,-1-2 0,1-1 0,-1-1 0</inkml:trace>
  <inkml:trace contextRef="#ctx0" brushRef="#br0" timeOffset="66643">22444 17297 24575,'21'-14'0,"-7"5"0,2 0 0,1-1 0,2-1 0,13-7 0,-12 5-3277,9-2 0,-15 6 1328,16-3 1949,-20 9 0,14-3 0,-12 4 0,14 3 0,-8 3 0,14 2 0,-12 1 1719,8 4-1719,-8 2 0,-5-3 0,-4 0 3276,-9 0 0,2 7-3044,-4 0-232,-1 5 0,-4-10 0,-11 8 0,-6-4 0,4-3 0,-17-2 0,27-11 0,-26 4 0,28-3 0,-10 0 0,19-1 0,-4 0 0,6 0 0</inkml:trace>
  <inkml:trace contextRef="#ctx0" brushRef="#br0" timeOffset="67148">22981 17218 24575,'9'10'0,"2"6"0,-4-6 0,1 6 0,-4-9 0,0 1 0,2-10 0,6-8-3277,9-10 0,-8 4 3047,6-1-552,-7 8 782,1 1 0,7-2 0,-11 7 0,3 2 0,-9 0 0,0 4 0</inkml:trace>
  <inkml:trace contextRef="#ctx0" brushRef="#br0" timeOffset="67398">23316 17232 24575,'1'7'0,"2"8"0,2 3 0,0-2 0,1 2 0,-3-13 0,3 4 0,-4-6 0,-6-4 0,1 0 0,-10-8 0,-1 4 0,5 0 0,-2 2 0</inkml:trace>
  <inkml:trace contextRef="#ctx0" brushRef="#br0" timeOffset="68081">23456 17219 24575,'7'0'0,"1"3"0,-4-1 0,2 1 0,-3-2 0,4-1 0,-1-1 0,8-4 0,-3-3 0,-2 1 0,-2-1 0,-5 6 0,2 0 0,5 8 0,3 4 0,-1 0 0,1 3 0,-7-6-3277,6 6 0,-6-9 3047,5 6 230,-5-10 0,1 3 0,1-6 0,4-4 0,-1-3 3276,12-11-2457,-9 6 0,2 1 0,-9 9 0</inkml:trace>
  <inkml:trace contextRef="#ctx0" brushRef="#br0" timeOffset="68912">22862 17760 24575,'-9'6'0,"4"-2"0,-4 2 0,8-5 0,11 5 0,8-4 0,5 4 0,12 0 0,-19-2 0,12 7 0,-20-6 0,2 6 0,-7 8 0,-1-9 0,-2 15 0,-2-18 0,-8 12 0,5-12 0,-11 4 0,9-10 0,-10 1 0,1-2 0,5-2 0,-1-1 0,7-1 0,0-3 0,0 4 0,4-2 0</inkml:trace>
  <inkml:trace contextRef="#ctx0" brushRef="#br0" timeOffset="69251">23265 17799 24575,'5'5'0,"1"0"0,-1-1 0,1 0 0,4 2 0,0 1 0,18-2 0,-8-2 0,0 0 0,13-1 0,-8-3 0,-3-3 0,-9-1 0,9-4 0,-17 4 0,1-1 0,-6 4 0,0-1 0</inkml:trace>
  <inkml:trace contextRef="#ctx0" brushRef="#br0" timeOffset="69717">22846 18260 24575,'25'0'0,"-3"0"0,-1 0 0,-2 0 0,14-2 0,1-1 0,-14 1 0,8-2 0,-1 1 0,-13 0 0,6-2 0,-14 3 0,0-3 0,-5 1 0,-1 2 0,0-1 0</inkml:trace>
  <inkml:trace contextRef="#ctx0" brushRef="#br0" timeOffset="69986">23093 18127 24575,'16'30'0,"-7"-11"0,-2-1 0,-4-5 0,2 4 0,1 2 0,4 8 0,0 3 0,3-5 0,-9-12 0,5 1 0,-6-8 0,6 3 0,-4-7 0,7 1 0,-8-3 0,2 0 0</inkml:trace>
  <inkml:trace contextRef="#ctx0" brushRef="#br0" timeOffset="70233">23323 18312 24575,'8'1'0,"8"0"0,-8 0 0,16-7 0,-11-4 0,2 0 0,-8-5 0,-5 8 0,-6-5 0,1 7 0,-1-1 0,2 4 0</inkml:trace>
  <inkml:trace contextRef="#ctx0" brushRef="#br0" timeOffset="70355">23343 18252 24575,'0'9'0,"4"8"0,-1-10 0,5 10 0,-5-13 0,12 8 0,-5-8 0,5 3 0,0-5 0,-11-2 0,3-1 0,-7 0 0</inkml:trace>
  <inkml:trace contextRef="#ctx0" brushRef="#br0" timeOffset="70551">23548 18257 24575,'15'12'0,"0"-1"0,2-1 0,-6-5 0,5-5 0,-8-3 0,8-10 0,-9 7 0,3-5 0</inkml:trace>
  <inkml:trace contextRef="#ctx0" brushRef="#br0" timeOffset="70736">23771 18212 24575,'6'4'0,"1"1"0,-1-1 0,-1 0 0,0-1 0,4-2 0,-4-1 0,2 0 0</inkml:trace>
  <inkml:trace contextRef="#ctx0" brushRef="#br0" timeOffset="70885">24010 18255 24575,'5'2'0,"-4"-1"0,-1-1 0</inkml:trace>
  <inkml:trace contextRef="#ctx0" brushRef="#br0" timeOffset="72337">23074 16968 24575,'-25'0'0,"3"0"0,-6 1 0,2 1 0,5 0 0,0 0 0,-7 0 0,2 1 0,0 0 0,8-1 0,-9 0 0,-1 1 0,1 1 0,-2-1 0,1 0 0,11 0 0,-14 3 0,1-1 0,18-3 0,-22 7 0,-1 1 0,19-4-1639,-7 5 1,0-1-1639,11-4 3162,-4 5 0,1 4 115,2 3 0,-5 4 0,9 7 0,6-5 0,3-1 0,1-4 0,2 1 0,5-2 0,2 1 0,6 7 0,1 0 0,-4-6 0,3-1 0,12 7 0,0-5 3276,-10-7-2184,3-4 0,5 2 0,-4-2-860,2-3-232,10 2 0,4 0 0,-9-4 0,2 0-1093,3-1 1,3-1 0,-2 1-547,1 1 1,1-1 1580,-7-2 1,2 0-1,1-1 1,0 0-1036,4 0 1,0-1 0,-1 0 672,-3 1 0,-2-1 0,2 0-339,-2-1 1,3 0-1,-3-1 1,-4 1 758,-5 0 0,-1 1-637,7-3 1,3-1 0,-4 1 636,8 1 489,-1-3 1,-2-1-490,-14 5 2574,13-10-2574,-17-3 0,0-1 3276,-1-16-2705,-6 2-571,0 2 3276,-3-8-1292,1 8 695,-3 7-2679,3-5-329,-4 0 329,-2 9 0,-2-14 0,-6 15 0,-2 3 0,-12-7 0,9 9-1639,-7 0 1,-1 1-1453,8 3 2034,-9-1 0,-8 0 1,4 1 1056,-4 2-968,-4-1 1,-6-1-1,6 2 968,1 3 0,4 0 0,-9 1 0,1-1 0,8 1-1750,-2 0 1750,4 0 0,-6 1 0,5 1 697,7 1 1,4 1-698,-5 2 1040,-8 3 0,-1 2-1040,11-1 0,2-1 0,1-1 0,1 0 0,-7 6 0</inkml:trace>
  <inkml:trace contextRef="#ctx0" brushRef="#br0" timeOffset="73495">23882 17236 24575,'4'-10'0,"-1"1"0,7-3 0,-1-1 0,5-3 0,1 0 0,7-6 0,-6 5 0,1 1 0,-3 3 0,0 1-1639,2 0 1,-2 1-1639,8-5 3047,1 1 8,-6 8 222,2-3 0,13-3 0,-14 5 0,12-1 0,1 0 0,-7 2 0,9-1 0,1 1 0,-10 2 0,-3 3 0,-2 1 0,-4-1 0,6 2 3276,-9 2 0,2 2-2822,8 6-454,3 6 0,-8-6 0,3 5 0,-14-14 0,2 5 0,-4-6 0,0 2 0,-2-2 0</inkml:trace>
  <inkml:trace contextRef="#ctx0" brushRef="#br0" timeOffset="73952">24570 16937 24575,'1'8'0,"4"12"0,0 0 0,0 0 0,3 0 0,-5-15 0,7 6 0,-4-9 0,8 1 0,-3-5 0,22-1 0,-1-6 0,-2 3 0,-7-3 0,-23 8 0,-10-1 0,-4 5-1639,-9 1 1,0 0-1639,4 0 1638,-14 4 1,2-2 148,20-4 1490,-9 2 0,2 1 0,11-2 0,0-1 0,3 1 0</inkml:trace>
  <inkml:trace contextRef="#ctx0" brushRef="#br0" timeOffset="74751">25556 16940 24575,'10'17'0,"-6"-9"0,12 25 0,-12-24 0,6 26 0,-6-25 0,-1 14 0,-2-15 0,-1 8 0,2-5 0,-1-1 0,1-6 0,-1-20 0,-8-13 0,3 2 0,-7-4 0,-5 4 0,6 10 0,-11-14 0,16 17 0,-4 2 0,9 3 0,-4 5 0,3 0 0,-9 1 0,4 2 0,-15 6 0,-1 12 0,5-7 0,-2 8 0,13-7 0,0-5 0,-2 8 0,6-12 0,-2 7 0,4-6 0,-2 2 0,2-5 0,0 1 0</inkml:trace>
  <inkml:trace contextRef="#ctx0" brushRef="#br0" timeOffset="75797">25709 17535 24575,'5'0'0,"11"-3"0,-8 1 0,28-2 0,-17 2 0,1 3 0,1 1 0,4 4 0,-3 3 0,-6 1 0,-11-2 0,-1 7 0,-2-7 0,-9 10 0,2-12-1639,-12 8 1,-3-1-1639,7-6 2852,-8 6 1,1-1 424,9-6 0,-9 6 0,13-6 0,18-1 0,14-4 0,9-2-1639,-6-1 1,-2-1 583,-6 1 1055,16-2 819,-25 4 0,-3 0 0,0 0 0</inkml:trace>
  <inkml:trace contextRef="#ctx0" brushRef="#br0" timeOffset="76403">25802 17991 24575,'35'0'0,"-9"0"0,-1 0 0,5 0 0,-1 0 0,-1 1-1150,-3-1 1150,8 3 376,-28-1-376,-9 2 190,-4 1-190,-12 1 0,8 2 0,-7-3 584,11 1-584,-1-3 0,19 6 0,-3-4 0,10 9 0,-11-9 0,4 6 0,-9 3 0,1-4 0,-6 1 0,-7-4 0,2-6 0,-12 6 0,7-6 0,-22 0 0,14-2-246,4-1 1,-2 1 245,0-2 0,2 1-820,-4-2 1,-5 1 0,24 3 0</inkml:trace>
  <inkml:trace contextRef="#ctx0" brushRef="#br0" timeOffset="76785">25578 18266 22112,'36'1'0,"0"-1"0,-1 0 0,1 0 0,0 1 0,0-1 0,-4 0 0,-2 1 0,-1-1 0,1 0 0,7 0 0,2 0 0,-3 0 0,-9 0 1192,-1 0-1192,-5 1 0,0 0 0,-7-1 415,9 1-415,-16-1 0,8 0 0,-9 0 210,2 0-210,4-7 0,8-7 0,2-3 0,1-1 0,0-1 0,-1 0-656,-5 5 1,-3 2-1,-7 5 1,-5 5 0</inkml:trace>
  <inkml:trace contextRef="#ctx0" brushRef="#br0" timeOffset="77272">26278 17332 24575,'2'11'0,"2"14"0,1 1 0,1-1-1093,-1 3 1,1 7 0,0-5-547,-3-12 1,1 1 818,0 9 1,0 5 0,1 3 0,-1-3 930,1 1 0,-1-2 0,0 1-111,0-3 0,0 0 0,0 0 0,0-2 617,-1-1 0,0-2 1,0-2-618,2 3 0,0-5 0,1-4 0,3 19 0,-2-24 0,-3 2 3276,-1-8-2790,-26-8 1,16 1 0,-15-1 0</inkml:trace>
  <inkml:trace contextRef="#ctx0" brushRef="#br0" timeOffset="78919">25438 17633 24575,'10'31'0,"-4"-6"0,0-3 0,-3-7 0,1 14 0,-1-1 0,-3-18 0,3 20 0,1 1 0,-2-18 0,2 8 0,1-2 0,-4-11 0,5 3 0,-6-12-3277,-4-13 0,1 5 3047,-6-15 230,2 7 0,1 1 0,-1-3 0,0-1 0,1 1 0,1 1 0,-5-15 0,4 10 0,2 3 0,2 9-1639,-2-8 1,-1-1 378,1 9 1260,-3-15 3276,1 9-2579,3 4-697,-8-22 0,1 2 0,-1 5 0,4 5 0,0 3 0,4 10 0,-3-9 0,0 0 0,1 4 3276,-5-19-48,-4 0-4867,4 10 1,0 0 306,2 7 1,-1 1-308,-4-11 1,0 4 378,7 11 1129,-3-7 0,2-1 131,4 6 0,-3-17 0,6 14 0,2-4 0,0 9 3276,1-3-2145,4 4-1131,-4-1 3276,12-7 0,4-2-3239,0 4 256,-1 4 1,1 1-294,11-2 0,-5 3 0,5 2 0,-25 6 0,10 0 0,5-5-1639,2 3 1,2 0-1639,5-3 3200,-3 2 0,4-1 1,-7 1 76,-7 2 0,7-2 0,7-1 0,-6 0 0,-6 4 0,7-6 0,1 1 0,-5 6 0,4-6 0,4 8 3276,-16-1 0,18 2-3044,-23 1-232,17 2 0,-7 4-878,-2-4 878,-1 3 0,4 2 0,-11-5-1639,9 6 1,-1 0-1578,-10-4 2555,23 17 661,-25-15 0,19 18 0,-18-14 0,3 6 0,1 1 0,-3-4-1639,1 9 1,0-1 791,-2-10-407,0 9 0,-1-1 1254,-3-12 983,1 13 1,1 1-984,-1-9 206,0 9 1,1 3-207,1-5 0,-1-1 1453,1 11-1453,2 2 0,4 0 0,-8-19 566,6 15 1,2 5-567,-3-10 0,-1 0 0,2-1 0,-1 2 0,4 7 0,-2-3 0,-4-14 0,4 11 0,0 2-1623,-1 8 1623,-2-16 0,-1 0 1638,-1 1 0,0-2-377,1 2-1261,-1-2 0,6 9 0,-8-20 0,10 20 0,-4-8 0,-1-1 0,3 8 0,-9-18 3276,3 21 0,-4-15-3044,2 7-232,-1-11 0,3-2 0,-24-13-3277,-11 4 0,2-6 3231,0 4 0,4 0 0,16 2 0,-18-3 0</inkml:trace>
  <inkml:trace contextRef="#ctx0" brushRef="#br0" timeOffset="79438">25547 17918 24575,'1'10'0,"1"6"0,1 2 0,-1 0 0,0 2 0,4 7 0,-3-4 0,1-2 0,-2-5 0,-1 18 0,-1-25 0,-1 12 0,1-17 0,-2 4 0,0-5 0,-1-2 0,1 1 0,1-2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2:04:32.738"/>
    </inkml:context>
    <inkml:brush xml:id="br0">
      <inkml:brushProperty name="width" value="0.05292" units="cm"/>
      <inkml:brushProperty name="height" value="0.05292" units="cm"/>
      <inkml:brushProperty name="color" value="#FF0000"/>
    </inkml:brush>
  </inkml:definitions>
  <inkml:trace contextRef="#ctx0" brushRef="#br0">1918 18169 24575,'30'2'0,"3"2"0,-9-3 0,-3 0 0,1 0 0,2 1 0,1-2 0,5 0 0,-5 0-2289,-2 3 2289,-1-2 0,6-1 0,-3 1 0,-1 1 0,-1 1-722,1-1 1,4 1 721,0 0 0,6-1 0,3 1 0,-3 0 0,-5-1-1639,0 1 1,2 0 1599,-6-1 1,6 0 0,5 1 0,4 0-1,0 0 1,0 0 0,-3 0 0,-5-1-1,-6 0-1600,11 0 1,0 0 1504,-11-1 0,4 1 0,5 0 0,1 0 1,2 1-1,0-1 0,-1-1 0,-2 1-204,-1-1 1,0-1 0,-1 1-1,0-1 1,0 0 0,2 0-1,2 1 338,-3-1 0,1 0 0,2 0 0,1 0 0,1 0 0,-1 0 0,1 0 0,-2 0 0,0 0 0,-2 0-202,1 0 0,-2 1 0,0-1 0,-1 1 0,0-1 0,0 0 1,1 1-1,0-1 202,2 0 0,3 0 0,0 0 0,0 0 0,-1 0 0,-2 0 0,-3 0 0,-3 0-235,8 0 0,-4 0 0,-2 0 235,0 0 0,0 0 0,3 0 0,-5 0 0,5 0 0,-1 0 0,-1 0 0,-6 0 0,0 0 0,-1 0 0,4 0 0,5 0 0,-1 1 0,-8-1 0,2 1 992,0-1 1,1 1-993,-1-1 0,-3 0 0,-3 0 0,11 0 0,10 1 0,-9-1 1804,-8 1-1804,0-1 0,7 1 0,0-1 0,-4 0 0,1 0 0,3 0 0,-5 0 0,3 0 0,2 0 0,1 0 0,-2 0 0,-2 0 480,2 0 1,-2 0 0,0 0-1,4 0-480,-1 0 0,5 0 0,2 0 0,1 0 0,-2 0 0,-4 0 0,-6 0 0,-1 0 0,-5 0 0,3 0 0,4 0 0,4 0 0,2 0 0,-2 0 0,-6 0 0,2 0 0,-2 0 0,4 0 0,3 0 0,-7 0 0,-2 0 0,7 0 0,-2 0 3276,-13 0-2628,2 0-3925,12 1 2072,-20 0 147,9 1 0,0 0 1058,-7-1 721,5 0 0,2 2-721,0-2 0,2 1 0,11-1 0,3 1-817,-10-1 1,2 0-1,-2 0 817,5-1 0,-2 1 0,4-1 0,-6 0 0,-15 0 0,9-2 0,0-1 0,-14 1 0,23-3 0,-8 3 0,-5 1 0,14-1 0,-1-1 0,-13 2 0,12-1 0,5-1 1212,-7 3 1,2-1-1213,1 1 0,3 0 0,2 0 0,0-1 0,3 1 0,-1 0 0,-2-1 295,-2 1 1,-2 0-1,0 0-295,5 0 0,0 0 0,-1 0 0,1 1 0,0-2-782,-10 0 1,3-1 0,0 0 0,-3 0 781,1 2 0,-1 0 0,0-1 824,3-2 1,1 0-1,-1 0-824,5 1 0,-1 0-133,-12 0 0,3-1 133,3 2 0,6-1 0,3 1 0,-3-1 0,-5 1 0,-3 0 0,1 0 0,1 0 0,7 0 0,3 1 0,0-1 0,-5 1 0,-7 0 363,-5 0 0,-1 0-363,9 0 0,5 0 0,2 0 0,-5 0 0,3 0 0,-4 0 0,-5 0 0,1 0 0,7 0 0,3 1 0,-7 0 0,-4-1 0,4 1 0,1 0 1638,-8-1 0,-1 0-1027,6 0 0,2 0-611,2-1 0,3-1 0,-4 1-438,-5 0 1,-1 1 437,13-2 0,1 0 0,0 0 0,-2 2 0,-15-1 0,3 1 0,3 0 0,8-1 0,2 0 0,-3 0 0,-9 1-1688,9-1 1688,-1 0 0,7 1 0,-3-1 0,-1 1 0,-2 0 1025,2 1 1,1 0-1026,0-1 0,3 0 0,-5 0 0,-6 1 0,-1-1 0,6 1 0,-3-2-3277,1 0 2223,-4 1 1054,-3-2 3,2-1-3,-9 3-666,12-3 0,0 1 666,-13 2-744,7-1 1,5 1 0,-5-1 743,-8 1 1278,8 0 0,5 0-1278,1-1 0,-2 0 1160,-2 1-1160,2-1 0,6 1 0,-10-1 3276,-13 1-2671,21 0 0,0 0-605,-17 0 1638,12 0 0,4 0 1638,1 0-3120,4 0-3433,-2 0 0,-26 0 3138,23 0 139,-18 0 0,8 0 0,1 0 0,3 0 0,5 0 0,2 0 0,-5 0 0,0 0 0,-2 0 0,0 0 0,0 1 0,-4-2 0,-10 0 0,2 1 0,-12-2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2:04:48.789"/>
    </inkml:context>
    <inkml:brush xml:id="br0">
      <inkml:brushProperty name="width" value="0.05292" units="cm"/>
      <inkml:brushProperty name="height" value="0.05292" units="cm"/>
      <inkml:brushProperty name="color" value="#FF0000"/>
    </inkml:brush>
  </inkml:definitions>
  <inkml:trace contextRef="#ctx0" brushRef="#br0">12585 3936 24575,'17'0'0,"-6"0"-3277,18-3 0,-20 3 1638,17-2 1,1 1-1639,-16 1 4170,9 0 1,2 0-894,7 0 0,-8-2-1517,8 2 0,0 0 1517,-14-1 949,16 1 1,0 0-950,-14 0 0,12-1 0,-1 0 0,-14 1-272,11-1 0,0 1 272,-9 0 1638,9-1 0,4 0-1424,-3 0 1,-1 0-215,11 0 0,-1-1 577,-5 1 0,0-1-577,-5 0 0,2-2 0,-1 1 0,7 1 0,-1 0 0,-7-2 0,1 1 0,5 0 0,3 0 0,-6 0 0,-4 2 0,4-3 0,8 0 0,-3 0 0,2 2 0,-3 0 0,2-3 0,1 1 0,-6 2 0,2 0 0,-1 1 0,-3 0 0,0 0 0,-3 0 0,4 0 0,0 0 0,2 1 0,0 0 0,-7-1 0,-2 1 882,3-1-882,5 0 0,5 1 0,-5-1-1682,-3 1 1682,3 0 0,4 0 0,-6 0 0,0 0 0,-4 0 0,2-1 0,9 1 0,5-1 0,-6 1 0,-13-1 0,1 1 0,13 0 0,7-1 0,-11 1 0,-12 0 0,13 0 0,10 0 0,-10 0 399,-14 0-399,14 0 0,9 0 0,-9 0 607,-12-2-607,7 1 0,4 1-109,-4 0 1,0 0 108,-3 0 0,2 0 0,3 0 0,3 0 0,-3 0 155,-5 0 0,-2 0-155,0-1 0,-1 1 0,8 0 0,-7 0-512,3 0 1,1 0 511,-6 0 0,18 0 0,-23 0 3276,17 0-1639,-1 0-4539,-7 0 2902,1 0-269,-3-2 269,-9 2-1639,10-1 1,0 0 1278,-11 1 360,16 0-690,-5-1 690,-8 1-1567,23-2 1567,-26 2 1046,17 0-1046,-21 0 0,13 0 0,-14 0 3276,9 0-3042,-9 0 1,3 0 0,-6 0 0</inkml:trace>
  <inkml:trace contextRef="#ctx0" brushRef="#br0" timeOffset="3147">2880 7991 24575,'5'0'0,"-1"0"0,2 0 0,3 0 0,8 0 0,-3 0 0,9 2 0,-13-2 0,14 3 0,-16-3-3277,23 1 0,-22-1 1328,15 2 3205,-11-2-1256,1 1 0,15-1 0,2 0 0,-4 0 0,9 0 0,-14 0 0,0 0 0,5 0 0,-16 0 3276,16 0 0,9-1-3273,-10 1-3,-1-2 0,-2-1 0,-9 3 0,9-2 0,0 0 0,-5 0 346,4 0 0,1 1-346,-4 0 0,0 0 0,7 0 0,2 0 0,0 0 0,-1 1-1639,5-2 1,0 1-1639,-6 0 3162,4 0 0,2-1 115,1 0 0,-11 1 0,0 0-1639,2-1 1,-3 0 378,-8 1 544,10-1 0,0 0 716,-10 2 0,12-1 0,0 0 0,-10 1 0,13 0 0,0 0 0,-14 0 0,6 0 0,3 0 0,8 2 0,-5 0 0,0 0 1638,-7-1 0,0 1-1362,15 0 0,-3 1-276,-16-1 1070,9-1 1,4-1-1071,-5 2 0,0-1 3276,9 0-3145,-11-1 0,0 1-131,3 0 0,-2-1 0,-4 1 0,8-1 0,7 1 0,-8-1 0,-11 0 0,9 0 0,6 0 0,-5 0 0,-9 0 0,9-2 0,-1 0 0,-12 1 0,13-3 0,-17 4 0,6 0 0,-7 0 3246,2 0-3246,4 0 0,-2 0 0,-2-2 0,-6 2 0,-2-2 0</inkml:trace>
  <inkml:trace contextRef="#ctx0" brushRef="#br0" timeOffset="5081">6344 8028 24575,'12'0'0,"9"-1"0,-11 1 0,16-2 0,0 1-3277,-13 1 3100,8-1 0,3 0 177,12 1 0,-10 0 0,-1 0 0,6 0 0,-6 0 842,1-1-842,1 1 0,6 0 0,-7 0-1093,-11 0 1093,9 0 0,2 0 0,-6 0 0,0 0 0,5 0 0,2 0 0,-1 0 0,1 0-617,6 0 0,-1 0 617,-10 0 0,2 0 0,5 0 0,4 0 0,-3 0 0,-7 0 0,0 0 0,8 0 0,6-1 0,-1 1 0,-8-1-3277,2 1 2746,-1-1 0,6 0 1,0 1 530,0 0 0,0 0 0,-4 0 0,-7 0 0,2 0 0,3 0 0,8 0 0,4 0 0,0 0 0,-4 0 0,-10 0 0,-6 0 0,-1 0 0,11 0 0,9 0 0,0 0 0,-6 0-1240,-1 0 1,-3 0 1239,-3 0 0,2 0-664,-1 0 0,4-1 0,0 1 1,-5-1 663,-7 1 0,0 0 0,8 0 0,6-1 0,0 0 0,-9 0 0,-2 1 0,8-1 0,5 1-293,-10-1 1,0 1-1,-3 1 293,12-1-19,-9 0 0,10 0 1,3 0-1,-3 0 0,-8 0 19,-7 0 0,0 0 269,5 0 0,6 0 0,1 0 0,-1 0-269,4 0 0,0 0 0,1 0 0,-2-1 0,1 0 0,0 0 0,-2 1 0,-3 0 0,-2 0 0,1 0 0,1-1 0,5 0 0,4-1 0,0 1 0,-4-1 0,-10 1 1175,4 0-1175,4 0 0,7-1 0,-3 0 0,-7 0 0,1-1 0,-3 0 0,3 1 0,-1 0 0,-3-1 0,-2 0 0,1 0 0,3 1 0,0-1 0,-4 1 0,5 0 0,4 1 0,-2 0 0,-12 1 0,3 0 0,7 0 0,-8 0 0,-9 0 401,10 0 1,4 0-402,-6 0 0,1 0 0,6-1 0,2 1 0,-1-1 0,1 1 0,6 0 0,0-1 0,-15 1 0,0 0-659,9 0 0,-1 0 659,2 0 0,-1 0 1669,-8-2-1669,-5 2 0,6-1 0,0-1 0,-9 2 0,19-1-854,-10-1 854,-4 2 1638,1-1 0,2-1-1477,9 0-161,0 0 1817,-3 1-1817,-11 0 0,-3 0 0,6 0 0,-13 1 0,22 0 0,-21 0 487,10-1 1,1 1-488,-6-1 0,4 0 0,2 1 0,0 0 0,-1 0 0,9-2 0,-7 2 0,-1 0 0,9-1 3276,-9 1-1653,0 0 1,-3 0-836,-9 0-788,15 0 0,-5 0 0,-6 0-1639,7 0 1,0 0-1639,-9 0 3047,18 0-1015,-9 0 1245,-5 0-1639,6 0 1,1 0 791,-10 0 847,18 0-365,-9-2 365,-2 2 1638,2-1 0,3 0-1304,-2 1 0,-1 0 160,12 0-494,2 0 0,-16 0 0,-3-1 0,20 1 0,-24-2-1639,8 1 1,-1 0 1188,-10 0 450,14-3 0,-6 3 486,15-2-486,-10 3 0,0 0 0,12-1 1638,-11 0 0,0 0-377,8 1-1261,2-1 0,-10 0 0,-2 2 0,-4-1 0,6 0 0,1 0 0,-7 0 0,21 0 0,-23 0 3276,16 0 0,4-2-3044,-1 2-232,-10-1 0,2 0 0,-1 1 0,-1 0-1310,8 0 1310,-11 0 0,-1 0 0,9 2 0,7 0 0,-2-1 0,-10 0 0,-2 0 0,-12-1 0,19 0 0,1 0 0,-8 0 0,0 0 0,1 0 0,-1 0 655,8-2 0,0-1-655,-9 2 0,0 0 0,-2-1 0,1-1 0,4 1 0,-3 0 0,-3 1-1639,4-1 1,-1 0-1639,-6 2 3162,6-1 0,1 1 115,0 0 0,3-2-3277,8 2 2017,-23-2 1149,21 2 111,-21-1 3276,16 1-2071,-9-2-1205,-3 2 0,-1 0 0,-11 0 0,1 0 0</inkml:trace>
  <inkml:trace contextRef="#ctx0" brushRef="#br0" timeOffset="8097">2918 8927 24575,'34'2'0,"-12"-2"0,13 3 0,-18-1-1639,7-1 1,0 1-1639,-7-1 2302,9 1 1,2-1 974,-6-1 0,-1 0 0,14 2 0,-4-3 0,-3 0 0,-9 1 0,14-2 0,0-1-87,-6 0 87,1 0 0,3 0 0,4 1 0,-1 1-2031,0-1 2031,2 1 0,2-1 0,-15 2 0,0 0 0,7-1 0,4 0 0,-3 1 0,-2 0 0,1 0 0,4 0 0,3 0 0,-8 0-46,-8 1 46,4 0 0,6 1 0,-4-1 0,-8 0 0,1 0-564,7 0 1,5 0-1,1 0 1,-8-1 563,6 0 0,-3 0 0,6 0 0,-7 0 1108,-3 0-1108,-2 0 0,9 0 0,6 0 0,0 0 0,-2 0 0,-7 0 649,5 0 1,2 0-650,-6 0 0,7 0 0,5 0 0,1 0 0,-2 0 0,-3 0 0,-7 0 0,-3 0 0,-5 0 0,6 0 0,-2 0 0,6 1 0,4-1 0,1 1 0,1-1 0,-2 1 0,-4-1 0,-4 0-1090,4 1 0,-6-1 0,5 0 1090,-1 1 0,5-1 0,1 1 0,1-1 0,-2 1 0,-6-1 0,0 0 0,-3 0 0,0 0 673,3 0 0,0 0 1,2 0-674,3 1 0,1-1 0,2 1 0,1-1 0,-6 0 0,2 0 0,-1 0 0,1 0 0,-2 1 0,6-1 0,-2 1 0,1-1 0,0 0 0,-7 1 0,1-1 0,0 0 0,-1-1 0,1 1 0,1 0 0,0 0 0,1 0 0,-3 0 0,-3 0-561,8 1 1,1 0 560,-7-1 0,4 0 0,2 0 0,-2 0 0,-5 0 0,4 0 0,0 0 0,-3 0 0,6 0 0,2 0 0,-2-1 0,-6 1-59,5-1 0,-2 0 59,-2 1 0,3 0 0,1 0 0,-4 0 0,-3 0 0,-1 0 0,-2 0 0,7 0 0,1 0 0,-3 0 0,4 0 0,0 0 0,-3 0 0,-3 0 0,-2 0 0,2 0 0,3 0 0,3 0 0,1 0 0,-1 0 0,-3 0 0,-2 0 0,-3 0 0,4 0 0,1 0 0,3 1 0,2-1 0,-2 0 0,-5-1 0,2 1 0,2-2 0,-4 2 0,6-2 0,3 1 0,1 0 0,-3-1 0,-5 1 0,0 0 0,-4 0 0,3 0 0,2-1 0,5 0 0,2 0 0,0 0 0,-3 1 0,-7-1 0,3 1 0,-1-1 0,2 1 0,5-1 0,2 0 0,-4 0 0,1 1 0,-3 0 0,0-1 0,-1 1 0,-1 0 0,0 0 0,-1 1 0,-1-1 0,-3 1-201,0 0 0,-3 0 201,-1 0 0,2 0 388,5 0 1,5 0 0,-1 0-389,-2 0 0,0 1 0,-1-1 910,7-1 1,0 1-911,-3 0 0,0 0 0,-5 1 0,-2-2 0,-1 1 0,5-1 0,-5 0 3223,2 2-3223,1-2 0,1 0 0,3-1 0,0 1 0,-4 1 0,7-1 0,-5 1 0,-9-2 0,1 1 0,9 1 0,4 0 0,-4 0 0,-11-1 0,-1 0 0,7 1 0,5 0 0,-2 0 0,7 0 0,0 0 0,-1-1 0,0 0 0,1 1 0,-4 0 0,-9 0-1250,5 0 1,-2 0 1249,-10 0 0,1 0 0,1 0-557,4 0 557,-1 0 0,-3 0 0,1 0 0,-2 0 0,5 0 0,0 0 0,-2 0 0,1 0 0,0 0 0,-2 0 419,-1 0 0,3 0-419,-1 0 0,1 0 0,-1 0 0,0 0 1467,14 0-1467,-13 0 0,-11 0 0,9 0 0,-11 0 0,18 0 0,-19 0 3276,13 0-343,4 0-2933,1 0 0,6 0 0,-12 0 0,-2 0 0,0 2 0,15-2 0,-19 1-3277,13 1 1507,-17-2 1770,26 1 0,-16-1 0,13 0 0,-14 0 0,-1 0 0,3 0 0,-1 0 0,-1 0 0,-1 0 0,18 0 0,-22 0-1639,8 0 1,-2 0 378,-10 0 997,23 2 263,-24-2 0,23 3 0,-17-3 0,4 1 0,1 0 0,-4-1 0,9 0 0,0 1 0,-9 0 0,5 0 0,2 0-2947,11-1 2947,-14 0 1015,8 0 1,0 0-1016,-10 0 0,11-2 0,1 1 0,-6 0 0,1 0 0,0-1 0,-6 1 0,5 0 0,-2-1 0,-5 0 236,13-1-236,0 3 3276,-17 0-2879,8-1 0,1 1-397,-12-1 0,11 0 0,1-1 0,-3 1 0,2-1 0,0 0 0,-5 1 0,19-1 0,-18 1 0,13-1 0,-16 0 3276,13 1-466,1 0-2810,-6 0 2108,7 0-2108,-10 1 0,2 0 0,3 0 0,-12 0 0,11 0 0,-5 0 0,-1 0 0,0 0 0,-7 0 0,7 0 0,-3 1 0,-4 0 0,4 1 0,-8-1 0,6 0 0,-7 0 0,-1 0 0,1 0 0,-1-1 0,3 0 0,-3 0 0,-1 0 0,-1 0 0</inkml:trace>
  <inkml:trace contextRef="#ctx0" brushRef="#br0" timeOffset="8967">3313 9630 24575,'31'0'0,"5"0"0,0 0-2179,-8 0 2179,-3 0 0,9 0 0,2 0 0,-2 0 0,-8 0-2398,8 0 2398,-12 0 0,8 0 0,5 0 0,4 0 0,0 0 0,-1 0 0,-4 0 0,-7 0-818,1 0 0,-6 0 0,6 0 818,2 0 0,6 0 0,4 0 0,3 0 0,-1 0 0,-2 0 0,-5 0 0,-6 0 0,6 0 0,-2 0 0,-4 0 0,5 0 0,4 0 0,-2 0 0,-3 0 0,-8 0 0,-4 0 0,-1 0 0,10 0 0,4-1 0,-6 1 0,-3-1 0,3-2 0,-18 2 777,2-1-777,-7 1 508,3-1 0,-6 2 0,4-2 0</inkml:trace>
  <inkml:trace contextRef="#ctx0" brushRef="#br0" timeOffset="10515">13424 8887 24575,'17'-10'0,"1"0"0,2-2 0,2-1 0,1-1 0,1 0 0,5-5 0,-2 1 0,-8 2 0,8-5 0,-2 1-1344,-16 10 1344,7-3 0,1-2 0,-6 1 0,-2 0-748,2 1 0,-9 8 1,-1 5-1</inkml:trace>
  <inkml:trace contextRef="#ctx0" brushRef="#br0" timeOffset="12883">2955 10548 24575,'16'0'0,"3"0"0,-1 0 0,8 0 0,-8 0 0,14 0 0,-3 0-1639,-10 0 1,0 0-1639,4 0 1638,-3 0 1,-3 0 148,-8 0 1138,15-1 0,2 0 352,-8 1 0,9-1 0,3-1 0,-7 1 0,-2 1 0,0-1 0,-1 0 1638,5 0 0,-2 0-726,2 1-912,0 0 0,0 0 0,-13 0 0,18 0 0,-8 0 0,-3 0 0,1 0 3276,7 0-1783,0 0 1,-2 0 80,-3 0-1574,5 0 0,6-1 0,-7 1-1886,-7 0 1886,13-2 0,3 1-66,-14 1 1,0 1 65,4-2 0,1 1 0,11 0 0,-1 1 0,-13-1 0,0 0 0,7 0 0,-2 0 0,-9 0 0,7 1 0,7-1 0,-4 1 0,-9-1 0,1 0-820,5 0 1,6 1 0,0-1 0,-4 0-601,2 0 1,0 0 1419,-1 0 0,5 0 0,0-1 0,-3 1-1084,2 0 0,-2 0 0,-1 0 1084,-1-1 0,-1 1 0,-2-1 32,5 1 0,-3 0-32,6-1 0,-17 0 0,13 1 0,0-1 3276,-17 1-2578,22 0-698,-9 0 0,-7 0 0,11-1 0,0 0 0,-7 3 0,6-3 0,6 0 0,-7 1-1719,-6 2 1719,12-2 0,2 0-40,-13 0 0,0 0 40,7 0 0,1 0 0,-2 1 0,1-1 0,3 0 0,-2 1 0,-8-1 0,-1 1 0,12 0 0,-1 1-1632,-13-2 0,-1 0 1632,1 2 0,1-1 532,1 0 0,-2 0-532,5-3-702,1 4 0,5 0 0,-6-1 702,-4-2 0,2 2 0,2 1-937,9 1 937,-12-2-63,8 1 1,1 0 62,-13-2 576,11 1 0,1 0-576,-11-1 0,9 0 0,0 0 0,-9 0-529,6 0 0,7 0 0,-7 0 529,-6 0 1297,17 0 1,3 0-1298,-14-1 0,-2 0 0,7 1 0,0 0 437,-5-1 0,1 0-437,4 1 0,-5 0 0,-16 0 0,18 0 3276,-12 0-2094,12-1-1182,-4 1 0,-4-1 0,0 0 0,-3 0 1638,3 0 0,2 0 1638,11-1-3838,-4 1 562,-2 1 0,-11 0 0,-1 0 0,2 0 0,-8 0 0,-4 0 0,3-1 1032,-3 0-1032,10-3 0,-6 2 0,15-3 0,-16 4 0,7-1 0</inkml:trace>
  <inkml:trace contextRef="#ctx0" brushRef="#br0" timeOffset="14634">8069 10520 24575,'14'0'0,"16"0"0,-8 0-1639,11 0 1,-1 0-1639,-14 0 2184,7 0 1,8 0 0,-1 0-1,-4 0 1,-1 1 0,-1-1 908,9 1 0,1-1-36,-5 0 0,4 1 1,-2 0-1,-8 0 220,-6-1-508,7 1 1,9 0 0,1 0 0,-7 0 507,-10 0 0,0 1 212,5-1 0,5 0 0,3 0 0,2 0 0,-2 0-212,1 0 0,1 0 0,-1-1 0,0 0 0,-2 1 0,-1 0 0,-2-1 0,0 1 0,1 0 0,2-1 0,2 0 0,1 1 0,-2-1 0,-4 0 0,3 1 0,-4-1 0,-1 0 1042,5 1 1,2 0-1043,1-1 0,4 0 0,0 0 0,-8 0 851,-10 0 0,-1 0-851,6 0 0,3 1 0,-2 0 0,3-3 0,0 1-613,-4 2 1,3 1-1,-2-1 613,5-2 0,2 0 0,-4 1 0,4 1 0,-3 0 0,-6-1 3069,0 0-3069,-1 0 0,10 0 0,3 0 0,-3 0 0,-8 0 0,8 0 0,-5 0 0,11 0 0,3 0 0,-3 0 0,-11 0 0,5 0 0,-1 0 0,10 0 0,0 0 0,-9 0 0,3 0 0,-2 0 0,7 0 0,-9 0 658,-3 0-658,6 0 0,-4 0 2283,-22 0-2283,17 0 3276,-22 0-56,6 2-2351,5 0-869,18-1-3277,-13 1 2266,10-2 1011,7 0 0,-16-2 0,8 0 0,-1 0 0,-15-1 0,8-1 0</inkml:trace>
  <inkml:trace contextRef="#ctx0" brushRef="#br0" timeOffset="15199">11570 10029 24575,'20'9'0,"1"0"0,-4-3 0,3 5 0,5 4 0,-4-3 0,-2 0-1093,1-1 1,5 4 0,-5-4-2185,-4 1 1757,9 4 1,-3 0 1519,-16-7 1863,12 17-1863,-19-6 0,0-5 0,-16 16 0,6-20 1638,-1 3 0,-2 1 1401,-10 4-3039,6-3 1415,-2-1-1415,13-12 0,1 3 0,3-5 0,1 1 0</inkml:trace>
  <inkml:trace contextRef="#ctx0" brushRef="#br0" timeOffset="15836">12039 10169 24575,'0'16'0,"1"-2"0,5 9 0,0-7-3277,12 13 0,-12-17 0,20 12 0,-21-19 5064,13 5-1787,-4-6 0,8-2 0,-3 0 0,0-1 0,9-1 1638,-4-3 0,-1-1-377,1-8-1261,1 1 0,-14 0 3276,-11-2 0,-2 6-3044,-8-19-232,2 16 0,-20-15 0,14 17 0,-19-5 0,0 9-905,10 1 905,-5 0 0,11 3 0,2 0 0,-2 2 0,10 2 0,15 11 0,-4-10 0,7 11 0,6-6 0,-9-4 0,8 4 0,-13-8 0</inkml:trace>
  <inkml:trace contextRef="#ctx0" brushRef="#br0" timeOffset="16487">12202 10177 24575,'10'-1'0,"15"-1"-3277,5 1 0,-4 0 0,2 3 4605,-20 3-1328,2 2 1719,-2 0-1719,-3 8 0,-1-8 0,2 15 0,-3-15 3276,4 18 0,-1-15-3044,2 9-232,-2-10 0,-2-8 0,-3-15 0,-1 5 0,0-11 0,0 5 0,0 5 0,0-20 0,0 19 0,0-17 0,2 14 0,1-10 0,5 6 0,0 1 0,0 7 0,4 20 0,4 10-1639,-3-3 1,-1 0-1639,4 7 3047,1-3-2019,-5-5 2249,-4-9-110,13 20 110,-13-20-3277,7 9 2798,-12-11 3755,3-2-3156,0-2 0,-3-1 0,2 0 0</inkml:trace>
  <inkml:trace contextRef="#ctx0" brushRef="#br0" timeOffset="17252">12772 10154 24575,'5'0'0,"-1"0"0,-2 1 0,-1 1 0,-1 3 0,-1-1 0,0 4 0,-1-1 0,-2 6 0,2-2 0,0 2 0,0 0 0,-1-5 0,-1 0 0,1-3 0,2-4 0</inkml:trace>
  <inkml:trace contextRef="#ctx0" brushRef="#br0" timeOffset="17653">12677 10129 24575,'-10'26'0,"3"-5"0,2-1 0,3-5 0,2 8 0,2 0 0,4-10 0,6 9 0,1-1 0,-2-9 0,8 8 0,1-2 0,-8-9 0,9 3 0,-1-2 0,-6-7 0,20 2 0,-10-5-430,-5-1 430,3-2 0,-2-5 0,-8 1-1639,7-2 1,-2-1-1639,-11 3 3189,18-8 88,-20 8 0,0 1 0,-1 0 0,-3 3 0</inkml:trace>
  <inkml:trace contextRef="#ctx0" brushRef="#br0" timeOffset="19911">2767 11354 24575,'7'0'0,"3"0"0,1 0 0,10 0 0,0 1 0,0 0 0,8 0 0,-1 1 0,-1-1 0,-2-1 0,11 0 0,0 0-2065,-8 0 2065,2 0 0,2 0 0,-10 0 0,-2 0 0,-1 0 0,1 0 0,6 0 0,5 1 0,-6 0 0,6-1 0,-6 1 0,8 0 0,0 1 0,-8-1-1206,0-1 1206,7 1 0,8 0 0,-9 0 0,-9 1 0,3-2 0,6 0 0,-5 0-1664,-3 1 1664,8-1 0,1 0 0,2 2 0,0-2 871,-6 1 1,3-1-872,-3 0 0,-1 0 0,-4 0 0,0 0-689,5 0 1,-2 0 688,2 0-1639,-2 0 1,0-1 390,-2 1 1248,-1-1 0,2 2 436,1-1 0,1 2-436,1-1 0,0 1 0,8-1 0,-2 0 0,-2 1 0,-15-2 0</inkml:trace>
  <inkml:trace contextRef="#ctx0" brushRef="#br0" timeOffset="27379">4716 12038 24575,'17'0'0,"16"3"0,-10-1 0,0 1 0,-5-1 0,1 1 0,12 0 0,-3 1 0,-9-1 0,10 0 0,-1 0-1745,-12-1 1745,5 0 0,0-1 0,3-1 0,-1-1-1639,7-1 1,1 1-1009,-10-2 2647,2 2 0,3-2-344,3-1 0,3-1 344,-2 3 0,2-1 0,-1 0 0,-6 0 0,-1 0 0,3 0 0,7 0 0,4 2 0,-1-1 0,-7 1-488,-10 1 1,0 0 487,7-1 0,5 0 0,1 0 0,-6 1 0,-3-1 0,-1 1 0,7 0 0,5-1 0,-1 1-1060,1 0 1,0 0 0,-1 0 1059,-8 0 0,-2 0 0,4 0 0,1 0 0,5 0 0,0 0 0,1 0 0,-2 0 0,-1-1 0,-1 0 0,0 0 0,0 0 0,2 1 0,0 0 0,2 0 0,0 0-175,1-1 0,2 0 1,1 0-1,-1-1 1,-3 2 174,-2-1 0,-2 0 0,0 1 0,2 0-388,2-1 1,2 1 0,1-1 0,-1 1 0,-4-1 387,7 1 0,-4-1 0,0 1 0,-3 0 0,2 0 0,-3 0 0,-7 0 2474,3 0-2474,5 1 0,6 0 0,-8 0 2348,-10 0-2348,12 1 0,3-1 0,-15 0 0,-2 0 0,11 0 0,-3 0 0,6-1 0,1 1-515,-6-1 0,1 0 0,0 1 0,-1-1 515,0 0 0,-1-1 0,3 1 0,3 1 0,5 0 0,2 1 0,-6-1 0,-8 0 3276,2 1-3146,-1-1 0,9 1 0,0 1 0,-9-2-130,-4 1 0,15-1 0,-1 1 126,-17 0-126,8-1 0,-1-1 1702,-11 0-1702,16 0 0,0 0 0,-16 0 0,21 0 0,-1 0 0,-18 0 0,15 0 0,9 0 0,-9 0-2509,-10 0 2509,4 0 0,6 0 0,-2 0 0,-4 0 0,-2 0 0,-4 0 0,2 0 0,12 0 0,5 1 0,-8-1 0,-3 1 0,-4-1 0,7 0 0,0 0 0,-8 0 0,0-1 0,0 1 0,4-1 0,-2 1 0,0-1 0,-3 1 0,-2-1 0,1 1 0,3-1 0,3 0 0,-1 0-1639,6 1 1,-2 0 1448,-3-1 1,0 1 189,-1-1 0,2 2 0,-8-1 0,-7 0 888,13-2 1,2 1-889,-2 0 0,6-2 0,0 0 0,-17 1 3276,0-1-2015,11 0-1261,-20 3 0,17-1 0,5-4 0,-16 4-1639,13-3 1,0 0 378,-17 3 653,13-3 0,-1 0 0,-16 2 1,13-2-1</inkml:trace>
  <inkml:trace contextRef="#ctx0" brushRef="#br0" timeOffset="27896">10071 11658 24575,'7'18'0,"-3"-5"0,9 18 0,-6-12 0,0 0 0,4 13 0,-1-7 0,-2-3 0,-2-7 0,10 18 0,-10-21 0,8 14 0,-9-18 0,2 6 0,-3-7 0,1 0 0,-1-2 0,0-2 0,0-3 0,1-3 0,0 1 0,-2-1 0</inkml:trace>
  <inkml:trace contextRef="#ctx0" brushRef="#br0" timeOffset="28229">10294 11792 24575,'-29'11'0,"0"0"0,0 1 0,0-1 0,-1 0 0,1 0 0,-2 0 0,-3 1 0,-3 1 0,1 0 0,4-2-1093,6-3 1,3 0 0,-3 0 1059,-6 3 0,-3 2 0,-1 0 1,6-1 32,-4 3 0,4 0 355,5-4 1,0-1 0,6 0-356,0 7 0,55-17 0,-18 0 0,9-3 0,7-1 0,-8 0 0,-9 2 0,8-2 0,1-1 0</inkml:trace>
  <inkml:trace contextRef="#ctx0" brushRef="#br0" timeOffset="28630">10127 11988 24575,'-26'9'0,"0"0"0,0-1 0,0 1 0,3 0 0,-11 4 0,30-9 0,3-2 0,19-8 0,-1-2 0,1-1 0,11-3-1639,-7 0 1,-3 1-1639,-10 8 3047,8-4 230,-19 8 0,-5 4 0,-1-3-820,-1 2 1,8-4 0,3 0 0</inkml:trace>
  <inkml:trace contextRef="#ctx0" brushRef="#br0" timeOffset="29514">10144 11983 24575,'13'5'0,"-5"-1"0,14 10 0,-16-9 0,19 5 0,-21-6 0,15 0 0,-15-2 0,2-2 0,-5-2 0,-1-2 0,-1-3 0,-3-1 0,-7-11 0,3 9 0,-14-14 0,13 18 0,-8-2 0,-3 2 0,3 3 0,-4 1 0,-1 1 0,0 6 0,2 4 0,9-2 0,8 2 0,10-4 0,-1-1 0,14-1 0,-7-3 0,17-4 0,-17 0 0,8-3 0,-20-1 0,-2 4 0,-12-3 0,-9 6 0,-2 6 0,5-4 0,6 6 0,12-7 0,10 4 0,-1-2 0,19 1 0,-15-1 0,13-5 0,-18 2 0,-1-3 0,-23 4 0,4-2 0,-6 4 0,0 1 0,5-1-1639,-6 3 1,1 1-1639,8-3 3047,-10 4 230,33-7 0,4 0 0,16-4 0,-53 6 0,-11-4 0,9 3 0,-2 1 0,-11-1 0</inkml:trace>
  <inkml:trace contextRef="#ctx0" brushRef="#br0" timeOffset="34494">2912 12966 24575,'13'-5'0,"3"2"0,9-3 0,9 1-2319,-16 1 2319,7 2 0,-5 1 0,0 0 0,5 1 0,5-2 0,3 1 0,-5 1 0,-2 0 0,-6-1 0,0 0 0,16 0 0,-3-1 0,-13 2 0,9-2 0,-2 0 554,-13 1-554,10 0 0,9 0 0,0 0-1093,-7 1 1,-1 0 0,1 0 117,4 0 1,0-1 0,-1 1 974,6 0 0,0 0 0,-8-1 0,2 1 0,-4-1 0,-4 0 0,1 0-53,7 1 0,5 0 1,-3-1 52,-5-2 0,-1 0 0,6 1 0,-1-1 0,-11 0 0,0 1 0,6 0 0,-1 0 0,4 0 0,-8 1 0,1 1 0,-2-1 0,1 0 1638,2 0 0,-1 0-773,-3 1 1,2 0-866,14 0 0,5 0 0,-4 0 0,3-1 0,-3 1-1639,-1 0 1,0 0 1476,2-1 0,3 1 1,-4-1 161,-6 1 0,-1 0 0,5 0 0,2 0 0,1 0 0,2-1 0,-4 0 0,-7 1 0,1 0 0,2-1 0,4 1 0,-5-1 0,-9 1 0,-2 0 0,13 0 0,-3 0 1474,-3 0-1474,3 0 0,6 0 0,-6 0-1785,-1 0 1785,-2 0 0,6 0 0,-3 0 0,-3 0 0,-1 0 0,1-1 0,4 1 0,-2-1 0,3 0 0,2 0 0,0 0 0,3-1 0,0 0 0,0 0 0,0-1-366,-5 1 0,1 0 1,-1 0-1,1 0 366,6 0 0,1-1 0,-1 1 0,-7-1 0,-8 0 0,-1 1 0,5 0 0,2 2 0,-5-1 0,-3-1 0,4 2 0,1-1 2041,2-1-2041,4 0 0,-1 1 0,1 0 0,-7 1 0,0 0 0,11 0 0,1 0-499,-11 1 1,0-1-1,0 1 499,2-1 0,-1-1 0,3 0 0,-2 1 0,3 0 0,0 1 0,-4-2-1106,5 0 1,-2 0 1105,6 0 0,-3 1 0,-11 0 0,-3 0 1989,7 0-1989,5 0 0,0 1 0,-13-1 0,13 2 0,-6-1 0,0 0 0,4-1 0,1 1 652,9-1-652,-8 0 0,6 1 0,-5-1-167,6 1 167,-12-1 0,4 1 0,-3-1 0,-5 0 0,-1 0 0,1-1 0,1 1 0,3-1 0,2 1 0,-2 0 0,11-1 0,-5 1 0,-2 0 3276,-8 0-2506,-1 0 0,3 0-2409,2 1 1,0-1-866,12 1 2504,-14-1 0,0 1-618,1 2 1,-1 1 617,11-3-837,-5 2 1,4-1-1,-6 0 837,1-2 0,0 0 0,-1 0-262,-5 0 262,5 0 3276,4 0-2756,-4 0-520,-1 0 0,-2 0 0,5 0 0,-10 0 0,14 2 0,-18-2 1782,10 1-1782,-15-1 3276,2 2 0,-7-2-2590,2 1-686,-3-1 0,0 0 0,3 0 0,0 0 0,7 0 0,-3 0 0,12-2 0,-9 0 0,16-2 0,-13 3-3277,12 1 0,-15 0 0,19 0 1787,-25 0 731,16 0 1,-22 0-1,1 0 1</inkml:trace>
  <inkml:trace contextRef="#ctx0" brushRef="#br0" timeOffset="35038">9446 12934 24575,'16'1'0,"6"2"0,-5-1 0,-1 1 0</inkml:trace>
  <inkml:trace contextRef="#ctx0" brushRef="#br0" timeOffset="36445">11213 12967 24575,'30'1'0,"-1"-1"0,7 1 0,-1 1 0,-10-3 0,1 1-1093,3 0 1,3 1 0,-3-1-547,-9 1 1,-1-2 545,6 1 1,3 0 0,-6 0 2420,0 0-1328,2 0 0,2 0 0,-5 0 0,-1 0 0,16 0 0,-8 0 0,-2 0 0,-8 0-940,6 0 1,6 0 0,-5 0 939,-2 0 0,2 0 0,7 0 0,1 0 0,-6 0-331,8 0 331,-2 0 0,7 0 0,-3-1 0,-4 1 0,-3 0 0,0-1 0,-1 0 1638,-5 1 0,-3 0-541,-5 2-1097,8-2 0,-5 1-1639,3 1 1,0-1 542,-5 0 2050,19 1 1,1 0-955,-16-2-1639,16 1 1,-1 0 1627,-20-1-1223,11 1 1,-1 0 1233,-17-1 1071,11 1 1,0 0-1072,-11-1 0,19 1 0,-21 0 0,4 0 0</inkml:trace>
  <inkml:trace contextRef="#ctx0" brushRef="#br0" timeOffset="37912">3501 13687 24575,'21'-4'0,"-3"1"0,12 2 0,-3-2 0,0 2 0,4 0 0,1 0 0,-2 0 0,-1 0 0,6 0 0,-6 0 0,-5 1 0,9 0 0,9-1 0,-5 1-1639,-11 0 1,2 0 1612,3 0 1,6 0 0,1 0 0,-6 0 25,-3 0 0,1 0 0,-2 0 0,7 0 0,3 0 0,1 0 0,-4 0 0,-7 0 0,-1 0 0,1 0 0,-1 0 0,6 0 0,5 0 0,1 0 0,-2 0 0,-3 0 0,-7 0 0,3 0 0,-2 0 0,2 0 0,5 0 0,3 0 0,-1 0 0,-4 0-1093,5 0 1,-4 0 0,1 0 471,-2 0 1,1 0 0,0 0 620,-3 0 0,3 0 0,-3 0 0,-3 0-630,-4 0 0,2 0 630,0 0 0,6 0 0,3 0 0,1 0 0,2 0 0,-5-1 0,3 1 0,0 0 0,2-1 0,-1 1 0,-1-1 0,-1 1-547,-2 0 1,-2 0 0,0 0 0,0-1 0,1 1 0,3 0 519,-3 0 0,4 0 0,1-1 0,2 1 0,0 0 1,0-1-1,-2 1 0,-2 0 0,-4 0 0,-5 0-62,8 0 1,-7 0 0,6 0 88,-5-1 0,5 1 0,3 0 0,2-1 0,-1 1 0,-2-1 0,-4 1 0,-6-1 0,4 1 0,-2 0 0,5-1 0,5 0 0,1 0 0,-6 0 0,-1 1 0,-5 0 811,7 0-811,-5 0 0,4 0 0,-8-1 3276,-11-1-3096,10 1 0,6-1 0,-5 1-180,-7-1-787,9-1 0,7 1 0,-7 0 787,-7 1 0,15-2 0,10 0 0,-10 1 2493,-11 1-2493,0 1 0,6-1 0,-4 1 0,7 0 0,-1 1 0,0 1 0,3-2 0,-21 1 0,12 0 0,5 0 0,-1-1 0,1 0 1638,-3 1 0,0 0-391,7-1 1,-5 0-1248,-13-2 3057,2 0-3057,-19-4 0,-10-2 0,3 1-744,-5-1 1,11 6 0,-1-1-1</inkml:trace>
  <inkml:trace contextRef="#ctx0" brushRef="#br0" timeOffset="38280">7671 13414 24575,'5'15'0,"3"2"0,0 3 0,1-7-3277,4 13 0,-8-21 106,8 13 3171,-9-16 0,4 7 1879,-1-4-1879,-5-1 0,6 0 0,-7-3 0,1-1 0</inkml:trace>
  <inkml:trace contextRef="#ctx0" brushRef="#br0" timeOffset="40889">2996 14698 24575,'5'0'0,"-1"0"0,10-2 0,-1-1 0,6 1 0,3-2 0,-11 4 0,5-2 0,0 2-3277,10-1 0,-7 0 3047,9 0-194,-5 0 424,6 0 0,-7 1 0,4 0 0,2 0 0,4 0 0,2 1 0,-1 0-1093,-7-1 1,-2 0 0,1 1 718,2-1 1,-1 1 0,1 0 373,4-1 0,1 1 0,0 0-980,-2-1 0,1 0 1,-1 0 979,5 1 0,0-1 0,-1 1 0,2 0 0,-1-1 0,-9 1 0,-13-1 94,12 1 1,3 0-95,1-1 0,2 0 0,4 0 0,-6-1 0,2 1 18,1-1 1,2 1-1,-2 0-18,-4 0 0,2-1 0,2 1 0,5 0 0,2 0 0,-5 0 0,-4 0 0,-2 0 0,2 0 0,0 0 0,3 0 0,2 0 0,-2 0 0,-4 0 0,-2 0 0,-3 0 0,3 0 0,5 0 0,5 0 0,-1 0 0,-6 0 0,-5 0 0,1 0 0,4 0 0,8-1 0,-2 1 0,-8-1 0,3 1 0,5 0 0,2-1 1236,-18 1 0,2 0-1236,8 0 0,5 1 0,-2-1 1059,-4 0 0,1 0-1059,2 0 0,1 0 0,0 0 0,-5 0 0,-1 0 0,0 0 0,3 0 0,0 0 0,5 0 0,-4 0 0,6 0 0,1 0 0,1 0 0,-3 0 0,-5 0-1093,2 0 1,-5 0 0,3 0 1034,0 0 0,4 0 0,2 1 0,-1-1 0,-1 1 58,1-1 0,0 1 0,-2-1 0,-1 1 854,0 0 1,-2 1-1,3-1-854,-2 0 0,5 0 0,0 0 0,-4 0 0,-7 0 0,9 1 0,-12 0 0,-1-1 0,1 2 0,-7-2 0,11 1 0,1 0 0,-1-2 0,5 1 0,8-1 0,-3 1-295,-9-1 1,2 0 294,-3 0 0,6-1 0,1 1 0,-1 0 0,-5 0 0,6 0 0,0 0 0,1 0 0,4 0 0,0 0 0,-5 0 0,-5 0 0,-1 0 0,2 0 0,1 0 0,-4 0 0,-7 1 0,-1-2 923,2 1 0,1-1-923,-1 1 0,1 0 0,15-2 0,-12 2 0,2 0 0,0-1 0,-1 0 3276,9 0-2919,-10-2 1,-1 0-358,4 1 1199,6-5-1199,-8 5 0,-2 1 2217,2-2-2217,4 2 0,-2 1-487,-14-1 487,7 1 0,2-1 1756,5 1-1756,-4 0 0,2 0-1266,7 0 1266,-9 0 0,-1 0 0,4 0-446,9 0 446,-8 0 0,0 0 488,0-1-488,9 1 0,-1-1 0,-14 0-185,3 1 1,1 0 184,6 0 0,-8 0 0,2 0 0,2-1 0,1 0-681,6 2 0,0 0 681,-7-2 0,0 0 0,3 2 0,3 0-1093,1 0 1,3 0 0,-4 0 96,-3-1 0,0 0 996,-3 1 0,4 0 0,-1-1 0,-6 1-641,10-2 641,-8 1 0,7 0 0,1 0 0,-4 0 0,4 0 0,2 0-656,-5 0 1,6-1-1,1 1 1,-1 0 0,-6 0 600,-5 0 0,-3 0 1,1 1 54,10-2 0,2 1 0,-2 0-537,-8 0 0,-1 0 1,-4 1 536,14 1 737,-11-3 0,3 1 0,-2-1-737,-5 3 0,-2-1 0,-1-2 0,3 1 0,8 0 0,4 0 0,-6 1-492,0-1 492,-3 0 0,4 0 0,-2 0 0,-6-1 0,-1 1 0,3 1 0,2-1 0,3 0 0,2-1 0,-4 0 0,11 2 0,-8-2 0,3 1 1474,-2 0 1,2 1-1475,-6-1 0,2-1 0,-1 1 0,0 0 0,0 1 0,0-1 0,6 0 0,2-1 0,-6 1 0,2 0 0,-4-1 0,-3 0 853,-14-1-853,0-1 1456,7-4-1456,-3 1 0,17-4 0,-9 3 3276,9-3-232,-11 0-3044,-1 3 1400,-13-10-1400,-2 10 0,-2-15 0,1 10-3277,1-15 0,-1 16 3047,3-10 230,0-6 0,-1 8 0,-1-1 0,4-16 0,-4 5 0,-2 2 0,-2 9 0,-1-3 0,0 1 0,0 9 0,0-5 0,0 10 0,7 3 0,-3 1 3276,8 4 0,-4 1-3044,1-1-232,7 3 0,-3-2 0,0 0 0,-4-1 0</inkml:trace>
  <inkml:trace contextRef="#ctx0" brushRef="#br0" timeOffset="41830">9838 15347 24575,'3'1'0,"7"-2"0,-1-4 0,22-7 0,-19 6-1093,10-2 1,7-1 0,-6 2-2185,-1-1 2302,11-2 1,3 1 308,-8 0 0,-2 2 666,0 2 0,1 0-73,3-2 0,3-1 0,-1 1 73,4 0 0,-1 1 0,-7 1 0,-1 1 0,-1 0 0,-5 1 0,-11 3 0,2-2 0,-8 2 3276,0-6-2804,2 4 0,-4-3 1,3 4-1</inkml:trace>
  <inkml:trace contextRef="#ctx0" brushRef="#br0" timeOffset="42493">10435 15139 24575,'5'5'0,"5"6"0,-3 4 0,5 7 0,-3-6 0,1 2 0,-7-11 0,9 11 0,-6-12 0,7 12 0,-5-11 0,-2-2 0,-1-3 0,-8-8 0,-2-4 0,-3 1 0,-2-6 0,2 6 0,1-3 0,-1 1 0,3 1 0,0-3 0,8 3 0,-1 3 0,5-2 0,5 6 0,2-1 0,22 0 0,-19 4 0,15 0 0,-2 1-2562,-17 1 2562,8-1 0,1 1-828,-8 4 828,-3-4 0,-1 5 0,-16 0 0,-8 2 0,-6 2 0,4-4 0,4-2 0,14-9 0,-2 3 0,6-3 0</inkml:trace>
  <inkml:trace contextRef="#ctx0" brushRef="#br0" timeOffset="47861">24164 7519 24575,'23'-19'0,"-8"8"0,13-11 0,-17 16 0,18-16 0,-19 17-820,4-6 1,-10 9 0,-2-1 0</inkml:trace>
  <inkml:trace contextRef="#ctx0" brushRef="#br0" timeOffset="49829">23794 8450 24575,'30'-11'0,"0"0"0,1-1 0,3-1 0,-6 2-563,-11 3 0,1 0 563,14-7 0,6-3 0,-7 4-3277,-7 2 2440,5-2 1,-1 0 836,-1-4 0,-6 1 0,5-3 0,-19 11 0,-6 8 0</inkml:trace>
  <inkml:trace contextRef="#ctx0" brushRef="#br0" timeOffset="51712">22489 9503 24575,'5'0'0,"20"0"0,-6 2-1639,11-2 1,2-1-1639,4 0 2480,-7-1 0,7-2 0,2 0 1,-8 1-383,-6 1 1,0-1 1178,4 0 0,6-1 0,1 1 0,-4-1 0,-4 1 0,-2 1 0,-1-1 752,11-1 0,0-1-752,0 0 0,1-1 0,-6 1 0,4-2 0,-4-1 0,-6 2 3276,-17 5-3154,11-5 1,-16 6-1,-1 0 1</inkml:trace>
  <inkml:trace contextRef="#ctx0" brushRef="#br0" timeOffset="54042">24326 10437 24575,'7'5'0,"7"0"0,-6-4-3277,25 1 0,-23-2 0,18 0 3349,-3-5-72,-5 4 708,1-3 0,2-1-708,8-1 0,-11 2 0,-1-1 0,9-5 0,7 2 0,1-1 0,-15 3 0,0 0 0,10-3 0,-4-3 0,-19 8 0,0 0 0</inkml:trace>
  <inkml:trace contextRef="#ctx0" brushRef="#br0" timeOffset="56879">23836 11537 24575,'24'-7'0,"1"-1"0,6-2 0,4-3 0,-5 1-1639,-9 5 1,0-2 1423,4-1 0,7-3 0,3-2 0,1-1 0,-2 2 1,-6 1-450,-4 2 0,-3 1 0,4-2 664,1 0 0,5-2 0,3-2 0,1-1 0,0 1 0,-2 1 0,-5 1 0,1-1 0,-3 2 0,-1-1 0,0 1 0,5-3 0,0-1 0,-1 1 0,-4 1 282,2-1 0,-7 3 0,-9 2 0,-11 10 0</inkml:trace>
  <inkml:trace contextRef="#ctx0" brushRef="#br0" timeOffset="58546">21070 12484 24575,'7'2'0,"0"4"0,4 2 0,-5 0 0,13 3 0,-13-8 0,7 3 0,1-3 0,-4-3-3277,26 3 0,-24-3 2657,11 0 1,1-1 619,-5-3-1639,6-1 1,1 0 713,-7 0 382,3-2 0,5-3 0,-5 1 543,4-1 1065,0 1 0,5-2 0,-3 1-1065,-4 1 0,-3 2 399,1 0 1,-1 0-400,2 1 0,-5 1 0,-10 4 3276,10-3-1178,-10 4-2797,-3 0 0,0 0 0,-4 0 0</inkml:trace>
  <inkml:trace contextRef="#ctx0" brushRef="#br0" timeOffset="60026">23188 13555 24575,'0'7'0,"0"1"0,0-4 0,0 3 0,0-3 0,14-4 0,-2-2 0,8-4 0,2 0 0,2-2-1639,5-3 1,0 0-1639,-11 5 2409,6-6 0,-2 1 868,-14 8 0,12-12 0,-17 8 0,0 1 0,-3-2 0,0 6 0,0 0 0</inkml:trace>
  <inkml:trace contextRef="#ctx0" brushRef="#br0" timeOffset="62412">23856 14527 24575,'4'3'0,"3"0"0,-5 0 0,8 3 0,-4-3 0,7 4 0,-2-4 0,-1 0 0,0 0 0,13-6 0,-11 1 0,9-1 0,3-1 0,0-1 0,-1 0 0,0 1 0,-3-2 0,6 0 0,-2-1 0,-14 2 0,16-2 0,1 0 0,-13 3 0,19-6 0,-24 6 0,1 1 0,-10 3 0,0 2 0,0-1 0</inkml:trace>
  <inkml:trace contextRef="#ctx0" brushRef="#br0" timeOffset="68106">17320 16340 24575,'6'22'0,"1"-2"0,-4-13 0,1 7 0,-3-6-3277,4 13 0,-3-12 3047,2 9 230,-1-3 0,3 15 0,1-6 0,-1 7 0,-1-13 0,2 18 0,0-12 0,-3-1 0,1 0 0,3 8 0,-4-3 3276,0 1 0,-3-16-3044,-1 10-232,0-10 0,1 17 0,0-14 0,0 13 0,-1-17 0,0 8 0,0-12 0,0 5 0,0-8 0,3 1 0,-1-1 0,2-1 0,-1 1 0,5 2 0,0-3 0,0 4 0,5-5 0,-7 0 0,12-2 0,-9 1 0,11-2 0,-9 0 0,14 0 0,-11 0 0,18 0 0,-21 0 0,18 0 0,-17 0 0,17 0 0,-11 0 0,9 0 0,-11 0 0,5 0 0,-12 0 0,7 0 0,-4 0 0,3 0 0,11 0 0,4 0 0,1-2 0,1 2 0,-13-1 0,7 1 0,-13 0 0,12-3 0,-13 1-3277,6-1 0,-10 1 2425,20 0 852,-16 2-150,24-2 150,-17 2-1639,1 0 1,-1 0 634,-2 0 1004,14 0 3276,-6 0-2707,-3 0-2208,-2 0 1,-2 0 1176,-3 0 517,13 0-55,-21 0 0,12 0 0,-14 0 3276,9 0-2191,7 0-626,-6 0-459,13 0 0,-6 0 0,-4 0-732,13-2 0,2 0 732,-2 1 0,3-3 0,1-1 0,-15 4 0,-3 0 0,12-5 0,-7 4 0,-8 1 0,-4-1 0,18 1 0,-15-1 0,20 1 685,-9 1-685,11 0-1639,-10 1 1,-2 1 660,5-1 978,7 2-345,-10-3 345,-2 0 1638,-2 0 0,-1 0-831,10 0-807,-3 0-3277,-4 0 3017,-13 0 3536,14 0-2198,3-2-807,-1 2-271,3-3 0,0 3 0,-9-2 0,10 2 0,2 0 0,2 0 0,-7 0 0,-1 0 0,9 2 0,-16-2 0,12 2 0,-15-2 0,19 0 0,-17 0 3276,6 0 0,9-3-3183,-17 1-93,7 0 0,2 0 0,-3 0-1639,0 1 1,0 0-1639,-5-1 3186,7 1 371,-12 1-280,2 0 0,4 0 0,4 0 0,-7 0 0,16 0 0,1 0 3276,-7 0-866,6 0-2508,-15 0 98,6 0 0,14 0 0,0-2 0,-6 2 0,-1-1 0,-17 1 0,10 0 0,-8 0 0,6 0 0,-4 0 1092,12 0-1092,5 0 0,-7 0 52,-5 0 0,-1 0-52,8 0 0,2 0 0,-1 0 0,-13 0 0,10 1 0,-10-1 0,1 2 0,1-1 0,-3-1 0,10 2 0,-11-2 0,4 0 0,-7 0 0,9 0 0,10 0 0,-10 0 0,10 0 0,-19 0 0,3 0 0,-4 0 0,-2 1 0,-1 0 0,-3 0 0,6-1 0,-6 0 0,13 0 0,-8 0 0,16 0 0,-12 0 0,12 0 0,-12 0 0,8 0 0,-10 0 0,12 0 0,-15 0 0,18 1 0,-9 2 0,-1-1 0,1 1 0,-6-1 0,0-1 0,9 4 0,10-3 0,-11 1 0,0-3 0,0 1 0,-4 1-3277,18 1 0,-20-1 3047,9 0 230,-10-1 0,2 0 0,8-1 0,3 1 0,-7 0 0,9 0 0,-17-1 0,12 0 0,-11 0 3276,5 0 0,-8-1-3044,1-1-232,9 0 0,-7 1 0,15 1 0,-14 0 0,22-2 0,-20 2 0,22-1 0,-19 1 0,10 0 0,-7 0 0,-6 0 0,0 0 0,-3 0 0,5 0 0,0 0 0,9 0 0,6 0 0,-3 0-1639,-7 0 1,-2 0-1639,-7 0 2670,9 0 1,0 0 606,-9 0 0,23 0 0,-19 0 0,5 1 0,-4-1 0,6 3 0,-7-3 0,5 2 0,0-1 0,-1 0 0,5-1 0,-1 1 0,-4-1-1639,5 0 1,-1 0 704,-4 0 934,11 0 2200,3 1-2200,-11 0-1496,7-1 0,0-1 1496,-8 1-625,5-1 1,6-1 0,-4 1 624,2 1 394,-1-2 0,7 0 0,-5 0-394,-9 2 0,0-2 280,7-1 1,3 0-1,1 0-280,-3 0 0,0 2 0,-1-1 0,-4 0 0,0-1 0,0 1 0,5 0 0,1 1 0,-7 0 3276,-6-1-3070,13 0 0,9 0 0,-6 0-206,-1-1-343,-8 2 0,7-1 1,0 0-1,-5 1 343,-3 1 0,-1 0 0,3-1 0,3-1 0,0 0 0,-4 1 1066,-1 0 0,-1 0-1066,4 0 0,4-1 0,0 0 0,-7 0 0,8 1-753,-3 0 1,5 0 0,-4 1 752,-9 0 0,-1 0 0,5-1 0,1 0 0,-6 1 0,-2-2 0,3-1 0,0 2 0,0 1 0,4-2 0,-3 1 0,-1 1 0,-1-1 0,5 1 0,-1-1 0,-6 1 0,8 0 0,0 0 0,-11 0-821,19 0 1,0 0 820,-17 0 920,13 0 0,-1 0-920,-10 0 0,16 1 0,-4 1 0,-3 1 0,-6-1 0,-1 1 0,-3-1 0,7 1 0,-1-1 0,-9-1 0,18 2 1718,-10-2-1718,0-1-1639,-1 2 1,-1 1 1423,-2-3 215,11 3-952,-7-3 952,0 0 1638,-2 1 0,2-1-1362,0 1 1,-1 0-450,9 1 173,-13-1 0,-1 1 3276,5 1-1684,5 1-1592,-2-1 0,0 0 0,6 0 0,-6 0 0,-1-1 0,-2 0-1639,-2-1 1,-1 0 869,-6 0 267,12 0 1,1 0 501,-9 0 0,9 0 0,1-1 0,-4 0 0,2 0 0,1 0 0,-2 0 0,4 0 0,-2 0 0,-9 0 356,6 0 0,0 0-356,2 0 0,-5 0 0,0 0 567,6 0-567,-8 0 0,0-1 0,4-1 0,2 1 0,-1-1 0,2-2 0,10 3 0,1 0 3276,0 0-2752,-5 0 0,6 0 1,-6 1-525,4 0 0,-7-1 0,7-1 0,1 0 0,-9 1-1114,1 0 1114,-1 0 0,6-1 0,-7 1 0,2 1 111,-1 0-111,-5 0 0,-1 0 0,0 0 0,-1 0 0,-1 0 0,-4-1 0,20 0 0,-18-2 0,11 3 0,4-1 0,-13 1 0,2 0 0,8 0 0,-1 0-1639,-9 0 1,-2 0 1587,15 0 1988,4 0-1937,-3 1 0,-10-1 0,0 0 0,4 2 0,-2-2 0,-10 0-3277,18 0 1605,-22 0 4879,21 0-3207,-23 0 177,22 0-177,-7 1 0,-1-1 0,4 2 0,3-1 0,0 1 0,5 0 0,-13-1 0,-2-1 0,-3 0 0,9 1-765,-1 0 765,-11 0 0,5 0 0,0 0 0,-3-1 0,5 1-228,-2 1 228,-5-2 0,14 1 0,-12-1 0,2 0 0,1 0 0,9 0 0,-8 0 0,-2 0 0,6 0 3276,-9 0-419,-1 0-1263,-6 0-1594,15 2 0,-10-2 371,22 4-371,-16-3 0,10 2 0,-17-2 0,-2-1 0,-5 2 0,0-1 0,-3 1 0,-2 0 0,-2-1 0,-1 0 0,0 0 0,-1 0 0</inkml:trace>
  <inkml:trace contextRef="#ctx0" brushRef="#br0" timeOffset="69157">28450 17075 24575,'33'4'0,"-1"0"0,-3-1 0,1 0 0,2 1 0,6 0 0,0 0 0,-2 0-1093,-3-1 1,-1 0 0,1 0 272,3 1 1,2 0 0,0 0 0,-4 0-274,-5-1 1,-2 0 0,0 0 447,2 0 1,0-1 0,1 1 144,6-1 0,0-1 1,-1 1 499,-8 0 0,-1-1 0,1 0 0,10 0 0,1 0 0,-4-1-669,-10-1 0,-2-1 669,-1 1 0,-1 0 0,-2-2 0,-16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24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clase de hoy no presenta un modelo nuevo: junta todo lo del Módulo 1 en un proyecto completo. La columna de la derecha es la receta de 8 pasos que van a repetir en la tarea con otro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apertura: ¿cuánto tiempo de un proyecto real creen que se va en entrenar el modelo? La mayoría de los equipos dice que poco: lo largo es entender el problema, conseguir y limpiar los datos y dejar el modelo usable. Hoy recorremos todo eso.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el caso de Zillow del Paso 8 se cuenta en un minuto. Los pasos 6 y 7 no se recortan. Deja los últimos 10 minutos para explicar la tarea con calma.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la que conviene dejar proyectada durante el laboratorio. Los pasos 1 a 5 corresponden a entender el negocio, entender y preparar los datos en CRISP-DM; el 6 y el 7 a modelar; el 8 a evaluar y desplegar.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Paso 1 del notebook, que es solo texto. Insiste en que se escribe antes de abrir los datos: si eliges la métrica después de ver los resultados, te vas a quedar con la que mejor te deja.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2.1 y la demostración 2.2. La asimetría de 1.74 indica una cola larga de casas caras; en logaritmo queda en casi cero. Eso justifica entrenar con log(precio) en el Paso 6. De Cock armó este dataset justamente para cursos como este, como reemplazo del viejo dataset de Boston.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3.1. La diferencia con las Clases 2 a 4: allí estratificábamos por ocean_proximity, una categoría. Aquí el objetivo es numérico y asimétrico, así que lo convertimos en 5 grupos de precio solo para estratificar. Pregunta al grupo: ¿por qué no cortar después de limpiar? Porque las decisiones de limpieza se toman mirando datos.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4.1 y las demostraciones 4.2 y 4.3. Todo se calcula con X_train y y_train. Las casas de más de 4 000 pies² no son errores de captura: son casos fuera de lo común. Lo que se decide con ellas es el alcance del modelo, en el paso siguiente.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5.1: completan edad, area_total, banos y garage_type. Pregunta clave: ¿por qué la mediana para rellenar lot_frontage NO va aquí? Porque se calcula con los datos; si la calculas con todo el entrenamiento antes de la validación cruzada, cada partición de validación ya influyó en el relleno. Va en el pipeline.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6.1 y la función armar(). Recorre el diagrama de izquierda a derecha con una casa concreta. El logaritmo va en TransformedTargetRegressor: el modelo aprende log(precio) y la predicción se devuelve en dólares, así las métricas salen en USD sin hacer nada.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7.1. Tarda unos 20 segundos; el Random Forest es el más lento. La barra fina muestra la variabilidad entre las 5 particiones: si dos modelos se superponen, no hay evidencia de que uno sea mejor. Esa es la razón de usar validación cruzada y no un solo corte de validación.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demostración 7.2 y la discusión de la tabla. El 39 % y el 7 % comparan MAE en prueba en California y en validación cruzada en Ames; la idea es el orden de magnitud. En un comité, Ridge con 1 000 USD más de error y coeficientes legibles puede ganarle a XGBoost.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8.1 y la demostración 8.2. Ridge empata con XGBoost en R² y RMSE en la prueba, y pierde por unos 1 000 USD de MAE: otro argumento para discutir qué modelo llevar. El error por segmento es lo que pide un comité: para qué casas confiar y para cuáles pedir una tasación manual.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8.3. Zillow es un caso útil porque tenía una de las mejores bases de datos de viviendas de EE. UU. El problema no fue un modelo mal entrenado, sino usarlo para comprar a gran escala en un mercado que cambió más rápido de lo que el modelo podía seguir. En el Módulo 4 (Clase 16) vemos despliegue y seguimiento.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primeros son formas de fuga de información o de sobreoptimismo. El quinto es de comunicación. El sexto es técnico pero muy común: en la tarea, el color de los diamantes va de J (peor) a D (mejor), al revés del alfabeto.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Avisa que el Paso 7 tarda unos 20 segundos. Si alguien no puede descargar los datos, que suba ames_housing.csv con el botón de archivos de Colab. Si el grupo va lento, las demostraciones 4.2, 4.3 y 8.2 se pueden solo ejecutar y mirar.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trae el enunciado, las reglas, la rúbrica y la celda de carga lista. La fecha de entrega queda en blanco en el notebook para que la completes. Pistas que vale la pena decir en voz alta: el precio es asimétrico como en Ames; hay diamantes con medidas en cero; y en color, D es el mejor. Random Forest con 43 000 filas tarda, y SVR no es viable con todas: que usen una muestra si lo quieren probar.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Módulo 1. Recuerda la fecha de entrega de la tarea. Pregunta de salida: ¿cuál de los 8 pasos creen que les va a costar más con los diamantes? Casi siempre es el 5: decidir qué hacer con los datos raros.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30175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30175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CLASE 5 · PROYECTO COMPLETO</a:t>
            </a:r>
            <a:endParaRPr lang="en-US" sz="1100" dirty="0"/>
          </a:p>
        </p:txBody>
      </p:sp>
      <p:sp>
        <p:nvSpPr>
          <p:cNvPr id="4" name="Text 2"/>
          <p:cNvSpPr txBox="1"/>
          <p:nvPr/>
        </p:nvSpPr>
        <p:spPr>
          <a:xfrm>
            <a:off x="502920" y="1508760"/>
            <a:ext cx="640080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De los datos</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al modelo</a:t>
            </a:r>
            <a:endParaRPr lang="en-US" sz="4000" dirty="0"/>
          </a:p>
        </p:txBody>
      </p:sp>
      <p:sp>
        <p:nvSpPr>
          <p:cNvPr id="5" name="Text 3"/>
          <p:cNvSpPr txBox="1"/>
          <p:nvPr/>
        </p:nvSpPr>
        <p:spPr>
          <a:xfrm>
            <a:off x="530352" y="3246120"/>
            <a:ext cx="621792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Un proyecto de machine learning de punta a punta,</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con ventas reales de viviendas. Y la tarea para repetirlo.</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8 pasos</a:t>
            </a:r>
            <a:endParaRPr lang="en-US" sz="1800" dirty="0"/>
          </a:p>
        </p:txBody>
      </p:sp>
      <p:sp>
        <p:nvSpPr>
          <p:cNvPr id="7" name="Text 5"/>
          <p:cNvSpPr txBox="1"/>
          <p:nvPr/>
        </p:nvSpPr>
        <p:spPr>
          <a:xfrm>
            <a:off x="53035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de la pregunta al modelo guardado</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2 930 casas</a:t>
            </a:r>
            <a:endParaRPr lang="en-US" sz="1800" dirty="0"/>
          </a:p>
        </p:txBody>
      </p:sp>
      <p:sp>
        <p:nvSpPr>
          <p:cNvPr id="9" name="Text 7"/>
          <p:cNvSpPr txBox="1"/>
          <p:nvPr/>
        </p:nvSpPr>
        <p:spPr>
          <a:xfrm>
            <a:off x="263347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ventas reales en Ames, Iowa</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MAPE 8.0 %</a:t>
            </a:r>
            <a:endParaRPr lang="en-US" sz="1800" dirty="0"/>
          </a:p>
        </p:txBody>
      </p:sp>
      <p:sp>
        <p:nvSpPr>
          <p:cNvPr id="11" name="Text 9"/>
          <p:cNvSpPr txBox="1"/>
          <p:nvPr/>
        </p:nvSpPr>
        <p:spPr>
          <a:xfrm>
            <a:off x="4736592" y="4709160"/>
            <a:ext cx="2011680" cy="457200"/>
          </a:xfrm>
          <a:prstGeom prst="rect">
            <a:avLst/>
          </a:prstGeom>
          <a:noFill/>
          <a:ln/>
        </p:spPr>
        <p:txBody>
          <a:bodyPr wrap="square" lIns="0" tIns="0" rIns="0" bIns="0" rtlCol="0" anchor="t"/>
          <a:lstStyle/>
          <a:p>
            <a:pPr marL="0" indent="0">
              <a:buNone/>
            </a:pPr>
            <a:r>
              <a:rPr lang="en-US" sz="1150" dirty="0">
                <a:solidFill>
                  <a:srgbClr val="A9B7D4"/>
                </a:solidFill>
                <a:latin typeface="Calibri" pitchFamily="34" charset="0"/>
                <a:ea typeface="Calibri" pitchFamily="34" charset="-122"/>
                <a:cs typeface="Calibri" pitchFamily="34" charset="-120"/>
              </a:rPr>
              <a:t>error típico en prueba</a:t>
            </a:r>
            <a:endParaRPr lang="en-US" sz="1150" dirty="0"/>
          </a:p>
        </p:txBody>
      </p:sp>
      <p:sp>
        <p:nvSpPr>
          <p:cNvPr id="12" name="Text 10"/>
          <p:cNvSpPr txBox="1"/>
          <p:nvPr/>
        </p:nvSpPr>
        <p:spPr>
          <a:xfrm>
            <a:off x="530352" y="544068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Sesión 5 de 16</a:t>
            </a:r>
            <a:endParaRPr lang="en-US" sz="1050" dirty="0"/>
          </a:p>
        </p:txBody>
      </p:sp>
      <p:sp>
        <p:nvSpPr>
          <p:cNvPr id="14" name="Shape 12"/>
          <p:cNvSpPr/>
          <p:nvPr/>
        </p:nvSpPr>
        <p:spPr>
          <a:xfrm>
            <a:off x="7589520" y="1097280"/>
            <a:ext cx="420624" cy="420624"/>
          </a:xfrm>
          <a:prstGeom prst="ellipse">
            <a:avLst/>
          </a:prstGeom>
          <a:solidFill>
            <a:srgbClr val="1E3F7F"/>
          </a:solidFill>
          <a:ln/>
        </p:spPr>
      </p:sp>
      <p:sp>
        <p:nvSpPr>
          <p:cNvPr id="15" name="Text 13"/>
          <p:cNvSpPr txBox="1"/>
          <p:nvPr/>
        </p:nvSpPr>
        <p:spPr>
          <a:xfrm>
            <a:off x="7589520" y="10972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Shape 14"/>
          <p:cNvSpPr/>
          <p:nvPr/>
        </p:nvSpPr>
        <p:spPr>
          <a:xfrm>
            <a:off x="7799832" y="1517904"/>
            <a:ext cx="0" cy="182880"/>
          </a:xfrm>
          <a:prstGeom prst="line">
            <a:avLst/>
          </a:prstGeom>
          <a:noFill/>
          <a:ln w="15875">
            <a:solidFill>
              <a:srgbClr val="2F4B85"/>
            </a:solidFill>
            <a:prstDash val="solid"/>
          </a:ln>
        </p:spPr>
      </p:sp>
      <p:sp>
        <p:nvSpPr>
          <p:cNvPr id="17" name="Text 15"/>
          <p:cNvSpPr txBox="1"/>
          <p:nvPr/>
        </p:nvSpPr>
        <p:spPr>
          <a:xfrm>
            <a:off x="8183880" y="1069848"/>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Problema</a:t>
            </a:r>
            <a:endParaRPr lang="en-US" sz="1300" dirty="0"/>
          </a:p>
        </p:txBody>
      </p:sp>
      <p:sp>
        <p:nvSpPr>
          <p:cNvPr id="18" name="Text 16"/>
          <p:cNvSpPr txBox="1"/>
          <p:nvPr/>
        </p:nvSpPr>
        <p:spPr>
          <a:xfrm>
            <a:off x="8183880" y="1316736"/>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decisión, métrica, vara y alcance</a:t>
            </a:r>
            <a:endParaRPr lang="en-US" sz="1050" dirty="0"/>
          </a:p>
        </p:txBody>
      </p:sp>
      <p:sp>
        <p:nvSpPr>
          <p:cNvPr id="19" name="Shape 17"/>
          <p:cNvSpPr/>
          <p:nvPr/>
        </p:nvSpPr>
        <p:spPr>
          <a:xfrm>
            <a:off x="7589520" y="1700784"/>
            <a:ext cx="420624" cy="420624"/>
          </a:xfrm>
          <a:prstGeom prst="ellipse">
            <a:avLst/>
          </a:prstGeom>
          <a:solidFill>
            <a:srgbClr val="1E3F7F"/>
          </a:solidFill>
          <a:ln/>
        </p:spPr>
      </p:sp>
      <p:sp>
        <p:nvSpPr>
          <p:cNvPr id="20" name="Text 18"/>
          <p:cNvSpPr txBox="1"/>
          <p:nvPr/>
        </p:nvSpPr>
        <p:spPr>
          <a:xfrm>
            <a:off x="7589520" y="17007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Shape 19"/>
          <p:cNvSpPr/>
          <p:nvPr/>
        </p:nvSpPr>
        <p:spPr>
          <a:xfrm>
            <a:off x="7799832" y="2121408"/>
            <a:ext cx="0" cy="182880"/>
          </a:xfrm>
          <a:prstGeom prst="line">
            <a:avLst/>
          </a:prstGeom>
          <a:noFill/>
          <a:ln w="15875">
            <a:solidFill>
              <a:srgbClr val="2F4B85"/>
            </a:solidFill>
            <a:prstDash val="solid"/>
          </a:ln>
        </p:spPr>
      </p:sp>
      <p:sp>
        <p:nvSpPr>
          <p:cNvPr id="22" name="Text 20"/>
          <p:cNvSpPr txBox="1"/>
          <p:nvPr/>
        </p:nvSpPr>
        <p:spPr>
          <a:xfrm>
            <a:off x="8183880" y="1673352"/>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Datos</a:t>
            </a:r>
            <a:endParaRPr lang="en-US" sz="1300" dirty="0"/>
          </a:p>
        </p:txBody>
      </p:sp>
      <p:sp>
        <p:nvSpPr>
          <p:cNvPr id="23" name="Text 21"/>
          <p:cNvSpPr txBox="1"/>
          <p:nvPr/>
        </p:nvSpPr>
        <p:spPr>
          <a:xfrm>
            <a:off x="8183880" y="1920240"/>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tamaño, duplicados, faltantes, objetivo</a:t>
            </a:r>
            <a:endParaRPr lang="en-US" sz="1050" dirty="0"/>
          </a:p>
        </p:txBody>
      </p:sp>
      <p:sp>
        <p:nvSpPr>
          <p:cNvPr id="24" name="Shape 22"/>
          <p:cNvSpPr/>
          <p:nvPr/>
        </p:nvSpPr>
        <p:spPr>
          <a:xfrm>
            <a:off x="7589520" y="2304288"/>
            <a:ext cx="420624" cy="420624"/>
          </a:xfrm>
          <a:prstGeom prst="ellipse">
            <a:avLst/>
          </a:prstGeom>
          <a:solidFill>
            <a:srgbClr val="1E3F7F"/>
          </a:solidFill>
          <a:ln/>
        </p:spPr>
      </p:sp>
      <p:sp>
        <p:nvSpPr>
          <p:cNvPr id="25" name="Text 23"/>
          <p:cNvSpPr txBox="1"/>
          <p:nvPr/>
        </p:nvSpPr>
        <p:spPr>
          <a:xfrm>
            <a:off x="7589520" y="230428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Shape 24"/>
          <p:cNvSpPr/>
          <p:nvPr/>
        </p:nvSpPr>
        <p:spPr>
          <a:xfrm>
            <a:off x="7799832" y="2724912"/>
            <a:ext cx="0" cy="182880"/>
          </a:xfrm>
          <a:prstGeom prst="line">
            <a:avLst/>
          </a:prstGeom>
          <a:noFill/>
          <a:ln w="15875">
            <a:solidFill>
              <a:srgbClr val="2F4B85"/>
            </a:solidFill>
            <a:prstDash val="solid"/>
          </a:ln>
        </p:spPr>
      </p:sp>
      <p:sp>
        <p:nvSpPr>
          <p:cNvPr id="27" name="Text 25"/>
          <p:cNvSpPr txBox="1"/>
          <p:nvPr/>
        </p:nvSpPr>
        <p:spPr>
          <a:xfrm>
            <a:off x="8183880" y="2276856"/>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Separar</a:t>
            </a:r>
            <a:endParaRPr lang="en-US" sz="1300" dirty="0"/>
          </a:p>
        </p:txBody>
      </p:sp>
      <p:sp>
        <p:nvSpPr>
          <p:cNvPr id="28" name="Text 26"/>
          <p:cNvSpPr txBox="1"/>
          <p:nvPr/>
        </p:nvSpPr>
        <p:spPr>
          <a:xfrm>
            <a:off x="8183880" y="2523744"/>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la prueba, antes de mirar</a:t>
            </a:r>
            <a:endParaRPr lang="en-US" sz="1050" dirty="0"/>
          </a:p>
        </p:txBody>
      </p:sp>
      <p:sp>
        <p:nvSpPr>
          <p:cNvPr id="29" name="Shape 27"/>
          <p:cNvSpPr/>
          <p:nvPr/>
        </p:nvSpPr>
        <p:spPr>
          <a:xfrm>
            <a:off x="7589520" y="2907792"/>
            <a:ext cx="420624" cy="420624"/>
          </a:xfrm>
          <a:prstGeom prst="ellipse">
            <a:avLst/>
          </a:prstGeom>
          <a:solidFill>
            <a:srgbClr val="1E3F7F"/>
          </a:solidFill>
          <a:ln/>
        </p:spPr>
      </p:sp>
      <p:sp>
        <p:nvSpPr>
          <p:cNvPr id="30" name="Text 28"/>
          <p:cNvSpPr txBox="1"/>
          <p:nvPr/>
        </p:nvSpPr>
        <p:spPr>
          <a:xfrm>
            <a:off x="7589520" y="29077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Shape 29"/>
          <p:cNvSpPr/>
          <p:nvPr/>
        </p:nvSpPr>
        <p:spPr>
          <a:xfrm>
            <a:off x="7799832" y="3328416"/>
            <a:ext cx="0" cy="182880"/>
          </a:xfrm>
          <a:prstGeom prst="line">
            <a:avLst/>
          </a:prstGeom>
          <a:noFill/>
          <a:ln w="15875">
            <a:solidFill>
              <a:srgbClr val="2F4B85"/>
            </a:solidFill>
            <a:prstDash val="solid"/>
          </a:ln>
        </p:spPr>
      </p:sp>
      <p:sp>
        <p:nvSpPr>
          <p:cNvPr id="32" name="Text 30"/>
          <p:cNvSpPr txBox="1"/>
          <p:nvPr/>
        </p:nvSpPr>
        <p:spPr>
          <a:xfrm>
            <a:off x="8183880" y="2880360"/>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Explorar</a:t>
            </a:r>
            <a:endParaRPr lang="en-US" sz="1300" dirty="0"/>
          </a:p>
        </p:txBody>
      </p:sp>
      <p:sp>
        <p:nvSpPr>
          <p:cNvPr id="33" name="Text 31"/>
          <p:cNvSpPr txBox="1"/>
          <p:nvPr/>
        </p:nvSpPr>
        <p:spPr>
          <a:xfrm>
            <a:off x="8183880" y="3127248"/>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solo con entrenamiento</a:t>
            </a:r>
            <a:endParaRPr lang="en-US" sz="1050" dirty="0"/>
          </a:p>
        </p:txBody>
      </p:sp>
      <p:sp>
        <p:nvSpPr>
          <p:cNvPr id="34" name="Shape 32"/>
          <p:cNvSpPr/>
          <p:nvPr/>
        </p:nvSpPr>
        <p:spPr>
          <a:xfrm>
            <a:off x="7589520" y="3511296"/>
            <a:ext cx="420624" cy="420624"/>
          </a:xfrm>
          <a:prstGeom prst="ellipse">
            <a:avLst/>
          </a:prstGeom>
          <a:solidFill>
            <a:srgbClr val="1E3F7F"/>
          </a:solidFill>
          <a:ln/>
        </p:spPr>
      </p:sp>
      <p:sp>
        <p:nvSpPr>
          <p:cNvPr id="35" name="Text 33"/>
          <p:cNvSpPr txBox="1"/>
          <p:nvPr/>
        </p:nvSpPr>
        <p:spPr>
          <a:xfrm>
            <a:off x="7589520" y="35112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6" name="Shape 34"/>
          <p:cNvSpPr/>
          <p:nvPr/>
        </p:nvSpPr>
        <p:spPr>
          <a:xfrm>
            <a:off x="7799832" y="3931920"/>
            <a:ext cx="0" cy="182880"/>
          </a:xfrm>
          <a:prstGeom prst="line">
            <a:avLst/>
          </a:prstGeom>
          <a:noFill/>
          <a:ln w="15875">
            <a:solidFill>
              <a:srgbClr val="2F4B85"/>
            </a:solidFill>
            <a:prstDash val="solid"/>
          </a:ln>
        </p:spPr>
      </p:sp>
      <p:sp>
        <p:nvSpPr>
          <p:cNvPr id="37" name="Text 35"/>
          <p:cNvSpPr txBox="1"/>
          <p:nvPr/>
        </p:nvSpPr>
        <p:spPr>
          <a:xfrm>
            <a:off x="8183880" y="3483864"/>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Limpiar y crear</a:t>
            </a:r>
            <a:endParaRPr lang="en-US" sz="1300" dirty="0"/>
          </a:p>
        </p:txBody>
      </p:sp>
      <p:sp>
        <p:nvSpPr>
          <p:cNvPr id="38" name="Text 36"/>
          <p:cNvSpPr txBox="1"/>
          <p:nvPr/>
        </p:nvSpPr>
        <p:spPr>
          <a:xfrm>
            <a:off x="8183880" y="3730752"/>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una función que no aprende</a:t>
            </a:r>
            <a:endParaRPr lang="en-US" sz="1050" dirty="0"/>
          </a:p>
        </p:txBody>
      </p:sp>
      <p:sp>
        <p:nvSpPr>
          <p:cNvPr id="39" name="Shape 37"/>
          <p:cNvSpPr/>
          <p:nvPr/>
        </p:nvSpPr>
        <p:spPr>
          <a:xfrm>
            <a:off x="7589520" y="4114800"/>
            <a:ext cx="420624" cy="420624"/>
          </a:xfrm>
          <a:prstGeom prst="ellipse">
            <a:avLst/>
          </a:prstGeom>
          <a:solidFill>
            <a:srgbClr val="1E3F7F"/>
          </a:solidFill>
          <a:ln/>
        </p:spPr>
      </p:sp>
      <p:sp>
        <p:nvSpPr>
          <p:cNvPr id="40" name="Text 38"/>
          <p:cNvSpPr txBox="1"/>
          <p:nvPr/>
        </p:nvSpPr>
        <p:spPr>
          <a:xfrm>
            <a:off x="7589520" y="41148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1" name="Shape 39"/>
          <p:cNvSpPr/>
          <p:nvPr/>
        </p:nvSpPr>
        <p:spPr>
          <a:xfrm>
            <a:off x="7799832" y="4535424"/>
            <a:ext cx="0" cy="182880"/>
          </a:xfrm>
          <a:prstGeom prst="line">
            <a:avLst/>
          </a:prstGeom>
          <a:noFill/>
          <a:ln w="15875">
            <a:solidFill>
              <a:srgbClr val="2F4B85"/>
            </a:solidFill>
            <a:prstDash val="solid"/>
          </a:ln>
        </p:spPr>
      </p:sp>
      <p:sp>
        <p:nvSpPr>
          <p:cNvPr id="42" name="Text 40"/>
          <p:cNvSpPr txBox="1"/>
          <p:nvPr/>
        </p:nvSpPr>
        <p:spPr>
          <a:xfrm>
            <a:off x="8183880" y="4087368"/>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Pipeline</a:t>
            </a:r>
            <a:endParaRPr lang="en-US" sz="1300" dirty="0"/>
          </a:p>
        </p:txBody>
      </p:sp>
      <p:sp>
        <p:nvSpPr>
          <p:cNvPr id="43" name="Text 41"/>
          <p:cNvSpPr txBox="1"/>
          <p:nvPr/>
        </p:nvSpPr>
        <p:spPr>
          <a:xfrm>
            <a:off x="8183880" y="4334256"/>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lo que se aprende, adentro</a:t>
            </a:r>
            <a:endParaRPr lang="en-US" sz="1050" dirty="0"/>
          </a:p>
        </p:txBody>
      </p:sp>
      <p:sp>
        <p:nvSpPr>
          <p:cNvPr id="44" name="Shape 42"/>
          <p:cNvSpPr/>
          <p:nvPr/>
        </p:nvSpPr>
        <p:spPr>
          <a:xfrm>
            <a:off x="7589520" y="4718304"/>
            <a:ext cx="420624" cy="420624"/>
          </a:xfrm>
          <a:prstGeom prst="ellipse">
            <a:avLst/>
          </a:prstGeom>
          <a:solidFill>
            <a:srgbClr val="E6115E"/>
          </a:solidFill>
          <a:ln/>
        </p:spPr>
      </p:sp>
      <p:sp>
        <p:nvSpPr>
          <p:cNvPr id="45" name="Text 43"/>
          <p:cNvSpPr txBox="1"/>
          <p:nvPr/>
        </p:nvSpPr>
        <p:spPr>
          <a:xfrm>
            <a:off x="7589520" y="471830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6" name="Shape 44"/>
          <p:cNvSpPr/>
          <p:nvPr/>
        </p:nvSpPr>
        <p:spPr>
          <a:xfrm>
            <a:off x="7799832" y="5138928"/>
            <a:ext cx="0" cy="182880"/>
          </a:xfrm>
          <a:prstGeom prst="line">
            <a:avLst/>
          </a:prstGeom>
          <a:noFill/>
          <a:ln w="15875">
            <a:solidFill>
              <a:srgbClr val="2F4B85"/>
            </a:solidFill>
            <a:prstDash val="solid"/>
          </a:ln>
        </p:spPr>
      </p:sp>
      <p:sp>
        <p:nvSpPr>
          <p:cNvPr id="47" name="Text 45"/>
          <p:cNvSpPr txBox="1"/>
          <p:nvPr/>
        </p:nvSpPr>
        <p:spPr>
          <a:xfrm>
            <a:off x="8183880" y="4690872"/>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Comparar</a:t>
            </a:r>
            <a:endParaRPr lang="en-US" sz="1300" dirty="0"/>
          </a:p>
        </p:txBody>
      </p:sp>
      <p:sp>
        <p:nvSpPr>
          <p:cNvPr id="48" name="Text 46"/>
          <p:cNvSpPr txBox="1"/>
          <p:nvPr/>
        </p:nvSpPr>
        <p:spPr>
          <a:xfrm>
            <a:off x="8183880" y="4937760"/>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validación cruzada y la vara</a:t>
            </a:r>
            <a:endParaRPr lang="en-US" sz="1050" dirty="0"/>
          </a:p>
        </p:txBody>
      </p:sp>
      <p:sp>
        <p:nvSpPr>
          <p:cNvPr id="49" name="Shape 47"/>
          <p:cNvSpPr/>
          <p:nvPr/>
        </p:nvSpPr>
        <p:spPr>
          <a:xfrm>
            <a:off x="7589520" y="5321808"/>
            <a:ext cx="420624" cy="420624"/>
          </a:xfrm>
          <a:prstGeom prst="ellipse">
            <a:avLst/>
          </a:prstGeom>
          <a:solidFill>
            <a:srgbClr val="E6115E"/>
          </a:solidFill>
          <a:ln/>
        </p:spPr>
      </p:sp>
      <p:sp>
        <p:nvSpPr>
          <p:cNvPr id="50" name="Text 48"/>
          <p:cNvSpPr txBox="1"/>
          <p:nvPr/>
        </p:nvSpPr>
        <p:spPr>
          <a:xfrm>
            <a:off x="7589520" y="53218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51" name="Text 49"/>
          <p:cNvSpPr txBox="1"/>
          <p:nvPr/>
        </p:nvSpPr>
        <p:spPr>
          <a:xfrm>
            <a:off x="8183880" y="5294376"/>
            <a:ext cx="34747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Evaluar y usar</a:t>
            </a:r>
            <a:endParaRPr lang="en-US" sz="1300" dirty="0"/>
          </a:p>
        </p:txBody>
      </p:sp>
      <p:sp>
        <p:nvSpPr>
          <p:cNvPr id="52" name="Text 50"/>
          <p:cNvSpPr txBox="1"/>
          <p:nvPr/>
        </p:nvSpPr>
        <p:spPr>
          <a:xfrm>
            <a:off x="8183880" y="5541264"/>
            <a:ext cx="3474720" cy="228600"/>
          </a:xfrm>
          <a:prstGeom prst="rect">
            <a:avLst/>
          </a:prstGeom>
          <a:noFill/>
          <a:ln/>
        </p:spPr>
        <p:txBody>
          <a:bodyPr wrap="square" lIns="0" tIns="0" rIns="0" bIns="0" rtlCol="0" anchor="ctr"/>
          <a:lstStyle/>
          <a:p>
            <a:pPr marL="0" indent="0">
              <a:buNone/>
            </a:pPr>
            <a:r>
              <a:rPr lang="en-US" sz="1050" dirty="0">
                <a:solidFill>
                  <a:srgbClr val="A9B7D4"/>
                </a:solidFill>
                <a:latin typeface="Calibri" pitchFamily="34" charset="0"/>
                <a:ea typeface="Calibri" pitchFamily="34" charset="-122"/>
                <a:cs typeface="Calibri" pitchFamily="34" charset="-120"/>
              </a:rPr>
              <a:t>una vez en prueba; guardar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POR QUÉ ESTA CLASE</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modelo es la parte corta del proyecto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 las Clases 2 a 4 los datos llegaban listos. En un proyecto real, casi todo el trabajo está antes y después del fit.</a:t>
            </a:r>
            <a:endParaRPr lang="en-US" sz="1400" dirty="0"/>
          </a:p>
        </p:txBody>
      </p:sp>
      <p:sp>
        <p:nvSpPr>
          <p:cNvPr id="6" name="Shape 4"/>
          <p:cNvSpPr/>
          <p:nvPr/>
        </p:nvSpPr>
        <p:spPr>
          <a:xfrm>
            <a:off x="502920" y="2103120"/>
            <a:ext cx="5486400" cy="2514600"/>
          </a:xfrm>
          <a:prstGeom prst="roundRect">
            <a:avLst>
              <a:gd name="adj" fmla="val 2182"/>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8A97AD"/>
          </a:solidFill>
          <a:ln w="12700">
            <a:solidFill>
              <a:srgbClr val="8A97AD"/>
            </a:solidFill>
            <a:prstDash val="solid"/>
          </a:ln>
        </p:spPr>
      </p:sp>
      <p:sp>
        <p:nvSpPr>
          <p:cNvPr id="8" name="Text 6"/>
          <p:cNvSpPr txBox="1"/>
          <p:nvPr/>
        </p:nvSpPr>
        <p:spPr>
          <a:xfrm>
            <a:off x="960120"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Hasta ahora</a:t>
            </a:r>
            <a:endParaRPr lang="en-US" sz="1400" dirty="0"/>
          </a:p>
        </p:txBody>
      </p:sp>
      <p:sp>
        <p:nvSpPr>
          <p:cNvPr id="9" name="Text 7"/>
          <p:cNvSpPr txBox="1"/>
          <p:nvPr/>
        </p:nvSpPr>
        <p:spPr>
          <a:xfrm>
            <a:off x="731520" y="265176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2C3A55"/>
                </a:solidFill>
                <a:latin typeface="Calibri" pitchFamily="34" charset="0"/>
                <a:ea typeface="Calibri" pitchFamily="34" charset="-122"/>
                <a:cs typeface="Calibri" pitchFamily="34" charset="-120"/>
              </a:rPr>
              <a:t>Un dataset conocido, ya preparado</a:t>
            </a:r>
            <a:endParaRPr lang="en-US" sz="1450" dirty="0"/>
          </a:p>
          <a:p>
            <a:pPr marL="342900" indent="-342900">
              <a:spcAft>
                <a:spcPts val="800"/>
              </a:spcAft>
              <a:buSzPct val="100000"/>
              <a:buChar char="•"/>
            </a:pPr>
            <a:r>
              <a:rPr lang="en-US" sz="1450" dirty="0">
                <a:solidFill>
                  <a:srgbClr val="2C3A55"/>
                </a:solidFill>
                <a:latin typeface="Calibri" pitchFamily="34" charset="0"/>
                <a:ea typeface="Calibri" pitchFamily="34" charset="-122"/>
                <a:cs typeface="Calibri" pitchFamily="34" charset="-120"/>
              </a:rPr>
              <a:t>La misma preparación en cada clase</a:t>
            </a:r>
            <a:endParaRPr lang="en-US" sz="1450" dirty="0"/>
          </a:p>
          <a:p>
            <a:pPr marL="342900" indent="-342900">
              <a:spcAft>
                <a:spcPts val="800"/>
              </a:spcAft>
              <a:buSzPct val="100000"/>
              <a:buChar char="•"/>
            </a:pPr>
            <a:r>
              <a:rPr lang="en-US" sz="1450" dirty="0">
                <a:solidFill>
                  <a:srgbClr val="2C3A55"/>
                </a:solidFill>
                <a:latin typeface="Calibri" pitchFamily="34" charset="0"/>
                <a:ea typeface="Calibri" pitchFamily="34" charset="-122"/>
                <a:cs typeface="Calibri" pitchFamily="34" charset="-120"/>
              </a:rPr>
              <a:t>Un modelo nuevo por clase</a:t>
            </a:r>
            <a:endParaRPr lang="en-US" sz="1450" dirty="0"/>
          </a:p>
          <a:p>
            <a:pPr marL="342900" indent="-342900">
              <a:spcAft>
                <a:spcPts val="800"/>
              </a:spcAft>
              <a:buSzPct val="100000"/>
              <a:buChar char="•"/>
            </a:pPr>
            <a:r>
              <a:rPr lang="en-US" sz="1450" dirty="0">
                <a:solidFill>
                  <a:srgbClr val="2C3A55"/>
                </a:solidFill>
                <a:latin typeface="Calibri" pitchFamily="34" charset="0"/>
                <a:ea typeface="Calibri" pitchFamily="34" charset="-122"/>
                <a:cs typeface="Calibri" pitchFamily="34" charset="-120"/>
              </a:rPr>
              <a:t>La métrica: R² y MAE</a:t>
            </a:r>
            <a:endParaRPr lang="en-US" sz="1450" dirty="0"/>
          </a:p>
        </p:txBody>
      </p:sp>
      <p:sp>
        <p:nvSpPr>
          <p:cNvPr id="10" name="Shape 8"/>
          <p:cNvSpPr/>
          <p:nvPr/>
        </p:nvSpPr>
        <p:spPr>
          <a:xfrm>
            <a:off x="6199632" y="2103120"/>
            <a:ext cx="5486400" cy="2514600"/>
          </a:xfrm>
          <a:prstGeom prst="roundRect">
            <a:avLst>
              <a:gd name="adj" fmla="val 2182"/>
            </a:avLst>
          </a:prstGeom>
          <a:solidFill>
            <a:srgbClr val="0A2559"/>
          </a:solidFill>
          <a:ln w="9525">
            <a:solidFill>
              <a:srgbClr val="0A2559"/>
            </a:solidFill>
            <a:prstDash val="solid"/>
          </a:ln>
        </p:spPr>
      </p:sp>
      <p:sp>
        <p:nvSpPr>
          <p:cNvPr id="11" name="Shape 9"/>
          <p:cNvSpPr/>
          <p:nvPr/>
        </p:nvSpPr>
        <p:spPr>
          <a:xfrm>
            <a:off x="6428232" y="2350008"/>
            <a:ext cx="128016" cy="128016"/>
          </a:xfrm>
          <a:prstGeom prst="roundRect">
            <a:avLst>
              <a:gd name="adj" fmla="val 21429"/>
            </a:avLst>
          </a:prstGeom>
          <a:solidFill>
            <a:srgbClr val="E6115E"/>
          </a:solidFill>
          <a:ln w="12700">
            <a:solidFill>
              <a:srgbClr val="E6115E"/>
            </a:solidFill>
            <a:prstDash val="solid"/>
          </a:ln>
        </p:spPr>
      </p:sp>
      <p:sp>
        <p:nvSpPr>
          <p:cNvPr id="12" name="Text 10"/>
          <p:cNvSpPr txBox="1"/>
          <p:nvPr/>
        </p:nvSpPr>
        <p:spPr>
          <a:xfrm>
            <a:off x="6656832" y="2240280"/>
            <a:ext cx="4846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Hoy</a:t>
            </a:r>
            <a:endParaRPr lang="en-US" sz="1400" dirty="0"/>
          </a:p>
        </p:txBody>
      </p:sp>
      <p:sp>
        <p:nvSpPr>
          <p:cNvPr id="13" name="Text 11"/>
          <p:cNvSpPr txBox="1"/>
          <p:nvPr/>
        </p:nvSpPr>
        <p:spPr>
          <a:xfrm>
            <a:off x="6428232" y="2651760"/>
            <a:ext cx="5029200" cy="18288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C9D4EA"/>
                </a:solidFill>
                <a:latin typeface="Calibri" pitchFamily="34" charset="0"/>
                <a:ea typeface="Calibri" pitchFamily="34" charset="-122"/>
                <a:cs typeface="Calibri" pitchFamily="34" charset="-120"/>
              </a:rPr>
              <a:t>Datos que no conoces, con faltantes y casos raros</a:t>
            </a:r>
            <a:endParaRPr lang="en-US" sz="1450" dirty="0"/>
          </a:p>
          <a:p>
            <a:pPr marL="342900" indent="-342900">
              <a:spcAft>
                <a:spcPts val="800"/>
              </a:spcAft>
              <a:buSzPct val="100000"/>
              <a:buChar char="•"/>
            </a:pPr>
            <a:r>
              <a:rPr lang="en-US" sz="1450" dirty="0">
                <a:solidFill>
                  <a:srgbClr val="C9D4EA"/>
                </a:solidFill>
                <a:latin typeface="Calibri" pitchFamily="34" charset="0"/>
                <a:ea typeface="Calibri" pitchFamily="34" charset="-122"/>
                <a:cs typeface="Calibri" pitchFamily="34" charset="-120"/>
              </a:rPr>
              <a:t>Tú decides qué limpiar y qué variables crear</a:t>
            </a:r>
            <a:endParaRPr lang="en-US" sz="1450" dirty="0"/>
          </a:p>
          <a:p>
            <a:pPr marL="342900" indent="-342900">
              <a:spcAft>
                <a:spcPts val="800"/>
              </a:spcAft>
              <a:buSzPct val="100000"/>
              <a:buChar char="•"/>
            </a:pPr>
            <a:r>
              <a:rPr lang="en-US" sz="1450" dirty="0">
                <a:solidFill>
                  <a:srgbClr val="C9D4EA"/>
                </a:solidFill>
                <a:latin typeface="Calibri" pitchFamily="34" charset="0"/>
                <a:ea typeface="Calibri" pitchFamily="34" charset="-122"/>
                <a:cs typeface="Calibri" pitchFamily="34" charset="-120"/>
              </a:rPr>
              <a:t>Todos los modelos del módulo, comparados con rigor</a:t>
            </a:r>
            <a:endParaRPr lang="en-US" sz="1450" dirty="0"/>
          </a:p>
          <a:p>
            <a:pPr marL="342900" indent="-342900">
              <a:spcAft>
                <a:spcPts val="800"/>
              </a:spcAft>
              <a:buSzPct val="100000"/>
              <a:buChar char="•"/>
            </a:pPr>
            <a:r>
              <a:rPr lang="en-US" sz="1450" dirty="0">
                <a:solidFill>
                  <a:srgbClr val="C9D4EA"/>
                </a:solidFill>
                <a:latin typeface="Calibri" pitchFamily="34" charset="0"/>
                <a:ea typeface="Calibri" pitchFamily="34" charset="-122"/>
                <a:cs typeface="Calibri" pitchFamily="34" charset="-120"/>
              </a:rPr>
              <a:t>Métricas de negocio, error por segmento y un modelo guardado</a:t>
            </a:r>
            <a:endParaRPr lang="en-US" sz="1450" dirty="0"/>
          </a:p>
        </p:txBody>
      </p:sp>
      <p:sp>
        <p:nvSpPr>
          <p:cNvPr id="14" name="Shape 12"/>
          <p:cNvSpPr/>
          <p:nvPr/>
        </p:nvSpPr>
        <p:spPr>
          <a:xfrm>
            <a:off x="502920" y="4846320"/>
            <a:ext cx="11183112" cy="1371600"/>
          </a:xfrm>
          <a:prstGeom prst="roundRect">
            <a:avLst>
              <a:gd name="adj" fmla="val 4000"/>
            </a:avLst>
          </a:prstGeom>
          <a:solidFill>
            <a:srgbClr val="E9EEF8"/>
          </a:solidFill>
          <a:ln w="9525">
            <a:solidFill>
              <a:srgbClr val="D2DBEC"/>
            </a:solidFill>
            <a:prstDash val="solid"/>
          </a:ln>
        </p:spPr>
      </p:sp>
      <p:sp>
        <p:nvSpPr>
          <p:cNvPr id="15" name="Shape 13"/>
          <p:cNvSpPr/>
          <p:nvPr/>
        </p:nvSpPr>
        <p:spPr>
          <a:xfrm>
            <a:off x="731520" y="5093208"/>
            <a:ext cx="128016" cy="128016"/>
          </a:xfrm>
          <a:prstGeom prst="roundRect">
            <a:avLst>
              <a:gd name="adj" fmla="val 21429"/>
            </a:avLst>
          </a:prstGeom>
          <a:solidFill>
            <a:srgbClr val="1A56E8"/>
          </a:solidFill>
          <a:ln w="12700">
            <a:solidFill>
              <a:srgbClr val="1A56E8"/>
            </a:solidFill>
            <a:prstDash val="solid"/>
          </a:ln>
        </p:spPr>
      </p:sp>
      <p:sp>
        <p:nvSpPr>
          <p:cNvPr id="16" name="Text 14"/>
          <p:cNvSpPr txBox="1"/>
          <p:nvPr/>
        </p:nvSpPr>
        <p:spPr>
          <a:xfrm>
            <a:off x="960120" y="4983480"/>
            <a:ext cx="10543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caso: tasación de viviendas en Ames, Iowa</a:t>
            </a:r>
            <a:endParaRPr lang="en-US" sz="1400" dirty="0"/>
          </a:p>
        </p:txBody>
      </p:sp>
      <p:sp>
        <p:nvSpPr>
          <p:cNvPr id="17" name="Text 15"/>
          <p:cNvSpPr txBox="1"/>
          <p:nvPr/>
        </p:nvSpPr>
        <p:spPr>
          <a:xfrm>
            <a:off x="731520" y="5349240"/>
            <a:ext cx="10789920" cy="82296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2 930 ventas reales registradas por la oficina de tasación de la ciudad entre 2006 y 2010. Es el mismo problema de tasación de garantías de las Clases 2 a 4, pero ahora casa por casa, con 22 variables por vivienda.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Primero los 8 pasos con sus decisiones. Después los haces tú en Colab. Al final, la tarea.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3364992"/>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Por qué esta clase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Pasos 1 a 3: problema, datos y separación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Pasos 4 y 5: explorar, limpiar y crear variables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Pasos 6 y 7: pipeline y validación cruzada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Paso 8: evaluar, guardar y vigilar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tarea y el 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Una receta de 8 pasos reutilizable</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Cómo evitar la fuga de información</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Un pipeline que va de casa cruda a precio</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Comparar modelos con validación cruzada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Reportar en términos de negocio</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3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El pipeline es lo que separa un notebook de clase de un modelo que se puede usar y auditar.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 RECETA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Ocho pasos, y una regla en cada uno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Es el ciclo CRISP-DM de la Clase 1, llevado al código. La tarea sigue exactamente esta lista.</a:t>
            </a:r>
            <a:endParaRPr lang="en-US" sz="1400" dirty="0"/>
          </a:p>
        </p:txBody>
      </p:sp>
      <p:sp>
        <p:nvSpPr>
          <p:cNvPr id="6" name="Shape 4"/>
          <p:cNvSpPr/>
          <p:nvPr/>
        </p:nvSpPr>
        <p:spPr>
          <a:xfrm>
            <a:off x="502920" y="2103120"/>
            <a:ext cx="5486400" cy="914400"/>
          </a:xfrm>
          <a:prstGeom prst="roundRect">
            <a:avLst>
              <a:gd name="adj" fmla="val 6000"/>
            </a:avLst>
          </a:prstGeom>
          <a:solidFill>
            <a:srgbClr val="FFFFFF"/>
          </a:solidFill>
          <a:ln w="9525">
            <a:solidFill>
              <a:srgbClr val="D2DBEC"/>
            </a:solidFill>
            <a:prstDash val="solid"/>
          </a:ln>
        </p:spPr>
      </p:sp>
      <p:sp>
        <p:nvSpPr>
          <p:cNvPr id="7" name="Shape 5"/>
          <p:cNvSpPr/>
          <p:nvPr/>
        </p:nvSpPr>
        <p:spPr>
          <a:xfrm>
            <a:off x="685800" y="2368296"/>
            <a:ext cx="384048" cy="384048"/>
          </a:xfrm>
          <a:prstGeom prst="ellipse">
            <a:avLst/>
          </a:prstGeom>
          <a:solidFill>
            <a:srgbClr val="1A56E8"/>
          </a:solidFill>
          <a:ln w="12700">
            <a:solidFill>
              <a:srgbClr val="1A56E8"/>
            </a:solidFill>
            <a:prstDash val="solid"/>
          </a:ln>
        </p:spPr>
      </p:sp>
      <p:sp>
        <p:nvSpPr>
          <p:cNvPr id="8" name="Text 6"/>
          <p:cNvSpPr txBox="1"/>
          <p:nvPr/>
        </p:nvSpPr>
        <p:spPr>
          <a:xfrm>
            <a:off x="685800" y="23682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34440" y="2194560"/>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Problema</a:t>
            </a:r>
            <a:endParaRPr lang="en-US" sz="1400" dirty="0"/>
          </a:p>
        </p:txBody>
      </p:sp>
      <p:sp>
        <p:nvSpPr>
          <p:cNvPr id="10" name="Text 8"/>
          <p:cNvSpPr txBox="1"/>
          <p:nvPr/>
        </p:nvSpPr>
        <p:spPr>
          <a:xfrm>
            <a:off x="1234440" y="2532888"/>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Decisión, objetivo, métrica de negocio, vara y alcance, antes de abrir los datos</a:t>
            </a:r>
            <a:endParaRPr lang="en-US" sz="1150" dirty="0"/>
          </a:p>
        </p:txBody>
      </p:sp>
      <p:sp>
        <p:nvSpPr>
          <p:cNvPr id="11" name="Shape 9"/>
          <p:cNvSpPr/>
          <p:nvPr/>
        </p:nvSpPr>
        <p:spPr>
          <a:xfrm>
            <a:off x="6199632" y="2103120"/>
            <a:ext cx="5486400" cy="914400"/>
          </a:xfrm>
          <a:prstGeom prst="roundRect">
            <a:avLst>
              <a:gd name="adj" fmla="val 6000"/>
            </a:avLst>
          </a:prstGeom>
          <a:solidFill>
            <a:srgbClr val="FFFFFF"/>
          </a:solidFill>
          <a:ln w="9525">
            <a:solidFill>
              <a:srgbClr val="D2DBEC"/>
            </a:solidFill>
            <a:prstDash val="solid"/>
          </a:ln>
        </p:spPr>
      </p:sp>
      <p:sp>
        <p:nvSpPr>
          <p:cNvPr id="12" name="Shape 10"/>
          <p:cNvSpPr/>
          <p:nvPr/>
        </p:nvSpPr>
        <p:spPr>
          <a:xfrm>
            <a:off x="6382512" y="2368296"/>
            <a:ext cx="384048" cy="384048"/>
          </a:xfrm>
          <a:prstGeom prst="ellipse">
            <a:avLst/>
          </a:prstGeom>
          <a:solidFill>
            <a:srgbClr val="1A56E8"/>
          </a:solidFill>
          <a:ln w="12700">
            <a:solidFill>
              <a:srgbClr val="1A56E8"/>
            </a:solidFill>
            <a:prstDash val="solid"/>
          </a:ln>
        </p:spPr>
      </p:sp>
      <p:sp>
        <p:nvSpPr>
          <p:cNvPr id="13" name="Text 11"/>
          <p:cNvSpPr txBox="1"/>
          <p:nvPr/>
        </p:nvSpPr>
        <p:spPr>
          <a:xfrm>
            <a:off x="6382512" y="23682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6931152" y="2194560"/>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Datos</a:t>
            </a:r>
            <a:endParaRPr lang="en-US" sz="1400" dirty="0"/>
          </a:p>
        </p:txBody>
      </p:sp>
      <p:sp>
        <p:nvSpPr>
          <p:cNvPr id="15" name="Text 13"/>
          <p:cNvSpPr txBox="1"/>
          <p:nvPr/>
        </p:nvSpPr>
        <p:spPr>
          <a:xfrm>
            <a:off x="6931152" y="2532888"/>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Tamaño, duplicados, faltantes y la forma del objetivo. Leer el diccionario</a:t>
            </a:r>
            <a:endParaRPr lang="en-US" sz="1150" dirty="0"/>
          </a:p>
        </p:txBody>
      </p:sp>
      <p:sp>
        <p:nvSpPr>
          <p:cNvPr id="16" name="Shape 14"/>
          <p:cNvSpPr/>
          <p:nvPr/>
        </p:nvSpPr>
        <p:spPr>
          <a:xfrm>
            <a:off x="502920" y="3136392"/>
            <a:ext cx="5486400" cy="914400"/>
          </a:xfrm>
          <a:prstGeom prst="roundRect">
            <a:avLst>
              <a:gd name="adj" fmla="val 6000"/>
            </a:avLst>
          </a:prstGeom>
          <a:solidFill>
            <a:srgbClr val="0A2559"/>
          </a:solidFill>
          <a:ln w="9525">
            <a:solidFill>
              <a:srgbClr val="0A2559"/>
            </a:solidFill>
            <a:prstDash val="solid"/>
          </a:ln>
        </p:spPr>
      </p:sp>
      <p:sp>
        <p:nvSpPr>
          <p:cNvPr id="17" name="Shape 15"/>
          <p:cNvSpPr/>
          <p:nvPr/>
        </p:nvSpPr>
        <p:spPr>
          <a:xfrm>
            <a:off x="685800" y="3401568"/>
            <a:ext cx="384048" cy="384048"/>
          </a:xfrm>
          <a:prstGeom prst="ellipse">
            <a:avLst/>
          </a:prstGeom>
          <a:solidFill>
            <a:srgbClr val="E6115E"/>
          </a:solidFill>
          <a:ln w="12700">
            <a:solidFill>
              <a:srgbClr val="E6115E"/>
            </a:solidFill>
            <a:prstDash val="solid"/>
          </a:ln>
        </p:spPr>
      </p:sp>
      <p:sp>
        <p:nvSpPr>
          <p:cNvPr id="18" name="Text 16"/>
          <p:cNvSpPr txBox="1"/>
          <p:nvPr/>
        </p:nvSpPr>
        <p:spPr>
          <a:xfrm>
            <a:off x="685800" y="34015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234440" y="3227832"/>
            <a:ext cx="45720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Separar</a:t>
            </a:r>
            <a:endParaRPr lang="en-US" sz="1400" dirty="0"/>
          </a:p>
        </p:txBody>
      </p:sp>
      <p:sp>
        <p:nvSpPr>
          <p:cNvPr id="20" name="Text 18"/>
          <p:cNvSpPr txBox="1"/>
          <p:nvPr/>
        </p:nvSpPr>
        <p:spPr>
          <a:xfrm>
            <a:off x="1234440" y="3566160"/>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La prueba se aparta antes de explorar, estratificada si el objetivo es asimétrico</a:t>
            </a:r>
            <a:endParaRPr lang="en-US" sz="1150" dirty="0"/>
          </a:p>
        </p:txBody>
      </p:sp>
      <p:sp>
        <p:nvSpPr>
          <p:cNvPr id="21" name="Shape 19"/>
          <p:cNvSpPr/>
          <p:nvPr/>
        </p:nvSpPr>
        <p:spPr>
          <a:xfrm>
            <a:off x="6199632" y="3136392"/>
            <a:ext cx="5486400" cy="914400"/>
          </a:xfrm>
          <a:prstGeom prst="roundRect">
            <a:avLst>
              <a:gd name="adj" fmla="val 6000"/>
            </a:avLst>
          </a:prstGeom>
          <a:solidFill>
            <a:srgbClr val="FFFFFF"/>
          </a:solidFill>
          <a:ln w="9525">
            <a:solidFill>
              <a:srgbClr val="D2DBEC"/>
            </a:solidFill>
            <a:prstDash val="solid"/>
          </a:ln>
        </p:spPr>
      </p:sp>
      <p:sp>
        <p:nvSpPr>
          <p:cNvPr id="22" name="Shape 20"/>
          <p:cNvSpPr/>
          <p:nvPr/>
        </p:nvSpPr>
        <p:spPr>
          <a:xfrm>
            <a:off x="6382512" y="3401568"/>
            <a:ext cx="384048" cy="384048"/>
          </a:xfrm>
          <a:prstGeom prst="ellipse">
            <a:avLst/>
          </a:prstGeom>
          <a:solidFill>
            <a:srgbClr val="1A56E8"/>
          </a:solidFill>
          <a:ln w="12700">
            <a:solidFill>
              <a:srgbClr val="1A56E8"/>
            </a:solidFill>
            <a:prstDash val="solid"/>
          </a:ln>
        </p:spPr>
      </p:sp>
      <p:sp>
        <p:nvSpPr>
          <p:cNvPr id="23" name="Text 21"/>
          <p:cNvSpPr txBox="1"/>
          <p:nvPr/>
        </p:nvSpPr>
        <p:spPr>
          <a:xfrm>
            <a:off x="6382512" y="34015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6931152" y="3227832"/>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Explorar</a:t>
            </a:r>
            <a:endParaRPr lang="en-US" sz="1400" dirty="0"/>
          </a:p>
        </p:txBody>
      </p:sp>
      <p:sp>
        <p:nvSpPr>
          <p:cNvPr id="25" name="Text 23"/>
          <p:cNvSpPr txBox="1"/>
          <p:nvPr/>
        </p:nvSpPr>
        <p:spPr>
          <a:xfrm>
            <a:off x="6931152" y="3566160"/>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Solo con entrenamiento: correlaciones, casos raros, categorías</a:t>
            </a:r>
            <a:endParaRPr lang="en-US" sz="1150" dirty="0"/>
          </a:p>
        </p:txBody>
      </p:sp>
      <p:sp>
        <p:nvSpPr>
          <p:cNvPr id="26" name="Shape 24"/>
          <p:cNvSpPr/>
          <p:nvPr/>
        </p:nvSpPr>
        <p:spPr>
          <a:xfrm>
            <a:off x="502920" y="4169664"/>
            <a:ext cx="5486400" cy="914400"/>
          </a:xfrm>
          <a:prstGeom prst="roundRect">
            <a:avLst>
              <a:gd name="adj" fmla="val 6000"/>
            </a:avLst>
          </a:prstGeom>
          <a:solidFill>
            <a:srgbClr val="FFFFFF"/>
          </a:solidFill>
          <a:ln w="9525">
            <a:solidFill>
              <a:srgbClr val="D2DBEC"/>
            </a:solidFill>
            <a:prstDash val="solid"/>
          </a:ln>
        </p:spPr>
      </p:sp>
      <p:sp>
        <p:nvSpPr>
          <p:cNvPr id="27" name="Shape 25"/>
          <p:cNvSpPr/>
          <p:nvPr/>
        </p:nvSpPr>
        <p:spPr>
          <a:xfrm>
            <a:off x="685800" y="4434840"/>
            <a:ext cx="384048" cy="384048"/>
          </a:xfrm>
          <a:prstGeom prst="ellipse">
            <a:avLst/>
          </a:prstGeom>
          <a:solidFill>
            <a:srgbClr val="1A56E8"/>
          </a:solidFill>
          <a:ln w="12700">
            <a:solidFill>
              <a:srgbClr val="1A56E8"/>
            </a:solidFill>
            <a:prstDash val="solid"/>
          </a:ln>
        </p:spPr>
      </p:sp>
      <p:sp>
        <p:nvSpPr>
          <p:cNvPr id="28" name="Text 26"/>
          <p:cNvSpPr txBox="1"/>
          <p:nvPr/>
        </p:nvSpPr>
        <p:spPr>
          <a:xfrm>
            <a:off x="685800" y="44348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234440" y="4261104"/>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Limpiar y crear</a:t>
            </a:r>
            <a:endParaRPr lang="en-US" sz="1400" dirty="0"/>
          </a:p>
        </p:txBody>
      </p:sp>
      <p:sp>
        <p:nvSpPr>
          <p:cNvPr id="30" name="Text 28"/>
          <p:cNvSpPr txBox="1"/>
          <p:nvPr/>
        </p:nvSpPr>
        <p:spPr>
          <a:xfrm>
            <a:off x="1234440" y="4599432"/>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Una función que no aprende de los datos; el alcance como regla explícita</a:t>
            </a:r>
            <a:endParaRPr lang="en-US" sz="1150" dirty="0"/>
          </a:p>
        </p:txBody>
      </p:sp>
      <p:sp>
        <p:nvSpPr>
          <p:cNvPr id="31" name="Shape 29"/>
          <p:cNvSpPr/>
          <p:nvPr/>
        </p:nvSpPr>
        <p:spPr>
          <a:xfrm>
            <a:off x="6199632" y="4169664"/>
            <a:ext cx="5486400" cy="914400"/>
          </a:xfrm>
          <a:prstGeom prst="roundRect">
            <a:avLst>
              <a:gd name="adj" fmla="val 6000"/>
            </a:avLst>
          </a:prstGeom>
          <a:solidFill>
            <a:srgbClr val="0A2559"/>
          </a:solidFill>
          <a:ln w="9525">
            <a:solidFill>
              <a:srgbClr val="0A2559"/>
            </a:solidFill>
            <a:prstDash val="solid"/>
          </a:ln>
        </p:spPr>
      </p:sp>
      <p:sp>
        <p:nvSpPr>
          <p:cNvPr id="32" name="Shape 30"/>
          <p:cNvSpPr/>
          <p:nvPr/>
        </p:nvSpPr>
        <p:spPr>
          <a:xfrm>
            <a:off x="6382512" y="4434840"/>
            <a:ext cx="384048" cy="384048"/>
          </a:xfrm>
          <a:prstGeom prst="ellipse">
            <a:avLst/>
          </a:prstGeom>
          <a:solidFill>
            <a:srgbClr val="E6115E"/>
          </a:solidFill>
          <a:ln w="12700">
            <a:solidFill>
              <a:srgbClr val="E6115E"/>
            </a:solidFill>
            <a:prstDash val="solid"/>
          </a:ln>
        </p:spPr>
      </p:sp>
      <p:sp>
        <p:nvSpPr>
          <p:cNvPr id="33" name="Text 31"/>
          <p:cNvSpPr txBox="1"/>
          <p:nvPr/>
        </p:nvSpPr>
        <p:spPr>
          <a:xfrm>
            <a:off x="6382512" y="44348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6931152" y="4261104"/>
            <a:ext cx="45720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Pipeline</a:t>
            </a:r>
            <a:endParaRPr lang="en-US" sz="1400" dirty="0"/>
          </a:p>
        </p:txBody>
      </p:sp>
      <p:sp>
        <p:nvSpPr>
          <p:cNvPr id="35" name="Text 33"/>
          <p:cNvSpPr txBox="1"/>
          <p:nvPr/>
        </p:nvSpPr>
        <p:spPr>
          <a:xfrm>
            <a:off x="6931152" y="4599432"/>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Lo que se aprende (medianas, escalas, one-hot) va dentro del pipeline</a:t>
            </a:r>
            <a:endParaRPr lang="en-US" sz="1150" dirty="0"/>
          </a:p>
        </p:txBody>
      </p:sp>
      <p:sp>
        <p:nvSpPr>
          <p:cNvPr id="36" name="Shape 34"/>
          <p:cNvSpPr/>
          <p:nvPr/>
        </p:nvSpPr>
        <p:spPr>
          <a:xfrm>
            <a:off x="502920" y="5202936"/>
            <a:ext cx="5486400" cy="914400"/>
          </a:xfrm>
          <a:prstGeom prst="roundRect">
            <a:avLst>
              <a:gd name="adj" fmla="val 6000"/>
            </a:avLst>
          </a:prstGeom>
          <a:solidFill>
            <a:srgbClr val="FFFFFF"/>
          </a:solidFill>
          <a:ln w="9525">
            <a:solidFill>
              <a:srgbClr val="D2DBEC"/>
            </a:solidFill>
            <a:prstDash val="solid"/>
          </a:ln>
        </p:spPr>
      </p:sp>
      <p:sp>
        <p:nvSpPr>
          <p:cNvPr id="37" name="Shape 35"/>
          <p:cNvSpPr/>
          <p:nvPr/>
        </p:nvSpPr>
        <p:spPr>
          <a:xfrm>
            <a:off x="685800" y="5468112"/>
            <a:ext cx="384048" cy="384048"/>
          </a:xfrm>
          <a:prstGeom prst="ellipse">
            <a:avLst/>
          </a:prstGeom>
          <a:solidFill>
            <a:srgbClr val="1A56E8"/>
          </a:solidFill>
          <a:ln w="12700">
            <a:solidFill>
              <a:srgbClr val="1A56E8"/>
            </a:solidFill>
            <a:prstDash val="solid"/>
          </a:ln>
        </p:spPr>
      </p:sp>
      <p:sp>
        <p:nvSpPr>
          <p:cNvPr id="38" name="Text 36"/>
          <p:cNvSpPr txBox="1"/>
          <p:nvPr/>
        </p:nvSpPr>
        <p:spPr>
          <a:xfrm>
            <a:off x="685800" y="54681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Text 37"/>
          <p:cNvSpPr txBox="1"/>
          <p:nvPr/>
        </p:nvSpPr>
        <p:spPr>
          <a:xfrm>
            <a:off x="1234440" y="5294376"/>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Comparar</a:t>
            </a:r>
            <a:endParaRPr lang="en-US" sz="1400" dirty="0"/>
          </a:p>
        </p:txBody>
      </p:sp>
      <p:sp>
        <p:nvSpPr>
          <p:cNvPr id="40" name="Text 38"/>
          <p:cNvSpPr txBox="1"/>
          <p:nvPr/>
        </p:nvSpPr>
        <p:spPr>
          <a:xfrm>
            <a:off x="1234440" y="5632704"/>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Varios modelos y la vara, con validación cruzada. La prueba sigue guardada</a:t>
            </a:r>
            <a:endParaRPr lang="en-US" sz="1150" dirty="0"/>
          </a:p>
        </p:txBody>
      </p:sp>
      <p:sp>
        <p:nvSpPr>
          <p:cNvPr id="41" name="Shape 39"/>
          <p:cNvSpPr/>
          <p:nvPr/>
        </p:nvSpPr>
        <p:spPr>
          <a:xfrm>
            <a:off x="6199632" y="5202936"/>
            <a:ext cx="5486400" cy="914400"/>
          </a:xfrm>
          <a:prstGeom prst="roundRect">
            <a:avLst>
              <a:gd name="adj" fmla="val 6000"/>
            </a:avLst>
          </a:prstGeom>
          <a:solidFill>
            <a:srgbClr val="FFFFFF"/>
          </a:solidFill>
          <a:ln w="9525">
            <a:solidFill>
              <a:srgbClr val="D2DBEC"/>
            </a:solidFill>
            <a:prstDash val="solid"/>
          </a:ln>
        </p:spPr>
      </p:sp>
      <p:sp>
        <p:nvSpPr>
          <p:cNvPr id="42" name="Shape 40"/>
          <p:cNvSpPr/>
          <p:nvPr/>
        </p:nvSpPr>
        <p:spPr>
          <a:xfrm>
            <a:off x="6382512" y="5468112"/>
            <a:ext cx="384048" cy="384048"/>
          </a:xfrm>
          <a:prstGeom prst="ellipse">
            <a:avLst/>
          </a:prstGeom>
          <a:solidFill>
            <a:srgbClr val="1A56E8"/>
          </a:solidFill>
          <a:ln w="12700">
            <a:solidFill>
              <a:srgbClr val="1A56E8"/>
            </a:solidFill>
            <a:prstDash val="solid"/>
          </a:ln>
        </p:spPr>
      </p:sp>
      <p:sp>
        <p:nvSpPr>
          <p:cNvPr id="43" name="Text 41"/>
          <p:cNvSpPr txBox="1"/>
          <p:nvPr/>
        </p:nvSpPr>
        <p:spPr>
          <a:xfrm>
            <a:off x="6382512" y="54681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4" name="Text 42"/>
          <p:cNvSpPr txBox="1"/>
          <p:nvPr/>
        </p:nvSpPr>
        <p:spPr>
          <a:xfrm>
            <a:off x="6931152" y="5294376"/>
            <a:ext cx="45720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Evaluar y usar</a:t>
            </a:r>
            <a:endParaRPr lang="en-US" sz="1400" dirty="0"/>
          </a:p>
        </p:txBody>
      </p:sp>
      <p:sp>
        <p:nvSpPr>
          <p:cNvPr id="45" name="Text 43"/>
          <p:cNvSpPr txBox="1"/>
          <p:nvPr/>
        </p:nvSpPr>
        <p:spPr>
          <a:xfrm>
            <a:off x="6931152" y="5632704"/>
            <a:ext cx="461772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Una vez en prueba, métricas de negocio, error por segmento, guardar el pipeline</a:t>
            </a:r>
            <a:endParaRPr lang="en-US" sz="1150" dirty="0"/>
          </a:p>
        </p:txBody>
      </p:sp>
      <p:sp>
        <p:nvSpPr>
          <p:cNvPr id="46" name="Text 44"/>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Los pasos 3 y 6 (en oscuro) son los que evitan la fuga de información: que el modelo aprenda, sin que te des cuenta, algo de los datos con que lo vas a evaluar.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Definir el problema antes de abrir los datos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 no puedes responder estas preguntas, todavía no tienes un proyecto: tienes un dataset.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3072384"/>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51206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Pregunta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Respuesta para hoy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¿Qué decisión apoya el modelo?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Tasar una vivienda antes de aceptarla como garantía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¿Qué se predice, y para qué unidad?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sale_price: el precio de una venta, en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¿Con qué se mide?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MAE en dólares y MAPE en %: los tasadores hablan de «me equivoqué un 8 %»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¿Contra qué se compara?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Un modelo que siempre predice el precio mediano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¿Para qué casos NO aplica?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Se define en el Paso 4, mirando los datos de entrenamiento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7726680" y="2103120"/>
            <a:ext cx="3959352" cy="1920240"/>
          </a:xfrm>
          <a:prstGeom prst="roundRect">
            <a:avLst>
              <a:gd name="adj" fmla="val 2857"/>
            </a:avLst>
          </a:prstGeom>
          <a:solidFill>
            <a:srgbClr val="FFFFFF"/>
          </a:solidFill>
          <a:ln w="9525">
            <a:solidFill>
              <a:srgbClr val="D2DBEC"/>
            </a:solidFill>
            <a:prstDash val="solid"/>
          </a:ln>
        </p:spPr>
      </p:sp>
      <p:sp>
        <p:nvSpPr>
          <p:cNvPr id="8" name="Shape 5"/>
          <p:cNvSpPr/>
          <p:nvPr/>
        </p:nvSpPr>
        <p:spPr>
          <a:xfrm>
            <a:off x="7955280" y="235000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8183880" y="224028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MAE y MAPE, juntos</a:t>
            </a:r>
            <a:endParaRPr lang="en-US" sz="1400" dirty="0"/>
          </a:p>
        </p:txBody>
      </p:sp>
      <p:sp>
        <p:nvSpPr>
          <p:cNvPr id="10" name="Text 7"/>
          <p:cNvSpPr txBox="1"/>
          <p:nvPr/>
        </p:nvSpPr>
        <p:spPr>
          <a:xfrm>
            <a:off x="7955280" y="2606040"/>
            <a:ext cx="3566160" cy="13716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MAE dice cuánto dinero se pierde por casa. El MAPE dice si el error es razonable para el tamaño de la casa: 20 mil es mucho en una de 100 mil y poco en una de 500 mil.</a:t>
            </a:r>
            <a:endParaRPr lang="en-US" sz="1200" dirty="0"/>
          </a:p>
        </p:txBody>
      </p:sp>
      <p:sp>
        <p:nvSpPr>
          <p:cNvPr id="11" name="Shape 8"/>
          <p:cNvSpPr/>
          <p:nvPr/>
        </p:nvSpPr>
        <p:spPr>
          <a:xfrm>
            <a:off x="7726680" y="4206240"/>
            <a:ext cx="3959352" cy="2011680"/>
          </a:xfrm>
          <a:prstGeom prst="roundRect">
            <a:avLst>
              <a:gd name="adj" fmla="val 2727"/>
            </a:avLst>
          </a:prstGeom>
          <a:solidFill>
            <a:srgbClr val="0A2559"/>
          </a:solidFill>
          <a:ln w="9525">
            <a:solidFill>
              <a:srgbClr val="0A2559"/>
            </a:solidFill>
            <a:prstDash val="solid"/>
          </a:ln>
        </p:spPr>
      </p:sp>
      <p:sp>
        <p:nvSpPr>
          <p:cNvPr id="12" name="Shape 9"/>
          <p:cNvSpPr/>
          <p:nvPr/>
        </p:nvSpPr>
        <p:spPr>
          <a:xfrm>
            <a:off x="7955280" y="44531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183880" y="4343400"/>
            <a:ext cx="33192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vara, siempre</a:t>
            </a:r>
            <a:endParaRPr lang="en-US" sz="1400" dirty="0"/>
          </a:p>
        </p:txBody>
      </p:sp>
      <p:sp>
        <p:nvSpPr>
          <p:cNvPr id="14" name="Text 11"/>
          <p:cNvSpPr txBox="1"/>
          <p:nvPr/>
        </p:nvSpPr>
        <p:spPr>
          <a:xfrm>
            <a:off x="7955280" y="4709160"/>
            <a:ext cx="3566160" cy="14173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Predecir siempre la mediana da un MAE de 55 211 USD y un MAPE de 32.3 %. Cualquier modelo que no le gane por mucho no sirve.</a:t>
            </a:r>
            <a:endParaRPr lang="en-US" sz="1250" dirty="0"/>
          </a:p>
        </p:txBody>
      </p:sp>
      <p:sp>
        <p:nvSpPr>
          <p:cNvPr id="15" name="Shape 12"/>
          <p:cNvSpPr/>
          <p:nvPr/>
        </p:nvSpPr>
        <p:spPr>
          <a:xfrm>
            <a:off x="502920" y="5349240"/>
            <a:ext cx="6949440" cy="868680"/>
          </a:xfrm>
          <a:prstGeom prst="roundRect">
            <a:avLst>
              <a:gd name="adj" fmla="val 6316"/>
            </a:avLst>
          </a:prstGeom>
          <a:solidFill>
            <a:srgbClr val="E9EEF8"/>
          </a:solidFill>
          <a:ln w="9525">
            <a:solidFill>
              <a:srgbClr val="D2DBEC"/>
            </a:solidFill>
            <a:prstDash val="solid"/>
          </a:ln>
        </p:spPr>
      </p:sp>
      <p:sp>
        <p:nvSpPr>
          <p:cNvPr id="16" name="Text 13"/>
          <p:cNvSpPr txBox="1"/>
          <p:nvPr/>
        </p:nvSpPr>
        <p:spPr>
          <a:xfrm>
            <a:off x="731520" y="5349240"/>
            <a:ext cx="6492240" cy="86868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El alcance es la pregunta que más se olvida. </a:t>
            </a:r>
            <a:r>
              <a:rPr lang="en-US" sz="1250" dirty="0">
                <a:solidFill>
                  <a:srgbClr val="2C3A55"/>
                </a:solidFill>
                <a:latin typeface="Calibri" pitchFamily="34" charset="0"/>
                <a:ea typeface="Calibri" pitchFamily="34" charset="-122"/>
                <a:cs typeface="Calibri" pitchFamily="34" charset="-120"/>
              </a:rPr>
              <a:t>Un modelo que dice para qué casos no sirve es más confiable que uno que lo intenta con todo.</a:t>
            </a:r>
            <a:endParaRPr lang="en-US" sz="1250" dirty="0"/>
          </a:p>
        </p:txBody>
      </p:sp>
      <mc:AlternateContent xmlns:mc="http://schemas.openxmlformats.org/markup-compatibility/2006">
        <mc:Choice xmlns:p14="http://schemas.microsoft.com/office/powerpoint/2010/main" Requires="p14">
          <p:contentPart p14:bwMode="auto" r:id="rId3">
            <p14:nvContentPartPr>
              <p14:cNvPr id="17" name="Ink 16">
                <a:extLst>
                  <a:ext uri="{FF2B5EF4-FFF2-40B4-BE49-F238E27FC236}">
                    <a16:creationId xmlns:a16="http://schemas.microsoft.com/office/drawing/2014/main" id="{EE1755DF-0171-EAF0-9B15-A12B60038094}"/>
                  </a:ext>
                </a:extLst>
              </p14:cNvPr>
              <p14:cNvContentPartPr/>
              <p14:nvPr/>
            </p14:nvContentPartPr>
            <p14:xfrm>
              <a:off x="204120" y="84240"/>
              <a:ext cx="11073960" cy="5919120"/>
            </p14:xfrm>
          </p:contentPart>
        </mc:Choice>
        <mc:Fallback>
          <p:pic>
            <p:nvPicPr>
              <p:cNvPr id="17" name="Ink 16">
                <a:extLst>
                  <a:ext uri="{FF2B5EF4-FFF2-40B4-BE49-F238E27FC236}">
                    <a16:creationId xmlns:a16="http://schemas.microsoft.com/office/drawing/2014/main" id="{EE1755DF-0171-EAF0-9B15-A12B60038094}"/>
                  </a:ext>
                </a:extLst>
              </p:cNvPr>
              <p:cNvPicPr/>
              <p:nvPr/>
            </p:nvPicPr>
            <p:blipFill>
              <a:blip r:embed="rId4"/>
              <a:stretch>
                <a:fillRect/>
              </a:stretch>
            </p:blipFill>
            <p:spPr>
              <a:xfrm>
                <a:off x="194760" y="74880"/>
                <a:ext cx="11092680" cy="59378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Revisar los datos: no todos los faltantes son iguales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2 930 ventas y 82 columnas en el original. Nos quedamos con 22 variables, el identificador y el precio.</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223760" cy="2743200"/>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Columna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Faltantes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significa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hacemos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garage_type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no tiene garaje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categoría «Sin garaje»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bsmt_qual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no tiene sótano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calidad 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lot_frontage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no se registró</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mediana, dentro del pipeline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mas_vnr_area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no se registró</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mediana, dentro del pipeline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total_bsmt_sf, garage_cars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 y 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no se registró</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mediana, dentro del pipeline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4"/>
          <p:cNvSpPr/>
          <p:nvPr/>
        </p:nvSpPr>
        <p:spPr>
          <a:xfrm>
            <a:off x="502920" y="5074920"/>
            <a:ext cx="7223760" cy="1143000"/>
          </a:xfrm>
          <a:prstGeom prst="roundRect">
            <a:avLst>
              <a:gd name="adj" fmla="val 4800"/>
            </a:avLst>
          </a:prstGeom>
          <a:solidFill>
            <a:srgbClr val="0A2559"/>
          </a:solidFill>
          <a:ln w="9525">
            <a:solidFill>
              <a:srgbClr val="0A2559"/>
            </a:solidFill>
            <a:prstDash val="solid"/>
          </a:ln>
        </p:spPr>
      </p:sp>
      <p:sp>
        <p:nvSpPr>
          <p:cNvPr id="8" name="Text 5"/>
          <p:cNvSpPr txBox="1"/>
          <p:nvPr/>
        </p:nvSpPr>
        <p:spPr>
          <a:xfrm>
            <a:off x="731520" y="5074920"/>
            <a:ext cx="6766560" cy="114300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Un NaN que significa «no tiene» es información. </a:t>
            </a:r>
            <a:r>
              <a:rPr lang="en-US" sz="1250" dirty="0">
                <a:solidFill>
                  <a:srgbClr val="C9D4EA"/>
                </a:solidFill>
                <a:latin typeface="Calibri" pitchFamily="34" charset="0"/>
                <a:ea typeface="Calibri" pitchFamily="34" charset="-122"/>
                <a:cs typeface="Calibri" pitchFamily="34" charset="-120"/>
              </a:rPr>
              <a:t>Rellenarlo con la mediana sería inventarle un garaje a 157 casas. Lo dice el diccionario de datos: leerlo es parte del paso.</a:t>
            </a:r>
            <a:endParaRPr lang="en-US" sz="1250" dirty="0"/>
          </a:p>
        </p:txBody>
      </p:sp>
      <p:sp>
        <p:nvSpPr>
          <p:cNvPr id="9" name="Shape 6"/>
          <p:cNvSpPr/>
          <p:nvPr/>
        </p:nvSpPr>
        <p:spPr>
          <a:xfrm>
            <a:off x="8001000" y="2103120"/>
            <a:ext cx="3685032" cy="4114800"/>
          </a:xfrm>
          <a:prstGeom prst="roundRect">
            <a:avLst>
              <a:gd name="adj" fmla="val 1489"/>
            </a:avLst>
          </a:prstGeom>
          <a:solidFill>
            <a:srgbClr val="FFFFFF"/>
          </a:solidFill>
          <a:ln w="9525">
            <a:solidFill>
              <a:srgbClr val="D2DBEC"/>
            </a:solidFill>
            <a:prstDash val="solid"/>
          </a:ln>
        </p:spPr>
      </p:sp>
      <p:sp>
        <p:nvSpPr>
          <p:cNvPr id="10" name="Shape 7"/>
          <p:cNvSpPr/>
          <p:nvPr/>
        </p:nvSpPr>
        <p:spPr>
          <a:xfrm>
            <a:off x="8229600" y="2350008"/>
            <a:ext cx="128016" cy="128016"/>
          </a:xfrm>
          <a:prstGeom prst="roundRect">
            <a:avLst>
              <a:gd name="adj" fmla="val 21429"/>
            </a:avLst>
          </a:prstGeom>
          <a:solidFill>
            <a:srgbClr val="1A56E8"/>
          </a:solidFill>
          <a:ln w="12700">
            <a:solidFill>
              <a:srgbClr val="1A56E8"/>
            </a:solidFill>
            <a:prstDash val="solid"/>
          </a:ln>
        </p:spPr>
      </p:sp>
      <p:sp>
        <p:nvSpPr>
          <p:cNvPr id="11" name="Text 8"/>
          <p:cNvSpPr txBox="1"/>
          <p:nvPr/>
        </p:nvSpPr>
        <p:spPr>
          <a:xfrm>
            <a:off x="8458200" y="2240280"/>
            <a:ext cx="304495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revisión de siempre</a:t>
            </a:r>
            <a:endParaRPr lang="en-US" sz="1400" dirty="0"/>
          </a:p>
        </p:txBody>
      </p:sp>
      <p:sp>
        <p:nvSpPr>
          <p:cNvPr id="12" name="Text 9"/>
          <p:cNvSpPr txBox="1"/>
          <p:nvPr/>
        </p:nvSpPr>
        <p:spPr>
          <a:xfrm>
            <a:off x="8229600" y="2697480"/>
            <a:ext cx="3291840" cy="256032"/>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Tamaño</a:t>
            </a:r>
            <a:endParaRPr lang="en-US" sz="1100" dirty="0"/>
          </a:p>
        </p:txBody>
      </p:sp>
      <p:sp>
        <p:nvSpPr>
          <p:cNvPr id="13" name="Text 10"/>
          <p:cNvSpPr txBox="1"/>
          <p:nvPr/>
        </p:nvSpPr>
        <p:spPr>
          <a:xfrm>
            <a:off x="8229600" y="2935224"/>
            <a:ext cx="3291840" cy="310896"/>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2 930 × 24</a:t>
            </a:r>
            <a:endParaRPr lang="en-US" sz="1500" dirty="0"/>
          </a:p>
        </p:txBody>
      </p:sp>
      <p:sp>
        <p:nvSpPr>
          <p:cNvPr id="14" name="Text 11"/>
          <p:cNvSpPr txBox="1"/>
          <p:nvPr/>
        </p:nvSpPr>
        <p:spPr>
          <a:xfrm>
            <a:off x="8229600" y="3337560"/>
            <a:ext cx="3291840" cy="256032"/>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Duplicados</a:t>
            </a:r>
            <a:endParaRPr lang="en-US" sz="1100" dirty="0"/>
          </a:p>
        </p:txBody>
      </p:sp>
      <p:sp>
        <p:nvSpPr>
          <p:cNvPr id="15" name="Text 12"/>
          <p:cNvSpPr txBox="1"/>
          <p:nvPr/>
        </p:nvSpPr>
        <p:spPr>
          <a:xfrm>
            <a:off x="8229600" y="3575304"/>
            <a:ext cx="3291840" cy="310896"/>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ninguno (pid único)</a:t>
            </a:r>
            <a:endParaRPr lang="en-US" sz="1500" dirty="0"/>
          </a:p>
        </p:txBody>
      </p:sp>
      <p:sp>
        <p:nvSpPr>
          <p:cNvPr id="16" name="Text 13"/>
          <p:cNvSpPr txBox="1"/>
          <p:nvPr/>
        </p:nvSpPr>
        <p:spPr>
          <a:xfrm>
            <a:off x="8229600" y="3977640"/>
            <a:ext cx="3291840" cy="256032"/>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Faltantes</a:t>
            </a:r>
            <a:endParaRPr lang="en-US" sz="1100" dirty="0"/>
          </a:p>
        </p:txBody>
      </p:sp>
      <p:sp>
        <p:nvSpPr>
          <p:cNvPr id="17" name="Text 14"/>
          <p:cNvSpPr txBox="1"/>
          <p:nvPr/>
        </p:nvSpPr>
        <p:spPr>
          <a:xfrm>
            <a:off x="8229600" y="4215384"/>
            <a:ext cx="3291840" cy="310896"/>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6 columnas</a:t>
            </a:r>
            <a:endParaRPr lang="en-US" sz="1500" dirty="0"/>
          </a:p>
        </p:txBody>
      </p:sp>
      <p:sp>
        <p:nvSpPr>
          <p:cNvPr id="18" name="Text 15"/>
          <p:cNvSpPr txBox="1"/>
          <p:nvPr/>
        </p:nvSpPr>
        <p:spPr>
          <a:xfrm>
            <a:off x="8229600" y="4617720"/>
            <a:ext cx="3291840" cy="256032"/>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Precio mediano</a:t>
            </a:r>
            <a:endParaRPr lang="en-US" sz="1100" dirty="0"/>
          </a:p>
        </p:txBody>
      </p:sp>
      <p:sp>
        <p:nvSpPr>
          <p:cNvPr id="19" name="Text 16"/>
          <p:cNvSpPr txBox="1"/>
          <p:nvPr/>
        </p:nvSpPr>
        <p:spPr>
          <a:xfrm>
            <a:off x="8229600" y="4855464"/>
            <a:ext cx="3291840" cy="310896"/>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160 000 USD</a:t>
            </a:r>
            <a:endParaRPr lang="en-US" sz="1500" dirty="0"/>
          </a:p>
        </p:txBody>
      </p:sp>
      <p:sp>
        <p:nvSpPr>
          <p:cNvPr id="20" name="Text 17"/>
          <p:cNvSpPr txBox="1"/>
          <p:nvPr/>
        </p:nvSpPr>
        <p:spPr>
          <a:xfrm>
            <a:off x="8229600" y="5257800"/>
            <a:ext cx="3291840" cy="256032"/>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Asimetría</a:t>
            </a:r>
            <a:endParaRPr lang="en-US" sz="1100" dirty="0"/>
          </a:p>
        </p:txBody>
      </p:sp>
      <p:sp>
        <p:nvSpPr>
          <p:cNvPr id="21" name="Text 18"/>
          <p:cNvSpPr txBox="1"/>
          <p:nvPr/>
        </p:nvSpPr>
        <p:spPr>
          <a:xfrm>
            <a:off x="8229600" y="5495544"/>
            <a:ext cx="3291840" cy="310896"/>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1.74 → -0.01 en log</a:t>
            </a:r>
            <a:endParaRPr lang="en-US" sz="1500" dirty="0"/>
          </a:p>
        </p:txBody>
      </p:sp>
      <p:sp>
        <p:nvSpPr>
          <p:cNvPr id="22" name="Text 19"/>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De Cock, D. (2011). Ames, Iowa: Alternative to the Boston Housing Data as an End of Semester Regression Project. Journal of Statistics Education, 19(3).</a:t>
            </a:r>
            <a:endParaRPr lang="en-US" sz="950" dirty="0"/>
          </a:p>
        </p:txBody>
      </p:sp>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C4BCF705-130F-27C4-8501-EE442693DB03}"/>
                  </a:ext>
                </a:extLst>
              </p14:cNvPr>
              <p14:cNvContentPartPr/>
              <p14:nvPr/>
            </p14:nvContentPartPr>
            <p14:xfrm>
              <a:off x="484920" y="1521000"/>
              <a:ext cx="10666080" cy="5163480"/>
            </p14:xfrm>
          </p:contentPart>
        </mc:Choice>
        <mc:Fallback>
          <p:pic>
            <p:nvPicPr>
              <p:cNvPr id="23" name="Ink 22">
                <a:extLst>
                  <a:ext uri="{FF2B5EF4-FFF2-40B4-BE49-F238E27FC236}">
                    <a16:creationId xmlns:a16="http://schemas.microsoft.com/office/drawing/2014/main" id="{C4BCF705-130F-27C4-8501-EE442693DB03}"/>
                  </a:ext>
                </a:extLst>
              </p:cNvPr>
              <p:cNvPicPr/>
              <p:nvPr/>
            </p:nvPicPr>
            <p:blipFill>
              <a:blip r:embed="rId4"/>
              <a:stretch>
                <a:fillRect/>
              </a:stretch>
            </p:blipFill>
            <p:spPr>
              <a:xfrm>
                <a:off x="475560" y="1511640"/>
                <a:ext cx="10684800" cy="51822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Separar la prueba antes de mirar</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 lo que decides mirando los datos es una forma de aprender de ellos. Si miras la prueba, deja de ser nueva.</a:t>
            </a:r>
            <a:endParaRPr lang="en-US" sz="1400" dirty="0"/>
          </a:p>
        </p:txBody>
      </p:sp>
      <p:sp>
        <p:nvSpPr>
          <p:cNvPr id="6" name="Shape 4"/>
          <p:cNvSpPr/>
          <p:nvPr/>
        </p:nvSpPr>
        <p:spPr>
          <a:xfrm>
            <a:off x="502920" y="2103120"/>
            <a:ext cx="8891626" cy="914400"/>
          </a:xfrm>
          <a:prstGeom prst="roundRect">
            <a:avLst>
              <a:gd name="adj" fmla="val 6000"/>
            </a:avLst>
          </a:prstGeom>
          <a:solidFill>
            <a:srgbClr val="0A2559"/>
          </a:solidFill>
          <a:ln/>
        </p:spPr>
      </p:sp>
      <p:sp>
        <p:nvSpPr>
          <p:cNvPr id="7" name="Text 5"/>
          <p:cNvSpPr txBox="1"/>
          <p:nvPr/>
        </p:nvSpPr>
        <p:spPr>
          <a:xfrm>
            <a:off x="502920" y="2157984"/>
            <a:ext cx="8891626"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ENTRENAMIENTO · 80 %</a:t>
            </a:r>
            <a:endParaRPr lang="en-US" sz="1400" dirty="0"/>
          </a:p>
        </p:txBody>
      </p:sp>
      <p:sp>
        <p:nvSpPr>
          <p:cNvPr id="8" name="Text 6"/>
          <p:cNvSpPr txBox="1"/>
          <p:nvPr/>
        </p:nvSpPr>
        <p:spPr>
          <a:xfrm>
            <a:off x="502920" y="2542032"/>
            <a:ext cx="8891626" cy="365760"/>
          </a:xfrm>
          <a:prstGeom prst="rect">
            <a:avLst/>
          </a:prstGeom>
          <a:noFill/>
          <a:ln/>
        </p:spPr>
        <p:txBody>
          <a:bodyPr wrap="square" lIns="0" tIns="0" rIns="0" bIns="0" rtlCol="0" anchor="ctr"/>
          <a:lstStyle/>
          <a:p>
            <a:pPr marL="0" indent="0" algn="ctr">
              <a:buNone/>
            </a:pPr>
            <a:r>
              <a:rPr lang="en-US" sz="1150" i="1" dirty="0">
                <a:solidFill>
                  <a:srgbClr val="DCE4F5"/>
                </a:solidFill>
                <a:latin typeface="Calibri" pitchFamily="34" charset="0"/>
                <a:ea typeface="Calibri" pitchFamily="34" charset="-122"/>
                <a:cs typeface="Calibri" pitchFamily="34" charset="-120"/>
              </a:rPr>
              <a:t>2 344 casas · se explora, se limpia, se valida</a:t>
            </a:r>
            <a:endParaRPr lang="en-US" sz="1150" dirty="0"/>
          </a:p>
        </p:txBody>
      </p:sp>
      <p:sp>
        <p:nvSpPr>
          <p:cNvPr id="9" name="Shape 7"/>
          <p:cNvSpPr/>
          <p:nvPr/>
        </p:nvSpPr>
        <p:spPr>
          <a:xfrm>
            <a:off x="9449410" y="2103120"/>
            <a:ext cx="2181758" cy="914400"/>
          </a:xfrm>
          <a:prstGeom prst="roundRect">
            <a:avLst>
              <a:gd name="adj" fmla="val 6000"/>
            </a:avLst>
          </a:prstGeom>
          <a:solidFill>
            <a:srgbClr val="E6115E"/>
          </a:solidFill>
          <a:ln/>
        </p:spPr>
      </p:sp>
      <p:sp>
        <p:nvSpPr>
          <p:cNvPr id="10" name="Text 8"/>
          <p:cNvSpPr txBox="1"/>
          <p:nvPr/>
        </p:nvSpPr>
        <p:spPr>
          <a:xfrm>
            <a:off x="9449410" y="2157984"/>
            <a:ext cx="2181758"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PRUEBA · 20 %</a:t>
            </a:r>
            <a:endParaRPr lang="en-US" sz="1400" dirty="0"/>
          </a:p>
        </p:txBody>
      </p:sp>
      <p:sp>
        <p:nvSpPr>
          <p:cNvPr id="11" name="Text 9"/>
          <p:cNvSpPr txBox="1"/>
          <p:nvPr/>
        </p:nvSpPr>
        <p:spPr>
          <a:xfrm>
            <a:off x="9449410" y="2542032"/>
            <a:ext cx="2181758" cy="365760"/>
          </a:xfrm>
          <a:prstGeom prst="rect">
            <a:avLst/>
          </a:prstGeom>
          <a:noFill/>
          <a:ln/>
        </p:spPr>
        <p:txBody>
          <a:bodyPr wrap="square" lIns="0" tIns="0" rIns="0" bIns="0" rtlCol="0" anchor="ctr"/>
          <a:lstStyle/>
          <a:p>
            <a:pPr marL="0" indent="0" algn="ctr">
              <a:buNone/>
            </a:pPr>
            <a:r>
              <a:rPr lang="en-US" sz="1150" i="1" dirty="0">
                <a:solidFill>
                  <a:srgbClr val="DCE4F5"/>
                </a:solidFill>
                <a:latin typeface="Calibri" pitchFamily="34" charset="0"/>
                <a:ea typeface="Calibri" pitchFamily="34" charset="-122"/>
                <a:cs typeface="Calibri" pitchFamily="34" charset="-120"/>
              </a:rPr>
              <a:t>586 casas · hasta el Paso 8</a:t>
            </a:r>
            <a:endParaRPr lang="en-US" sz="1150" dirty="0"/>
          </a:p>
        </p:txBody>
      </p:sp>
      <p:sp>
        <p:nvSpPr>
          <p:cNvPr id="12" name="Shape 10"/>
          <p:cNvSpPr/>
          <p:nvPr/>
        </p:nvSpPr>
        <p:spPr>
          <a:xfrm>
            <a:off x="502920" y="3291840"/>
            <a:ext cx="3630168" cy="2103120"/>
          </a:xfrm>
          <a:prstGeom prst="roundRect">
            <a:avLst>
              <a:gd name="adj" fmla="val 2609"/>
            </a:avLst>
          </a:prstGeom>
          <a:solidFill>
            <a:srgbClr val="FFFFFF"/>
          </a:solidFill>
          <a:ln w="9525">
            <a:solidFill>
              <a:srgbClr val="D2DBEC"/>
            </a:solidFill>
            <a:prstDash val="solid"/>
          </a:ln>
        </p:spPr>
      </p:sp>
      <p:sp>
        <p:nvSpPr>
          <p:cNvPr id="13" name="Shape 11"/>
          <p:cNvSpPr/>
          <p:nvPr/>
        </p:nvSpPr>
        <p:spPr>
          <a:xfrm>
            <a:off x="731520" y="3538728"/>
            <a:ext cx="128016" cy="128016"/>
          </a:xfrm>
          <a:prstGeom prst="roundRect">
            <a:avLst>
              <a:gd name="adj" fmla="val 21429"/>
            </a:avLst>
          </a:prstGeom>
          <a:solidFill>
            <a:srgbClr val="E6115E"/>
          </a:solidFill>
          <a:ln w="12700">
            <a:solidFill>
              <a:srgbClr val="E6115E"/>
            </a:solidFill>
            <a:prstDash val="solid"/>
          </a:ln>
        </p:spPr>
      </p:sp>
      <p:sp>
        <p:nvSpPr>
          <p:cNvPr id="14" name="Text 12"/>
          <p:cNvSpPr txBox="1"/>
          <p:nvPr/>
        </p:nvSpPr>
        <p:spPr>
          <a:xfrm>
            <a:off x="960120" y="342900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es la fuga</a:t>
            </a:r>
            <a:endParaRPr lang="en-US" sz="1400" dirty="0"/>
          </a:p>
        </p:txBody>
      </p:sp>
      <p:sp>
        <p:nvSpPr>
          <p:cNvPr id="15" name="Text 13"/>
          <p:cNvSpPr txBox="1"/>
          <p:nvPr/>
        </p:nvSpPr>
        <p:spPr>
          <a:xfrm>
            <a:off x="731520" y="3794760"/>
            <a:ext cx="3200400" cy="1508760"/>
          </a:xfrm>
          <a:prstGeom prst="rect">
            <a:avLst/>
          </a:prstGeom>
          <a:noFill/>
          <a:ln/>
        </p:spPr>
        <p:txBody>
          <a:bodyPr wrap="square" lIns="0" tIns="0" rIns="0" bIns="0" rtlCol="0" anchor="t"/>
          <a:lstStyle/>
          <a:p>
            <a:pPr marL="0" indent="0">
              <a:spcAft>
                <a:spcPts val="400"/>
              </a:spcAft>
              <a:buNone/>
            </a:pPr>
            <a:r>
              <a:rPr lang="en-US" sz="1350" dirty="0">
                <a:solidFill>
                  <a:srgbClr val="2C3A55"/>
                </a:solidFill>
                <a:latin typeface="Calibri" pitchFamily="34" charset="0"/>
                <a:ea typeface="Calibri" pitchFamily="34" charset="-122"/>
                <a:cs typeface="Calibri" pitchFamily="34" charset="-120"/>
              </a:rPr>
              <a:t>Que el modelo aprenda, sin que lo notes, algo de los datos con los que lo vas a evaluar. El resultado sale mejor de lo que será en la realidad.</a:t>
            </a:r>
            <a:endParaRPr lang="en-US" sz="1350" dirty="0"/>
          </a:p>
        </p:txBody>
      </p:sp>
      <p:sp>
        <p:nvSpPr>
          <p:cNvPr id="16" name="Shape 14"/>
          <p:cNvSpPr/>
          <p:nvPr/>
        </p:nvSpPr>
        <p:spPr>
          <a:xfrm>
            <a:off x="4279392" y="3291840"/>
            <a:ext cx="3630168" cy="2103120"/>
          </a:xfrm>
          <a:prstGeom prst="roundRect">
            <a:avLst>
              <a:gd name="adj" fmla="val 2609"/>
            </a:avLst>
          </a:prstGeom>
          <a:solidFill>
            <a:srgbClr val="FFFFFF"/>
          </a:solidFill>
          <a:ln w="9525">
            <a:solidFill>
              <a:srgbClr val="D2DBEC"/>
            </a:solidFill>
            <a:prstDash val="solid"/>
          </a:ln>
        </p:spPr>
      </p:sp>
      <p:sp>
        <p:nvSpPr>
          <p:cNvPr id="17" name="Shape 15"/>
          <p:cNvSpPr/>
          <p:nvPr/>
        </p:nvSpPr>
        <p:spPr>
          <a:xfrm>
            <a:off x="4507992" y="3538728"/>
            <a:ext cx="128016" cy="128016"/>
          </a:xfrm>
          <a:prstGeom prst="roundRect">
            <a:avLst>
              <a:gd name="adj" fmla="val 21429"/>
            </a:avLst>
          </a:prstGeom>
          <a:solidFill>
            <a:srgbClr val="1A56E8"/>
          </a:solidFill>
          <a:ln w="12700">
            <a:solidFill>
              <a:srgbClr val="1A56E8"/>
            </a:solidFill>
            <a:prstDash val="solid"/>
          </a:ln>
        </p:spPr>
      </p:sp>
      <p:sp>
        <p:nvSpPr>
          <p:cNvPr id="18" name="Text 16"/>
          <p:cNvSpPr txBox="1"/>
          <p:nvPr/>
        </p:nvSpPr>
        <p:spPr>
          <a:xfrm>
            <a:off x="4736592" y="342900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Ejemplos típicos</a:t>
            </a:r>
            <a:endParaRPr lang="en-US" sz="1400" dirty="0"/>
          </a:p>
        </p:txBody>
      </p:sp>
      <p:sp>
        <p:nvSpPr>
          <p:cNvPr id="19" name="Text 17"/>
          <p:cNvSpPr txBox="1"/>
          <p:nvPr/>
        </p:nvSpPr>
        <p:spPr>
          <a:xfrm>
            <a:off x="4507992" y="3794760"/>
            <a:ext cx="3200400" cy="1508760"/>
          </a:xfrm>
          <a:prstGeom prst="rect">
            <a:avLst/>
          </a:prstGeom>
          <a:noFill/>
          <a:ln/>
        </p:spPr>
        <p:txBody>
          <a:bodyPr wrap="square" lIns="0" tIns="0" rIns="0" bIns="0" rtlCol="0" anchor="t"/>
          <a:lstStyle/>
          <a:p>
            <a:pPr marL="0" indent="0">
              <a:spcAft>
                <a:spcPts val="400"/>
              </a:spcAft>
              <a:buNone/>
            </a:pPr>
            <a:r>
              <a:rPr lang="en-US" sz="1350" dirty="0">
                <a:solidFill>
                  <a:srgbClr val="2C3A55"/>
                </a:solidFill>
                <a:latin typeface="Calibri" pitchFamily="34" charset="0"/>
                <a:ea typeface="Calibri" pitchFamily="34" charset="-122"/>
                <a:cs typeface="Calibri" pitchFamily="34" charset="-120"/>
              </a:rPr>
              <a:t>Calcular la mediana para rellenar con todos los datos. Escalar antes de cortar. Elegir variables mirando la correlación en todo el dataset.</a:t>
            </a:r>
            <a:endParaRPr lang="en-US" sz="1350" dirty="0"/>
          </a:p>
        </p:txBody>
      </p:sp>
      <p:sp>
        <p:nvSpPr>
          <p:cNvPr id="20" name="Shape 18"/>
          <p:cNvSpPr/>
          <p:nvPr/>
        </p:nvSpPr>
        <p:spPr>
          <a:xfrm>
            <a:off x="8055864" y="3291840"/>
            <a:ext cx="3630168" cy="2103120"/>
          </a:xfrm>
          <a:prstGeom prst="roundRect">
            <a:avLst>
              <a:gd name="adj" fmla="val 2609"/>
            </a:avLst>
          </a:prstGeom>
          <a:solidFill>
            <a:srgbClr val="FFFFFF"/>
          </a:solidFill>
          <a:ln w="9525">
            <a:solidFill>
              <a:srgbClr val="D2DBEC"/>
            </a:solidFill>
            <a:prstDash val="solid"/>
          </a:ln>
        </p:spPr>
      </p:sp>
      <p:sp>
        <p:nvSpPr>
          <p:cNvPr id="21" name="Shape 19"/>
          <p:cNvSpPr/>
          <p:nvPr/>
        </p:nvSpPr>
        <p:spPr>
          <a:xfrm>
            <a:off x="8284464" y="3538728"/>
            <a:ext cx="128016" cy="128016"/>
          </a:xfrm>
          <a:prstGeom prst="roundRect">
            <a:avLst>
              <a:gd name="adj" fmla="val 21429"/>
            </a:avLst>
          </a:prstGeom>
          <a:solidFill>
            <a:srgbClr val="12B886"/>
          </a:solidFill>
          <a:ln w="12700">
            <a:solidFill>
              <a:srgbClr val="12B886"/>
            </a:solidFill>
            <a:prstDash val="solid"/>
          </a:ln>
        </p:spPr>
      </p:sp>
      <p:sp>
        <p:nvSpPr>
          <p:cNvPr id="22" name="Text 20"/>
          <p:cNvSpPr txBox="1"/>
          <p:nvPr/>
        </p:nvSpPr>
        <p:spPr>
          <a:xfrm>
            <a:off x="8513064" y="342900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Estratificar el precio</a:t>
            </a:r>
            <a:endParaRPr lang="en-US" sz="1400" dirty="0"/>
          </a:p>
        </p:txBody>
      </p:sp>
      <p:sp>
        <p:nvSpPr>
          <p:cNvPr id="23" name="Text 21"/>
          <p:cNvSpPr txBox="1"/>
          <p:nvPr/>
        </p:nvSpPr>
        <p:spPr>
          <a:xfrm>
            <a:off x="8284464" y="3794760"/>
            <a:ext cx="3200400" cy="1508760"/>
          </a:xfrm>
          <a:prstGeom prst="rect">
            <a:avLst/>
          </a:prstGeom>
          <a:noFill/>
          <a:ln/>
        </p:spPr>
        <p:txBody>
          <a:bodyPr wrap="square" lIns="0" tIns="0" rIns="0" bIns="0" rtlCol="0" anchor="t"/>
          <a:lstStyle/>
          <a:p>
            <a:pPr marL="0" indent="0">
              <a:spcAft>
                <a:spcPts val="400"/>
              </a:spcAft>
              <a:buNone/>
            </a:pPr>
            <a:r>
              <a:rPr lang="en-US" sz="1350" dirty="0">
                <a:solidFill>
                  <a:srgbClr val="2C3A55"/>
                </a:solidFill>
                <a:latin typeface="Calibri" pitchFamily="34" charset="0"/>
                <a:ea typeface="Calibri" pitchFamily="34" charset="-122"/>
                <a:cs typeface="Calibri" pitchFamily="34" charset="-120"/>
              </a:rPr>
              <a:t>Con un objetivo asimétrico, el corte al azar puede dejar las casas caras de un lado. pd.qcut(y, 5) arma 5 grupos de precio y el corte los respeta.</a:t>
            </a:r>
            <a:endParaRPr lang="en-US" sz="1350" dirty="0"/>
          </a:p>
        </p:txBody>
      </p:sp>
      <p:sp>
        <p:nvSpPr>
          <p:cNvPr id="24" name="Shape 22"/>
          <p:cNvSpPr/>
          <p:nvPr/>
        </p:nvSpPr>
        <p:spPr>
          <a:xfrm>
            <a:off x="502920" y="5577840"/>
            <a:ext cx="11183112" cy="658368"/>
          </a:xfrm>
          <a:prstGeom prst="roundRect">
            <a:avLst>
              <a:gd name="adj" fmla="val 8333"/>
            </a:avLst>
          </a:prstGeom>
          <a:solidFill>
            <a:srgbClr val="0A2559"/>
          </a:solidFill>
          <a:ln w="9525">
            <a:solidFill>
              <a:srgbClr val="0A2559"/>
            </a:solidFill>
            <a:prstDash val="solid"/>
          </a:ln>
        </p:spPr>
      </p:sp>
      <p:sp>
        <p:nvSpPr>
          <p:cNvPr id="25" name="Text 23"/>
          <p:cNvSpPr txBox="1"/>
          <p:nvPr/>
        </p:nvSpPr>
        <p:spPr>
          <a:xfrm>
            <a:off x="731520" y="5577840"/>
            <a:ext cx="10789920" cy="658368"/>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Mediana del precio: 160 000 en entrenamiento y 161 875 en prueba. </a:t>
            </a:r>
            <a:r>
              <a:rPr lang="en-US" sz="1250" dirty="0">
                <a:solidFill>
                  <a:srgbClr val="C9D4EA"/>
                </a:solidFill>
                <a:latin typeface="Calibri" pitchFamily="34" charset="0"/>
                <a:ea typeface="Calibri" pitchFamily="34" charset="-122"/>
                <a:cs typeface="Calibri" pitchFamily="34" charset="-120"/>
              </a:rPr>
              <a:t>La estratificación hizo su trabajo.</a:t>
            </a:r>
            <a:endParaRPr lang="en-US" sz="1250" dirty="0"/>
          </a:p>
        </p:txBody>
      </p:sp>
      <mc:AlternateContent xmlns:mc="http://schemas.openxmlformats.org/markup-compatibility/2006">
        <mc:Choice xmlns:p14="http://schemas.microsoft.com/office/powerpoint/2010/main" Requires="p14">
          <p:contentPart p14:bwMode="auto" r:id="rId3">
            <p14:nvContentPartPr>
              <p14:cNvPr id="26" name="Ink 25">
                <a:extLst>
                  <a:ext uri="{FF2B5EF4-FFF2-40B4-BE49-F238E27FC236}">
                    <a16:creationId xmlns:a16="http://schemas.microsoft.com/office/drawing/2014/main" id="{59FE0706-92E3-BE1B-50DC-DBFAE89AD44B}"/>
                  </a:ext>
                </a:extLst>
              </p14:cNvPr>
              <p14:cNvContentPartPr/>
              <p14:nvPr/>
            </p14:nvContentPartPr>
            <p14:xfrm>
              <a:off x="2036520" y="1150200"/>
              <a:ext cx="9951480" cy="4997160"/>
            </p14:xfrm>
          </p:contentPart>
        </mc:Choice>
        <mc:Fallback>
          <p:pic>
            <p:nvPicPr>
              <p:cNvPr id="26" name="Ink 25">
                <a:extLst>
                  <a:ext uri="{FF2B5EF4-FFF2-40B4-BE49-F238E27FC236}">
                    <a16:creationId xmlns:a16="http://schemas.microsoft.com/office/drawing/2014/main" id="{59FE0706-92E3-BE1B-50DC-DBFAE89AD44B}"/>
                  </a:ext>
                </a:extLst>
              </p:cNvPr>
              <p:cNvPicPr/>
              <p:nvPr/>
            </p:nvPicPr>
            <p:blipFill>
              <a:blip r:embed="rId4"/>
              <a:stretch>
                <a:fillRect/>
              </a:stretch>
            </p:blipFill>
            <p:spPr>
              <a:xfrm>
                <a:off x="2027160" y="1140840"/>
                <a:ext cx="9970200" cy="50158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Explorar, solo con entrenamiento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preguntas: ¿qué se relaciona con el precio?, ¿hay casos raros?, ¿importan las categorías?</a:t>
            </a:r>
            <a:endParaRPr lang="en-US" sz="1400" dirty="0"/>
          </a:p>
        </p:txBody>
      </p:sp>
      <p:sp>
        <p:nvSpPr>
          <p:cNvPr id="6" name="Shape 4"/>
          <p:cNvSpPr/>
          <p:nvPr/>
        </p:nvSpPr>
        <p:spPr>
          <a:xfrm>
            <a:off x="502920" y="2103120"/>
            <a:ext cx="548640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Correlación con el precio</a:t>
            </a:r>
            <a:endParaRPr lang="en-US" sz="1400" dirty="0"/>
          </a:p>
        </p:txBody>
      </p:sp>
      <p:sp>
        <p:nvSpPr>
          <p:cNvPr id="9" name="Text 7"/>
          <p:cNvSpPr txBox="1"/>
          <p:nvPr/>
        </p:nvSpPr>
        <p:spPr>
          <a:xfrm>
            <a:off x="731520" y="2697480"/>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calidad general</a:t>
            </a:r>
            <a:endParaRPr lang="en-US" sz="1200" dirty="0"/>
          </a:p>
        </p:txBody>
      </p:sp>
      <p:sp>
        <p:nvSpPr>
          <p:cNvPr id="10" name="Shape 8"/>
          <p:cNvSpPr/>
          <p:nvPr/>
        </p:nvSpPr>
        <p:spPr>
          <a:xfrm>
            <a:off x="2606040" y="2770632"/>
            <a:ext cx="2404613" cy="237744"/>
          </a:xfrm>
          <a:prstGeom prst="rect">
            <a:avLst/>
          </a:prstGeom>
          <a:solidFill>
            <a:srgbClr val="E6115E"/>
          </a:solidFill>
          <a:ln/>
        </p:spPr>
      </p:sp>
      <p:sp>
        <p:nvSpPr>
          <p:cNvPr id="11" name="Text 9"/>
          <p:cNvSpPr txBox="1"/>
          <p:nvPr/>
        </p:nvSpPr>
        <p:spPr>
          <a:xfrm>
            <a:off x="5074661" y="2697480"/>
            <a:ext cx="548640" cy="36576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0.80</a:t>
            </a:r>
            <a:endParaRPr lang="en-US" sz="1200" dirty="0"/>
          </a:p>
        </p:txBody>
      </p:sp>
      <p:sp>
        <p:nvSpPr>
          <p:cNvPr id="12" name="Text 10"/>
          <p:cNvSpPr txBox="1"/>
          <p:nvPr/>
        </p:nvSpPr>
        <p:spPr>
          <a:xfrm>
            <a:off x="731520" y="3127248"/>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superficie habitable</a:t>
            </a:r>
            <a:endParaRPr lang="en-US" sz="1200" dirty="0"/>
          </a:p>
        </p:txBody>
      </p:sp>
      <p:sp>
        <p:nvSpPr>
          <p:cNvPr id="13" name="Shape 11"/>
          <p:cNvSpPr/>
          <p:nvPr/>
        </p:nvSpPr>
        <p:spPr>
          <a:xfrm>
            <a:off x="2606040" y="3200400"/>
            <a:ext cx="2132118" cy="237744"/>
          </a:xfrm>
          <a:prstGeom prst="rect">
            <a:avLst/>
          </a:prstGeom>
          <a:solidFill>
            <a:srgbClr val="1A56E8"/>
          </a:solidFill>
          <a:ln/>
        </p:spPr>
      </p:sp>
      <p:sp>
        <p:nvSpPr>
          <p:cNvPr id="14" name="Text 12"/>
          <p:cNvSpPr txBox="1"/>
          <p:nvPr/>
        </p:nvSpPr>
        <p:spPr>
          <a:xfrm>
            <a:off x="4802166" y="3127248"/>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0.71</a:t>
            </a:r>
            <a:endParaRPr lang="en-US" sz="1200" dirty="0"/>
          </a:p>
        </p:txBody>
      </p:sp>
      <p:sp>
        <p:nvSpPr>
          <p:cNvPr id="15" name="Text 13"/>
          <p:cNvSpPr txBox="1"/>
          <p:nvPr/>
        </p:nvSpPr>
        <p:spPr>
          <a:xfrm>
            <a:off x="731520" y="3557016"/>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capacidad del garaje</a:t>
            </a:r>
            <a:endParaRPr lang="en-US" sz="1200" dirty="0"/>
          </a:p>
        </p:txBody>
      </p:sp>
      <p:sp>
        <p:nvSpPr>
          <p:cNvPr id="16" name="Shape 14"/>
          <p:cNvSpPr/>
          <p:nvPr/>
        </p:nvSpPr>
        <p:spPr>
          <a:xfrm>
            <a:off x="2606040" y="3630168"/>
            <a:ext cx="1950588" cy="237744"/>
          </a:xfrm>
          <a:prstGeom prst="rect">
            <a:avLst/>
          </a:prstGeom>
          <a:solidFill>
            <a:srgbClr val="1A56E8"/>
          </a:solidFill>
          <a:ln/>
        </p:spPr>
      </p:sp>
      <p:sp>
        <p:nvSpPr>
          <p:cNvPr id="17" name="Text 15"/>
          <p:cNvSpPr txBox="1"/>
          <p:nvPr/>
        </p:nvSpPr>
        <p:spPr>
          <a:xfrm>
            <a:off x="4620636" y="3557016"/>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0.65</a:t>
            </a:r>
            <a:endParaRPr lang="en-US" sz="1200" dirty="0"/>
          </a:p>
        </p:txBody>
      </p:sp>
      <p:sp>
        <p:nvSpPr>
          <p:cNvPr id="18" name="Text 16"/>
          <p:cNvSpPr txBox="1"/>
          <p:nvPr/>
        </p:nvSpPr>
        <p:spPr>
          <a:xfrm>
            <a:off x="731520" y="3986784"/>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superficie del sótano</a:t>
            </a:r>
            <a:endParaRPr lang="en-US" sz="1200" dirty="0"/>
          </a:p>
        </p:txBody>
      </p:sp>
      <p:sp>
        <p:nvSpPr>
          <p:cNvPr id="19" name="Shape 17"/>
          <p:cNvSpPr/>
          <p:nvPr/>
        </p:nvSpPr>
        <p:spPr>
          <a:xfrm>
            <a:off x="2606040" y="4059936"/>
            <a:ext cx="1941791" cy="237744"/>
          </a:xfrm>
          <a:prstGeom prst="rect">
            <a:avLst/>
          </a:prstGeom>
          <a:solidFill>
            <a:srgbClr val="1A56E8"/>
          </a:solidFill>
          <a:ln/>
        </p:spPr>
      </p:sp>
      <p:sp>
        <p:nvSpPr>
          <p:cNvPr id="20" name="Text 18"/>
          <p:cNvSpPr txBox="1"/>
          <p:nvPr/>
        </p:nvSpPr>
        <p:spPr>
          <a:xfrm>
            <a:off x="4611839" y="3986784"/>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0.64</a:t>
            </a:r>
            <a:endParaRPr lang="en-US" sz="1200" dirty="0"/>
          </a:p>
        </p:txBody>
      </p:sp>
      <p:sp>
        <p:nvSpPr>
          <p:cNvPr id="21" name="Text 19"/>
          <p:cNvSpPr txBox="1"/>
          <p:nvPr/>
        </p:nvSpPr>
        <p:spPr>
          <a:xfrm>
            <a:off x="731520" y="4416552"/>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año de construcción</a:t>
            </a:r>
            <a:endParaRPr lang="en-US" sz="1200" dirty="0"/>
          </a:p>
        </p:txBody>
      </p:sp>
      <p:sp>
        <p:nvSpPr>
          <p:cNvPr id="22" name="Shape 20"/>
          <p:cNvSpPr/>
          <p:nvPr/>
        </p:nvSpPr>
        <p:spPr>
          <a:xfrm>
            <a:off x="2606040" y="4489704"/>
            <a:ext cx="1692963" cy="237744"/>
          </a:xfrm>
          <a:prstGeom prst="rect">
            <a:avLst/>
          </a:prstGeom>
          <a:solidFill>
            <a:srgbClr val="1A56E8"/>
          </a:solidFill>
          <a:ln/>
        </p:spPr>
      </p:sp>
      <p:sp>
        <p:nvSpPr>
          <p:cNvPr id="23" name="Text 21"/>
          <p:cNvSpPr txBox="1"/>
          <p:nvPr/>
        </p:nvSpPr>
        <p:spPr>
          <a:xfrm>
            <a:off x="4363011" y="4416552"/>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0.56</a:t>
            </a:r>
            <a:endParaRPr lang="en-US" sz="1200" dirty="0"/>
          </a:p>
        </p:txBody>
      </p:sp>
      <p:sp>
        <p:nvSpPr>
          <p:cNvPr id="24" name="Text 22"/>
          <p:cNvSpPr txBox="1"/>
          <p:nvPr/>
        </p:nvSpPr>
        <p:spPr>
          <a:xfrm>
            <a:off x="731520" y="4846320"/>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año de remodelación</a:t>
            </a:r>
            <a:endParaRPr lang="en-US" sz="1200" dirty="0"/>
          </a:p>
        </p:txBody>
      </p:sp>
      <p:sp>
        <p:nvSpPr>
          <p:cNvPr id="25" name="Shape 23"/>
          <p:cNvSpPr/>
          <p:nvPr/>
        </p:nvSpPr>
        <p:spPr>
          <a:xfrm>
            <a:off x="2606040" y="4919472"/>
            <a:ext cx="1626436" cy="237744"/>
          </a:xfrm>
          <a:prstGeom prst="rect">
            <a:avLst/>
          </a:prstGeom>
          <a:solidFill>
            <a:srgbClr val="1A56E8"/>
          </a:solidFill>
          <a:ln/>
        </p:spPr>
      </p:sp>
      <p:sp>
        <p:nvSpPr>
          <p:cNvPr id="26" name="Text 24"/>
          <p:cNvSpPr txBox="1"/>
          <p:nvPr/>
        </p:nvSpPr>
        <p:spPr>
          <a:xfrm>
            <a:off x="4296484" y="4846320"/>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0.54</a:t>
            </a:r>
            <a:endParaRPr lang="en-US" sz="1200" dirty="0"/>
          </a:p>
        </p:txBody>
      </p:sp>
      <p:sp>
        <p:nvSpPr>
          <p:cNvPr id="27" name="Text 25"/>
          <p:cNvSpPr txBox="1"/>
          <p:nvPr/>
        </p:nvSpPr>
        <p:spPr>
          <a:xfrm>
            <a:off x="731520" y="5276088"/>
            <a:ext cx="1828800" cy="36576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baños completos</a:t>
            </a:r>
            <a:endParaRPr lang="en-US" sz="1200" dirty="0"/>
          </a:p>
        </p:txBody>
      </p:sp>
      <p:sp>
        <p:nvSpPr>
          <p:cNvPr id="28" name="Shape 26"/>
          <p:cNvSpPr/>
          <p:nvPr/>
        </p:nvSpPr>
        <p:spPr>
          <a:xfrm>
            <a:off x="2606040" y="5349240"/>
            <a:ext cx="1625195" cy="237744"/>
          </a:xfrm>
          <a:prstGeom prst="rect">
            <a:avLst/>
          </a:prstGeom>
          <a:solidFill>
            <a:srgbClr val="1A56E8"/>
          </a:solidFill>
          <a:ln/>
        </p:spPr>
      </p:sp>
      <p:sp>
        <p:nvSpPr>
          <p:cNvPr id="29" name="Text 27"/>
          <p:cNvSpPr txBox="1"/>
          <p:nvPr/>
        </p:nvSpPr>
        <p:spPr>
          <a:xfrm>
            <a:off x="4295243" y="5276088"/>
            <a:ext cx="548640" cy="36576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0.54</a:t>
            </a:r>
            <a:endParaRPr lang="en-US" sz="1200" dirty="0"/>
          </a:p>
        </p:txBody>
      </p:sp>
      <p:sp>
        <p:nvSpPr>
          <p:cNvPr id="30" name="Text 28"/>
          <p:cNvSpPr txBox="1"/>
          <p:nvPr/>
        </p:nvSpPr>
        <p:spPr>
          <a:xfrm>
            <a:off x="731520" y="5760720"/>
            <a:ext cx="5029200" cy="41148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La calidad que asigna el tasador le gana a la superficie: el juicio experto ya está en los datos.</a:t>
            </a:r>
            <a:endParaRPr lang="en-US" sz="1100" dirty="0"/>
          </a:p>
        </p:txBody>
      </p:sp>
      <p:sp>
        <p:nvSpPr>
          <p:cNvPr id="31" name="Shape 29"/>
          <p:cNvSpPr/>
          <p:nvPr/>
        </p:nvSpPr>
        <p:spPr>
          <a:xfrm>
            <a:off x="6263640" y="2103120"/>
            <a:ext cx="5422392" cy="2331720"/>
          </a:xfrm>
          <a:prstGeom prst="roundRect">
            <a:avLst>
              <a:gd name="adj" fmla="val 2353"/>
            </a:avLst>
          </a:prstGeom>
          <a:solidFill>
            <a:srgbClr val="0A2559"/>
          </a:solidFill>
          <a:ln w="9525">
            <a:solidFill>
              <a:srgbClr val="0A2559"/>
            </a:solidFill>
            <a:prstDash val="solid"/>
          </a:ln>
        </p:spPr>
      </p:sp>
      <p:sp>
        <p:nvSpPr>
          <p:cNvPr id="32" name="Shape 30"/>
          <p:cNvSpPr/>
          <p:nvPr/>
        </p:nvSpPr>
        <p:spPr>
          <a:xfrm>
            <a:off x="6492240" y="2350008"/>
            <a:ext cx="128016" cy="128016"/>
          </a:xfrm>
          <a:prstGeom prst="roundRect">
            <a:avLst>
              <a:gd name="adj" fmla="val 21429"/>
            </a:avLst>
          </a:prstGeom>
          <a:solidFill>
            <a:srgbClr val="E6115E"/>
          </a:solidFill>
          <a:ln w="12700">
            <a:solidFill>
              <a:srgbClr val="E6115E"/>
            </a:solidFill>
            <a:prstDash val="solid"/>
          </a:ln>
        </p:spPr>
      </p:sp>
      <p:sp>
        <p:nvSpPr>
          <p:cNvPr id="33" name="Text 31"/>
          <p:cNvSpPr txBox="1"/>
          <p:nvPr/>
        </p:nvSpPr>
        <p:spPr>
          <a:xfrm>
            <a:off x="6720840" y="2240280"/>
            <a:ext cx="478231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casas de más de 4 000 pies²</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92240" y="2606040"/>
          <a:ext cx="498348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74320">
                <a:tc>
                  <a:txBody>
                    <a:bodyPr/>
                    <a:lstStyle/>
                    <a:p>
                      <a:pPr marL="0" indent="0">
                        <a:buNone/>
                      </a:pPr>
                      <a:r>
                        <a:rPr lang="en-US" sz="1050" b="1" dirty="0">
                          <a:solidFill>
                            <a:srgbClr val="A9B7D4"/>
                          </a:solidFill>
                          <a:latin typeface="Calibri" pitchFamily="34" charset="0"/>
                          <a:ea typeface="Calibri" pitchFamily="34" charset="-122"/>
                          <a:cs typeface="Calibri" pitchFamily="34" charset="-120"/>
                        </a:rPr>
                        <a:t>pies²</a:t>
                      </a:r>
                      <a:endParaRPr lang="en-US" sz="10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lgn="r">
                        <a:buNone/>
                      </a:pPr>
                      <a:r>
                        <a:rPr lang="en-US" sz="1050" b="1" dirty="0">
                          <a:solidFill>
                            <a:srgbClr val="A9B7D4"/>
                          </a:solidFill>
                          <a:latin typeface="Calibri" pitchFamily="34" charset="0"/>
                          <a:ea typeface="Calibri" pitchFamily="34" charset="-122"/>
                          <a:cs typeface="Calibri" pitchFamily="34" charset="-120"/>
                        </a:rPr>
                        <a:t>precio</a:t>
                      </a:r>
                      <a:endParaRPr lang="en-US" sz="10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buNone/>
                      </a:pPr>
                      <a:r>
                        <a:rPr lang="en-US" sz="1050" b="1" dirty="0">
                          <a:solidFill>
                            <a:srgbClr val="A9B7D4"/>
                          </a:solidFill>
                          <a:latin typeface="Calibri" pitchFamily="34" charset="0"/>
                          <a:ea typeface="Calibri" pitchFamily="34" charset="-122"/>
                          <a:cs typeface="Calibri" pitchFamily="34" charset="-120"/>
                        </a:rPr>
                        <a:t>venta</a:t>
                      </a:r>
                      <a:endParaRPr lang="en-US" sz="10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274320">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5 095</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lgn="r">
                        <a:buNone/>
                      </a:pPr>
                      <a:r>
                        <a:rPr lang="en-US" sz="1150" b="1" dirty="0">
                          <a:solidFill>
                            <a:srgbClr val="FF6B9A"/>
                          </a:solidFill>
                          <a:latin typeface="Calibri" pitchFamily="34" charset="0"/>
                          <a:ea typeface="Calibri" pitchFamily="34" charset="-122"/>
                          <a:cs typeface="Calibri" pitchFamily="34" charset="-120"/>
                        </a:rPr>
                        <a:t>183 850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Partial</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extLst>
                  <a:ext uri="{0D108BD9-81ED-4DB2-BD59-A6C34878D82A}">
                    <a16:rowId xmlns:a16="http://schemas.microsoft.com/office/drawing/2014/main" val="10001"/>
                  </a:ext>
                </a:extLst>
              </a:tr>
              <a:tr h="274320">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4 316</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755 000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Normal</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extLst>
                  <a:ext uri="{0D108BD9-81ED-4DB2-BD59-A6C34878D82A}">
                    <a16:rowId xmlns:a16="http://schemas.microsoft.com/office/drawing/2014/main" val="10002"/>
                  </a:ext>
                </a:extLst>
              </a:tr>
              <a:tr h="274320">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4 476</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745 000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Abnorml</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extLst>
                  <a:ext uri="{0D108BD9-81ED-4DB2-BD59-A6C34878D82A}">
                    <a16:rowId xmlns:a16="http://schemas.microsoft.com/office/drawing/2014/main" val="10003"/>
                  </a:ext>
                </a:extLst>
              </a:tr>
              <a:tr h="274320">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4 676</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lgn="r">
                        <a:buNone/>
                      </a:pPr>
                      <a:r>
                        <a:rPr lang="en-US" sz="1150" b="1" dirty="0">
                          <a:solidFill>
                            <a:srgbClr val="FF6B9A"/>
                          </a:solidFill>
                          <a:latin typeface="Calibri" pitchFamily="34" charset="0"/>
                          <a:ea typeface="Calibri" pitchFamily="34" charset="-122"/>
                          <a:cs typeface="Calibri" pitchFamily="34" charset="-120"/>
                        </a:rPr>
                        <a:t>184 750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Partial</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A2559"/>
                    </a:solidFill>
                  </a:tcPr>
                </a:tc>
                <a:extLst>
                  <a:ext uri="{0D108BD9-81ED-4DB2-BD59-A6C34878D82A}">
                    <a16:rowId xmlns:a16="http://schemas.microsoft.com/office/drawing/2014/main" val="10004"/>
                  </a:ext>
                </a:extLst>
              </a:tr>
            </a:tbl>
          </a:graphicData>
        </a:graphic>
      </p:graphicFrame>
      <p:sp>
        <p:nvSpPr>
          <p:cNvPr id="35" name="Text 32"/>
          <p:cNvSpPr txBox="1"/>
          <p:nvPr/>
        </p:nvSpPr>
        <p:spPr>
          <a:xfrm>
            <a:off x="6492240" y="4023360"/>
            <a:ext cx="4983480" cy="365760"/>
          </a:xfrm>
          <a:prstGeom prst="rect">
            <a:avLst/>
          </a:prstGeom>
          <a:noFill/>
          <a:ln/>
        </p:spPr>
        <p:txBody>
          <a:bodyPr wrap="square" lIns="0" tIns="0" rIns="0" bIns="0" rtlCol="0" anchor="t"/>
          <a:lstStyle/>
          <a:p>
            <a:pPr marL="0" indent="0">
              <a:spcAft>
                <a:spcPts val="400"/>
              </a:spcAft>
              <a:buNone/>
            </a:pPr>
            <a:r>
              <a:rPr lang="en-US" sz="1100" i="1" dirty="0">
                <a:solidFill>
                  <a:srgbClr val="A9B7D4"/>
                </a:solidFill>
                <a:latin typeface="Calibri" pitchFamily="34" charset="0"/>
                <a:ea typeface="Calibri" pitchFamily="34" charset="-122"/>
                <a:cs typeface="Calibri" pitchFamily="34" charset="-120"/>
              </a:rPr>
              <a:t>Dos mansiones caras y dos ventas Partial (casas nuevas sin terminar) muy baratas.</a:t>
            </a:r>
            <a:endParaRPr lang="en-US" sz="1100" dirty="0"/>
          </a:p>
        </p:txBody>
      </p:sp>
      <p:sp>
        <p:nvSpPr>
          <p:cNvPr id="36" name="Shape 33"/>
          <p:cNvSpPr/>
          <p:nvPr/>
        </p:nvSpPr>
        <p:spPr>
          <a:xfrm>
            <a:off x="6263640" y="4617720"/>
            <a:ext cx="5422392" cy="1600200"/>
          </a:xfrm>
          <a:prstGeom prst="roundRect">
            <a:avLst>
              <a:gd name="adj" fmla="val 3429"/>
            </a:avLst>
          </a:prstGeom>
          <a:solidFill>
            <a:srgbClr val="FFFFFF"/>
          </a:solidFill>
          <a:ln w="9525">
            <a:solidFill>
              <a:srgbClr val="D2DBEC"/>
            </a:solidFill>
            <a:prstDash val="solid"/>
          </a:ln>
        </p:spPr>
      </p:sp>
      <p:sp>
        <p:nvSpPr>
          <p:cNvPr id="37" name="Shape 34"/>
          <p:cNvSpPr/>
          <p:nvPr/>
        </p:nvSpPr>
        <p:spPr>
          <a:xfrm>
            <a:off x="6492240" y="4864608"/>
            <a:ext cx="128016" cy="128016"/>
          </a:xfrm>
          <a:prstGeom prst="roundRect">
            <a:avLst>
              <a:gd name="adj" fmla="val 21429"/>
            </a:avLst>
          </a:prstGeom>
          <a:solidFill>
            <a:srgbClr val="12B886"/>
          </a:solidFill>
          <a:ln w="12700">
            <a:solidFill>
              <a:srgbClr val="12B886"/>
            </a:solidFill>
            <a:prstDash val="solid"/>
          </a:ln>
        </p:spPr>
      </p:sp>
      <p:sp>
        <p:nvSpPr>
          <p:cNvPr id="38" name="Text 35"/>
          <p:cNvSpPr txBox="1"/>
          <p:nvPr/>
        </p:nvSpPr>
        <p:spPr>
          <a:xfrm>
            <a:off x="6720840" y="4754880"/>
            <a:ext cx="478231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Las categorías importan</a:t>
            </a:r>
            <a:endParaRPr lang="en-US" sz="1400" dirty="0"/>
          </a:p>
        </p:txBody>
      </p:sp>
      <p:sp>
        <p:nvSpPr>
          <p:cNvPr id="39" name="Text 36"/>
          <p:cNvSpPr txBox="1"/>
          <p:nvPr/>
        </p:nvSpPr>
        <p:spPr>
          <a:xfrm>
            <a:off x="6492240" y="5120640"/>
            <a:ext cx="4983480" cy="105156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barrio más caro (StoneBr) tiene una mediana 3.6 veces la del más barato (MeadowV). Las ventas Partial: 263 784 de mediana, frente a 159 500 de las normales.</a:t>
            </a:r>
            <a:endParaRPr lang="en-US" sz="1200" dirty="0"/>
          </a:p>
        </p:txBody>
      </p:sp>
      <mc:AlternateContent xmlns:mc="http://schemas.openxmlformats.org/markup-compatibility/2006">
        <mc:Choice xmlns:p14="http://schemas.microsoft.com/office/powerpoint/2010/main" Requires="p14">
          <p:contentPart p14:bwMode="auto" r:id="rId3">
            <p14:nvContentPartPr>
              <p14:cNvPr id="40" name="Ink 39">
                <a:extLst>
                  <a:ext uri="{FF2B5EF4-FFF2-40B4-BE49-F238E27FC236}">
                    <a16:creationId xmlns:a16="http://schemas.microsoft.com/office/drawing/2014/main" id="{CA3C0B48-CDF3-44B9-18F9-75932C3B1F6A}"/>
                  </a:ext>
                </a:extLst>
              </p14:cNvPr>
              <p14:cNvContentPartPr/>
              <p14:nvPr/>
            </p14:nvContentPartPr>
            <p14:xfrm>
              <a:off x="654480" y="2178000"/>
              <a:ext cx="9843120" cy="3951360"/>
            </p14:xfrm>
          </p:contentPart>
        </mc:Choice>
        <mc:Fallback>
          <p:pic>
            <p:nvPicPr>
              <p:cNvPr id="40" name="Ink 39">
                <a:extLst>
                  <a:ext uri="{FF2B5EF4-FFF2-40B4-BE49-F238E27FC236}">
                    <a16:creationId xmlns:a16="http://schemas.microsoft.com/office/drawing/2014/main" id="{CA3C0B48-CDF3-44B9-18F9-75932C3B1F6A}"/>
                  </a:ext>
                </a:extLst>
              </p:cNvPr>
              <p:cNvPicPr/>
              <p:nvPr/>
            </p:nvPicPr>
            <p:blipFill>
              <a:blip r:embed="rId4"/>
              <a:stretch>
                <a:fillRect/>
              </a:stretch>
            </p:blipFill>
            <p:spPr>
              <a:xfrm>
                <a:off x="645120" y="2168640"/>
                <a:ext cx="9861840" cy="39700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5</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Limpiar y crear variables con una función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 lo que transforma va en preparar(df), para aplicarlo igual a entrenamiento, a prueba y a cada casa nueva.</a:t>
            </a:r>
            <a:endParaRPr lang="en-US" sz="1400" dirty="0"/>
          </a:p>
        </p:txBody>
      </p:sp>
      <p:sp>
        <p:nvSpPr>
          <p:cNvPr id="6" name="Shape 4"/>
          <p:cNvSpPr/>
          <p:nvPr/>
        </p:nvSpPr>
        <p:spPr>
          <a:xfrm>
            <a:off x="502920" y="2103120"/>
            <a:ext cx="4206240" cy="1874520"/>
          </a:xfrm>
          <a:prstGeom prst="roundRect">
            <a:avLst>
              <a:gd name="adj" fmla="val 2927"/>
            </a:avLst>
          </a:prstGeom>
          <a:solidFill>
            <a:srgbClr val="0A2559"/>
          </a:solidFill>
          <a:ln w="9525">
            <a:solidFill>
              <a:srgbClr val="0A2559"/>
            </a:solidFill>
            <a:prstDash val="solid"/>
          </a:ln>
        </p:spPr>
      </p:sp>
      <p:sp>
        <p:nvSpPr>
          <p:cNvPr id="7" name="Shape 5"/>
          <p:cNvSpPr/>
          <p:nvPr/>
        </p:nvSpPr>
        <p:spPr>
          <a:xfrm>
            <a:off x="731520" y="235000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240280"/>
            <a:ext cx="35661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alcance, como regla</a:t>
            </a:r>
            <a:endParaRPr lang="en-US" sz="1400" dirty="0"/>
          </a:p>
        </p:txBody>
      </p:sp>
      <p:sp>
        <p:nvSpPr>
          <p:cNvPr id="9" name="Text 7"/>
          <p:cNvSpPr txBox="1"/>
          <p:nvPr/>
        </p:nvSpPr>
        <p:spPr>
          <a:xfrm>
            <a:off x="731520" y="2606040"/>
            <a:ext cx="3749040" cy="132588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El modelo tasa viviendas de hasta 4 000 pies² (unos 370 m²). Las más grandes van a un tasador. Lo recomienda el propio De Cock, y se aplica en entrenamiento, prueba y producción.</a:t>
            </a:r>
            <a:endParaRPr lang="en-US" sz="1200" dirty="0"/>
          </a:p>
        </p:txBody>
      </p:sp>
      <p:sp>
        <p:nvSpPr>
          <p:cNvPr id="10" name="Shape 8"/>
          <p:cNvSpPr/>
          <p:nvPr/>
        </p:nvSpPr>
        <p:spPr>
          <a:xfrm>
            <a:off x="502920" y="4160520"/>
            <a:ext cx="4206240" cy="2057400"/>
          </a:xfrm>
          <a:prstGeom prst="roundRect">
            <a:avLst>
              <a:gd name="adj" fmla="val 2667"/>
            </a:avLst>
          </a:prstGeom>
          <a:solidFill>
            <a:srgbClr val="FFFFFF"/>
          </a:solidFill>
          <a:ln w="9525">
            <a:solidFill>
              <a:srgbClr val="D2DBEC"/>
            </a:solidFill>
            <a:prstDash val="solid"/>
          </a:ln>
        </p:spPr>
      </p:sp>
      <p:sp>
        <p:nvSpPr>
          <p:cNvPr id="11" name="Shape 9"/>
          <p:cNvSpPr/>
          <p:nvPr/>
        </p:nvSpPr>
        <p:spPr>
          <a:xfrm>
            <a:off x="731520" y="4407408"/>
            <a:ext cx="128016" cy="128016"/>
          </a:xfrm>
          <a:prstGeom prst="roundRect">
            <a:avLst>
              <a:gd name="adj" fmla="val 21429"/>
            </a:avLst>
          </a:prstGeom>
          <a:solidFill>
            <a:srgbClr val="1A56E8"/>
          </a:solidFill>
          <a:ln w="12700">
            <a:solidFill>
              <a:srgbClr val="1A56E8"/>
            </a:solidFill>
            <a:prstDash val="solid"/>
          </a:ln>
        </p:spPr>
      </p:sp>
      <p:sp>
        <p:nvSpPr>
          <p:cNvPr id="12" name="Text 10"/>
          <p:cNvSpPr txBox="1"/>
          <p:nvPr/>
        </p:nvSpPr>
        <p:spPr>
          <a:xfrm>
            <a:off x="960120" y="4297680"/>
            <a:ext cx="356616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Dos reglas de oro</a:t>
            </a:r>
            <a:endParaRPr lang="en-US" sz="1400" dirty="0"/>
          </a:p>
        </p:txBody>
      </p:sp>
      <p:sp>
        <p:nvSpPr>
          <p:cNvPr id="13" name="Text 11"/>
          <p:cNvSpPr txBox="1"/>
          <p:nvPr/>
        </p:nvSpPr>
        <p:spPr>
          <a:xfrm>
            <a:off x="731520" y="4663440"/>
            <a:ext cx="3749040" cy="146304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1. </a:t>
            </a:r>
            <a:r>
              <a:rPr lang="en-US" sz="1200" dirty="0">
                <a:solidFill>
                  <a:srgbClr val="2C3A55"/>
                </a:solidFill>
                <a:latin typeface="Calibri" pitchFamily="34" charset="0"/>
                <a:ea typeface="Calibri" pitchFamily="34" charset="-122"/>
                <a:cs typeface="Calibri" pitchFamily="34" charset="-120"/>
              </a:rPr>
              <a:t>Todo en una función, aplicada igual en todas partes.</a:t>
            </a:r>
            <a:endParaRPr lang="en-US" sz="120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00" dirty="0"/>
          </a:p>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2. </a:t>
            </a:r>
            <a:r>
              <a:rPr lang="en-US" sz="1200" dirty="0">
                <a:solidFill>
                  <a:srgbClr val="2C3A55"/>
                </a:solidFill>
                <a:latin typeface="Calibri" pitchFamily="34" charset="0"/>
                <a:ea typeface="Calibri" pitchFamily="34" charset="-122"/>
                <a:cs typeface="Calibri" pitchFamily="34" charset="-120"/>
              </a:rPr>
              <a:t>La función no aprende nada de los datos: restar años no usa promedios. Lo que se aprende va al Paso 6.</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983480" y="2103120"/>
          <a:ext cx="6702552" cy="3657600"/>
        </p:xfrm>
        <a:graphic>
          <a:graphicData uri="http://schemas.openxmlformats.org/drawingml/2006/table">
            <a:tbl>
              <a:tblPr/>
              <a:tblGrid>
                <a:gridCol w="16002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 nueva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Cómo se calcula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edad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yr_sold − year_built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importa la edad al vender, no el año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anios_remodel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yr_sold − year_remod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años desde la última remodelación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area_total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gr_liv_area + total_bsmt_sf</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habitable más sótano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banos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full_bath + 0.5 · half_bath</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un medio baño vale medio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calidad_cocina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Po=1, Fa=2, TA=3, Gd=4, Ex=5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categoría con orden → número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calidad_sotano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igual, y 0 si no tiene sótano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faltante significa «no tiene»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garage_type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NaN → «Sin garaje»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faltante significa «no tiene»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Text 12"/>
          <p:cNvSpPr txBox="1"/>
          <p:nvPr/>
        </p:nvSpPr>
        <p:spPr>
          <a:xfrm>
            <a:off x="4983480" y="5852160"/>
            <a:ext cx="6702552"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Las categorías sin orden (barrio, tipo de garaje) van con one-hot en el Paso 6.</a:t>
            </a:r>
            <a:endParaRPr lang="en-US" sz="1100" dirty="0"/>
          </a:p>
        </p:txBody>
      </p:sp>
      <mc:AlternateContent xmlns:mc="http://schemas.openxmlformats.org/markup-compatibility/2006">
        <mc:Choice xmlns:p14="http://schemas.microsoft.com/office/powerpoint/2010/main" Requires="p14">
          <p:contentPart p14:bwMode="auto" r:id="rId3">
            <p14:nvContentPartPr>
              <p14:cNvPr id="16" name="Ink 15">
                <a:extLst>
                  <a:ext uri="{FF2B5EF4-FFF2-40B4-BE49-F238E27FC236}">
                    <a16:creationId xmlns:a16="http://schemas.microsoft.com/office/drawing/2014/main" id="{F95AD7E9-6231-784E-E50F-C110D9EBD25B}"/>
                  </a:ext>
                </a:extLst>
              </p14:cNvPr>
              <p14:cNvContentPartPr/>
              <p14:nvPr/>
            </p14:nvContentPartPr>
            <p14:xfrm>
              <a:off x="550440" y="204840"/>
              <a:ext cx="11476440" cy="6625440"/>
            </p14:xfrm>
          </p:contentPart>
        </mc:Choice>
        <mc:Fallback>
          <p:pic>
            <p:nvPicPr>
              <p:cNvPr id="16" name="Ink 15">
                <a:extLst>
                  <a:ext uri="{FF2B5EF4-FFF2-40B4-BE49-F238E27FC236}">
                    <a16:creationId xmlns:a16="http://schemas.microsoft.com/office/drawing/2014/main" id="{F95AD7E9-6231-784E-E50F-C110D9EBD25B}"/>
                  </a:ext>
                </a:extLst>
              </p:cNvPr>
              <p:cNvPicPr/>
              <p:nvPr/>
            </p:nvPicPr>
            <p:blipFill>
              <a:blip r:embed="rId4"/>
              <a:stretch>
                <a:fillRect/>
              </a:stretch>
            </p:blipFill>
            <p:spPr>
              <a:xfrm>
                <a:off x="541080" y="195480"/>
                <a:ext cx="11495160" cy="66441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6</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pipeline: de casa cruda a precio en un solo objeto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 que se aprende de los datos va adentro, para que la validación cruzada lo aprenda solo con su parte de entrenamiento.</a:t>
            </a:r>
            <a:endParaRPr lang="en-US" sz="1400" dirty="0"/>
          </a:p>
        </p:txBody>
      </p:sp>
      <p:sp>
        <p:nvSpPr>
          <p:cNvPr id="6" name="Shape 4"/>
          <p:cNvSpPr/>
          <p:nvPr/>
        </p:nvSpPr>
        <p:spPr>
          <a:xfrm>
            <a:off x="502920" y="2651760"/>
            <a:ext cx="1371600" cy="822960"/>
          </a:xfrm>
          <a:prstGeom prst="roundRect">
            <a:avLst>
              <a:gd name="adj" fmla="val 6667"/>
            </a:avLst>
          </a:prstGeom>
          <a:solidFill>
            <a:srgbClr val="E9EEF8"/>
          </a:solidFill>
          <a:ln w="9525">
            <a:solidFill>
              <a:srgbClr val="E9EEF8"/>
            </a:solidFill>
            <a:prstDash val="solid"/>
          </a:ln>
        </p:spPr>
      </p:sp>
      <p:sp>
        <p:nvSpPr>
          <p:cNvPr id="7" name="Text 5"/>
          <p:cNvSpPr txBox="1"/>
          <p:nvPr/>
        </p:nvSpPr>
        <p:spPr>
          <a:xfrm>
            <a:off x="502920" y="2651760"/>
            <a:ext cx="1371600" cy="822960"/>
          </a:xfrm>
          <a:prstGeom prst="rect">
            <a:avLst/>
          </a:prstGeom>
          <a:noFill/>
          <a:ln/>
        </p:spPr>
        <p:txBody>
          <a:bodyPr wrap="square" lIns="0" tIns="0" rIns="0" bIns="0" rtlCol="0" anchor="ctr"/>
          <a:lstStyle/>
          <a:p>
            <a:pPr marL="0" indent="0" algn="ctr">
              <a:buNone/>
            </a:pPr>
            <a:r>
              <a:rPr lang="en-US" sz="1200" b="1" dirty="0">
                <a:solidFill>
                  <a:srgbClr val="0A2559"/>
                </a:solidFill>
                <a:latin typeface="Calibri" pitchFamily="34" charset="0"/>
                <a:ea typeface="Calibri" pitchFamily="34" charset="-122"/>
                <a:cs typeface="Calibri" pitchFamily="34" charset="-120"/>
              </a:rPr>
              <a:t>casa</a:t>
            </a:r>
            <a:endParaRPr lang="en-US" sz="1200" dirty="0"/>
          </a:p>
          <a:p>
            <a:pPr marL="0" indent="0" algn="ctr">
              <a:buNone/>
            </a:pPr>
            <a:r>
              <a:rPr lang="en-US" sz="1200" b="1" dirty="0">
                <a:solidFill>
                  <a:srgbClr val="0A2559"/>
                </a:solidFill>
                <a:latin typeface="Calibri" pitchFamily="34" charset="0"/>
                <a:ea typeface="Calibri" pitchFamily="34" charset="-122"/>
                <a:cs typeface="Calibri" pitchFamily="34" charset="-120"/>
              </a:rPr>
              <a:t>cruda</a:t>
            </a:r>
            <a:endParaRPr lang="en-US" sz="1200" dirty="0"/>
          </a:p>
        </p:txBody>
      </p:sp>
      <p:sp>
        <p:nvSpPr>
          <p:cNvPr id="8" name="Shape 6"/>
          <p:cNvSpPr/>
          <p:nvPr/>
        </p:nvSpPr>
        <p:spPr>
          <a:xfrm>
            <a:off x="1920240" y="3063240"/>
            <a:ext cx="320040" cy="0"/>
          </a:xfrm>
          <a:prstGeom prst="line">
            <a:avLst/>
          </a:prstGeom>
          <a:noFill/>
          <a:ln w="19050">
            <a:solidFill>
              <a:srgbClr val="5B6B87"/>
            </a:solidFill>
            <a:prstDash val="solid"/>
            <a:tailEnd type="triangle"/>
          </a:ln>
        </p:spPr>
      </p:sp>
      <p:sp>
        <p:nvSpPr>
          <p:cNvPr id="9" name="Shape 7"/>
          <p:cNvSpPr/>
          <p:nvPr/>
        </p:nvSpPr>
        <p:spPr>
          <a:xfrm>
            <a:off x="2286000" y="2651760"/>
            <a:ext cx="1463040" cy="822960"/>
          </a:xfrm>
          <a:prstGeom prst="roundRect">
            <a:avLst>
              <a:gd name="adj" fmla="val 6667"/>
            </a:avLst>
          </a:prstGeom>
          <a:solidFill>
            <a:srgbClr val="1A56E8"/>
          </a:solidFill>
          <a:ln w="9525">
            <a:solidFill>
              <a:srgbClr val="1A56E8"/>
            </a:solidFill>
            <a:prstDash val="solid"/>
          </a:ln>
        </p:spPr>
      </p:sp>
      <p:sp>
        <p:nvSpPr>
          <p:cNvPr id="10" name="Text 8"/>
          <p:cNvSpPr txBox="1"/>
          <p:nvPr/>
        </p:nvSpPr>
        <p:spPr>
          <a:xfrm>
            <a:off x="2286000" y="2651760"/>
            <a:ext cx="146304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preparar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(Paso 5)</a:t>
            </a:r>
            <a:endParaRPr lang="en-US" sz="1200" dirty="0"/>
          </a:p>
        </p:txBody>
      </p:sp>
      <p:sp>
        <p:nvSpPr>
          <p:cNvPr id="11" name="Shape 9"/>
          <p:cNvSpPr/>
          <p:nvPr/>
        </p:nvSpPr>
        <p:spPr>
          <a:xfrm>
            <a:off x="3794760" y="3063240"/>
            <a:ext cx="320040" cy="0"/>
          </a:xfrm>
          <a:prstGeom prst="line">
            <a:avLst/>
          </a:prstGeom>
          <a:noFill/>
          <a:ln w="19050">
            <a:solidFill>
              <a:srgbClr val="5B6B87"/>
            </a:solidFill>
            <a:prstDash val="solid"/>
            <a:tailEnd type="triangle"/>
          </a:ln>
        </p:spPr>
      </p:sp>
      <p:sp>
        <p:nvSpPr>
          <p:cNvPr id="12" name="Shape 10"/>
          <p:cNvSpPr/>
          <p:nvPr/>
        </p:nvSpPr>
        <p:spPr>
          <a:xfrm>
            <a:off x="4160520" y="2103120"/>
            <a:ext cx="3291840" cy="777240"/>
          </a:xfrm>
          <a:prstGeom prst="roundRect">
            <a:avLst>
              <a:gd name="adj" fmla="val 7059"/>
            </a:avLst>
          </a:prstGeom>
          <a:solidFill>
            <a:srgbClr val="FFFFFF"/>
          </a:solidFill>
          <a:ln w="9525">
            <a:solidFill>
              <a:srgbClr val="D2DBEC"/>
            </a:solidFill>
            <a:prstDash val="solid"/>
          </a:ln>
        </p:spPr>
      </p:sp>
      <p:sp>
        <p:nvSpPr>
          <p:cNvPr id="13" name="Text 11"/>
          <p:cNvSpPr txBox="1"/>
          <p:nvPr/>
        </p:nvSpPr>
        <p:spPr>
          <a:xfrm>
            <a:off x="4160520" y="2103120"/>
            <a:ext cx="3291840" cy="777240"/>
          </a:xfrm>
          <a:prstGeom prst="rect">
            <a:avLst/>
          </a:prstGeom>
          <a:noFill/>
          <a:ln/>
        </p:spPr>
        <p:txBody>
          <a:bodyPr wrap="square" lIns="0" tIns="0" rIns="0" bIns="0" rtlCol="0" anchor="ctr"/>
          <a:lstStyle/>
          <a:p>
            <a:pPr marL="0" indent="0" algn="ctr">
              <a:buNone/>
            </a:pPr>
            <a:r>
              <a:rPr lang="en-US" sz="1150" b="1" dirty="0">
                <a:solidFill>
                  <a:srgbClr val="0A2559"/>
                </a:solidFill>
                <a:latin typeface="Calibri" pitchFamily="34" charset="0"/>
                <a:ea typeface="Calibri" pitchFamily="34" charset="-122"/>
                <a:cs typeface="Calibri" pitchFamily="34" charset="-120"/>
              </a:rPr>
              <a:t>numéricas: mediana → escala</a:t>
            </a:r>
            <a:endParaRPr lang="en-US" sz="1150" dirty="0"/>
          </a:p>
        </p:txBody>
      </p:sp>
      <p:sp>
        <p:nvSpPr>
          <p:cNvPr id="14" name="Shape 12"/>
          <p:cNvSpPr/>
          <p:nvPr/>
        </p:nvSpPr>
        <p:spPr>
          <a:xfrm>
            <a:off x="4160520" y="3246120"/>
            <a:ext cx="3291840" cy="777240"/>
          </a:xfrm>
          <a:prstGeom prst="roundRect">
            <a:avLst>
              <a:gd name="adj" fmla="val 7059"/>
            </a:avLst>
          </a:prstGeom>
          <a:solidFill>
            <a:srgbClr val="FFFFFF"/>
          </a:solidFill>
          <a:ln w="9525">
            <a:solidFill>
              <a:srgbClr val="D2DBEC"/>
            </a:solidFill>
            <a:prstDash val="solid"/>
          </a:ln>
        </p:spPr>
      </p:sp>
      <p:sp>
        <p:nvSpPr>
          <p:cNvPr id="15" name="Text 13"/>
          <p:cNvSpPr txBox="1"/>
          <p:nvPr/>
        </p:nvSpPr>
        <p:spPr>
          <a:xfrm>
            <a:off x="4160520" y="3246120"/>
            <a:ext cx="3291840" cy="777240"/>
          </a:xfrm>
          <a:prstGeom prst="rect">
            <a:avLst/>
          </a:prstGeom>
          <a:noFill/>
          <a:ln/>
        </p:spPr>
        <p:txBody>
          <a:bodyPr wrap="square" lIns="0" tIns="0" rIns="0" bIns="0" rtlCol="0" anchor="ctr"/>
          <a:lstStyle/>
          <a:p>
            <a:pPr marL="0" indent="0" algn="ctr">
              <a:buNone/>
            </a:pPr>
            <a:r>
              <a:rPr lang="en-US" sz="1150" b="1" dirty="0">
                <a:solidFill>
                  <a:srgbClr val="0A2559"/>
                </a:solidFill>
                <a:latin typeface="Calibri" pitchFamily="34" charset="0"/>
                <a:ea typeface="Calibri" pitchFamily="34" charset="-122"/>
                <a:cs typeface="Calibri" pitchFamily="34" charset="-120"/>
              </a:rPr>
              <a:t>categóricas: más común → one-hot</a:t>
            </a:r>
            <a:endParaRPr lang="en-US" sz="1150" dirty="0"/>
          </a:p>
        </p:txBody>
      </p:sp>
      <p:sp>
        <p:nvSpPr>
          <p:cNvPr id="16" name="Text 14"/>
          <p:cNvSpPr txBox="1"/>
          <p:nvPr/>
        </p:nvSpPr>
        <p:spPr>
          <a:xfrm>
            <a:off x="4160520" y="4069080"/>
            <a:ext cx="3291840" cy="274320"/>
          </a:xfrm>
          <a:prstGeom prst="rect">
            <a:avLst/>
          </a:prstGeom>
          <a:noFill/>
          <a:ln/>
        </p:spPr>
        <p:txBody>
          <a:bodyPr wrap="square" lIns="0" tIns="0" rIns="0" bIns="0" rtlCol="0" anchor="ctr"/>
          <a:lstStyle/>
          <a:p>
            <a:pPr marL="0" indent="0" algn="ctr">
              <a:buNone/>
            </a:pPr>
            <a:r>
              <a:rPr lang="en-US" sz="1050" i="1" dirty="0">
                <a:solidFill>
                  <a:srgbClr val="5B6B87"/>
                </a:solidFill>
                <a:latin typeface="Calibri" pitchFamily="34" charset="0"/>
                <a:ea typeface="Calibri" pitchFamily="34" charset="-122"/>
                <a:cs typeface="Calibri" pitchFamily="34" charset="-120"/>
              </a:rPr>
              <a:t>ColumnTransformer</a:t>
            </a:r>
            <a:endParaRPr lang="en-US" sz="1050" dirty="0"/>
          </a:p>
        </p:txBody>
      </p:sp>
      <p:sp>
        <p:nvSpPr>
          <p:cNvPr id="17" name="Shape 15"/>
          <p:cNvSpPr/>
          <p:nvPr/>
        </p:nvSpPr>
        <p:spPr>
          <a:xfrm>
            <a:off x="7498080" y="3063240"/>
            <a:ext cx="320040" cy="0"/>
          </a:xfrm>
          <a:prstGeom prst="line">
            <a:avLst/>
          </a:prstGeom>
          <a:noFill/>
          <a:ln w="19050">
            <a:solidFill>
              <a:srgbClr val="5B6B87"/>
            </a:solidFill>
            <a:prstDash val="solid"/>
            <a:tailEnd type="triangle"/>
          </a:ln>
        </p:spPr>
      </p:sp>
      <p:sp>
        <p:nvSpPr>
          <p:cNvPr id="18" name="Shape 16"/>
          <p:cNvSpPr/>
          <p:nvPr/>
        </p:nvSpPr>
        <p:spPr>
          <a:xfrm>
            <a:off x="7863840" y="2651760"/>
            <a:ext cx="1371600" cy="822960"/>
          </a:xfrm>
          <a:prstGeom prst="roundRect">
            <a:avLst>
              <a:gd name="adj" fmla="val 6667"/>
            </a:avLst>
          </a:prstGeom>
          <a:solidFill>
            <a:srgbClr val="E6115E"/>
          </a:solidFill>
          <a:ln w="9525">
            <a:solidFill>
              <a:srgbClr val="E6115E"/>
            </a:solidFill>
            <a:prstDash val="solid"/>
          </a:ln>
        </p:spPr>
      </p:sp>
      <p:sp>
        <p:nvSpPr>
          <p:cNvPr id="19" name="Text 17"/>
          <p:cNvSpPr txBox="1"/>
          <p:nvPr/>
        </p:nvSpPr>
        <p:spPr>
          <a:xfrm>
            <a:off x="7863840" y="2651760"/>
            <a:ext cx="137160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modelo</a:t>
            </a:r>
            <a:endParaRPr lang="en-US" sz="1400" dirty="0"/>
          </a:p>
        </p:txBody>
      </p:sp>
      <p:sp>
        <p:nvSpPr>
          <p:cNvPr id="20" name="Shape 18"/>
          <p:cNvSpPr/>
          <p:nvPr/>
        </p:nvSpPr>
        <p:spPr>
          <a:xfrm>
            <a:off x="9281160" y="3063240"/>
            <a:ext cx="320040" cy="0"/>
          </a:xfrm>
          <a:prstGeom prst="line">
            <a:avLst/>
          </a:prstGeom>
          <a:noFill/>
          <a:ln w="19050">
            <a:solidFill>
              <a:srgbClr val="5B6B87"/>
            </a:solidFill>
            <a:prstDash val="solid"/>
            <a:tailEnd type="triangle"/>
          </a:ln>
        </p:spPr>
      </p:sp>
      <p:sp>
        <p:nvSpPr>
          <p:cNvPr id="21" name="Shape 19"/>
          <p:cNvSpPr/>
          <p:nvPr/>
        </p:nvSpPr>
        <p:spPr>
          <a:xfrm>
            <a:off x="9646920" y="2651760"/>
            <a:ext cx="2039112" cy="822960"/>
          </a:xfrm>
          <a:prstGeom prst="roundRect">
            <a:avLst>
              <a:gd name="adj" fmla="val 6667"/>
            </a:avLst>
          </a:prstGeom>
          <a:solidFill>
            <a:srgbClr val="0A2559"/>
          </a:solidFill>
          <a:ln w="9525">
            <a:solidFill>
              <a:srgbClr val="0A2559"/>
            </a:solidFill>
            <a:prstDash val="solid"/>
          </a:ln>
        </p:spPr>
      </p:sp>
      <p:sp>
        <p:nvSpPr>
          <p:cNvPr id="22" name="Text 20"/>
          <p:cNvSpPr txBox="1"/>
          <p:nvPr/>
        </p:nvSpPr>
        <p:spPr>
          <a:xfrm>
            <a:off x="9646920" y="2651760"/>
            <a:ext cx="2039112"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log(precio)</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 exp → USD</a:t>
            </a:r>
            <a:endParaRPr lang="en-US" sz="1200" dirty="0"/>
          </a:p>
        </p:txBody>
      </p:sp>
      <p:sp>
        <p:nvSpPr>
          <p:cNvPr id="23" name="Text 21"/>
          <p:cNvSpPr txBox="1"/>
          <p:nvPr/>
        </p:nvSpPr>
        <p:spPr>
          <a:xfrm>
            <a:off x="502920" y="4434840"/>
            <a:ext cx="11183112" cy="274320"/>
          </a:xfrm>
          <a:prstGeom prst="rect">
            <a:avLst/>
          </a:prstGeom>
          <a:noFill/>
          <a:ln/>
        </p:spPr>
        <p:txBody>
          <a:bodyPr wrap="square" lIns="0" tIns="0" rIns="0" bIns="0" rtlCol="0" anchor="ctr"/>
          <a:lstStyle/>
          <a:p>
            <a:pPr marL="0" indent="0" algn="ctr">
              <a:buNone/>
            </a:pPr>
            <a:r>
              <a:rPr lang="en-US" sz="1150" i="1" dirty="0">
                <a:solidFill>
                  <a:srgbClr val="5B6B87"/>
                </a:solidFill>
                <a:latin typeface="Calibri" pitchFamily="34" charset="0"/>
                <a:ea typeface="Calibri" pitchFamily="34" charset="-122"/>
                <a:cs typeface="Calibri" pitchFamily="34" charset="-120"/>
              </a:rPr>
              <a:t>17 numéricas + 49 columnas one-hot = 66 columnas para el modelo</a:t>
            </a:r>
            <a:endParaRPr lang="en-US" sz="1150" dirty="0"/>
          </a:p>
        </p:txBody>
      </p:sp>
      <p:sp>
        <p:nvSpPr>
          <p:cNvPr id="24" name="Shape 22"/>
          <p:cNvSpPr/>
          <p:nvPr/>
        </p:nvSpPr>
        <p:spPr>
          <a:xfrm>
            <a:off x="502920" y="4892040"/>
            <a:ext cx="5486400" cy="1325880"/>
          </a:xfrm>
          <a:prstGeom prst="roundRect">
            <a:avLst>
              <a:gd name="adj" fmla="val 4138"/>
            </a:avLst>
          </a:prstGeom>
          <a:solidFill>
            <a:srgbClr val="061834"/>
          </a:solidFill>
          <a:ln w="9525">
            <a:solidFill>
              <a:srgbClr val="061834"/>
            </a:solidFill>
            <a:prstDash val="solid"/>
          </a:ln>
        </p:spPr>
      </p:sp>
      <p:sp>
        <p:nvSpPr>
          <p:cNvPr id="25" name="Text 23"/>
          <p:cNvSpPr txBox="1"/>
          <p:nvPr/>
        </p:nvSpPr>
        <p:spPr>
          <a:xfrm>
            <a:off x="731520" y="5029200"/>
            <a:ext cx="5120640" cy="1097280"/>
          </a:xfrm>
          <a:prstGeom prst="rect">
            <a:avLst/>
          </a:prstGeom>
          <a:noFill/>
          <a:ln/>
        </p:spPr>
        <p:txBody>
          <a:bodyPr wrap="square" lIns="0" tIns="0" rIns="0" bIns="0" rtlCol="0" anchor="t"/>
          <a:lstStyle/>
          <a:p>
            <a:pPr marL="0" indent="0">
              <a:buNone/>
            </a:pPr>
            <a:r>
              <a:rPr lang="en-US" sz="1200" dirty="0">
                <a:solidFill>
                  <a:srgbClr val="C9D4EA"/>
                </a:solidFill>
                <a:latin typeface="Courier New" pitchFamily="34" charset="0"/>
                <a:ea typeface="Courier New" pitchFamily="34" charset="-122"/>
                <a:cs typeface="Courier New" pitchFamily="34" charset="-120"/>
              </a:rPr>
              <a:t>TransformedTargetRegressor(</a:t>
            </a:r>
            <a:endParaRPr lang="en-US" sz="1200" dirty="0"/>
          </a:p>
          <a:p>
            <a:pPr marL="0" indent="0">
              <a:buNone/>
            </a:pPr>
            <a:r>
              <a:rPr lang="en-US" sz="1200" b="1" dirty="0">
                <a:solidFill>
                  <a:srgbClr val="FFFFFF"/>
                </a:solidFill>
                <a:latin typeface="Courier New" pitchFamily="34" charset="0"/>
                <a:ea typeface="Courier New" pitchFamily="34" charset="-122"/>
                <a:cs typeface="Courier New" pitchFamily="34" charset="-120"/>
              </a:rPr>
              <a:t>    Pipeline([preparar, preprocesar, modelo]),</a:t>
            </a:r>
            <a:endParaRPr lang="en-US" sz="1200" dirty="0"/>
          </a:p>
          <a:p>
            <a:pPr marL="0" indent="0">
              <a:buNone/>
            </a:pPr>
            <a:r>
              <a:rPr lang="en-US" sz="1200" dirty="0">
                <a:solidFill>
                  <a:srgbClr val="C9D4EA"/>
                </a:solidFill>
                <a:latin typeface="Courier New" pitchFamily="34" charset="0"/>
                <a:ea typeface="Courier New" pitchFamily="34" charset="-122"/>
                <a:cs typeface="Courier New" pitchFamily="34" charset="-120"/>
              </a:rPr>
              <a:t>    func=np.log, inverse_func=np.exp)</a:t>
            </a:r>
            <a:endParaRPr lang="en-US" sz="1200" dirty="0"/>
          </a:p>
        </p:txBody>
      </p:sp>
      <p:sp>
        <p:nvSpPr>
          <p:cNvPr id="26" name="Shape 24"/>
          <p:cNvSpPr/>
          <p:nvPr/>
        </p:nvSpPr>
        <p:spPr>
          <a:xfrm>
            <a:off x="6199632" y="4892040"/>
            <a:ext cx="5486400" cy="1325880"/>
          </a:xfrm>
          <a:prstGeom prst="roundRect">
            <a:avLst>
              <a:gd name="adj" fmla="val 4138"/>
            </a:avLst>
          </a:prstGeom>
          <a:solidFill>
            <a:srgbClr val="FFFFFF"/>
          </a:solidFill>
          <a:ln w="9525">
            <a:solidFill>
              <a:srgbClr val="D2DBEC"/>
            </a:solidFill>
            <a:prstDash val="solid"/>
          </a:ln>
        </p:spPr>
      </p:sp>
      <p:sp>
        <p:nvSpPr>
          <p:cNvPr id="27" name="Text 25"/>
          <p:cNvSpPr txBox="1"/>
          <p:nvPr/>
        </p:nvSpPr>
        <p:spPr>
          <a:xfrm>
            <a:off x="6428232" y="4892040"/>
            <a:ext cx="5029200" cy="132588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Tres ventajas: </a:t>
            </a:r>
            <a:r>
              <a:rPr lang="en-US" sz="1200" dirty="0">
                <a:solidFill>
                  <a:srgbClr val="2C3A55"/>
                </a:solidFill>
                <a:latin typeface="Calibri" pitchFamily="34" charset="0"/>
                <a:ea typeface="Calibri" pitchFamily="34" charset="-122"/>
                <a:cs typeface="Calibri" pitchFamily="34" charset="-120"/>
              </a:rPr>
              <a:t>no hay fuga en la validación cruzada; el objeto guardado recibe la casa tal como llega, con faltantes; y handle_unknown="ignore" evita que un barrio nuevo rompa el modelo.</a:t>
            </a:r>
            <a:endParaRPr lang="en-US" sz="1200" dirty="0"/>
          </a:p>
        </p:txBody>
      </p:sp>
      <mc:AlternateContent xmlns:mc="http://schemas.openxmlformats.org/markup-compatibility/2006">
        <mc:Choice xmlns:p14="http://schemas.microsoft.com/office/powerpoint/2010/main" Requires="p14">
          <p:contentPart p14:bwMode="auto" r:id="rId3">
            <p14:nvContentPartPr>
              <p14:cNvPr id="28" name="Ink 27">
                <a:extLst>
                  <a:ext uri="{FF2B5EF4-FFF2-40B4-BE49-F238E27FC236}">
                    <a16:creationId xmlns:a16="http://schemas.microsoft.com/office/drawing/2014/main" id="{55F7FA7C-73A1-7C07-BFEF-8E79F33C208E}"/>
                  </a:ext>
                </a:extLst>
              </p14:cNvPr>
              <p14:cNvContentPartPr/>
              <p14:nvPr/>
            </p14:nvContentPartPr>
            <p14:xfrm>
              <a:off x="657000" y="174600"/>
              <a:ext cx="10723680" cy="6201360"/>
            </p14:xfrm>
          </p:contentPart>
        </mc:Choice>
        <mc:Fallback>
          <p:pic>
            <p:nvPicPr>
              <p:cNvPr id="28" name="Ink 27">
                <a:extLst>
                  <a:ext uri="{FF2B5EF4-FFF2-40B4-BE49-F238E27FC236}">
                    <a16:creationId xmlns:a16="http://schemas.microsoft.com/office/drawing/2014/main" id="{55F7FA7C-73A1-7C07-BFEF-8E79F33C208E}"/>
                  </a:ext>
                </a:extLst>
              </p:cNvPr>
              <p:cNvPicPr/>
              <p:nvPr/>
            </p:nvPicPr>
            <p:blipFill>
              <a:blip r:embed="rId4"/>
              <a:stretch>
                <a:fillRect/>
              </a:stretch>
            </p:blipFill>
            <p:spPr>
              <a:xfrm>
                <a:off x="647640" y="165240"/>
                <a:ext cx="10742400" cy="62200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7</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Los ocho modelos del módulo, con validación cruzada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5 particiones sobre el entrenamiento. Cada vuelta reentrena el pipeline completo. La prueba sigue guardada.</a:t>
            </a:r>
            <a:endParaRPr lang="en-US" sz="1400" dirty="0"/>
          </a:p>
        </p:txBody>
      </p:sp>
      <p:sp>
        <p:nvSpPr>
          <p:cNvPr id="6" name="Shape 4"/>
          <p:cNvSpPr/>
          <p:nvPr/>
        </p:nvSpPr>
        <p:spPr>
          <a:xfrm>
            <a:off x="502920" y="2103120"/>
            <a:ext cx="722376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658368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MAE de validación cruzada (USD) · la barra fina es ± una desviación</a:t>
            </a:r>
            <a:endParaRPr lang="en-US" sz="1400" dirty="0"/>
          </a:p>
        </p:txBody>
      </p:sp>
      <p:sp>
        <p:nvSpPr>
          <p:cNvPr id="9" name="Text 7"/>
          <p:cNvSpPr txBox="1"/>
          <p:nvPr/>
        </p:nvSpPr>
        <p:spPr>
          <a:xfrm>
            <a:off x="731520" y="2697480"/>
            <a:ext cx="1920240" cy="347472"/>
          </a:xfrm>
          <a:prstGeom prst="rect">
            <a:avLst/>
          </a:prstGeom>
          <a:noFill/>
          <a:ln/>
        </p:spPr>
        <p:txBody>
          <a:bodyPr wrap="square" lIns="0" tIns="0" rIns="0" bIns="0" rtlCol="0" anchor="ctr"/>
          <a:lstStyle/>
          <a:p>
            <a:pPr marL="0" indent="0">
              <a:buNone/>
            </a:pPr>
            <a:r>
              <a:rPr lang="en-US" sz="1150" b="1" dirty="0">
                <a:solidFill>
                  <a:srgbClr val="0A2559"/>
                </a:solidFill>
                <a:latin typeface="Calibri" pitchFamily="34" charset="0"/>
                <a:ea typeface="Calibri" pitchFamily="34" charset="-122"/>
                <a:cs typeface="Calibri" pitchFamily="34" charset="-120"/>
              </a:rPr>
              <a:t>XGBoost</a:t>
            </a:r>
            <a:endParaRPr lang="en-US" sz="1150" dirty="0"/>
          </a:p>
        </p:txBody>
      </p:sp>
      <p:sp>
        <p:nvSpPr>
          <p:cNvPr id="10" name="Shape 8"/>
          <p:cNvSpPr/>
          <p:nvPr/>
        </p:nvSpPr>
        <p:spPr>
          <a:xfrm>
            <a:off x="2697480" y="2770632"/>
            <a:ext cx="890091" cy="219456"/>
          </a:xfrm>
          <a:prstGeom prst="rect">
            <a:avLst/>
          </a:prstGeom>
          <a:solidFill>
            <a:srgbClr val="E6115E"/>
          </a:solidFill>
          <a:ln/>
        </p:spPr>
      </p:sp>
      <p:sp>
        <p:nvSpPr>
          <p:cNvPr id="11" name="Shape 9"/>
          <p:cNvSpPr/>
          <p:nvPr/>
        </p:nvSpPr>
        <p:spPr>
          <a:xfrm>
            <a:off x="3542023" y="2880360"/>
            <a:ext cx="91097" cy="0"/>
          </a:xfrm>
          <a:prstGeom prst="line">
            <a:avLst/>
          </a:prstGeom>
          <a:noFill/>
          <a:ln w="19050">
            <a:solidFill>
              <a:srgbClr val="0A2559"/>
            </a:solidFill>
            <a:prstDash val="solid"/>
          </a:ln>
        </p:spPr>
      </p:sp>
      <p:sp>
        <p:nvSpPr>
          <p:cNvPr id="12" name="Text 10"/>
          <p:cNvSpPr txBox="1"/>
          <p:nvPr/>
        </p:nvSpPr>
        <p:spPr>
          <a:xfrm>
            <a:off x="3724560" y="2697480"/>
            <a:ext cx="1463040" cy="347472"/>
          </a:xfrm>
          <a:prstGeom prst="rect">
            <a:avLst/>
          </a:prstGeom>
          <a:noFill/>
          <a:ln/>
        </p:spPr>
        <p:txBody>
          <a:bodyPr wrap="square" lIns="0" tIns="0" rIns="0" bIns="0" rtlCol="0" anchor="ctr"/>
          <a:lstStyle/>
          <a:p>
            <a:pPr marL="0" indent="0">
              <a:buNone/>
            </a:pPr>
            <a:r>
              <a:rPr lang="en-US" sz="1100" b="1" dirty="0">
                <a:solidFill>
                  <a:srgbClr val="E6115E"/>
                </a:solidFill>
                <a:latin typeface="Calibri" pitchFamily="34" charset="0"/>
                <a:ea typeface="Calibri" pitchFamily="34" charset="-122"/>
                <a:cs typeface="Calibri" pitchFamily="34" charset="-120"/>
              </a:rPr>
              <a:t>14 345 · 8.6 %</a:t>
            </a:r>
            <a:endParaRPr lang="en-US" sz="1100" dirty="0"/>
          </a:p>
        </p:txBody>
      </p:sp>
      <p:sp>
        <p:nvSpPr>
          <p:cNvPr id="13" name="Text 11"/>
          <p:cNvSpPr txBox="1"/>
          <p:nvPr/>
        </p:nvSpPr>
        <p:spPr>
          <a:xfrm>
            <a:off x="731520" y="3127248"/>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Ridge</a:t>
            </a:r>
            <a:endParaRPr lang="en-US" sz="1150" dirty="0"/>
          </a:p>
        </p:txBody>
      </p:sp>
      <p:sp>
        <p:nvSpPr>
          <p:cNvPr id="14" name="Shape 12"/>
          <p:cNvSpPr/>
          <p:nvPr/>
        </p:nvSpPr>
        <p:spPr>
          <a:xfrm>
            <a:off x="2697480" y="3200400"/>
            <a:ext cx="954519" cy="219456"/>
          </a:xfrm>
          <a:prstGeom prst="rect">
            <a:avLst/>
          </a:prstGeom>
          <a:solidFill>
            <a:srgbClr val="1A56E8"/>
          </a:solidFill>
          <a:ln/>
        </p:spPr>
      </p:sp>
      <p:sp>
        <p:nvSpPr>
          <p:cNvPr id="15" name="Shape 13"/>
          <p:cNvSpPr/>
          <p:nvPr/>
        </p:nvSpPr>
        <p:spPr>
          <a:xfrm>
            <a:off x="3605286" y="3310128"/>
            <a:ext cx="93427" cy="0"/>
          </a:xfrm>
          <a:prstGeom prst="line">
            <a:avLst/>
          </a:prstGeom>
          <a:noFill/>
          <a:ln w="19050">
            <a:solidFill>
              <a:srgbClr val="0A2559"/>
            </a:solidFill>
            <a:prstDash val="solid"/>
          </a:ln>
        </p:spPr>
      </p:sp>
      <p:sp>
        <p:nvSpPr>
          <p:cNvPr id="16" name="Text 14"/>
          <p:cNvSpPr txBox="1"/>
          <p:nvPr/>
        </p:nvSpPr>
        <p:spPr>
          <a:xfrm>
            <a:off x="3790152" y="3127248"/>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15 383 · 9.2 %</a:t>
            </a:r>
            <a:endParaRPr lang="en-US" sz="1100" dirty="0"/>
          </a:p>
        </p:txBody>
      </p:sp>
      <p:sp>
        <p:nvSpPr>
          <p:cNvPr id="17" name="Text 15"/>
          <p:cNvSpPr txBox="1"/>
          <p:nvPr/>
        </p:nvSpPr>
        <p:spPr>
          <a:xfrm>
            <a:off x="731520" y="3557016"/>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Regresión lineal</a:t>
            </a:r>
            <a:endParaRPr lang="en-US" sz="1150" dirty="0"/>
          </a:p>
        </p:txBody>
      </p:sp>
      <p:sp>
        <p:nvSpPr>
          <p:cNvPr id="18" name="Shape 16"/>
          <p:cNvSpPr/>
          <p:nvPr/>
        </p:nvSpPr>
        <p:spPr>
          <a:xfrm>
            <a:off x="2697480" y="3630168"/>
            <a:ext cx="955723" cy="219456"/>
          </a:xfrm>
          <a:prstGeom prst="rect">
            <a:avLst/>
          </a:prstGeom>
          <a:solidFill>
            <a:srgbClr val="1A56E8"/>
          </a:solidFill>
          <a:ln/>
        </p:spPr>
      </p:sp>
      <p:sp>
        <p:nvSpPr>
          <p:cNvPr id="19" name="Shape 17"/>
          <p:cNvSpPr/>
          <p:nvPr/>
        </p:nvSpPr>
        <p:spPr>
          <a:xfrm>
            <a:off x="3602687" y="3739896"/>
            <a:ext cx="101033" cy="0"/>
          </a:xfrm>
          <a:prstGeom prst="line">
            <a:avLst/>
          </a:prstGeom>
          <a:noFill/>
          <a:ln w="19050">
            <a:solidFill>
              <a:srgbClr val="0A2559"/>
            </a:solidFill>
            <a:prstDash val="solid"/>
          </a:ln>
        </p:spPr>
      </p:sp>
      <p:sp>
        <p:nvSpPr>
          <p:cNvPr id="20" name="Text 18"/>
          <p:cNvSpPr txBox="1"/>
          <p:nvPr/>
        </p:nvSpPr>
        <p:spPr>
          <a:xfrm>
            <a:off x="3795160" y="3557016"/>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15 403 · 9.2 %</a:t>
            </a:r>
            <a:endParaRPr lang="en-US" sz="1100" dirty="0"/>
          </a:p>
        </p:txBody>
      </p:sp>
      <p:sp>
        <p:nvSpPr>
          <p:cNvPr id="21" name="Text 19"/>
          <p:cNvSpPr txBox="1"/>
          <p:nvPr/>
        </p:nvSpPr>
        <p:spPr>
          <a:xfrm>
            <a:off x="731520" y="3986784"/>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Lasso</a:t>
            </a:r>
            <a:endParaRPr lang="en-US" sz="1150" dirty="0"/>
          </a:p>
        </p:txBody>
      </p:sp>
      <p:sp>
        <p:nvSpPr>
          <p:cNvPr id="22" name="Shape 20"/>
          <p:cNvSpPr/>
          <p:nvPr/>
        </p:nvSpPr>
        <p:spPr>
          <a:xfrm>
            <a:off x="2697480" y="4059936"/>
            <a:ext cx="957222" cy="219456"/>
          </a:xfrm>
          <a:prstGeom prst="rect">
            <a:avLst/>
          </a:prstGeom>
          <a:solidFill>
            <a:srgbClr val="1A56E8"/>
          </a:solidFill>
          <a:ln/>
        </p:spPr>
      </p:sp>
      <p:sp>
        <p:nvSpPr>
          <p:cNvPr id="23" name="Shape 21"/>
          <p:cNvSpPr/>
          <p:nvPr/>
        </p:nvSpPr>
        <p:spPr>
          <a:xfrm>
            <a:off x="3610057" y="4169664"/>
            <a:ext cx="89290" cy="0"/>
          </a:xfrm>
          <a:prstGeom prst="line">
            <a:avLst/>
          </a:prstGeom>
          <a:noFill/>
          <a:ln w="19050">
            <a:solidFill>
              <a:srgbClr val="0A2559"/>
            </a:solidFill>
            <a:prstDash val="solid"/>
          </a:ln>
        </p:spPr>
      </p:sp>
      <p:sp>
        <p:nvSpPr>
          <p:cNvPr id="24" name="Text 22"/>
          <p:cNvSpPr txBox="1"/>
          <p:nvPr/>
        </p:nvSpPr>
        <p:spPr>
          <a:xfrm>
            <a:off x="3790787" y="3986784"/>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15 427 · 9.2 %</a:t>
            </a:r>
            <a:endParaRPr lang="en-US" sz="1100" dirty="0"/>
          </a:p>
        </p:txBody>
      </p:sp>
      <p:sp>
        <p:nvSpPr>
          <p:cNvPr id="25" name="Text 23"/>
          <p:cNvSpPr txBox="1"/>
          <p:nvPr/>
        </p:nvSpPr>
        <p:spPr>
          <a:xfrm>
            <a:off x="731520" y="4416552"/>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SVR RBF</a:t>
            </a:r>
            <a:endParaRPr lang="en-US" sz="1150" dirty="0"/>
          </a:p>
        </p:txBody>
      </p:sp>
      <p:sp>
        <p:nvSpPr>
          <p:cNvPr id="26" name="Shape 24"/>
          <p:cNvSpPr/>
          <p:nvPr/>
        </p:nvSpPr>
        <p:spPr>
          <a:xfrm>
            <a:off x="2697480" y="4489704"/>
            <a:ext cx="958665" cy="219456"/>
          </a:xfrm>
          <a:prstGeom prst="rect">
            <a:avLst/>
          </a:prstGeom>
          <a:solidFill>
            <a:srgbClr val="1A56E8"/>
          </a:solidFill>
          <a:ln/>
        </p:spPr>
      </p:sp>
      <p:sp>
        <p:nvSpPr>
          <p:cNvPr id="27" name="Shape 25"/>
          <p:cNvSpPr/>
          <p:nvPr/>
        </p:nvSpPr>
        <p:spPr>
          <a:xfrm>
            <a:off x="3622904" y="4599432"/>
            <a:ext cx="66482" cy="0"/>
          </a:xfrm>
          <a:prstGeom prst="line">
            <a:avLst/>
          </a:prstGeom>
          <a:noFill/>
          <a:ln w="19050">
            <a:solidFill>
              <a:srgbClr val="0A2559"/>
            </a:solidFill>
            <a:prstDash val="solid"/>
          </a:ln>
        </p:spPr>
      </p:sp>
      <p:sp>
        <p:nvSpPr>
          <p:cNvPr id="28" name="Text 26"/>
          <p:cNvSpPr txBox="1"/>
          <p:nvPr/>
        </p:nvSpPr>
        <p:spPr>
          <a:xfrm>
            <a:off x="3780826" y="4416552"/>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15 450 · 9.2 %</a:t>
            </a:r>
            <a:endParaRPr lang="en-US" sz="1100" dirty="0"/>
          </a:p>
        </p:txBody>
      </p:sp>
      <p:sp>
        <p:nvSpPr>
          <p:cNvPr id="29" name="Text 27"/>
          <p:cNvSpPr txBox="1"/>
          <p:nvPr/>
        </p:nvSpPr>
        <p:spPr>
          <a:xfrm>
            <a:off x="731520" y="4846320"/>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Random Forest</a:t>
            </a:r>
            <a:endParaRPr lang="en-US" sz="1150" dirty="0"/>
          </a:p>
        </p:txBody>
      </p:sp>
      <p:sp>
        <p:nvSpPr>
          <p:cNvPr id="30" name="Shape 28"/>
          <p:cNvSpPr/>
          <p:nvPr/>
        </p:nvSpPr>
        <p:spPr>
          <a:xfrm>
            <a:off x="2697480" y="4919472"/>
            <a:ext cx="977014" cy="219456"/>
          </a:xfrm>
          <a:prstGeom prst="rect">
            <a:avLst/>
          </a:prstGeom>
          <a:solidFill>
            <a:srgbClr val="1A56E8"/>
          </a:solidFill>
          <a:ln/>
        </p:spPr>
      </p:sp>
      <p:sp>
        <p:nvSpPr>
          <p:cNvPr id="31" name="Shape 29"/>
          <p:cNvSpPr/>
          <p:nvPr/>
        </p:nvSpPr>
        <p:spPr>
          <a:xfrm>
            <a:off x="3624172" y="5029200"/>
            <a:ext cx="100645" cy="0"/>
          </a:xfrm>
          <a:prstGeom prst="line">
            <a:avLst/>
          </a:prstGeom>
          <a:noFill/>
          <a:ln w="19050">
            <a:solidFill>
              <a:srgbClr val="0A2559"/>
            </a:solidFill>
            <a:prstDash val="solid"/>
          </a:ln>
        </p:spPr>
      </p:sp>
      <p:sp>
        <p:nvSpPr>
          <p:cNvPr id="32" name="Text 30"/>
          <p:cNvSpPr txBox="1"/>
          <p:nvPr/>
        </p:nvSpPr>
        <p:spPr>
          <a:xfrm>
            <a:off x="3816257" y="4846320"/>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15 746 · 9.4 %</a:t>
            </a:r>
            <a:endParaRPr lang="en-US" sz="1100" dirty="0"/>
          </a:p>
        </p:txBody>
      </p:sp>
      <p:sp>
        <p:nvSpPr>
          <p:cNvPr id="33" name="Text 31"/>
          <p:cNvSpPr txBox="1"/>
          <p:nvPr/>
        </p:nvSpPr>
        <p:spPr>
          <a:xfrm>
            <a:off x="731520" y="5276088"/>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Árbol</a:t>
            </a:r>
            <a:endParaRPr lang="en-US" sz="1150" dirty="0"/>
          </a:p>
        </p:txBody>
      </p:sp>
      <p:sp>
        <p:nvSpPr>
          <p:cNvPr id="34" name="Shape 32"/>
          <p:cNvSpPr/>
          <p:nvPr/>
        </p:nvSpPr>
        <p:spPr>
          <a:xfrm>
            <a:off x="2697480" y="5349240"/>
            <a:ext cx="1288241" cy="219456"/>
          </a:xfrm>
          <a:prstGeom prst="rect">
            <a:avLst/>
          </a:prstGeom>
          <a:solidFill>
            <a:srgbClr val="8A97AD"/>
          </a:solidFill>
          <a:ln/>
        </p:spPr>
      </p:sp>
      <p:sp>
        <p:nvSpPr>
          <p:cNvPr id="35" name="Shape 33"/>
          <p:cNvSpPr/>
          <p:nvPr/>
        </p:nvSpPr>
        <p:spPr>
          <a:xfrm>
            <a:off x="3911299" y="5458968"/>
            <a:ext cx="148844" cy="0"/>
          </a:xfrm>
          <a:prstGeom prst="line">
            <a:avLst/>
          </a:prstGeom>
          <a:noFill/>
          <a:ln w="19050">
            <a:solidFill>
              <a:srgbClr val="0A2559"/>
            </a:solidFill>
            <a:prstDash val="solid"/>
          </a:ln>
        </p:spPr>
      </p:sp>
      <p:sp>
        <p:nvSpPr>
          <p:cNvPr id="36" name="Text 34"/>
          <p:cNvSpPr txBox="1"/>
          <p:nvPr/>
        </p:nvSpPr>
        <p:spPr>
          <a:xfrm>
            <a:off x="4151583" y="5276088"/>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20 762 · 12.6 %</a:t>
            </a:r>
            <a:endParaRPr lang="en-US" sz="1100" dirty="0"/>
          </a:p>
        </p:txBody>
      </p:sp>
      <p:sp>
        <p:nvSpPr>
          <p:cNvPr id="37" name="Text 35"/>
          <p:cNvSpPr txBox="1"/>
          <p:nvPr/>
        </p:nvSpPr>
        <p:spPr>
          <a:xfrm>
            <a:off x="731520" y="5705856"/>
            <a:ext cx="1920240" cy="347472"/>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Siempre la mediana</a:t>
            </a:r>
            <a:endParaRPr lang="en-US" sz="1150" dirty="0"/>
          </a:p>
        </p:txBody>
      </p:sp>
      <p:sp>
        <p:nvSpPr>
          <p:cNvPr id="38" name="Shape 36"/>
          <p:cNvSpPr/>
          <p:nvPr/>
        </p:nvSpPr>
        <p:spPr>
          <a:xfrm>
            <a:off x="2697480" y="5779008"/>
            <a:ext cx="3425789" cy="219456"/>
          </a:xfrm>
          <a:prstGeom prst="rect">
            <a:avLst/>
          </a:prstGeom>
          <a:solidFill>
            <a:srgbClr val="8A97AD"/>
          </a:solidFill>
          <a:ln/>
        </p:spPr>
      </p:sp>
      <p:sp>
        <p:nvSpPr>
          <p:cNvPr id="39" name="Shape 37"/>
          <p:cNvSpPr/>
          <p:nvPr/>
        </p:nvSpPr>
        <p:spPr>
          <a:xfrm>
            <a:off x="5964862" y="5888736"/>
            <a:ext cx="316814" cy="0"/>
          </a:xfrm>
          <a:prstGeom prst="line">
            <a:avLst/>
          </a:prstGeom>
          <a:noFill/>
          <a:ln w="19050">
            <a:solidFill>
              <a:srgbClr val="0A2559"/>
            </a:solidFill>
            <a:prstDash val="solid"/>
          </a:ln>
        </p:spPr>
      </p:sp>
      <p:sp>
        <p:nvSpPr>
          <p:cNvPr id="40" name="Text 38"/>
          <p:cNvSpPr txBox="1"/>
          <p:nvPr/>
        </p:nvSpPr>
        <p:spPr>
          <a:xfrm>
            <a:off x="6373116" y="5705856"/>
            <a:ext cx="1463040" cy="347472"/>
          </a:xfrm>
          <a:prstGeom prst="rect">
            <a:avLst/>
          </a:prstGeom>
          <a:noFill/>
          <a:ln/>
        </p:spPr>
        <p:txBody>
          <a:bodyPr wrap="square" lIns="0" tIns="0" rIns="0" bIns="0" rtlCol="0" anchor="ctr"/>
          <a:lstStyle/>
          <a:p>
            <a:pPr marL="0" indent="0">
              <a:buNone/>
            </a:pPr>
            <a:r>
              <a:rPr lang="en-US" sz="1100" b="1" dirty="0">
                <a:solidFill>
                  <a:srgbClr val="2C3A55"/>
                </a:solidFill>
                <a:latin typeface="Calibri" pitchFamily="34" charset="0"/>
                <a:ea typeface="Calibri" pitchFamily="34" charset="-122"/>
                <a:cs typeface="Calibri" pitchFamily="34" charset="-120"/>
              </a:rPr>
              <a:t>55 211 · 32.3 %</a:t>
            </a:r>
            <a:endParaRPr lang="en-US" sz="1100" dirty="0"/>
          </a:p>
        </p:txBody>
      </p:sp>
      <p:sp>
        <p:nvSpPr>
          <p:cNvPr id="41" name="Shape 39"/>
          <p:cNvSpPr/>
          <p:nvPr/>
        </p:nvSpPr>
        <p:spPr>
          <a:xfrm>
            <a:off x="8001000" y="2103120"/>
            <a:ext cx="3685032" cy="1280160"/>
          </a:xfrm>
          <a:prstGeom prst="roundRect">
            <a:avLst>
              <a:gd name="adj" fmla="val 4286"/>
            </a:avLst>
          </a:prstGeom>
          <a:solidFill>
            <a:srgbClr val="FFFFFF"/>
          </a:solidFill>
          <a:ln w="9525">
            <a:solidFill>
              <a:srgbClr val="D2DBEC"/>
            </a:solidFill>
            <a:prstDash val="solid"/>
          </a:ln>
        </p:spPr>
      </p:sp>
      <p:sp>
        <p:nvSpPr>
          <p:cNvPr id="42" name="Text 40"/>
          <p:cNvSpPr txBox="1"/>
          <p:nvPr/>
        </p:nvSpPr>
        <p:spPr>
          <a:xfrm>
            <a:off x="8183880" y="2194560"/>
            <a:ext cx="3383280" cy="320040"/>
          </a:xfrm>
          <a:prstGeom prst="rect">
            <a:avLst/>
          </a:prstGeom>
          <a:noFill/>
          <a:ln/>
        </p:spPr>
        <p:txBody>
          <a:bodyPr wrap="square" lIns="0" tIns="0" rIns="0" bIns="0" rtlCol="0" anchor="ctr"/>
          <a:lstStyle/>
          <a:p>
            <a:pPr marL="0" indent="0">
              <a:buNone/>
            </a:pPr>
            <a:r>
              <a:rPr lang="en-US" sz="1350" b="1" dirty="0">
                <a:solidFill>
                  <a:srgbClr val="1A56E8"/>
                </a:solidFill>
                <a:latin typeface="Calibri" pitchFamily="34" charset="0"/>
                <a:ea typeface="Calibri" pitchFamily="34" charset="-122"/>
                <a:cs typeface="Calibri" pitchFamily="34" charset="-120"/>
              </a:rPr>
              <a:t>Todos le ganan a la vara</a:t>
            </a:r>
            <a:endParaRPr lang="en-US" sz="1350" dirty="0"/>
          </a:p>
        </p:txBody>
      </p:sp>
      <p:sp>
        <p:nvSpPr>
          <p:cNvPr id="43" name="Text 41"/>
          <p:cNvSpPr txBox="1"/>
          <p:nvPr/>
        </p:nvSpPr>
        <p:spPr>
          <a:xfrm>
            <a:off x="8183880" y="2560320"/>
            <a:ext cx="3383280" cy="77724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De 55 211 a unos 15 mil USD de error.</a:t>
            </a:r>
            <a:endParaRPr lang="en-US" sz="1150" dirty="0"/>
          </a:p>
        </p:txBody>
      </p:sp>
      <p:sp>
        <p:nvSpPr>
          <p:cNvPr id="44" name="Shape 42"/>
          <p:cNvSpPr/>
          <p:nvPr/>
        </p:nvSpPr>
        <p:spPr>
          <a:xfrm>
            <a:off x="8001000" y="3520440"/>
            <a:ext cx="3685032" cy="1280160"/>
          </a:xfrm>
          <a:prstGeom prst="roundRect">
            <a:avLst>
              <a:gd name="adj" fmla="val 4286"/>
            </a:avLst>
          </a:prstGeom>
          <a:solidFill>
            <a:srgbClr val="FFFFFF"/>
          </a:solidFill>
          <a:ln w="9525">
            <a:solidFill>
              <a:srgbClr val="D2DBEC"/>
            </a:solidFill>
            <a:prstDash val="solid"/>
          </a:ln>
        </p:spPr>
      </p:sp>
      <p:sp>
        <p:nvSpPr>
          <p:cNvPr id="45" name="Text 43"/>
          <p:cNvSpPr txBox="1"/>
          <p:nvPr/>
        </p:nvSpPr>
        <p:spPr>
          <a:xfrm>
            <a:off x="8183880" y="3611880"/>
            <a:ext cx="3383280" cy="320040"/>
          </a:xfrm>
          <a:prstGeom prst="rect">
            <a:avLst/>
          </a:prstGeom>
          <a:noFill/>
          <a:ln/>
        </p:spPr>
        <p:txBody>
          <a:bodyPr wrap="square" lIns="0" tIns="0" rIns="0" bIns="0" rtlCol="0" anchor="ctr"/>
          <a:lstStyle/>
          <a:p>
            <a:pPr marL="0" indent="0">
              <a:buNone/>
            </a:pPr>
            <a:r>
              <a:rPr lang="en-US" sz="1350" b="1" dirty="0">
                <a:solidFill>
                  <a:srgbClr val="12B886"/>
                </a:solidFill>
                <a:latin typeface="Calibri" pitchFamily="34" charset="0"/>
                <a:ea typeface="Calibri" pitchFamily="34" charset="-122"/>
                <a:cs typeface="Calibri" pitchFamily="34" charset="-120"/>
              </a:rPr>
              <a:t>Cinco modelos empatan</a:t>
            </a:r>
            <a:endParaRPr lang="en-US" sz="1350" dirty="0"/>
          </a:p>
        </p:txBody>
      </p:sp>
      <p:sp>
        <p:nvSpPr>
          <p:cNvPr id="46" name="Text 44"/>
          <p:cNvSpPr txBox="1"/>
          <p:nvPr/>
        </p:nvSpPr>
        <p:spPr>
          <a:xfrm>
            <a:off x="8183880" y="3977640"/>
            <a:ext cx="3383280" cy="77724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Lineal, Ridge, Lasso, SVR y Random Forest quedan en torno a 15 383. Diferencias menores que la desviación son un empate.</a:t>
            </a:r>
            <a:endParaRPr lang="en-US" sz="1150" dirty="0"/>
          </a:p>
        </p:txBody>
      </p:sp>
      <p:sp>
        <p:nvSpPr>
          <p:cNvPr id="47" name="Shape 45"/>
          <p:cNvSpPr/>
          <p:nvPr/>
        </p:nvSpPr>
        <p:spPr>
          <a:xfrm>
            <a:off x="8001000" y="4937760"/>
            <a:ext cx="3685032" cy="1280160"/>
          </a:xfrm>
          <a:prstGeom prst="roundRect">
            <a:avLst>
              <a:gd name="adj" fmla="val 4286"/>
            </a:avLst>
          </a:prstGeom>
          <a:solidFill>
            <a:srgbClr val="0A2559"/>
          </a:solidFill>
          <a:ln w="9525">
            <a:solidFill>
              <a:srgbClr val="0A2559"/>
            </a:solidFill>
            <a:prstDash val="solid"/>
          </a:ln>
        </p:spPr>
      </p:sp>
      <p:sp>
        <p:nvSpPr>
          <p:cNvPr id="48" name="Text 46"/>
          <p:cNvSpPr txBox="1"/>
          <p:nvPr/>
        </p:nvSpPr>
        <p:spPr>
          <a:xfrm>
            <a:off x="8183880" y="5029200"/>
            <a:ext cx="3383280" cy="320040"/>
          </a:xfrm>
          <a:prstGeom prst="rect">
            <a:avLst/>
          </a:prstGeom>
          <a:noFill/>
          <a:ln/>
        </p:spPr>
        <p:txBody>
          <a:bodyPr wrap="square" lIns="0" tIns="0" rIns="0" bIns="0" rtlCol="0" anchor="ctr"/>
          <a:lstStyle/>
          <a:p>
            <a:pPr marL="0" indent="0">
              <a:buNone/>
            </a:pPr>
            <a:r>
              <a:rPr lang="en-US" sz="1350" b="1" dirty="0">
                <a:solidFill>
                  <a:srgbClr val="FF6B9A"/>
                </a:solidFill>
                <a:latin typeface="Calibri" pitchFamily="34" charset="0"/>
                <a:ea typeface="Calibri" pitchFamily="34" charset="-122"/>
                <a:cs typeface="Calibri" pitchFamily="34" charset="-120"/>
              </a:rPr>
              <a:t>Gana XGBoost, por poco</a:t>
            </a:r>
            <a:endParaRPr lang="en-US" sz="1350" dirty="0"/>
          </a:p>
        </p:txBody>
      </p:sp>
      <p:sp>
        <p:nvSpPr>
          <p:cNvPr id="49" name="Text 47"/>
          <p:cNvSpPr txBox="1"/>
          <p:nvPr/>
        </p:nvSpPr>
        <p:spPr>
          <a:xfrm>
            <a:off x="8183880" y="5394960"/>
            <a:ext cx="3383280" cy="77724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1 038 USD menos que Ridge. El árbol solo vuelve a ser el más débil.</a:t>
            </a:r>
            <a:endParaRPr lang="en-US" sz="1150" dirty="0"/>
          </a:p>
        </p:txBody>
      </p:sp>
      <mc:AlternateContent xmlns:mc="http://schemas.openxmlformats.org/markup-compatibility/2006">
        <mc:Choice xmlns:p14="http://schemas.microsoft.com/office/powerpoint/2010/main" Requires="p14">
          <p:contentPart p14:bwMode="auto" r:id="rId3">
            <p14:nvContentPartPr>
              <p14:cNvPr id="50" name="Ink 49">
                <a:extLst>
                  <a:ext uri="{FF2B5EF4-FFF2-40B4-BE49-F238E27FC236}">
                    <a16:creationId xmlns:a16="http://schemas.microsoft.com/office/drawing/2014/main" id="{C581EE5C-E85C-3EB0-A400-DFDBE13C3613}"/>
                  </a:ext>
                </a:extLst>
              </p14:cNvPr>
              <p14:cNvContentPartPr/>
              <p14:nvPr/>
            </p14:nvContentPartPr>
            <p14:xfrm>
              <a:off x="425520" y="1348200"/>
              <a:ext cx="7534440" cy="4757400"/>
            </p14:xfrm>
          </p:contentPart>
        </mc:Choice>
        <mc:Fallback>
          <p:pic>
            <p:nvPicPr>
              <p:cNvPr id="50" name="Ink 49">
                <a:extLst>
                  <a:ext uri="{FF2B5EF4-FFF2-40B4-BE49-F238E27FC236}">
                    <a16:creationId xmlns:a16="http://schemas.microsoft.com/office/drawing/2014/main" id="{C581EE5C-E85C-3EB0-A400-DFDBE13C3613}"/>
                  </a:ext>
                </a:extLst>
              </p:cNvPr>
              <p:cNvPicPr/>
              <p:nvPr/>
            </p:nvPicPr>
            <p:blipFill>
              <a:blip r:embed="rId4"/>
              <a:stretch>
                <a:fillRect/>
              </a:stretch>
            </p:blipFill>
            <p:spPr>
              <a:xfrm>
                <a:off x="416160" y="1338840"/>
                <a:ext cx="7553160" cy="477612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7</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más movió el resultado no fue el modelo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Dos comparaciones para pensar antes de buscar un algoritmo más complejo.</a:t>
            </a:r>
            <a:endParaRPr lang="en-US" sz="1400" dirty="0"/>
          </a:p>
        </p:txBody>
      </p:sp>
      <p:sp>
        <p:nvSpPr>
          <p:cNvPr id="6" name="Shape 4"/>
          <p:cNvSpPr/>
          <p:nvPr/>
        </p:nvSpPr>
        <p:spPr>
          <a:xfrm>
            <a:off x="502920" y="2103120"/>
            <a:ext cx="5486400" cy="3017520"/>
          </a:xfrm>
          <a:prstGeom prst="roundRect">
            <a:avLst>
              <a:gd name="adj" fmla="val 1818"/>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logaritmo, en la regresión lineal</a:t>
            </a:r>
            <a:endParaRPr lang="en-US" sz="1400" dirty="0"/>
          </a:p>
        </p:txBody>
      </p:sp>
      <p:sp>
        <p:nvSpPr>
          <p:cNvPr id="9" name="Text 7"/>
          <p:cNvSpPr txBox="1"/>
          <p:nvPr/>
        </p:nvSpPr>
        <p:spPr>
          <a:xfrm>
            <a:off x="731520" y="2743200"/>
            <a:ext cx="1554480" cy="457200"/>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sin log(precio)</a:t>
            </a:r>
            <a:endParaRPr lang="en-US" sz="1250" dirty="0"/>
          </a:p>
        </p:txBody>
      </p:sp>
      <p:sp>
        <p:nvSpPr>
          <p:cNvPr id="10" name="Shape 8"/>
          <p:cNvSpPr/>
          <p:nvPr/>
        </p:nvSpPr>
        <p:spPr>
          <a:xfrm>
            <a:off x="2331720" y="2834640"/>
            <a:ext cx="2741065" cy="274320"/>
          </a:xfrm>
          <a:prstGeom prst="rect">
            <a:avLst/>
          </a:prstGeom>
          <a:solidFill>
            <a:srgbClr val="8A97AD"/>
          </a:solidFill>
          <a:ln/>
        </p:spPr>
      </p:sp>
      <p:sp>
        <p:nvSpPr>
          <p:cNvPr id="11" name="Text 9"/>
          <p:cNvSpPr txBox="1"/>
          <p:nvPr/>
        </p:nvSpPr>
        <p:spPr>
          <a:xfrm>
            <a:off x="5136793" y="2743200"/>
            <a:ext cx="1463040" cy="45720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18 735 · 11.4 %</a:t>
            </a:r>
            <a:endParaRPr lang="en-US" sz="1200" dirty="0"/>
          </a:p>
        </p:txBody>
      </p:sp>
      <p:sp>
        <p:nvSpPr>
          <p:cNvPr id="12" name="Text 10"/>
          <p:cNvSpPr txBox="1"/>
          <p:nvPr/>
        </p:nvSpPr>
        <p:spPr>
          <a:xfrm>
            <a:off x="731520" y="3566160"/>
            <a:ext cx="1554480" cy="457200"/>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con log(precio)</a:t>
            </a:r>
            <a:endParaRPr lang="en-US" sz="1250" dirty="0"/>
          </a:p>
        </p:txBody>
      </p:sp>
      <p:sp>
        <p:nvSpPr>
          <p:cNvPr id="13" name="Shape 11"/>
          <p:cNvSpPr/>
          <p:nvPr/>
        </p:nvSpPr>
        <p:spPr>
          <a:xfrm>
            <a:off x="2331720" y="3657600"/>
            <a:ext cx="2253495" cy="274320"/>
          </a:xfrm>
          <a:prstGeom prst="rect">
            <a:avLst/>
          </a:prstGeom>
          <a:solidFill>
            <a:srgbClr val="1A56E8"/>
          </a:solidFill>
          <a:ln/>
        </p:spPr>
      </p:sp>
      <p:sp>
        <p:nvSpPr>
          <p:cNvPr id="14" name="Text 12"/>
          <p:cNvSpPr txBox="1"/>
          <p:nvPr/>
        </p:nvSpPr>
        <p:spPr>
          <a:xfrm>
            <a:off x="4649223" y="3566160"/>
            <a:ext cx="1463040" cy="45720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15 403 · 9.2 %</a:t>
            </a:r>
            <a:endParaRPr lang="en-US" sz="1200" dirty="0"/>
          </a:p>
        </p:txBody>
      </p:sp>
      <p:sp>
        <p:nvSpPr>
          <p:cNvPr id="15" name="Text 13"/>
          <p:cNvSpPr txBox="1"/>
          <p:nvPr/>
        </p:nvSpPr>
        <p:spPr>
          <a:xfrm>
            <a:off x="731520" y="4434840"/>
            <a:ext cx="5029200" cy="6400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Una línea de código, y el error baja casi 18 %. En log, cada coeficiente se lee como un porcentaje del precio.</a:t>
            </a:r>
            <a:endParaRPr lang="en-US" sz="1200" dirty="0"/>
          </a:p>
        </p:txBody>
      </p:sp>
      <p:sp>
        <p:nvSpPr>
          <p:cNvPr id="16" name="Shape 14"/>
          <p:cNvSpPr/>
          <p:nvPr/>
        </p:nvSpPr>
        <p:spPr>
          <a:xfrm>
            <a:off x="6199632" y="2103120"/>
            <a:ext cx="5486400" cy="3017520"/>
          </a:xfrm>
          <a:prstGeom prst="roundRect">
            <a:avLst>
              <a:gd name="adj" fmla="val 1818"/>
            </a:avLst>
          </a:prstGeom>
          <a:solidFill>
            <a:srgbClr val="FFFFFF"/>
          </a:solidFill>
          <a:ln w="9525">
            <a:solidFill>
              <a:srgbClr val="D2DBEC"/>
            </a:solidFill>
            <a:prstDash val="solid"/>
          </a:ln>
        </p:spPr>
      </p:sp>
      <p:sp>
        <p:nvSpPr>
          <p:cNvPr id="17" name="Shape 15"/>
          <p:cNvSpPr/>
          <p:nvPr/>
        </p:nvSpPr>
        <p:spPr>
          <a:xfrm>
            <a:off x="6428232" y="2350008"/>
            <a:ext cx="128016" cy="128016"/>
          </a:xfrm>
          <a:prstGeom prst="roundRect">
            <a:avLst>
              <a:gd name="adj" fmla="val 21429"/>
            </a:avLst>
          </a:prstGeom>
          <a:solidFill>
            <a:srgbClr val="E6115E"/>
          </a:solidFill>
          <a:ln w="12700">
            <a:solidFill>
              <a:srgbClr val="E6115E"/>
            </a:solidFill>
            <a:prstDash val="solid"/>
          </a:ln>
        </p:spPr>
      </p:sp>
      <p:sp>
        <p:nvSpPr>
          <p:cNvPr id="18" name="Text 16"/>
          <p:cNvSpPr txBox="1"/>
          <p:nvPr/>
        </p:nvSpPr>
        <p:spPr>
          <a:xfrm>
            <a:off x="6656832"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Cuánto le gana XGBoost a la recta</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28232" y="2697480"/>
          <a:ext cx="5029200"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Lineal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XGBoost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Diferencia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California (Clase 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49 664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30 077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−39 %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Ames (hoy, val. cruzada)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15 403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14 345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−7 %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0" name="Text 17"/>
          <p:cNvSpPr txBox="1"/>
          <p:nvPr/>
        </p:nvSpPr>
        <p:spPr>
          <a:xfrm>
            <a:off x="6428232" y="4206240"/>
            <a:ext cx="50292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MAE en USD. En California la recta no veía la geografía ni las interacciones. En Ames las variables ya traen el juicio del tasador y las creamos con sentido.</a:t>
            </a:r>
            <a:endParaRPr lang="en-US" sz="1200" dirty="0"/>
          </a:p>
        </p:txBody>
      </p:sp>
      <p:sp>
        <p:nvSpPr>
          <p:cNvPr id="21" name="Shape 18"/>
          <p:cNvSpPr/>
          <p:nvPr/>
        </p:nvSpPr>
        <p:spPr>
          <a:xfrm>
            <a:off x="502920" y="5349240"/>
            <a:ext cx="11183112" cy="868680"/>
          </a:xfrm>
          <a:prstGeom prst="roundRect">
            <a:avLst>
              <a:gd name="adj" fmla="val 6316"/>
            </a:avLst>
          </a:prstGeom>
          <a:solidFill>
            <a:srgbClr val="0A2559"/>
          </a:solidFill>
          <a:ln w="9525">
            <a:solidFill>
              <a:srgbClr val="0A2559"/>
            </a:solidFill>
            <a:prstDash val="solid"/>
          </a:ln>
        </p:spPr>
      </p:sp>
      <p:sp>
        <p:nvSpPr>
          <p:cNvPr id="22" name="Text 19"/>
          <p:cNvSpPr txBox="1"/>
          <p:nvPr/>
        </p:nvSpPr>
        <p:spPr>
          <a:xfrm>
            <a:off x="731520" y="5349240"/>
            <a:ext cx="10789920" cy="86868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Con buenas variables, un modelo simple llega lejos. </a:t>
            </a:r>
            <a:r>
              <a:rPr lang="en-US" sz="1250" dirty="0">
                <a:solidFill>
                  <a:srgbClr val="C9D4EA"/>
                </a:solidFill>
                <a:latin typeface="Calibri" pitchFamily="34" charset="0"/>
                <a:ea typeface="Calibri" pitchFamily="34" charset="-122"/>
                <a:cs typeface="Calibri" pitchFamily="34" charset="-120"/>
              </a:rPr>
              <a:t>Antes de buscar un algoritmo más complejo, revisa el objetivo y las variables. Y si la diferencia es chica, el modelo interpretable puede ser la mejor elección.</a:t>
            </a:r>
            <a:endParaRPr lang="en-US" sz="1250" dirty="0"/>
          </a:p>
        </p:txBody>
      </p:sp>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44372375-EABB-0282-2090-71B1EAB1FF07}"/>
                  </a:ext>
                </a:extLst>
              </p14:cNvPr>
              <p14:cNvContentPartPr/>
              <p14:nvPr/>
            </p14:nvContentPartPr>
            <p14:xfrm>
              <a:off x="645840" y="1405440"/>
              <a:ext cx="10818360" cy="4471560"/>
            </p14:xfrm>
          </p:contentPart>
        </mc:Choice>
        <mc:Fallback>
          <p:pic>
            <p:nvPicPr>
              <p:cNvPr id="23" name="Ink 22">
                <a:extLst>
                  <a:ext uri="{FF2B5EF4-FFF2-40B4-BE49-F238E27FC236}">
                    <a16:creationId xmlns:a16="http://schemas.microsoft.com/office/drawing/2014/main" id="{44372375-EABB-0282-2090-71B1EAB1FF07}"/>
                  </a:ext>
                </a:extLst>
              </p:cNvPr>
              <p:cNvPicPr/>
              <p:nvPr/>
            </p:nvPicPr>
            <p:blipFill>
              <a:blip r:embed="rId4"/>
              <a:stretch>
                <a:fillRect/>
              </a:stretch>
            </p:blipFill>
            <p:spPr>
              <a:xfrm>
                <a:off x="636480" y="1396080"/>
                <a:ext cx="10837080" cy="449028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8</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prueba, una sola vez, y en términos de negocio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elegido se reentrena con todo el entrenamiento y se mide en las 585 casas guardadas desde el Paso 3.</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585216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57200">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MAPE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Siempre la mediana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58 116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31.7 %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15 183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22 892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0.924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8.8 %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XGBoost (elegido)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14 180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23 001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0.924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8.0 %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502920" y="4023360"/>
            <a:ext cx="5852160" cy="36576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La validación cruzada estimó 14 345; la prueba dio 14 180. La estimación fue honesta.</a:t>
            </a:r>
            <a:endParaRPr lang="en-US" sz="1150" dirty="0"/>
          </a:p>
        </p:txBody>
      </p:sp>
      <p:sp>
        <p:nvSpPr>
          <p:cNvPr id="8" name="Shape 5"/>
          <p:cNvSpPr/>
          <p:nvPr/>
        </p:nvSpPr>
        <p:spPr>
          <a:xfrm>
            <a:off x="502920" y="4526280"/>
            <a:ext cx="5852160" cy="1691640"/>
          </a:xfrm>
          <a:prstGeom prst="roundRect">
            <a:avLst>
              <a:gd name="adj" fmla="val 3243"/>
            </a:avLst>
          </a:prstGeom>
          <a:solidFill>
            <a:srgbClr val="0A2559"/>
          </a:solidFill>
          <a:ln w="9525">
            <a:solidFill>
              <a:srgbClr val="0A2559"/>
            </a:solidFill>
            <a:prstDash val="solid"/>
          </a:ln>
        </p:spPr>
      </p:sp>
      <p:sp>
        <p:nvSpPr>
          <p:cNvPr id="9" name="Text 6"/>
          <p:cNvSpPr txBox="1"/>
          <p:nvPr/>
        </p:nvSpPr>
        <p:spPr>
          <a:xfrm>
            <a:off x="731520" y="4617720"/>
            <a:ext cx="1828800" cy="822960"/>
          </a:xfrm>
          <a:prstGeom prst="rect">
            <a:avLst/>
          </a:prstGeom>
          <a:noFill/>
          <a:ln/>
        </p:spPr>
        <p:txBody>
          <a:bodyPr wrap="square" lIns="0" tIns="0" rIns="0" bIns="0" rtlCol="0" anchor="ctr"/>
          <a:lstStyle/>
          <a:p>
            <a:pPr marL="0" indent="0">
              <a:buNone/>
            </a:pPr>
            <a:r>
              <a:rPr lang="en-US" sz="3400" b="1" dirty="0">
                <a:solidFill>
                  <a:srgbClr val="FF6B9A"/>
                </a:solidFill>
                <a:latin typeface="Calibri" pitchFamily="34" charset="0"/>
                <a:ea typeface="Calibri" pitchFamily="34" charset="-122"/>
                <a:cs typeface="Calibri" pitchFamily="34" charset="-120"/>
              </a:rPr>
              <a:t>75.0 %</a:t>
            </a:r>
            <a:endParaRPr lang="en-US" sz="3400" dirty="0"/>
          </a:p>
        </p:txBody>
      </p:sp>
      <p:sp>
        <p:nvSpPr>
          <p:cNvPr id="10" name="Text 7"/>
          <p:cNvSpPr txBox="1"/>
          <p:nvPr/>
        </p:nvSpPr>
        <p:spPr>
          <a:xfrm>
            <a:off x="2606040" y="4617720"/>
            <a:ext cx="3566160" cy="822960"/>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de las casas quedan tasadas con un error de hasta 10 %</a:t>
            </a:r>
            <a:endParaRPr lang="en-US" sz="1300" dirty="0"/>
          </a:p>
        </p:txBody>
      </p:sp>
      <p:sp>
        <p:nvSpPr>
          <p:cNvPr id="11" name="Text 8"/>
          <p:cNvSpPr txBox="1"/>
          <p:nvPr/>
        </p:nvSpPr>
        <p:spPr>
          <a:xfrm>
            <a:off x="731520" y="5440680"/>
            <a:ext cx="5394960" cy="68580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93.2 % con hasta 20 %. Esto es lo que se reporta, no el R².</a:t>
            </a:r>
            <a:endParaRPr lang="en-US" sz="1200" dirty="0"/>
          </a:p>
        </p:txBody>
      </p:sp>
      <p:sp>
        <p:nvSpPr>
          <p:cNvPr id="12" name="Shape 9"/>
          <p:cNvSpPr/>
          <p:nvPr/>
        </p:nvSpPr>
        <p:spPr>
          <a:xfrm>
            <a:off x="6629400" y="2103120"/>
            <a:ext cx="5056632" cy="4114800"/>
          </a:xfrm>
          <a:prstGeom prst="roundRect">
            <a:avLst>
              <a:gd name="adj" fmla="val 1333"/>
            </a:avLst>
          </a:prstGeom>
          <a:solidFill>
            <a:srgbClr val="FFFFFF"/>
          </a:solidFill>
          <a:ln w="9525">
            <a:solidFill>
              <a:srgbClr val="D2DBEC"/>
            </a:solidFill>
            <a:prstDash val="solid"/>
          </a:ln>
        </p:spPr>
      </p:sp>
      <p:sp>
        <p:nvSpPr>
          <p:cNvPr id="13" name="Shape 10"/>
          <p:cNvSpPr/>
          <p:nvPr/>
        </p:nvSpPr>
        <p:spPr>
          <a:xfrm>
            <a:off x="6858000" y="2350008"/>
            <a:ext cx="128016" cy="128016"/>
          </a:xfrm>
          <a:prstGeom prst="roundRect">
            <a:avLst>
              <a:gd name="adj" fmla="val 21429"/>
            </a:avLst>
          </a:prstGeom>
          <a:solidFill>
            <a:srgbClr val="E6115E"/>
          </a:solidFill>
          <a:ln w="12700">
            <a:solidFill>
              <a:srgbClr val="E6115E"/>
            </a:solidFill>
            <a:prstDash val="solid"/>
          </a:ln>
        </p:spPr>
      </p:sp>
      <p:sp>
        <p:nvSpPr>
          <p:cNvPr id="6" name="Text 11"/>
          <p:cNvSpPr txBox="1"/>
          <p:nvPr/>
        </p:nvSpPr>
        <p:spPr>
          <a:xfrm>
            <a:off x="7086600" y="2240280"/>
            <a:ext cx="441655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MAPE por quintil de precio real (USD)</a:t>
            </a:r>
            <a:endParaRPr lang="en-US" sz="1400" dirty="0"/>
          </a:p>
        </p:txBody>
      </p:sp>
      <p:sp>
        <p:nvSpPr>
          <p:cNvPr id="15" name="Text 12"/>
          <p:cNvSpPr txBox="1"/>
          <p:nvPr/>
        </p:nvSpPr>
        <p:spPr>
          <a:xfrm>
            <a:off x="6858000" y="2697480"/>
            <a:ext cx="1737360" cy="411480"/>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55 000–124 000</a:t>
            </a:r>
            <a:endParaRPr lang="en-US" sz="1100" dirty="0"/>
          </a:p>
        </p:txBody>
      </p:sp>
      <p:sp>
        <p:nvSpPr>
          <p:cNvPr id="16" name="Shape 13"/>
          <p:cNvSpPr/>
          <p:nvPr/>
        </p:nvSpPr>
        <p:spPr>
          <a:xfrm>
            <a:off x="8641080" y="2779776"/>
            <a:ext cx="2035217" cy="246888"/>
          </a:xfrm>
          <a:prstGeom prst="rect">
            <a:avLst/>
          </a:prstGeom>
          <a:solidFill>
            <a:srgbClr val="E6115E"/>
          </a:solidFill>
          <a:ln/>
        </p:spPr>
      </p:sp>
      <p:sp>
        <p:nvSpPr>
          <p:cNvPr id="17" name="Text 14"/>
          <p:cNvSpPr txBox="1"/>
          <p:nvPr/>
        </p:nvSpPr>
        <p:spPr>
          <a:xfrm>
            <a:off x="10740305" y="2697480"/>
            <a:ext cx="822960" cy="41148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12.1 %</a:t>
            </a:r>
            <a:endParaRPr lang="en-US" sz="1200" dirty="0"/>
          </a:p>
        </p:txBody>
      </p:sp>
      <p:sp>
        <p:nvSpPr>
          <p:cNvPr id="18" name="Text 15"/>
          <p:cNvSpPr txBox="1"/>
          <p:nvPr/>
        </p:nvSpPr>
        <p:spPr>
          <a:xfrm>
            <a:off x="6858000" y="3264408"/>
            <a:ext cx="1737360" cy="411480"/>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124 000–146 000</a:t>
            </a:r>
            <a:endParaRPr lang="en-US" sz="1100" dirty="0"/>
          </a:p>
        </p:txBody>
      </p:sp>
      <p:sp>
        <p:nvSpPr>
          <p:cNvPr id="19" name="Shape 16"/>
          <p:cNvSpPr/>
          <p:nvPr/>
        </p:nvSpPr>
        <p:spPr>
          <a:xfrm>
            <a:off x="8641080" y="3346704"/>
            <a:ext cx="1055465" cy="246888"/>
          </a:xfrm>
          <a:prstGeom prst="rect">
            <a:avLst/>
          </a:prstGeom>
          <a:solidFill>
            <a:srgbClr val="1A56E8"/>
          </a:solidFill>
          <a:ln/>
        </p:spPr>
      </p:sp>
      <p:sp>
        <p:nvSpPr>
          <p:cNvPr id="20" name="Text 17"/>
          <p:cNvSpPr txBox="1"/>
          <p:nvPr/>
        </p:nvSpPr>
        <p:spPr>
          <a:xfrm>
            <a:off x="9760553" y="3264408"/>
            <a:ext cx="822960" cy="41148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6.3 %</a:t>
            </a:r>
            <a:endParaRPr lang="en-US" sz="1200" dirty="0"/>
          </a:p>
        </p:txBody>
      </p:sp>
      <p:sp>
        <p:nvSpPr>
          <p:cNvPr id="21" name="Text 18"/>
          <p:cNvSpPr txBox="1"/>
          <p:nvPr/>
        </p:nvSpPr>
        <p:spPr>
          <a:xfrm>
            <a:off x="6858000" y="3831336"/>
            <a:ext cx="1737360" cy="411480"/>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146 000–179 000</a:t>
            </a:r>
            <a:endParaRPr lang="en-US" sz="1100" dirty="0"/>
          </a:p>
        </p:txBody>
      </p:sp>
      <p:sp>
        <p:nvSpPr>
          <p:cNvPr id="22" name="Shape 19"/>
          <p:cNvSpPr/>
          <p:nvPr/>
        </p:nvSpPr>
        <p:spPr>
          <a:xfrm>
            <a:off x="8641080" y="3913632"/>
            <a:ext cx="1090695" cy="246888"/>
          </a:xfrm>
          <a:prstGeom prst="rect">
            <a:avLst/>
          </a:prstGeom>
          <a:solidFill>
            <a:srgbClr val="1A56E8"/>
          </a:solidFill>
          <a:ln/>
        </p:spPr>
      </p:sp>
      <p:sp>
        <p:nvSpPr>
          <p:cNvPr id="23" name="Text 20"/>
          <p:cNvSpPr txBox="1"/>
          <p:nvPr/>
        </p:nvSpPr>
        <p:spPr>
          <a:xfrm>
            <a:off x="9795783" y="3831336"/>
            <a:ext cx="822960" cy="41148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6.5 %</a:t>
            </a:r>
            <a:endParaRPr lang="en-US" sz="1200" dirty="0"/>
          </a:p>
        </p:txBody>
      </p:sp>
      <p:sp>
        <p:nvSpPr>
          <p:cNvPr id="24" name="Text 21"/>
          <p:cNvSpPr txBox="1"/>
          <p:nvPr/>
        </p:nvSpPr>
        <p:spPr>
          <a:xfrm>
            <a:off x="6858000" y="4398264"/>
            <a:ext cx="1737360" cy="411480"/>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179 000–230 000</a:t>
            </a:r>
            <a:endParaRPr lang="en-US" sz="1100" dirty="0"/>
          </a:p>
        </p:txBody>
      </p:sp>
      <p:sp>
        <p:nvSpPr>
          <p:cNvPr id="25" name="Shape 22"/>
          <p:cNvSpPr/>
          <p:nvPr/>
        </p:nvSpPr>
        <p:spPr>
          <a:xfrm>
            <a:off x="8641080" y="4480560"/>
            <a:ext cx="1155741" cy="246888"/>
          </a:xfrm>
          <a:prstGeom prst="rect">
            <a:avLst/>
          </a:prstGeom>
          <a:solidFill>
            <a:srgbClr val="1A56E8"/>
          </a:solidFill>
          <a:ln/>
        </p:spPr>
      </p:sp>
      <p:sp>
        <p:nvSpPr>
          <p:cNvPr id="26" name="Text 23"/>
          <p:cNvSpPr txBox="1"/>
          <p:nvPr/>
        </p:nvSpPr>
        <p:spPr>
          <a:xfrm>
            <a:off x="9860829" y="4398264"/>
            <a:ext cx="822960" cy="41148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6.8 %</a:t>
            </a:r>
            <a:endParaRPr lang="en-US" sz="1200" dirty="0"/>
          </a:p>
        </p:txBody>
      </p:sp>
      <p:sp>
        <p:nvSpPr>
          <p:cNvPr id="27" name="Text 24"/>
          <p:cNvSpPr txBox="1"/>
          <p:nvPr/>
        </p:nvSpPr>
        <p:spPr>
          <a:xfrm>
            <a:off x="6858000" y="4965192"/>
            <a:ext cx="1737360" cy="411480"/>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230 000–615 000</a:t>
            </a:r>
            <a:endParaRPr lang="en-US" sz="1100" dirty="0"/>
          </a:p>
        </p:txBody>
      </p:sp>
      <p:sp>
        <p:nvSpPr>
          <p:cNvPr id="28" name="Shape 25"/>
          <p:cNvSpPr/>
          <p:nvPr/>
        </p:nvSpPr>
        <p:spPr>
          <a:xfrm>
            <a:off x="8641080" y="5047488"/>
            <a:ext cx="1427308" cy="246888"/>
          </a:xfrm>
          <a:prstGeom prst="rect">
            <a:avLst/>
          </a:prstGeom>
          <a:solidFill>
            <a:srgbClr val="1A56E8"/>
          </a:solidFill>
          <a:ln/>
        </p:spPr>
      </p:sp>
      <p:sp>
        <p:nvSpPr>
          <p:cNvPr id="29" name="Text 26"/>
          <p:cNvSpPr txBox="1"/>
          <p:nvPr/>
        </p:nvSpPr>
        <p:spPr>
          <a:xfrm>
            <a:off x="10132396" y="4965192"/>
            <a:ext cx="822960" cy="411480"/>
          </a:xfrm>
          <a:prstGeom prst="rect">
            <a:avLst/>
          </a:prstGeom>
          <a:noFill/>
          <a:ln/>
        </p:spPr>
        <p:txBody>
          <a:bodyPr wrap="square" lIns="0" tIns="0" rIns="0" bIns="0" rtlCol="0" anchor="ctr"/>
          <a:lstStyle/>
          <a:p>
            <a:pPr marL="0" indent="0">
              <a:buNone/>
            </a:pPr>
            <a:r>
              <a:rPr lang="en-US" sz="1200" b="1" dirty="0">
                <a:solidFill>
                  <a:srgbClr val="2C3A55"/>
                </a:solidFill>
                <a:latin typeface="Calibri" pitchFamily="34" charset="0"/>
                <a:ea typeface="Calibri" pitchFamily="34" charset="-122"/>
                <a:cs typeface="Calibri" pitchFamily="34" charset="-120"/>
              </a:rPr>
              <a:t>8.5 %</a:t>
            </a:r>
            <a:endParaRPr lang="en-US" sz="1200" dirty="0"/>
          </a:p>
        </p:txBody>
      </p:sp>
      <p:sp>
        <p:nvSpPr>
          <p:cNvPr id="30" name="Text 27"/>
          <p:cNvSpPr txBox="1"/>
          <p:nvPr/>
        </p:nvSpPr>
        <p:spPr>
          <a:xfrm>
            <a:off x="6858000" y="5532120"/>
            <a:ext cx="4663440" cy="64008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En porcentaje, el modelo es menos confiable para las casas más baratas: ahí un error de 10 mil pesa mucho. En dólares, el error crece con el precio.</a:t>
            </a:r>
            <a:endParaRPr lang="en-US" sz="1100" dirty="0"/>
          </a:p>
        </p:txBody>
      </p:sp>
      <mc:AlternateContent xmlns:mc="http://schemas.openxmlformats.org/markup-compatibility/2006">
        <mc:Choice xmlns:p14="http://schemas.microsoft.com/office/powerpoint/2010/main" Requires="p14">
          <p:contentPart p14:bwMode="auto" r:id="rId3">
            <p14:nvContentPartPr>
              <p14:cNvPr id="31" name="Ink 30">
                <a:extLst>
                  <a:ext uri="{FF2B5EF4-FFF2-40B4-BE49-F238E27FC236}">
                    <a16:creationId xmlns:a16="http://schemas.microsoft.com/office/drawing/2014/main" id="{14914EDD-751B-8236-A953-640FC24FEC75}"/>
                  </a:ext>
                </a:extLst>
              </p14:cNvPr>
              <p14:cNvContentPartPr/>
              <p14:nvPr/>
            </p14:nvContentPartPr>
            <p14:xfrm>
              <a:off x="451080" y="1782720"/>
              <a:ext cx="11041920" cy="4156920"/>
            </p14:xfrm>
          </p:contentPart>
        </mc:Choice>
        <mc:Fallback>
          <p:pic>
            <p:nvPicPr>
              <p:cNvPr id="31" name="Ink 30">
                <a:extLst>
                  <a:ext uri="{FF2B5EF4-FFF2-40B4-BE49-F238E27FC236}">
                    <a16:creationId xmlns:a16="http://schemas.microsoft.com/office/drawing/2014/main" id="{14914EDD-751B-8236-A953-640FC24FEC75}"/>
                  </a:ext>
                </a:extLst>
              </p:cNvPr>
              <p:cNvPicPr/>
              <p:nvPr/>
            </p:nvPicPr>
            <p:blipFill>
              <a:blip r:embed="rId4"/>
              <a:stretch>
                <a:fillRect/>
              </a:stretch>
            </p:blipFill>
            <p:spPr>
              <a:xfrm>
                <a:off x="441720" y="1773360"/>
                <a:ext cx="11060640" cy="417564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PASO 8 · CASO REAL</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Guardarlo, usarlo y vigilarlo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modelo guardado es el pipeline completo. Pero un modelo en uso puede fallar de formas que la prueba no muestra.</a:t>
            </a:r>
            <a:endParaRPr lang="en-US" sz="1400" dirty="0"/>
          </a:p>
        </p:txBody>
      </p:sp>
      <p:sp>
        <p:nvSpPr>
          <p:cNvPr id="6" name="Shape 4"/>
          <p:cNvSpPr/>
          <p:nvPr/>
        </p:nvSpPr>
        <p:spPr>
          <a:xfrm>
            <a:off x="502920" y="2103120"/>
            <a:ext cx="5486400" cy="2468880"/>
          </a:xfrm>
          <a:prstGeom prst="roundRect">
            <a:avLst>
              <a:gd name="adj" fmla="val 2222"/>
            </a:avLst>
          </a:prstGeom>
          <a:solidFill>
            <a:srgbClr val="061834"/>
          </a:solidFill>
          <a:ln w="9525">
            <a:solidFill>
              <a:srgbClr val="061834"/>
            </a:solidFill>
            <a:prstDash val="solid"/>
          </a:ln>
        </p:spPr>
      </p:sp>
      <p:sp>
        <p:nvSpPr>
          <p:cNvPr id="7" name="Text 5"/>
          <p:cNvSpPr txBox="1"/>
          <p:nvPr/>
        </p:nvSpPr>
        <p:spPr>
          <a:xfrm>
            <a:off x="731520" y="2286000"/>
            <a:ext cx="5120640" cy="2194560"/>
          </a:xfrm>
          <a:prstGeom prst="rect">
            <a:avLst/>
          </a:prstGeom>
          <a:noFill/>
          <a:ln/>
        </p:spPr>
        <p:txBody>
          <a:bodyPr wrap="square" lIns="0" tIns="0" rIns="0" bIns="0" rtlCol="0" anchor="t"/>
          <a:lstStyle/>
          <a:p>
            <a:pPr marL="0" indent="0">
              <a:buNone/>
            </a:pPr>
            <a:r>
              <a:rPr lang="en-US" sz="1200" b="1" dirty="0">
                <a:solidFill>
                  <a:srgbClr val="FFFFFF"/>
                </a:solidFill>
                <a:latin typeface="Courier New" pitchFamily="34" charset="0"/>
                <a:ea typeface="Courier New" pitchFamily="34" charset="-122"/>
                <a:cs typeface="Courier New" pitchFamily="34" charset="-120"/>
              </a:rPr>
              <a:t>joblib.dump(modelo_final, "modelo.joblib")</a:t>
            </a:r>
            <a:endParaRPr lang="en-US" sz="1200" dirty="0"/>
          </a:p>
          <a:p>
            <a:pPr marL="0" indent="0">
              <a:buNone/>
            </a:pPr>
            <a:r>
              <a:rPr lang="en-US" sz="6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6F86B8"/>
                </a:solidFill>
                <a:latin typeface="Courier New" pitchFamily="34" charset="0"/>
                <a:ea typeface="Courier New" pitchFamily="34" charset="-122"/>
                <a:cs typeface="Courier New" pitchFamily="34" charset="-120"/>
              </a:rPr>
              <a:t># otro día, otro notebook:</a:t>
            </a:r>
            <a:endParaRPr lang="en-US" sz="1200" dirty="0"/>
          </a:p>
          <a:p>
            <a:pPr marL="0" indent="0">
              <a:buNone/>
            </a:pPr>
            <a:r>
              <a:rPr lang="en-US" sz="1200" dirty="0">
                <a:solidFill>
                  <a:srgbClr val="6F86B8"/>
                </a:solidFill>
                <a:latin typeface="Courier New" pitchFamily="34" charset="0"/>
                <a:ea typeface="Courier New" pitchFamily="34" charset="-122"/>
                <a:cs typeface="Courier New" pitchFamily="34" charset="-120"/>
              </a:rPr>
              <a:t># (antes, volver a definir preparar)</a:t>
            </a:r>
            <a:endParaRPr lang="en-US" sz="1200" dirty="0"/>
          </a:p>
          <a:p>
            <a:pPr marL="0" indent="0">
              <a:buNone/>
            </a:pPr>
            <a:r>
              <a:rPr lang="en-US" sz="1200" b="1" dirty="0">
                <a:solidFill>
                  <a:srgbClr val="FFFFFF"/>
                </a:solidFill>
                <a:latin typeface="Courier New" pitchFamily="34" charset="0"/>
                <a:ea typeface="Courier New" pitchFamily="34" charset="-122"/>
                <a:cs typeface="Courier New" pitchFamily="34" charset="-120"/>
              </a:rPr>
              <a:t>modelo = joblib.load("modelo.joblib")</a:t>
            </a:r>
            <a:endParaRPr lang="en-US" sz="1200" dirty="0"/>
          </a:p>
          <a:p>
            <a:pPr marL="0" indent="0">
              <a:buNone/>
            </a:pPr>
            <a:r>
              <a:rPr lang="en-US" sz="1200" b="1" dirty="0">
                <a:solidFill>
                  <a:srgbClr val="FFFFFF"/>
                </a:solidFill>
                <a:latin typeface="Courier New" pitchFamily="34" charset="0"/>
                <a:ea typeface="Courier New" pitchFamily="34" charset="-122"/>
                <a:cs typeface="Courier New" pitchFamily="34" charset="-120"/>
              </a:rPr>
              <a:t>modelo.predict(casa_nueva)</a:t>
            </a:r>
            <a:endParaRPr lang="en-US" sz="1200" dirty="0"/>
          </a:p>
          <a:p>
            <a:pPr marL="0" indent="0">
              <a:buNone/>
            </a:pPr>
            <a:r>
              <a:rPr lang="en-US" sz="6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b="1" dirty="0">
                <a:solidFill>
                  <a:srgbClr val="FF6B9A"/>
                </a:solidFill>
                <a:latin typeface="Courier New" pitchFamily="34" charset="0"/>
                <a:ea typeface="Courier New" pitchFamily="34" charset="-122"/>
                <a:cs typeface="Courier New" pitchFamily="34" charset="-120"/>
              </a:rPr>
              <a:t># → 192 715 USD</a:t>
            </a:r>
            <a:endParaRPr lang="en-US" sz="1200" dirty="0"/>
          </a:p>
        </p:txBody>
      </p:sp>
      <p:sp>
        <p:nvSpPr>
          <p:cNvPr id="8" name="Shape 6"/>
          <p:cNvSpPr/>
          <p:nvPr/>
        </p:nvSpPr>
        <p:spPr>
          <a:xfrm>
            <a:off x="502920" y="4754880"/>
            <a:ext cx="5486400" cy="1463040"/>
          </a:xfrm>
          <a:prstGeom prst="roundRect">
            <a:avLst>
              <a:gd name="adj" fmla="val 3750"/>
            </a:avLst>
          </a:prstGeom>
          <a:solidFill>
            <a:srgbClr val="E9EEF8"/>
          </a:solidFill>
          <a:ln w="9525">
            <a:solidFill>
              <a:srgbClr val="D2DBEC"/>
            </a:solidFill>
            <a:prstDash val="solid"/>
          </a:ln>
        </p:spPr>
      </p:sp>
      <p:sp>
        <p:nvSpPr>
          <p:cNvPr id="9" name="Text 7"/>
          <p:cNvSpPr txBox="1"/>
          <p:nvPr/>
        </p:nvSpPr>
        <p:spPr>
          <a:xfrm>
            <a:off x="731520" y="4754880"/>
            <a:ext cx="5029200" cy="146304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La casa nueva llega cruda y con un dato faltante: </a:t>
            </a:r>
            <a:r>
              <a:rPr lang="en-US" sz="1200" dirty="0">
                <a:solidFill>
                  <a:srgbClr val="2C3A55"/>
                </a:solidFill>
                <a:latin typeface="Calibri" pitchFamily="34" charset="0"/>
                <a:ea typeface="Calibri" pitchFamily="34" charset="-122"/>
                <a:cs typeface="Calibri" pitchFamily="34" charset="-120"/>
              </a:rPr>
              <a:t>el pipeline la prepara, la rellena y la tasa. Con el MAPE de prueba, el rango razonable es de 177 238 a 208 192.</a:t>
            </a:r>
            <a:endParaRPr lang="en-US" sz="1200" dirty="0"/>
          </a:p>
        </p:txBody>
      </p:sp>
      <p:sp>
        <p:nvSpPr>
          <p:cNvPr id="10" name="Shape 8"/>
          <p:cNvSpPr/>
          <p:nvPr/>
        </p:nvSpPr>
        <p:spPr>
          <a:xfrm>
            <a:off x="6199632" y="2103120"/>
            <a:ext cx="5486400" cy="4114800"/>
          </a:xfrm>
          <a:prstGeom prst="roundRect">
            <a:avLst>
              <a:gd name="adj" fmla="val 1333"/>
            </a:avLst>
          </a:prstGeom>
          <a:solidFill>
            <a:srgbClr val="FFFFFF"/>
          </a:solidFill>
          <a:ln w="9525">
            <a:solidFill>
              <a:srgbClr val="D2DBEC"/>
            </a:solidFill>
            <a:prstDash val="solid"/>
          </a:ln>
        </p:spPr>
      </p:sp>
      <p:sp>
        <p:nvSpPr>
          <p:cNvPr id="11" name="Shape 9"/>
          <p:cNvSpPr/>
          <p:nvPr/>
        </p:nvSpPr>
        <p:spPr>
          <a:xfrm>
            <a:off x="6428232" y="2350008"/>
            <a:ext cx="128016" cy="128016"/>
          </a:xfrm>
          <a:prstGeom prst="roundRect">
            <a:avLst>
              <a:gd name="adj" fmla="val 21429"/>
            </a:avLst>
          </a:prstGeom>
          <a:solidFill>
            <a:srgbClr val="E6115E"/>
          </a:solidFill>
          <a:ln w="12700">
            <a:solidFill>
              <a:srgbClr val="E6115E"/>
            </a:solidFill>
            <a:prstDash val="solid"/>
          </a:ln>
        </p:spPr>
      </p:sp>
      <p:sp>
        <p:nvSpPr>
          <p:cNvPr id="12" name="Text 10"/>
          <p:cNvSpPr txBox="1"/>
          <p:nvPr/>
        </p:nvSpPr>
        <p:spPr>
          <a:xfrm>
            <a:off x="6656832"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Zillow Offers, 2021</a:t>
            </a:r>
            <a:endParaRPr lang="en-US" sz="1400" dirty="0"/>
          </a:p>
        </p:txBody>
      </p:sp>
      <p:sp>
        <p:nvSpPr>
          <p:cNvPr id="13" name="Text 11"/>
          <p:cNvSpPr txBox="1"/>
          <p:nvPr/>
        </p:nvSpPr>
        <p:spPr>
          <a:xfrm>
            <a:off x="6428232" y="2606040"/>
            <a:ext cx="5029200" cy="731520"/>
          </a:xfrm>
          <a:prstGeom prst="rect">
            <a:avLst/>
          </a:prstGeom>
          <a:noFill/>
          <a:ln/>
        </p:spPr>
        <p:txBody>
          <a:bodyPr wrap="square" lIns="0" tIns="0" rIns="0" bIns="0" rtlCol="0" anchor="ctr"/>
          <a:lstStyle/>
          <a:p>
            <a:pPr marL="0" indent="0">
              <a:buNone/>
            </a:pPr>
            <a:r>
              <a:rPr lang="en-US" sz="3600" b="1" dirty="0">
                <a:solidFill>
                  <a:srgbClr val="E6115E"/>
                </a:solidFill>
                <a:latin typeface="Calibri" pitchFamily="34" charset="0"/>
                <a:ea typeface="Calibri" pitchFamily="34" charset="-122"/>
                <a:cs typeface="Calibri" pitchFamily="34" charset="-120"/>
              </a:rPr>
              <a:t>304 millones</a:t>
            </a:r>
            <a:endParaRPr lang="en-US" sz="3600" dirty="0"/>
          </a:p>
        </p:txBody>
      </p:sp>
      <p:sp>
        <p:nvSpPr>
          <p:cNvPr id="14" name="Text 12"/>
          <p:cNvSpPr txBox="1"/>
          <p:nvPr/>
        </p:nvSpPr>
        <p:spPr>
          <a:xfrm>
            <a:off x="6428232" y="3383280"/>
            <a:ext cx="5029200" cy="18288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de USD de pérdida por desvalorización de inventario en un solo trimestre. Zillow compraba casas con precios estimados por sus modelos para revenderlas. En noviembre de 2021 cerró el negocio y anunció el recorte de cerca de un cuarto de su personal; la empresa atribuyó el cierre a lo difícil que resultó pronosticar precios de viviendas.</a:t>
            </a:r>
            <a:endParaRPr lang="en-US" sz="1200" dirty="0"/>
          </a:p>
        </p:txBody>
      </p:sp>
      <p:sp>
        <p:nvSpPr>
          <p:cNvPr id="15" name="Text 13"/>
          <p:cNvSpPr txBox="1"/>
          <p:nvPr/>
        </p:nvSpPr>
        <p:spPr>
          <a:xfrm>
            <a:off x="6428232" y="5257800"/>
            <a:ext cx="5029200" cy="86868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La lección: </a:t>
            </a:r>
            <a:r>
              <a:rPr lang="en-US" sz="1200" dirty="0">
                <a:solidFill>
                  <a:srgbClr val="2C3A55"/>
                </a:solidFill>
                <a:latin typeface="Calibri" pitchFamily="34" charset="0"/>
                <a:ea typeface="Calibri" pitchFamily="34" charset="-122"/>
                <a:cs typeface="Calibri" pitchFamily="34" charset="-120"/>
              </a:rPr>
              <a:t>la prueba mide el pasado. En producción hay que vigilar el error todos los meses, y tener un alcance y un tasador humano para lo raro.</a:t>
            </a:r>
            <a:endParaRPr lang="en-US" sz="1200" dirty="0"/>
          </a:p>
        </p:txBody>
      </p:sp>
      <p:sp>
        <p:nvSpPr>
          <p:cNvPr id="16" name="Text 14"/>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Zillow Group (2021). Q3 2021 Shareholders' Letter, 2 de noviembre de 2021.</a:t>
            </a:r>
            <a:endParaRPr lang="en-US" sz="950" dirty="0"/>
          </a:p>
        </p:txBody>
      </p:sp>
      <mc:AlternateContent xmlns:mc="http://schemas.openxmlformats.org/markup-compatibility/2006">
        <mc:Choice xmlns:p14="http://schemas.microsoft.com/office/powerpoint/2010/main" Requires="p14">
          <p:contentPart p14:bwMode="auto" r:id="rId3">
            <p14:nvContentPartPr>
              <p14:cNvPr id="17" name="Ink 16">
                <a:extLst>
                  <a:ext uri="{FF2B5EF4-FFF2-40B4-BE49-F238E27FC236}">
                    <a16:creationId xmlns:a16="http://schemas.microsoft.com/office/drawing/2014/main" id="{0980FCC7-3849-CD5D-D8F4-09A1D354CA0B}"/>
                  </a:ext>
                </a:extLst>
              </p14:cNvPr>
              <p14:cNvContentPartPr/>
              <p14:nvPr/>
            </p14:nvContentPartPr>
            <p14:xfrm>
              <a:off x="699480" y="194400"/>
              <a:ext cx="10928160" cy="6513840"/>
            </p14:xfrm>
          </p:contentPart>
        </mc:Choice>
        <mc:Fallback>
          <p:pic>
            <p:nvPicPr>
              <p:cNvPr id="17" name="Ink 16">
                <a:extLst>
                  <a:ext uri="{FF2B5EF4-FFF2-40B4-BE49-F238E27FC236}">
                    <a16:creationId xmlns:a16="http://schemas.microsoft.com/office/drawing/2014/main" id="{0980FCC7-3849-CD5D-D8F4-09A1D354CA0B}"/>
                  </a:ext>
                </a:extLst>
              </p:cNvPr>
              <p:cNvPicPr/>
              <p:nvPr/>
            </p:nvPicPr>
            <p:blipFill>
              <a:blip r:embed="rId4"/>
              <a:stretch>
                <a:fillRect/>
              </a:stretch>
            </p:blipFill>
            <p:spPr>
              <a:xfrm>
                <a:off x="690120" y="185040"/>
                <a:ext cx="10946880" cy="653256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ANTES DEL LABORATORIO</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Los seis errores que más se cometen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Todos producen un resultado que se ve mejor de lo que es. Revísalos en tu tarea antes de entregar.</a:t>
            </a:r>
            <a:endParaRPr lang="en-US" sz="1400" dirty="0"/>
          </a:p>
        </p:txBody>
      </p:sp>
      <p:sp>
        <p:nvSpPr>
          <p:cNvPr id="6" name="Shape 4"/>
          <p:cNvSpPr/>
          <p:nvPr/>
        </p:nvSpPr>
        <p:spPr>
          <a:xfrm>
            <a:off x="502920" y="2103120"/>
            <a:ext cx="3630168" cy="1828800"/>
          </a:xfrm>
          <a:prstGeom prst="roundRect">
            <a:avLst>
              <a:gd name="adj" fmla="val 3000"/>
            </a:avLst>
          </a:prstGeom>
          <a:solidFill>
            <a:srgbClr val="FFFFFF"/>
          </a:solidFill>
          <a:ln w="9525">
            <a:solidFill>
              <a:srgbClr val="D2DBEC"/>
            </a:solidFill>
            <a:prstDash val="solid"/>
          </a:ln>
        </p:spPr>
      </p:sp>
      <p:sp>
        <p:nvSpPr>
          <p:cNvPr id="7" name="Shape 5"/>
          <p:cNvSpPr/>
          <p:nvPr/>
        </p:nvSpPr>
        <p:spPr>
          <a:xfrm>
            <a:off x="731520" y="2304288"/>
            <a:ext cx="868680" cy="274320"/>
          </a:xfrm>
          <a:prstGeom prst="roundRect">
            <a:avLst>
              <a:gd name="adj" fmla="val 50000"/>
            </a:avLst>
          </a:prstGeom>
          <a:solidFill>
            <a:srgbClr val="E6115E"/>
          </a:solidFill>
          <a:ln/>
        </p:spPr>
      </p:sp>
      <p:sp>
        <p:nvSpPr>
          <p:cNvPr id="8" name="Text 6"/>
          <p:cNvSpPr txBox="1"/>
          <p:nvPr/>
        </p:nvSpPr>
        <p:spPr>
          <a:xfrm>
            <a:off x="731520" y="230428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3</a:t>
            </a:r>
            <a:endParaRPr lang="en-US" sz="950" dirty="0"/>
          </a:p>
        </p:txBody>
      </p:sp>
      <p:sp>
        <p:nvSpPr>
          <p:cNvPr id="9" name="Text 7"/>
          <p:cNvSpPr txBox="1"/>
          <p:nvPr/>
        </p:nvSpPr>
        <p:spPr>
          <a:xfrm>
            <a:off x="731520" y="267004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Mirar la prueba antes del final</a:t>
            </a:r>
            <a:endParaRPr lang="en-US" sz="1400" dirty="0"/>
          </a:p>
        </p:txBody>
      </p:sp>
      <p:sp>
        <p:nvSpPr>
          <p:cNvPr id="10" name="Text 8"/>
          <p:cNvSpPr txBox="1"/>
          <p:nvPr/>
        </p:nvSpPr>
        <p:spPr>
          <a:xfrm>
            <a:off x="731520" y="308152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Explorar o limpiar con todos los datos. La prueba deja de ser nueva.</a:t>
            </a:r>
            <a:endParaRPr lang="en-US" sz="1300" dirty="0"/>
          </a:p>
        </p:txBody>
      </p:sp>
      <p:sp>
        <p:nvSpPr>
          <p:cNvPr id="11" name="Shape 9"/>
          <p:cNvSpPr/>
          <p:nvPr/>
        </p:nvSpPr>
        <p:spPr>
          <a:xfrm>
            <a:off x="4279392" y="2103120"/>
            <a:ext cx="3630168" cy="1828800"/>
          </a:xfrm>
          <a:prstGeom prst="roundRect">
            <a:avLst>
              <a:gd name="adj" fmla="val 3000"/>
            </a:avLst>
          </a:prstGeom>
          <a:solidFill>
            <a:srgbClr val="FFFFFF"/>
          </a:solidFill>
          <a:ln w="9525">
            <a:solidFill>
              <a:srgbClr val="D2DBEC"/>
            </a:solidFill>
            <a:prstDash val="solid"/>
          </a:ln>
        </p:spPr>
      </p:sp>
      <p:sp>
        <p:nvSpPr>
          <p:cNvPr id="12" name="Shape 10"/>
          <p:cNvSpPr/>
          <p:nvPr/>
        </p:nvSpPr>
        <p:spPr>
          <a:xfrm>
            <a:off x="4507992" y="2304288"/>
            <a:ext cx="868680" cy="274320"/>
          </a:xfrm>
          <a:prstGeom prst="roundRect">
            <a:avLst>
              <a:gd name="adj" fmla="val 50000"/>
            </a:avLst>
          </a:prstGeom>
          <a:solidFill>
            <a:srgbClr val="E6115E"/>
          </a:solidFill>
          <a:ln/>
        </p:spPr>
      </p:sp>
      <p:sp>
        <p:nvSpPr>
          <p:cNvPr id="13" name="Text 11"/>
          <p:cNvSpPr txBox="1"/>
          <p:nvPr/>
        </p:nvSpPr>
        <p:spPr>
          <a:xfrm>
            <a:off x="4507992" y="230428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6</a:t>
            </a:r>
            <a:endParaRPr lang="en-US" sz="950" dirty="0"/>
          </a:p>
        </p:txBody>
      </p:sp>
      <p:sp>
        <p:nvSpPr>
          <p:cNvPr id="14" name="Text 12"/>
          <p:cNvSpPr txBox="1"/>
          <p:nvPr/>
        </p:nvSpPr>
        <p:spPr>
          <a:xfrm>
            <a:off x="4507992" y="267004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Aprender fuera del pipeline</a:t>
            </a:r>
            <a:endParaRPr lang="en-US" sz="1400" dirty="0"/>
          </a:p>
        </p:txBody>
      </p:sp>
      <p:sp>
        <p:nvSpPr>
          <p:cNvPr id="15" name="Text 13"/>
          <p:cNvSpPr txBox="1"/>
          <p:nvPr/>
        </p:nvSpPr>
        <p:spPr>
          <a:xfrm>
            <a:off x="4507992" y="308152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Rellenar con la mediana o escalar antes de cortar o de la validación cruzada.</a:t>
            </a:r>
            <a:endParaRPr lang="en-US" sz="1300" dirty="0"/>
          </a:p>
        </p:txBody>
      </p:sp>
      <p:sp>
        <p:nvSpPr>
          <p:cNvPr id="16" name="Shape 14"/>
          <p:cNvSpPr/>
          <p:nvPr/>
        </p:nvSpPr>
        <p:spPr>
          <a:xfrm>
            <a:off x="8055864" y="2103120"/>
            <a:ext cx="3630168" cy="1828800"/>
          </a:xfrm>
          <a:prstGeom prst="roundRect">
            <a:avLst>
              <a:gd name="adj" fmla="val 3000"/>
            </a:avLst>
          </a:prstGeom>
          <a:solidFill>
            <a:srgbClr val="FFFFFF"/>
          </a:solidFill>
          <a:ln w="9525">
            <a:solidFill>
              <a:srgbClr val="D2DBEC"/>
            </a:solidFill>
            <a:prstDash val="solid"/>
          </a:ln>
        </p:spPr>
      </p:sp>
      <p:sp>
        <p:nvSpPr>
          <p:cNvPr id="17" name="Shape 15"/>
          <p:cNvSpPr/>
          <p:nvPr/>
        </p:nvSpPr>
        <p:spPr>
          <a:xfrm>
            <a:off x="8284464" y="2304288"/>
            <a:ext cx="868680" cy="274320"/>
          </a:xfrm>
          <a:prstGeom prst="roundRect">
            <a:avLst>
              <a:gd name="adj" fmla="val 50000"/>
            </a:avLst>
          </a:prstGeom>
          <a:solidFill>
            <a:srgbClr val="E6115E"/>
          </a:solidFill>
          <a:ln/>
        </p:spPr>
      </p:sp>
      <p:sp>
        <p:nvSpPr>
          <p:cNvPr id="18" name="Text 16"/>
          <p:cNvSpPr txBox="1"/>
          <p:nvPr/>
        </p:nvSpPr>
        <p:spPr>
          <a:xfrm>
            <a:off x="8284464" y="230428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2</a:t>
            </a:r>
            <a:endParaRPr lang="en-US" sz="950" dirty="0"/>
          </a:p>
        </p:txBody>
      </p:sp>
      <p:sp>
        <p:nvSpPr>
          <p:cNvPr id="19" name="Text 17"/>
          <p:cNvSpPr txBox="1"/>
          <p:nvPr/>
        </p:nvSpPr>
        <p:spPr>
          <a:xfrm>
            <a:off x="8284464" y="267004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Rellenar un «no tiene»</a:t>
            </a:r>
            <a:endParaRPr lang="en-US" sz="1400" dirty="0"/>
          </a:p>
        </p:txBody>
      </p:sp>
      <p:sp>
        <p:nvSpPr>
          <p:cNvPr id="20" name="Text 18"/>
          <p:cNvSpPr txBox="1"/>
          <p:nvPr/>
        </p:nvSpPr>
        <p:spPr>
          <a:xfrm>
            <a:off x="8284464" y="308152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Tratar un faltante con significado como si fuera un dato perdido.</a:t>
            </a:r>
            <a:endParaRPr lang="en-US" sz="1300" dirty="0"/>
          </a:p>
        </p:txBody>
      </p:sp>
      <p:sp>
        <p:nvSpPr>
          <p:cNvPr id="21" name="Shape 19"/>
          <p:cNvSpPr/>
          <p:nvPr/>
        </p:nvSpPr>
        <p:spPr>
          <a:xfrm>
            <a:off x="502920" y="4114800"/>
            <a:ext cx="3630168" cy="1828800"/>
          </a:xfrm>
          <a:prstGeom prst="roundRect">
            <a:avLst>
              <a:gd name="adj" fmla="val 3000"/>
            </a:avLst>
          </a:prstGeom>
          <a:solidFill>
            <a:srgbClr val="E9EEF8"/>
          </a:solidFill>
          <a:ln w="9525">
            <a:solidFill>
              <a:srgbClr val="D2DBEC"/>
            </a:solidFill>
            <a:prstDash val="solid"/>
          </a:ln>
        </p:spPr>
      </p:sp>
      <p:sp>
        <p:nvSpPr>
          <p:cNvPr id="22" name="Shape 20"/>
          <p:cNvSpPr/>
          <p:nvPr/>
        </p:nvSpPr>
        <p:spPr>
          <a:xfrm>
            <a:off x="731520" y="4315968"/>
            <a:ext cx="868680" cy="274320"/>
          </a:xfrm>
          <a:prstGeom prst="roundRect">
            <a:avLst>
              <a:gd name="adj" fmla="val 50000"/>
            </a:avLst>
          </a:prstGeom>
          <a:solidFill>
            <a:srgbClr val="E6115E"/>
          </a:solidFill>
          <a:ln/>
        </p:spPr>
      </p:sp>
      <p:sp>
        <p:nvSpPr>
          <p:cNvPr id="23" name="Text 21"/>
          <p:cNvSpPr txBox="1"/>
          <p:nvPr/>
        </p:nvSpPr>
        <p:spPr>
          <a:xfrm>
            <a:off x="731520" y="431596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7</a:t>
            </a:r>
            <a:endParaRPr lang="en-US" sz="950" dirty="0"/>
          </a:p>
        </p:txBody>
      </p:sp>
      <p:sp>
        <p:nvSpPr>
          <p:cNvPr id="24" name="Text 22"/>
          <p:cNvSpPr txBox="1"/>
          <p:nvPr/>
        </p:nvSpPr>
        <p:spPr>
          <a:xfrm>
            <a:off x="731520" y="468172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Elegir con la prueba</a:t>
            </a:r>
            <a:endParaRPr lang="en-US" sz="1400" dirty="0"/>
          </a:p>
        </p:txBody>
      </p:sp>
      <p:sp>
        <p:nvSpPr>
          <p:cNvPr id="25" name="Text 23"/>
          <p:cNvSpPr txBox="1"/>
          <p:nvPr/>
        </p:nvSpPr>
        <p:spPr>
          <a:xfrm>
            <a:off x="731520" y="509320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Probar varios modelos en la prueba y quedarse con el mejor.</a:t>
            </a:r>
            <a:endParaRPr lang="en-US" sz="1300" dirty="0"/>
          </a:p>
        </p:txBody>
      </p:sp>
      <p:sp>
        <p:nvSpPr>
          <p:cNvPr id="26" name="Shape 24"/>
          <p:cNvSpPr/>
          <p:nvPr/>
        </p:nvSpPr>
        <p:spPr>
          <a:xfrm>
            <a:off x="4279392" y="4114800"/>
            <a:ext cx="3630168" cy="1828800"/>
          </a:xfrm>
          <a:prstGeom prst="roundRect">
            <a:avLst>
              <a:gd name="adj" fmla="val 3000"/>
            </a:avLst>
          </a:prstGeom>
          <a:solidFill>
            <a:srgbClr val="E9EEF8"/>
          </a:solidFill>
          <a:ln w="9525">
            <a:solidFill>
              <a:srgbClr val="D2DBEC"/>
            </a:solidFill>
            <a:prstDash val="solid"/>
          </a:ln>
        </p:spPr>
      </p:sp>
      <p:sp>
        <p:nvSpPr>
          <p:cNvPr id="27" name="Shape 25"/>
          <p:cNvSpPr/>
          <p:nvPr/>
        </p:nvSpPr>
        <p:spPr>
          <a:xfrm>
            <a:off x="4507992" y="4315968"/>
            <a:ext cx="868680" cy="274320"/>
          </a:xfrm>
          <a:prstGeom prst="roundRect">
            <a:avLst>
              <a:gd name="adj" fmla="val 50000"/>
            </a:avLst>
          </a:prstGeom>
          <a:solidFill>
            <a:srgbClr val="E6115E"/>
          </a:solidFill>
          <a:ln/>
        </p:spPr>
      </p:sp>
      <p:sp>
        <p:nvSpPr>
          <p:cNvPr id="28" name="Text 26"/>
          <p:cNvSpPr txBox="1"/>
          <p:nvPr/>
        </p:nvSpPr>
        <p:spPr>
          <a:xfrm>
            <a:off x="4507992" y="431596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8</a:t>
            </a:r>
            <a:endParaRPr lang="en-US" sz="950" dirty="0"/>
          </a:p>
        </p:txBody>
      </p:sp>
      <p:sp>
        <p:nvSpPr>
          <p:cNvPr id="29" name="Text 27"/>
          <p:cNvSpPr txBox="1"/>
          <p:nvPr/>
        </p:nvSpPr>
        <p:spPr>
          <a:xfrm>
            <a:off x="4507992" y="468172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Reportar solo el R²</a:t>
            </a:r>
            <a:endParaRPr lang="en-US" sz="1400" dirty="0"/>
          </a:p>
        </p:txBody>
      </p:sp>
      <p:sp>
        <p:nvSpPr>
          <p:cNvPr id="30" name="Text 28"/>
          <p:cNvSpPr txBox="1"/>
          <p:nvPr/>
        </p:nvSpPr>
        <p:spPr>
          <a:xfrm>
            <a:off x="4507992" y="509320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Sin métrica de negocio, sin vara y sin error por segmento.</a:t>
            </a:r>
            <a:endParaRPr lang="en-US" sz="1300" dirty="0"/>
          </a:p>
        </p:txBody>
      </p:sp>
      <p:sp>
        <p:nvSpPr>
          <p:cNvPr id="31" name="Shape 29"/>
          <p:cNvSpPr/>
          <p:nvPr/>
        </p:nvSpPr>
        <p:spPr>
          <a:xfrm>
            <a:off x="8055864" y="4114800"/>
            <a:ext cx="3630168" cy="1828800"/>
          </a:xfrm>
          <a:prstGeom prst="roundRect">
            <a:avLst>
              <a:gd name="adj" fmla="val 3000"/>
            </a:avLst>
          </a:prstGeom>
          <a:solidFill>
            <a:srgbClr val="E9EEF8"/>
          </a:solidFill>
          <a:ln w="9525">
            <a:solidFill>
              <a:srgbClr val="D2DBEC"/>
            </a:solidFill>
            <a:prstDash val="solid"/>
          </a:ln>
        </p:spPr>
      </p:sp>
      <p:sp>
        <p:nvSpPr>
          <p:cNvPr id="32" name="Shape 30"/>
          <p:cNvSpPr/>
          <p:nvPr/>
        </p:nvSpPr>
        <p:spPr>
          <a:xfrm>
            <a:off x="8284464" y="4315968"/>
            <a:ext cx="868680" cy="274320"/>
          </a:xfrm>
          <a:prstGeom prst="roundRect">
            <a:avLst>
              <a:gd name="adj" fmla="val 50000"/>
            </a:avLst>
          </a:prstGeom>
          <a:solidFill>
            <a:srgbClr val="E6115E"/>
          </a:solidFill>
          <a:ln/>
        </p:spPr>
      </p:sp>
      <p:sp>
        <p:nvSpPr>
          <p:cNvPr id="33" name="Text 31"/>
          <p:cNvSpPr txBox="1"/>
          <p:nvPr/>
        </p:nvSpPr>
        <p:spPr>
          <a:xfrm>
            <a:off x="8284464" y="4315968"/>
            <a:ext cx="8686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PASO 5</a:t>
            </a:r>
            <a:endParaRPr lang="en-US" sz="950" dirty="0"/>
          </a:p>
        </p:txBody>
      </p:sp>
      <p:sp>
        <p:nvSpPr>
          <p:cNvPr id="34" name="Text 32"/>
          <p:cNvSpPr txBox="1"/>
          <p:nvPr/>
        </p:nvSpPr>
        <p:spPr>
          <a:xfrm>
            <a:off x="8284464" y="4681728"/>
            <a:ext cx="3200400" cy="36576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Codificar mal el orden</a:t>
            </a:r>
            <a:endParaRPr lang="en-US" sz="1400" dirty="0"/>
          </a:p>
        </p:txBody>
      </p:sp>
      <p:sp>
        <p:nvSpPr>
          <p:cNvPr id="35" name="Text 33"/>
          <p:cNvSpPr txBox="1"/>
          <p:nvPr/>
        </p:nvSpPr>
        <p:spPr>
          <a:xfrm>
            <a:off x="8284464" y="5093208"/>
            <a:ext cx="3200400" cy="777240"/>
          </a:xfrm>
          <a:prstGeom prst="rect">
            <a:avLst/>
          </a:prstGeom>
          <a:noFill/>
          <a:ln/>
        </p:spPr>
        <p:txBody>
          <a:bodyPr wrap="square" lIns="0" tIns="0" rIns="0" bIns="0" rtlCol="0" anchor="t"/>
          <a:lstStyle/>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One-hot en categorías con orden, o el orden al revés.</a:t>
            </a:r>
            <a:endParaRPr lang="en-US" sz="1300" dirty="0"/>
          </a:p>
        </p:txBody>
      </p:sp>
      <mc:AlternateContent xmlns:mc="http://schemas.openxmlformats.org/markup-compatibility/2006">
        <mc:Choice xmlns:p14="http://schemas.microsoft.com/office/powerpoint/2010/main" Requires="p14">
          <p:contentPart p14:bwMode="auto" r:id="rId3">
            <p14:nvContentPartPr>
              <p14:cNvPr id="36" name="Ink 35">
                <a:extLst>
                  <a:ext uri="{FF2B5EF4-FFF2-40B4-BE49-F238E27FC236}">
                    <a16:creationId xmlns:a16="http://schemas.microsoft.com/office/drawing/2014/main" id="{7207328A-8584-1B67-C046-9C46E539638F}"/>
                  </a:ext>
                </a:extLst>
              </p14:cNvPr>
              <p14:cNvContentPartPr/>
              <p14:nvPr/>
            </p14:nvContentPartPr>
            <p14:xfrm>
              <a:off x="1622520" y="4399920"/>
              <a:ext cx="8183160" cy="2214360"/>
            </p14:xfrm>
          </p:contentPart>
        </mc:Choice>
        <mc:Fallback>
          <p:pic>
            <p:nvPicPr>
              <p:cNvPr id="36" name="Ink 35">
                <a:extLst>
                  <a:ext uri="{FF2B5EF4-FFF2-40B4-BE49-F238E27FC236}">
                    <a16:creationId xmlns:a16="http://schemas.microsoft.com/office/drawing/2014/main" id="{7207328A-8584-1B67-C046-9C46E539638F}"/>
                  </a:ext>
                </a:extLst>
              </p:cNvPr>
              <p:cNvPicPr/>
              <p:nvPr/>
            </p:nvPicPr>
            <p:blipFill>
              <a:blip r:embed="rId4"/>
              <a:stretch>
                <a:fillRect/>
              </a:stretch>
            </p:blipFill>
            <p:spPr>
              <a:xfrm>
                <a:off x="1613160" y="4390560"/>
                <a:ext cx="8201880" cy="223308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datos se descargan solos. Semilla 42: tus números coinciden con estas slides.</a:t>
            </a:r>
            <a:endParaRPr lang="en-US" sz="1400" dirty="0"/>
          </a:p>
        </p:txBody>
      </p:sp>
      <p:sp>
        <p:nvSpPr>
          <p:cNvPr id="6" name="Shape 4"/>
          <p:cNvSpPr/>
          <p:nvPr/>
        </p:nvSpPr>
        <p:spPr>
          <a:xfrm>
            <a:off x="502920" y="2103120"/>
            <a:ext cx="11183112" cy="548640"/>
          </a:xfrm>
          <a:prstGeom prst="roundRect">
            <a:avLst>
              <a:gd name="adj" fmla="val 10000"/>
            </a:avLst>
          </a:prstGeom>
          <a:solidFill>
            <a:srgbClr val="FFFFFF"/>
          </a:solidFill>
          <a:ln w="9525">
            <a:solidFill>
              <a:srgbClr val="D2DBEC"/>
            </a:solidFill>
            <a:prstDash val="solid"/>
          </a:ln>
        </p:spPr>
      </p:sp>
      <p:sp>
        <p:nvSpPr>
          <p:cNvPr id="7" name="Text 5"/>
          <p:cNvSpPr txBox="1"/>
          <p:nvPr/>
        </p:nvSpPr>
        <p:spPr>
          <a:xfrm>
            <a:off x="731520" y="2103120"/>
            <a:ext cx="1371600" cy="54864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Pasos 1 y 2</a:t>
            </a:r>
            <a:endParaRPr lang="en-US" sz="1150" dirty="0"/>
          </a:p>
        </p:txBody>
      </p:sp>
      <p:sp>
        <p:nvSpPr>
          <p:cNvPr id="8" name="Text 6"/>
          <p:cNvSpPr txBox="1"/>
          <p:nvPr/>
        </p:nvSpPr>
        <p:spPr>
          <a:xfrm>
            <a:off x="2148840" y="2103120"/>
            <a:ext cx="2743200" cy="54864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Problema y datos</a:t>
            </a:r>
            <a:endParaRPr lang="en-US" sz="1350" dirty="0"/>
          </a:p>
        </p:txBody>
      </p:sp>
      <p:sp>
        <p:nvSpPr>
          <p:cNvPr id="9" name="Text 7"/>
          <p:cNvSpPr txBox="1"/>
          <p:nvPr/>
        </p:nvSpPr>
        <p:spPr>
          <a:xfrm>
            <a:off x="4892040" y="210312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9 min</a:t>
            </a:r>
            <a:endParaRPr lang="en-US" sz="1250" dirty="0"/>
          </a:p>
        </p:txBody>
      </p:sp>
      <p:sp>
        <p:nvSpPr>
          <p:cNvPr id="10" name="Text 8"/>
          <p:cNvSpPr txBox="1"/>
          <p:nvPr/>
        </p:nvSpPr>
        <p:spPr>
          <a:xfrm>
            <a:off x="5760720" y="2103120"/>
            <a:ext cx="5760720" cy="54864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Tamaño, duplicados, faltantes y la forma del precio.</a:t>
            </a:r>
            <a:endParaRPr lang="en-US" sz="1200" dirty="0"/>
          </a:p>
        </p:txBody>
      </p:sp>
      <p:sp>
        <p:nvSpPr>
          <p:cNvPr id="11" name="Shape 9"/>
          <p:cNvSpPr/>
          <p:nvPr/>
        </p:nvSpPr>
        <p:spPr>
          <a:xfrm>
            <a:off x="502920" y="2743200"/>
            <a:ext cx="11183112" cy="548640"/>
          </a:xfrm>
          <a:prstGeom prst="roundRect">
            <a:avLst>
              <a:gd name="adj" fmla="val 10000"/>
            </a:avLst>
          </a:prstGeom>
          <a:solidFill>
            <a:srgbClr val="FFFFFF"/>
          </a:solidFill>
          <a:ln w="9525">
            <a:solidFill>
              <a:srgbClr val="D2DBEC"/>
            </a:solidFill>
            <a:prstDash val="solid"/>
          </a:ln>
        </p:spPr>
      </p:sp>
      <p:sp>
        <p:nvSpPr>
          <p:cNvPr id="12" name="Text 10"/>
          <p:cNvSpPr txBox="1"/>
          <p:nvPr/>
        </p:nvSpPr>
        <p:spPr>
          <a:xfrm>
            <a:off x="731520" y="2743200"/>
            <a:ext cx="1371600" cy="54864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Pasos 3 y 4</a:t>
            </a:r>
            <a:endParaRPr lang="en-US" sz="1150" dirty="0"/>
          </a:p>
        </p:txBody>
      </p:sp>
      <p:sp>
        <p:nvSpPr>
          <p:cNvPr id="13" name="Text 11"/>
          <p:cNvSpPr txBox="1"/>
          <p:nvPr/>
        </p:nvSpPr>
        <p:spPr>
          <a:xfrm>
            <a:off x="2148840" y="2743200"/>
            <a:ext cx="2743200" cy="54864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Separar y explorar</a:t>
            </a:r>
            <a:endParaRPr lang="en-US" sz="1350" dirty="0"/>
          </a:p>
        </p:txBody>
      </p:sp>
      <p:sp>
        <p:nvSpPr>
          <p:cNvPr id="14" name="Text 12"/>
          <p:cNvSpPr txBox="1"/>
          <p:nvPr/>
        </p:nvSpPr>
        <p:spPr>
          <a:xfrm>
            <a:off x="4892040" y="274320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11 min</a:t>
            </a:r>
            <a:endParaRPr lang="en-US" sz="1250" dirty="0"/>
          </a:p>
        </p:txBody>
      </p:sp>
      <p:sp>
        <p:nvSpPr>
          <p:cNvPr id="15" name="Text 13"/>
          <p:cNvSpPr txBox="1"/>
          <p:nvPr/>
        </p:nvSpPr>
        <p:spPr>
          <a:xfrm>
            <a:off x="5760720" y="2743200"/>
            <a:ext cx="5760720" cy="54864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El corte estratificado, las correlaciones y los casos raros.</a:t>
            </a:r>
            <a:endParaRPr lang="en-US" sz="1200" dirty="0"/>
          </a:p>
        </p:txBody>
      </p:sp>
      <p:sp>
        <p:nvSpPr>
          <p:cNvPr id="16" name="Shape 14"/>
          <p:cNvSpPr/>
          <p:nvPr/>
        </p:nvSpPr>
        <p:spPr>
          <a:xfrm>
            <a:off x="502920" y="3383280"/>
            <a:ext cx="11183112" cy="548640"/>
          </a:xfrm>
          <a:prstGeom prst="roundRect">
            <a:avLst>
              <a:gd name="adj" fmla="val 10000"/>
            </a:avLst>
          </a:prstGeom>
          <a:solidFill>
            <a:srgbClr val="FFFFFF"/>
          </a:solidFill>
          <a:ln w="9525">
            <a:solidFill>
              <a:srgbClr val="D2DBEC"/>
            </a:solidFill>
            <a:prstDash val="solid"/>
          </a:ln>
        </p:spPr>
      </p:sp>
      <p:sp>
        <p:nvSpPr>
          <p:cNvPr id="17" name="Text 15"/>
          <p:cNvSpPr txBox="1"/>
          <p:nvPr/>
        </p:nvSpPr>
        <p:spPr>
          <a:xfrm>
            <a:off x="731520" y="3383280"/>
            <a:ext cx="1371600" cy="54864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Paso 5</a:t>
            </a:r>
            <a:endParaRPr lang="en-US" sz="1150" dirty="0"/>
          </a:p>
        </p:txBody>
      </p:sp>
      <p:sp>
        <p:nvSpPr>
          <p:cNvPr id="18" name="Text 16"/>
          <p:cNvSpPr txBox="1"/>
          <p:nvPr/>
        </p:nvSpPr>
        <p:spPr>
          <a:xfrm>
            <a:off x="2148840" y="3383280"/>
            <a:ext cx="2743200" cy="54864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Limpiar y crear variables</a:t>
            </a:r>
            <a:endParaRPr lang="en-US" sz="1350" dirty="0"/>
          </a:p>
        </p:txBody>
      </p:sp>
      <p:sp>
        <p:nvSpPr>
          <p:cNvPr id="19" name="Text 17"/>
          <p:cNvSpPr txBox="1"/>
          <p:nvPr/>
        </p:nvSpPr>
        <p:spPr>
          <a:xfrm>
            <a:off x="4892040" y="338328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8 min</a:t>
            </a:r>
            <a:endParaRPr lang="en-US" sz="1250" dirty="0"/>
          </a:p>
        </p:txBody>
      </p:sp>
      <p:sp>
        <p:nvSpPr>
          <p:cNvPr id="20" name="Text 18"/>
          <p:cNvSpPr txBox="1"/>
          <p:nvPr/>
        </p:nvSpPr>
        <p:spPr>
          <a:xfrm>
            <a:off x="5760720" y="3383280"/>
            <a:ext cx="5760720" cy="54864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El alcance y tu función preparar(df).</a:t>
            </a:r>
            <a:endParaRPr lang="en-US" sz="1200" dirty="0"/>
          </a:p>
        </p:txBody>
      </p:sp>
      <p:sp>
        <p:nvSpPr>
          <p:cNvPr id="21" name="Shape 19"/>
          <p:cNvSpPr/>
          <p:nvPr/>
        </p:nvSpPr>
        <p:spPr>
          <a:xfrm>
            <a:off x="502920" y="4023360"/>
            <a:ext cx="11183112" cy="548640"/>
          </a:xfrm>
          <a:prstGeom prst="roundRect">
            <a:avLst>
              <a:gd name="adj" fmla="val 10000"/>
            </a:avLst>
          </a:prstGeom>
          <a:solidFill>
            <a:srgbClr val="0A2559"/>
          </a:solidFill>
          <a:ln w="9525">
            <a:solidFill>
              <a:srgbClr val="0A2559"/>
            </a:solidFill>
            <a:prstDash val="solid"/>
          </a:ln>
        </p:spPr>
      </p:sp>
      <p:sp>
        <p:nvSpPr>
          <p:cNvPr id="22" name="Text 20"/>
          <p:cNvSpPr txBox="1"/>
          <p:nvPr/>
        </p:nvSpPr>
        <p:spPr>
          <a:xfrm>
            <a:off x="731520" y="4023360"/>
            <a:ext cx="1371600" cy="548640"/>
          </a:xfrm>
          <a:prstGeom prst="rect">
            <a:avLst/>
          </a:prstGeom>
          <a:noFill/>
          <a:ln/>
        </p:spPr>
        <p:txBody>
          <a:bodyPr wrap="square" lIns="0" tIns="0" rIns="0" bIns="0" rtlCol="0" anchor="ctr"/>
          <a:lstStyle/>
          <a:p>
            <a:pPr marL="0" indent="0">
              <a:buNone/>
            </a:pPr>
            <a:r>
              <a:rPr lang="en-US" sz="1150" b="1" dirty="0">
                <a:solidFill>
                  <a:srgbClr val="FF6B9A"/>
                </a:solidFill>
                <a:latin typeface="Calibri" pitchFamily="34" charset="0"/>
                <a:ea typeface="Calibri" pitchFamily="34" charset="-122"/>
                <a:cs typeface="Calibri" pitchFamily="34" charset="-120"/>
              </a:rPr>
              <a:t>Paso 6</a:t>
            </a:r>
            <a:endParaRPr lang="en-US" sz="1150" dirty="0"/>
          </a:p>
        </p:txBody>
      </p:sp>
      <p:sp>
        <p:nvSpPr>
          <p:cNvPr id="23" name="Text 21"/>
          <p:cNvSpPr txBox="1"/>
          <p:nvPr/>
        </p:nvSpPr>
        <p:spPr>
          <a:xfrm>
            <a:off x="2148840" y="4023360"/>
            <a:ext cx="2743200" cy="5486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Pipeline</a:t>
            </a:r>
            <a:endParaRPr lang="en-US" sz="1350" dirty="0"/>
          </a:p>
        </p:txBody>
      </p:sp>
      <p:sp>
        <p:nvSpPr>
          <p:cNvPr id="24" name="Text 22"/>
          <p:cNvSpPr txBox="1"/>
          <p:nvPr/>
        </p:nvSpPr>
        <p:spPr>
          <a:xfrm>
            <a:off x="4892040" y="402336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7 min</a:t>
            </a:r>
            <a:endParaRPr lang="en-US" sz="1250" dirty="0"/>
          </a:p>
        </p:txBody>
      </p:sp>
      <p:sp>
        <p:nvSpPr>
          <p:cNvPr id="25" name="Text 23"/>
          <p:cNvSpPr txBox="1"/>
          <p:nvPr/>
        </p:nvSpPr>
        <p:spPr>
          <a:xfrm>
            <a:off x="5760720" y="4023360"/>
            <a:ext cx="5760720" cy="548640"/>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El preprocesador y la función armar().</a:t>
            </a:r>
            <a:endParaRPr lang="en-US" sz="1200" dirty="0"/>
          </a:p>
        </p:txBody>
      </p:sp>
      <p:sp>
        <p:nvSpPr>
          <p:cNvPr id="26" name="Shape 24"/>
          <p:cNvSpPr/>
          <p:nvPr/>
        </p:nvSpPr>
        <p:spPr>
          <a:xfrm>
            <a:off x="502920" y="4663440"/>
            <a:ext cx="11183112" cy="548640"/>
          </a:xfrm>
          <a:prstGeom prst="roundRect">
            <a:avLst>
              <a:gd name="adj" fmla="val 10000"/>
            </a:avLst>
          </a:prstGeom>
          <a:solidFill>
            <a:srgbClr val="0A2559"/>
          </a:solidFill>
          <a:ln w="9525">
            <a:solidFill>
              <a:srgbClr val="0A2559"/>
            </a:solidFill>
            <a:prstDash val="solid"/>
          </a:ln>
        </p:spPr>
      </p:sp>
      <p:sp>
        <p:nvSpPr>
          <p:cNvPr id="27" name="Text 25"/>
          <p:cNvSpPr txBox="1"/>
          <p:nvPr/>
        </p:nvSpPr>
        <p:spPr>
          <a:xfrm>
            <a:off x="731520" y="4663440"/>
            <a:ext cx="1371600" cy="548640"/>
          </a:xfrm>
          <a:prstGeom prst="rect">
            <a:avLst/>
          </a:prstGeom>
          <a:noFill/>
          <a:ln/>
        </p:spPr>
        <p:txBody>
          <a:bodyPr wrap="square" lIns="0" tIns="0" rIns="0" bIns="0" rtlCol="0" anchor="ctr"/>
          <a:lstStyle/>
          <a:p>
            <a:pPr marL="0" indent="0">
              <a:buNone/>
            </a:pPr>
            <a:r>
              <a:rPr lang="en-US" sz="1150" b="1" dirty="0">
                <a:solidFill>
                  <a:srgbClr val="FF6B9A"/>
                </a:solidFill>
                <a:latin typeface="Calibri" pitchFamily="34" charset="0"/>
                <a:ea typeface="Calibri" pitchFamily="34" charset="-122"/>
                <a:cs typeface="Calibri" pitchFamily="34" charset="-120"/>
              </a:rPr>
              <a:t>Paso 7</a:t>
            </a:r>
            <a:endParaRPr lang="en-US" sz="1150" dirty="0"/>
          </a:p>
        </p:txBody>
      </p:sp>
      <p:sp>
        <p:nvSpPr>
          <p:cNvPr id="28" name="Text 26"/>
          <p:cNvSpPr txBox="1"/>
          <p:nvPr/>
        </p:nvSpPr>
        <p:spPr>
          <a:xfrm>
            <a:off x="2148840" y="4663440"/>
            <a:ext cx="2743200" cy="5486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Validación cruzada</a:t>
            </a:r>
            <a:endParaRPr lang="en-US" sz="1350" dirty="0"/>
          </a:p>
        </p:txBody>
      </p:sp>
      <p:sp>
        <p:nvSpPr>
          <p:cNvPr id="29" name="Text 27"/>
          <p:cNvSpPr txBox="1"/>
          <p:nvPr/>
        </p:nvSpPr>
        <p:spPr>
          <a:xfrm>
            <a:off x="4892040" y="466344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12 min</a:t>
            </a:r>
            <a:endParaRPr lang="en-US" sz="1250" dirty="0"/>
          </a:p>
        </p:txBody>
      </p:sp>
      <p:sp>
        <p:nvSpPr>
          <p:cNvPr id="30" name="Text 28"/>
          <p:cNvSpPr txBox="1"/>
          <p:nvPr/>
        </p:nvSpPr>
        <p:spPr>
          <a:xfrm>
            <a:off x="5760720" y="4663440"/>
            <a:ext cx="5760720" cy="548640"/>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Los ocho modelos y el efecto del logaritmo.</a:t>
            </a:r>
            <a:endParaRPr lang="en-US" sz="1200" dirty="0"/>
          </a:p>
        </p:txBody>
      </p:sp>
      <p:sp>
        <p:nvSpPr>
          <p:cNvPr id="31" name="Shape 29"/>
          <p:cNvSpPr/>
          <p:nvPr/>
        </p:nvSpPr>
        <p:spPr>
          <a:xfrm>
            <a:off x="502920" y="5303520"/>
            <a:ext cx="11183112" cy="548640"/>
          </a:xfrm>
          <a:prstGeom prst="roundRect">
            <a:avLst>
              <a:gd name="adj" fmla="val 10000"/>
            </a:avLst>
          </a:prstGeom>
          <a:solidFill>
            <a:srgbClr val="FFFFFF"/>
          </a:solidFill>
          <a:ln w="9525">
            <a:solidFill>
              <a:srgbClr val="D2DBEC"/>
            </a:solidFill>
            <a:prstDash val="solid"/>
          </a:ln>
        </p:spPr>
      </p:sp>
      <p:sp>
        <p:nvSpPr>
          <p:cNvPr id="32" name="Text 30"/>
          <p:cNvSpPr txBox="1"/>
          <p:nvPr/>
        </p:nvSpPr>
        <p:spPr>
          <a:xfrm>
            <a:off x="731520" y="5303520"/>
            <a:ext cx="1371600" cy="54864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Paso 8</a:t>
            </a:r>
            <a:endParaRPr lang="en-US" sz="1150" dirty="0"/>
          </a:p>
        </p:txBody>
      </p:sp>
      <p:sp>
        <p:nvSpPr>
          <p:cNvPr id="33" name="Text 31"/>
          <p:cNvSpPr txBox="1"/>
          <p:nvPr/>
        </p:nvSpPr>
        <p:spPr>
          <a:xfrm>
            <a:off x="2148840" y="5303520"/>
            <a:ext cx="2743200" cy="54864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Prueba y uso</a:t>
            </a:r>
            <a:endParaRPr lang="en-US" sz="1350" dirty="0"/>
          </a:p>
        </p:txBody>
      </p:sp>
      <p:sp>
        <p:nvSpPr>
          <p:cNvPr id="34" name="Text 32"/>
          <p:cNvSpPr txBox="1"/>
          <p:nvPr/>
        </p:nvSpPr>
        <p:spPr>
          <a:xfrm>
            <a:off x="4892040" y="5303520"/>
            <a:ext cx="822960" cy="54864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11 min</a:t>
            </a:r>
            <a:endParaRPr lang="en-US" sz="1250" dirty="0"/>
          </a:p>
        </p:txBody>
      </p:sp>
      <p:sp>
        <p:nvSpPr>
          <p:cNvPr id="35" name="Text 33"/>
          <p:cNvSpPr txBox="1"/>
          <p:nvPr/>
        </p:nvSpPr>
        <p:spPr>
          <a:xfrm>
            <a:off x="5760720" y="5303520"/>
            <a:ext cx="5760720" cy="54864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Las métricas, el error por segmento y tasar una casa nueva.</a:t>
            </a:r>
            <a:endParaRPr lang="en-US" sz="1200" dirty="0"/>
          </a:p>
        </p:txBody>
      </p:sp>
      <p:sp>
        <p:nvSpPr>
          <p:cNvPr id="36" name="Shape 34"/>
          <p:cNvSpPr/>
          <p:nvPr/>
        </p:nvSpPr>
        <p:spPr>
          <a:xfrm>
            <a:off x="502920" y="6035040"/>
            <a:ext cx="11183112" cy="384048"/>
          </a:xfrm>
          <a:prstGeom prst="roundRect">
            <a:avLst>
              <a:gd name="adj" fmla="val 14286"/>
            </a:avLst>
          </a:prstGeom>
          <a:solidFill>
            <a:srgbClr val="E9EEF8"/>
          </a:solidFill>
          <a:ln w="9525">
            <a:solidFill>
              <a:srgbClr val="D2DBEC"/>
            </a:solidFill>
            <a:prstDash val="solid"/>
          </a:ln>
        </p:spPr>
      </p:sp>
      <p:sp>
        <p:nvSpPr>
          <p:cNvPr id="37" name="Text 35"/>
          <p:cNvSpPr txBox="1"/>
          <p:nvPr/>
        </p:nvSpPr>
        <p:spPr>
          <a:xfrm>
            <a:off x="731520" y="6035040"/>
            <a:ext cx="10789920" cy="384048"/>
          </a:xfrm>
          <a:prstGeom prst="rect">
            <a:avLst/>
          </a:prstGeom>
          <a:noFill/>
          <a:ln/>
        </p:spPr>
        <p:txBody>
          <a:bodyPr wrap="square" lIns="0" tIns="0" rIns="0" bIns="0" rtlCol="0" anchor="ctr"/>
          <a:lstStyle/>
          <a:p>
            <a:pPr marL="0" indent="0">
              <a:spcAft>
                <a:spcPts val="400"/>
              </a:spcAft>
              <a:buNone/>
            </a:pPr>
            <a:r>
              <a:rPr lang="en-US" sz="1150" b="1" dirty="0">
                <a:solidFill>
                  <a:srgbClr val="0A2559"/>
                </a:solidFill>
                <a:latin typeface="Calibri" pitchFamily="34" charset="0"/>
                <a:ea typeface="Calibri" pitchFamily="34" charset="-122"/>
                <a:cs typeface="Calibri" pitchFamily="34" charset="-120"/>
              </a:rPr>
              <a:t>Si te sobra tiempo: </a:t>
            </a:r>
            <a:r>
              <a:rPr lang="en-US" sz="1150" dirty="0">
                <a:solidFill>
                  <a:srgbClr val="2C3A55"/>
                </a:solidFill>
                <a:latin typeface="Calibri" pitchFamily="34" charset="0"/>
                <a:ea typeface="Calibri" pitchFamily="34" charset="-122"/>
                <a:cs typeface="Calibri" pitchFamily="34" charset="-120"/>
              </a:rPr>
              <a:t>agrega una variable nueva en preparar (por ejemplo, superficie por dormitorio) y mira si cambia la validación cruzada.</a:t>
            </a:r>
            <a:endParaRPr lang="en-US" sz="1150" dirty="0"/>
          </a:p>
        </p:txBody>
      </p:sp>
      <mc:AlternateContent xmlns:mc="http://schemas.openxmlformats.org/markup-compatibility/2006">
        <mc:Choice xmlns:p14="http://schemas.microsoft.com/office/powerpoint/2010/main" Requires="p14">
          <p:contentPart p14:bwMode="auto" r:id="rId3">
            <p14:nvContentPartPr>
              <p14:cNvPr id="38" name="Ink 37">
                <a:extLst>
                  <a:ext uri="{FF2B5EF4-FFF2-40B4-BE49-F238E27FC236}">
                    <a16:creationId xmlns:a16="http://schemas.microsoft.com/office/drawing/2014/main" id="{F499C68F-71D1-8E56-C3BB-8CCE0EE599C6}"/>
                  </a:ext>
                </a:extLst>
              </p14:cNvPr>
              <p14:cNvContentPartPr/>
              <p14:nvPr/>
            </p14:nvContentPartPr>
            <p14:xfrm>
              <a:off x="690480" y="6540840"/>
              <a:ext cx="3403080" cy="43560"/>
            </p14:xfrm>
          </p:contentPart>
        </mc:Choice>
        <mc:Fallback>
          <p:pic>
            <p:nvPicPr>
              <p:cNvPr id="38" name="Ink 37">
                <a:extLst>
                  <a:ext uri="{FF2B5EF4-FFF2-40B4-BE49-F238E27FC236}">
                    <a16:creationId xmlns:a16="http://schemas.microsoft.com/office/drawing/2014/main" id="{F499C68F-71D1-8E56-C3BB-8CCE0EE599C6}"/>
                  </a:ext>
                </a:extLst>
              </p:cNvPr>
              <p:cNvPicPr/>
              <p:nvPr/>
            </p:nvPicPr>
            <p:blipFill>
              <a:blip r:embed="rId4"/>
              <a:stretch>
                <a:fillRect/>
              </a:stretch>
            </p:blipFill>
            <p:spPr>
              <a:xfrm>
                <a:off x="681120" y="6531480"/>
                <a:ext cx="3421800" cy="6228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TAREA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Ahora tú: los 8 pasos con diamantes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Una casa de empeño quiere tasar diamantes antes de aceptarlos como garantía. Casi 54 000 diamantes con precio, peso, talla, color, pureza y medidas.</a:t>
            </a:r>
            <a:endParaRPr lang="en-US" sz="1400" dirty="0"/>
          </a:p>
        </p:txBody>
      </p:sp>
      <p:sp>
        <p:nvSpPr>
          <p:cNvPr id="6" name="Shape 4"/>
          <p:cNvSpPr/>
          <p:nvPr/>
        </p:nvSpPr>
        <p:spPr>
          <a:xfrm>
            <a:off x="502920" y="2103120"/>
            <a:ext cx="493776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29768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 que se pide</a:t>
            </a:r>
            <a:endParaRPr lang="en-US" sz="1400" dirty="0"/>
          </a:p>
        </p:txBody>
      </p:sp>
      <p:sp>
        <p:nvSpPr>
          <p:cNvPr id="9" name="Text 7"/>
          <p:cNvSpPr txBox="1"/>
          <p:nvPr/>
        </p:nvSpPr>
        <p:spPr>
          <a:xfrm>
            <a:off x="731520" y="2651760"/>
            <a:ext cx="452628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Los 8 pasos, cada uno con sus conclusiones escritas</a:t>
            </a:r>
            <a:endParaRPr lang="en-US" sz="1400" dirty="0"/>
          </a:p>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Al menos tres problemas de calidad detectados y resueltos</a:t>
            </a:r>
            <a:endParaRPr lang="en-US" sz="1400" dirty="0"/>
          </a:p>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cut, color y clarity codificadas con su orden</a:t>
            </a:r>
            <a:endParaRPr lang="en-US" sz="1400" dirty="0"/>
          </a:p>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La vara y al menos 3 modelos con validación cruzada: uno lineal y un ensemble como mínimo</a:t>
            </a:r>
            <a:endParaRPr lang="en-US" sz="1400" dirty="0"/>
          </a:p>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MAE, RMSE, R² y MAPE en prueba, error por quintil y una conclusión de negocio</a:t>
            </a:r>
            <a:endParaRPr lang="en-US" sz="1400" dirty="0"/>
          </a:p>
          <a:p>
            <a:pPr marL="342900" indent="-342900">
              <a:spcAft>
                <a:spcPts val="1000"/>
              </a:spcAft>
              <a:buSzPct val="100000"/>
              <a:buChar char="•"/>
            </a:pPr>
            <a:r>
              <a:rPr lang="en-US" sz="1400" dirty="0">
                <a:solidFill>
                  <a:srgbClr val="2C3A55"/>
                </a:solidFill>
                <a:latin typeface="Calibri" pitchFamily="34" charset="0"/>
                <a:ea typeface="Calibri" pitchFamily="34" charset="-122"/>
                <a:cs typeface="Calibri" pitchFamily="34" charset="-120"/>
              </a:rPr>
              <a:t>El notebook ejecutado de principio a fin</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2103120"/>
          <a:ext cx="5971032" cy="3657600"/>
        </p:xfrm>
        <a:graphic>
          <a:graphicData uri="http://schemas.openxmlformats.org/drawingml/2006/table">
            <a:tbl>
              <a:tblPr/>
              <a:tblGrid>
                <a:gridCol w="731520">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se evalúa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Pts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Problema, métricas, vara y alcance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Revisión y problemas de calidad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Corte antes de explorar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Exploración solo con entrenamiento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Limpieza, variables y codificación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Pipeline sin fuga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Validación cruzada y elección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Prueba, segmentos y conclusión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9"/>
                  </a:ext>
                </a:extLst>
              </a:tr>
            </a:tbl>
          </a:graphicData>
        </a:graphic>
      </p:graphicFrame>
      <p:sp>
        <p:nvSpPr>
          <p:cNvPr id="11" name="Text 8"/>
          <p:cNvSpPr txBox="1"/>
          <p:nvPr/>
        </p:nvSpPr>
        <p:spPr>
          <a:xfrm>
            <a:off x="5715000" y="5852160"/>
            <a:ext cx="5971032"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Archivos: Tarea_Clase05_EndToEnd.ipynb (enunciado y plantilla), diamonds.csv y su diccionario.</a:t>
            </a:r>
            <a:endParaRPr lang="en-US" sz="1100"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18248113-A32B-E6DA-82DA-FBA43062DA51}"/>
                  </a:ext>
                </a:extLst>
              </p14:cNvPr>
              <p14:cNvContentPartPr/>
              <p14:nvPr/>
            </p14:nvContentPartPr>
            <p14:xfrm>
              <a:off x="996120" y="1378800"/>
              <a:ext cx="9637200" cy="4798440"/>
            </p14:xfrm>
          </p:contentPart>
        </mc:Choice>
        <mc:Fallback>
          <p:pic>
            <p:nvPicPr>
              <p:cNvPr id="10" name="Ink 9">
                <a:extLst>
                  <a:ext uri="{FF2B5EF4-FFF2-40B4-BE49-F238E27FC236}">
                    <a16:creationId xmlns:a16="http://schemas.microsoft.com/office/drawing/2014/main" id="{18248113-A32B-E6DA-82DA-FBA43062DA51}"/>
                  </a:ext>
                </a:extLst>
              </p:cNvPr>
              <p:cNvPicPr/>
              <p:nvPr/>
            </p:nvPicPr>
            <p:blipFill>
              <a:blip r:embed="rId4"/>
              <a:stretch>
                <a:fillRect/>
              </a:stretch>
            </p:blipFill>
            <p:spPr>
              <a:xfrm>
                <a:off x="986760" y="1369440"/>
                <a:ext cx="9655920" cy="481716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1155680" cy="411480"/>
          </a:xfrm>
          <a:prstGeom prst="rect">
            <a:avLst/>
          </a:prstGeom>
          <a:noFill/>
          <a:ln/>
        </p:spPr>
        <p:txBody>
          <a:bodyPr wrap="square" lIns="0" tIns="0" rIns="0" bIns="0" rtlCol="0" anchor="ctr"/>
          <a:lstStyle/>
          <a:p>
            <a:pPr marL="0" indent="0">
              <a:buNone/>
            </a:pPr>
            <a:r>
              <a:rPr lang="en-US" sz="1450" i="1" dirty="0">
                <a:solidFill>
                  <a:srgbClr val="C9D4EA"/>
                </a:solidFill>
                <a:latin typeface="Calibri" pitchFamily="34" charset="0"/>
                <a:ea typeface="Calibri" pitchFamily="34" charset="-122"/>
                <a:cs typeface="Calibri" pitchFamily="34" charset="-120"/>
              </a:rPr>
              <a:t>Un buen modelo empieza antes de abrir los datos y termina cuando alguien puede usarlo. El algoritmo es solo uno de los ocho pasos.</a:t>
            </a:r>
            <a:endParaRPr lang="en-US" sz="1450" dirty="0"/>
          </a:p>
        </p:txBody>
      </p:sp>
      <p:sp>
        <p:nvSpPr>
          <p:cNvPr id="6" name="Shape 4"/>
          <p:cNvSpPr/>
          <p:nvPr/>
        </p:nvSpPr>
        <p:spPr>
          <a:xfrm>
            <a:off x="502920" y="2240280"/>
            <a:ext cx="603504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3949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577840" cy="2752344"/>
        </p:xfrm>
        <a:graphic>
          <a:graphicData uri="http://schemas.openxmlformats.org/drawingml/2006/table">
            <a:tbl>
              <a:tblPr/>
              <a:tblGrid>
                <a:gridCol w="3383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93192">
                <a:tc>
                  <a:txBody>
                    <a:bodyPr/>
                    <a:lstStyle/>
                    <a:p>
                      <a:pPr marL="0" indent="0" algn="l">
                        <a:buNone/>
                      </a:pP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Siempre la mediana (prueba)</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58 116</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31.7 %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Regresión lineal sin log (val. cruzada)</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18 735</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11.4 %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Regresión lineal con log (val. cruzada)</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15 403</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9.2 %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Ridge (prueba)</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15 183</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8.8 %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XGBoost (prueba)</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14 180</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8.0 %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Casas con error ≤ 10 %</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75.0 %</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6"/>
                  </a:ext>
                </a:extLst>
              </a:tr>
            </a:tbl>
          </a:graphicData>
        </a:graphic>
      </p:graphicFrame>
      <p:sp>
        <p:nvSpPr>
          <p:cNvPr id="10" name="Shape 7"/>
          <p:cNvSpPr/>
          <p:nvPr/>
        </p:nvSpPr>
        <p:spPr>
          <a:xfrm>
            <a:off x="6812280" y="2240280"/>
            <a:ext cx="487375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704088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7269480" y="2377440"/>
            <a:ext cx="42336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lunes 12/10</a:t>
            </a:r>
            <a:endParaRPr lang="en-US" sz="1400" dirty="0"/>
          </a:p>
        </p:txBody>
      </p:sp>
      <p:sp>
        <p:nvSpPr>
          <p:cNvPr id="13" name="Text 10"/>
          <p:cNvSpPr txBox="1"/>
          <p:nvPr/>
        </p:nvSpPr>
        <p:spPr>
          <a:xfrm>
            <a:off x="7040880" y="2743200"/>
            <a:ext cx="4434840" cy="118872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Clase 6 · Métricas de clasificación y regresión logística</a:t>
            </a:r>
            <a:endParaRPr lang="en-US" sz="1200" dirty="0"/>
          </a:p>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Empieza el Módulo 2: dejamos de predecir dólares y pasamos a predecir sí o no.</a:t>
            </a:r>
            <a:endParaRPr lang="en-US" sz="1200" dirty="0"/>
          </a:p>
        </p:txBody>
      </p:sp>
      <p:sp>
        <p:nvSpPr>
          <p:cNvPr id="14" name="Shape 11"/>
          <p:cNvSpPr/>
          <p:nvPr/>
        </p:nvSpPr>
        <p:spPr>
          <a:xfrm>
            <a:off x="6812280" y="4160520"/>
            <a:ext cx="487375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704088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7269480" y="4297680"/>
            <a:ext cx="42336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7040880" y="4617720"/>
            <a:ext cx="4480560" cy="11887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Puedo recorrer los 8 pasos sin mirar</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Separo la prueba antes de explorar</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Lo que se aprende va en el pipeline</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Reporto con métricas de negocio y por segmento</a:t>
            </a:r>
            <a:endParaRPr lang="en-US" sz="1150" dirty="0"/>
          </a:p>
        </p:txBody>
      </p:sp>
      <p:sp>
        <p:nvSpPr>
          <p:cNvPr id="18"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5 de 16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4296</TotalTime>
  <Words>4369</Words>
  <Application>Microsoft Macintosh PowerPoint</Application>
  <PresentationFormat>Widescreen</PresentationFormat>
  <Paragraphs>541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5 · Proyecto end-to-end</dc:title>
  <dc:subject>PptxGenJS Presentation</dc:subject>
  <dc:creator>Josef Renato Rodriguez</dc:creator>
  <cp:lastModifiedBy>Josef Rodriguez</cp:lastModifiedBy>
  <cp:revision>2</cp:revision>
  <dcterms:created xsi:type="dcterms:W3CDTF">2026-10-09T23:55:22Z</dcterms:created>
  <dcterms:modified xsi:type="dcterms:W3CDTF">2026-10-12T23:46:57Z</dcterms:modified>
</cp:coreProperties>
</file>