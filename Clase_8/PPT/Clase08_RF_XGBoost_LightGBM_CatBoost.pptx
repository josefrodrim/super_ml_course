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ink/ink4.xml" ContentType="application/inkml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ink/ink5.xml" ContentType="application/inkml+xml"/>
  <Override PartName="/ppt/notesSlides/notesSlide6.xml" ContentType="application/vnd.openxmlformats-officedocument.presentationml.notesSlide+xml"/>
  <Override PartName="/ppt/ink/ink6.xml" ContentType="application/inkml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ink/ink7.xml" ContentType="application/inkml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ink/ink8.xml" ContentType="application/inkml+xml"/>
  <Override PartName="/ppt/notesSlides/notesSlide9.xml" ContentType="application/vnd.openxmlformats-officedocument.presentationml.notesSlide+xml"/>
  <Override PartName="/ppt/ink/ink9.xml" ContentType="application/inkml+xml"/>
  <Override PartName="/ppt/notesSlides/notesSlide10.xml" ContentType="application/vnd.openxmlformats-officedocument.presentationml.notesSlide+xml"/>
  <Override PartName="/ppt/ink/ink10.xml" ContentType="application/inkml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ink/ink11.xml" ContentType="application/inkml+xml"/>
  <Override PartName="/ppt/notesSlides/notesSlide12.xml" ContentType="application/vnd.openxmlformats-officedocument.presentationml.notesSlide+xml"/>
  <Override PartName="/ppt/ink/ink12.xml" ContentType="application/inkml+xml"/>
  <Override PartName="/ppt/notesSlides/notesSlide13.xml" ContentType="application/vnd.openxmlformats-officedocument.presentationml.notesSlide+xml"/>
  <Override PartName="/ppt/ink/ink13.xml" ContentType="application/inkml+xml"/>
  <Override PartName="/ppt/notesSlides/notesSlide14.xml" ContentType="application/vnd.openxmlformats-officedocument.presentationml.notesSlide+xml"/>
  <Override PartName="/ppt/ink/ink14.xml" ContentType="application/inkml+xml"/>
  <Override PartName="/ppt/notesSlides/notesSlide15.xml" ContentType="application/vnd.openxmlformats-officedocument.presentationml.notesSlide+xml"/>
  <Override PartName="/ppt/ink/ink15.xml" ContentType="application/inkml+xml"/>
  <Override PartName="/ppt/notesSlides/notesSlide16.xml" ContentType="application/vnd.openxmlformats-officedocument.presentationml.notesSlide+xml"/>
  <Override PartName="/ppt/ink/ink16.xml" ContentType="application/inkml+xml"/>
  <Override PartName="/ppt/notesSlides/notesSlide17.xml" ContentType="application/vnd.openxmlformats-officedocument.presentationml.notesSlide+xml"/>
  <Override PartName="/ppt/ink/ink17.xml" ContentType="application/inkml+xml"/>
  <Override PartName="/ppt/notesSlides/notesSlide18.xml" ContentType="application/vnd.openxmlformats-officedocument.presentationml.notesSlide+xml"/>
  <Override PartName="/ppt/ink/ink18.xml" ContentType="application/inkml+xml"/>
  <Override PartName="/ppt/notesSlides/notesSlide19.xml" ContentType="application/vnd.openxmlformats-officedocument.presentationml.notesSlide+xml"/>
  <Override PartName="/ppt/ink/ink1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53"/>
    <p:restoredTop sz="94610"/>
  </p:normalViewPr>
  <p:slideViewPr>
    <p:cSldViewPr snapToGrid="0" snapToObjects="1">
      <p:cViewPr varScale="1">
        <p:scale>
          <a:sx n="222" d="100"/>
          <a:sy n="222" d="100"/>
        </p:scale>
        <p:origin x="7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 OOT 2010</c:v>
                </c:pt>
              </c:strCache>
            </c:strRef>
          </c:tx>
          <c:spPr>
            <a:solidFill>
              <a:srgbClr val="4A82FF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Logística</c:v>
                </c:pt>
                <c:pt idx="1">
                  <c:v>Árbol</c:v>
                </c:pt>
                <c:pt idx="2">
                  <c:v>KNN</c:v>
                </c:pt>
                <c:pt idx="3">
                  <c:v>Random Forest</c:v>
                </c:pt>
                <c:pt idx="4">
                  <c:v>XGBoost</c:v>
                </c:pt>
                <c:pt idx="5">
                  <c:v>LightGBM</c:v>
                </c:pt>
                <c:pt idx="6">
                  <c:v>CatBoost</c:v>
                </c:pt>
                <c:pt idx="7">
                  <c:v>Promedio de 3</c:v>
                </c:pt>
                <c:pt idx="8">
                  <c:v>SVC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0.70399999999999996</c:v>
                </c:pt>
                <c:pt idx="1">
                  <c:v>0.7</c:v>
                </c:pt>
                <c:pt idx="2">
                  <c:v>0.68600000000000005</c:v>
                </c:pt>
                <c:pt idx="3">
                  <c:v>0.69799999999999995</c:v>
                </c:pt>
                <c:pt idx="4">
                  <c:v>0.70399999999999996</c:v>
                </c:pt>
                <c:pt idx="5">
                  <c:v>0.69499999999999995</c:v>
                </c:pt>
                <c:pt idx="6">
                  <c:v>0.69299999999999995</c:v>
                </c:pt>
                <c:pt idx="7">
                  <c:v>0.70299999999999996</c:v>
                </c:pt>
                <c:pt idx="8">
                  <c:v>0.60899999999999999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F8-EA45-A69A-A6767AB06DB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D4E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2"/>
          <c:min val="0.5"/>
        </c:scaling>
        <c:delete val="0"/>
        <c:axPos val="t"/>
        <c:majorGridlines>
          <c:spPr>
            <a:ln w="9525" cap="flat">
              <a:solidFill>
                <a:srgbClr val="1E3A73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BB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559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0A2559"/>
                </a:solidFill>
                <a:latin typeface="Calibri"/>
              </a:rPr>
              <a:t>AUC en validación según cuántos árboles votan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votación de los primeros k árboles</c:v>
                </c:pt>
              </c:strCache>
            </c:strRef>
          </c:tx>
          <c:spPr>
            <a:ln w="28575" cap="flat">
              <a:solidFill>
                <a:srgbClr val="1A56E8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0.52100000000000002</c:v>
                </c:pt>
                <c:pt idx="1">
                  <c:v>0.53500000000000003</c:v>
                </c:pt>
                <c:pt idx="2">
                  <c:v>0.53500000000000003</c:v>
                </c:pt>
                <c:pt idx="3">
                  <c:v>0.53600000000000003</c:v>
                </c:pt>
                <c:pt idx="4">
                  <c:v>0.53900000000000003</c:v>
                </c:pt>
                <c:pt idx="5">
                  <c:v>0.54300000000000004</c:v>
                </c:pt>
                <c:pt idx="6">
                  <c:v>0.54800000000000004</c:v>
                </c:pt>
                <c:pt idx="7">
                  <c:v>0.54900000000000004</c:v>
                </c:pt>
                <c:pt idx="8">
                  <c:v>0.54700000000000004</c:v>
                </c:pt>
                <c:pt idx="9">
                  <c:v>0.54900000000000004</c:v>
                </c:pt>
                <c:pt idx="10">
                  <c:v>0.54700000000000004</c:v>
                </c:pt>
                <c:pt idx="11">
                  <c:v>0.54800000000000004</c:v>
                </c:pt>
                <c:pt idx="12">
                  <c:v>0.54900000000000004</c:v>
                </c:pt>
                <c:pt idx="13">
                  <c:v>0.55000000000000004</c:v>
                </c:pt>
                <c:pt idx="14">
                  <c:v>0.55300000000000005</c:v>
                </c:pt>
                <c:pt idx="15">
                  <c:v>0.55300000000000005</c:v>
                </c:pt>
                <c:pt idx="16">
                  <c:v>0.55600000000000005</c:v>
                </c:pt>
                <c:pt idx="17">
                  <c:v>0.56000000000000005</c:v>
                </c:pt>
                <c:pt idx="18">
                  <c:v>0.56200000000000006</c:v>
                </c:pt>
                <c:pt idx="19">
                  <c:v>0.56000000000000005</c:v>
                </c:pt>
                <c:pt idx="20">
                  <c:v>0.55800000000000005</c:v>
                </c:pt>
                <c:pt idx="21">
                  <c:v>0.55700000000000005</c:v>
                </c:pt>
                <c:pt idx="22">
                  <c:v>0.55900000000000005</c:v>
                </c:pt>
                <c:pt idx="23">
                  <c:v>0.55700000000000005</c:v>
                </c:pt>
                <c:pt idx="24">
                  <c:v>0.55900000000000005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392-2E47-A99D-7535B31DB5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regresión logística</c:v>
                </c:pt>
              </c:strCache>
            </c:strRef>
          </c:tx>
          <c:spPr>
            <a:ln w="28575" cap="flat">
              <a:solidFill>
                <a:srgbClr val="E6115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0.61899999999999999</c:v>
                </c:pt>
                <c:pt idx="1">
                  <c:v>0.61899999999999999</c:v>
                </c:pt>
                <c:pt idx="2">
                  <c:v>0.61899999999999999</c:v>
                </c:pt>
                <c:pt idx="3">
                  <c:v>0.61899999999999999</c:v>
                </c:pt>
                <c:pt idx="4">
                  <c:v>0.61899999999999999</c:v>
                </c:pt>
                <c:pt idx="5">
                  <c:v>0.61899999999999999</c:v>
                </c:pt>
                <c:pt idx="6">
                  <c:v>0.61899999999999999</c:v>
                </c:pt>
                <c:pt idx="7">
                  <c:v>0.61899999999999999</c:v>
                </c:pt>
                <c:pt idx="8">
                  <c:v>0.61899999999999999</c:v>
                </c:pt>
                <c:pt idx="9">
                  <c:v>0.61899999999999999</c:v>
                </c:pt>
                <c:pt idx="10">
                  <c:v>0.61899999999999999</c:v>
                </c:pt>
                <c:pt idx="11">
                  <c:v>0.61899999999999999</c:v>
                </c:pt>
                <c:pt idx="12">
                  <c:v>0.61899999999999999</c:v>
                </c:pt>
                <c:pt idx="13">
                  <c:v>0.61899999999999999</c:v>
                </c:pt>
                <c:pt idx="14">
                  <c:v>0.61899999999999999</c:v>
                </c:pt>
                <c:pt idx="15">
                  <c:v>0.61899999999999999</c:v>
                </c:pt>
                <c:pt idx="16">
                  <c:v>0.61899999999999999</c:v>
                </c:pt>
                <c:pt idx="17">
                  <c:v>0.61899999999999999</c:v>
                </c:pt>
                <c:pt idx="18">
                  <c:v>0.61899999999999999</c:v>
                </c:pt>
                <c:pt idx="19">
                  <c:v>0.61899999999999999</c:v>
                </c:pt>
                <c:pt idx="20">
                  <c:v>0.61899999999999999</c:v>
                </c:pt>
                <c:pt idx="21">
                  <c:v>0.61899999999999999</c:v>
                </c:pt>
                <c:pt idx="22">
                  <c:v>0.61899999999999999</c:v>
                </c:pt>
                <c:pt idx="23">
                  <c:v>0.61899999999999999</c:v>
                </c:pt>
                <c:pt idx="24">
                  <c:v>0.61899999999999999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392-2E47-A99D-7535B31DB5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7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B6B87"/>
                    </a:solidFill>
                    <a:latin typeface="Arial"/>
                  </a:rPr>
                  <a:t>árboles que votan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4"/>
        <c:noMultiLvlLbl val="1"/>
      </c:catAx>
      <c:valAx>
        <c:axId val="2094734552"/>
        <c:scaling>
          <c:orientation val="minMax"/>
          <c:max val="0.64"/>
          <c:min val="0.5"/>
        </c:scaling>
        <c:delete val="0"/>
        <c:axPos val="l"/>
        <c:majorGridlines>
          <c:spPr>
            <a:ln w="9525" cap="flat">
              <a:solidFill>
                <a:srgbClr val="E3E8F2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C3A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559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0A2559"/>
                </a:solidFill>
                <a:latin typeface="Calibri"/>
              </a:rPr>
              <a:t>AUC según el tamaño mínimo de hoja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entrenamiento</c:v>
                </c:pt>
              </c:strCache>
            </c:strRef>
          </c:tx>
          <c:spPr>
            <a:ln w="28575" cap="flat">
              <a:solidFill>
                <a:srgbClr val="0A2559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A2559"/>
              </a:solidFill>
              <a:ln w="9525" cap="flat">
                <a:solidFill>
                  <a:srgbClr val="0A2559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  <c:pt idx="6">
                  <c:v>400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0.98899999999999999</c:v>
                </c:pt>
                <c:pt idx="1">
                  <c:v>0.83099999999999996</c:v>
                </c:pt>
                <c:pt idx="2">
                  <c:v>0.752</c:v>
                </c:pt>
                <c:pt idx="3">
                  <c:v>0.71199999999999997</c:v>
                </c:pt>
                <c:pt idx="4">
                  <c:v>0.68799999999999994</c:v>
                </c:pt>
                <c:pt idx="5">
                  <c:v>0.67</c:v>
                </c:pt>
                <c:pt idx="6">
                  <c:v>0.65200000000000002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95C-744A-9703-E0C5F12CCF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OOB (dentro de 2008–2009)</c:v>
                </c:pt>
              </c:strCache>
            </c:strRef>
          </c:tx>
          <c:spPr>
            <a:ln w="28575" cap="flat">
              <a:solidFill>
                <a:srgbClr val="12B886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12B886"/>
              </a:solidFill>
              <a:ln w="9525" cap="flat">
                <a:solidFill>
                  <a:srgbClr val="12B886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  <c:pt idx="6">
                  <c:v>400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0.56899999999999995</c:v>
                </c:pt>
                <c:pt idx="1">
                  <c:v>0.63100000000000001</c:v>
                </c:pt>
                <c:pt idx="2">
                  <c:v>0.63700000000000001</c:v>
                </c:pt>
                <c:pt idx="3">
                  <c:v>0.63900000000000001</c:v>
                </c:pt>
                <c:pt idx="4">
                  <c:v>0.64200000000000002</c:v>
                </c:pt>
                <c:pt idx="5">
                  <c:v>0.64400000000000002</c:v>
                </c:pt>
                <c:pt idx="6">
                  <c:v>0.63500000000000001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95C-744A-9703-E0C5F12CCFE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validación 2009-S2</c:v>
                </c:pt>
              </c:strCache>
            </c:strRef>
          </c:tx>
          <c:spPr>
            <a:ln w="28575" cap="flat">
              <a:solidFill>
                <a:srgbClr val="1A56E8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1A56E8"/>
              </a:solidFill>
              <a:ln w="9525" cap="flat">
                <a:solidFill>
                  <a:srgbClr val="1A56E8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  <c:pt idx="6">
                  <c:v>400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0.57199999999999995</c:v>
                </c:pt>
                <c:pt idx="1">
                  <c:v>0.60699999999999998</c:v>
                </c:pt>
                <c:pt idx="2">
                  <c:v>0.61299999999999999</c:v>
                </c:pt>
                <c:pt idx="3">
                  <c:v>0.61299999999999999</c:v>
                </c:pt>
                <c:pt idx="4">
                  <c:v>0.61799999999999999</c:v>
                </c:pt>
                <c:pt idx="5">
                  <c:v>0.621</c:v>
                </c:pt>
                <c:pt idx="6">
                  <c:v>0.55300000000000005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95C-744A-9703-E0C5F12CCF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7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B6B87"/>
                    </a:solidFill>
                    <a:latin typeface="Arial"/>
                  </a:rPr>
                  <a:t>min_samples_leaf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9525" cap="flat">
              <a:solidFill>
                <a:srgbClr val="E3E8F2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C3A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559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0A2559"/>
                </a:solidFill>
                <a:latin typeface="Calibri"/>
              </a:rPr>
              <a:t>Por impureza · entrenamiento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impureza</c:v>
                </c:pt>
              </c:strCache>
            </c:strRef>
          </c:tx>
          <c:spPr>
            <a:solidFill>
              <a:srgbClr val="5B6B87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C3A55"/>
                    </a:solidFill>
                    <a:latin typeface="Calibri"/>
                  </a:defRPr>
                </a:pPr>
                <a:endParaRPr lang="en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contactado_antes</c:v>
                </c:pt>
                <c:pt idx="1">
                  <c:v>resultado_previo</c:v>
                </c:pt>
                <c:pt idx="2">
                  <c:v>canal</c:v>
                </c:pt>
                <c:pt idx="3">
                  <c:v>edad</c:v>
                </c:pt>
                <c:pt idx="4">
                  <c:v>estado_civil</c:v>
                </c:pt>
                <c:pt idx="5">
                  <c:v>contactos_previos</c:v>
                </c:pt>
                <c:pt idx="6">
                  <c:v>ocupacion</c:v>
                </c:pt>
                <c:pt idx="7">
                  <c:v>mora_previa</c:v>
                </c:pt>
                <c:pt idx="8">
                  <c:v>prestamo_consumo</c:v>
                </c:pt>
                <c:pt idx="9">
                  <c:v>hipoteca</c:v>
                </c:pt>
                <c:pt idx="10">
                  <c:v>educacion</c:v>
                </c:pt>
                <c:pt idx="11">
                  <c:v>dia_semana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0.107</c:v>
                </c:pt>
                <c:pt idx="1">
                  <c:v>0.09</c:v>
                </c:pt>
                <c:pt idx="2">
                  <c:v>0.30099999999999999</c:v>
                </c:pt>
                <c:pt idx="3">
                  <c:v>0.189</c:v>
                </c:pt>
                <c:pt idx="4">
                  <c:v>5.5E-2</c:v>
                </c:pt>
                <c:pt idx="5">
                  <c:v>1.2999999999999999E-2</c:v>
                </c:pt>
                <c:pt idx="6">
                  <c:v>7.8E-2</c:v>
                </c:pt>
                <c:pt idx="7">
                  <c:v>7.4999999999999997E-2</c:v>
                </c:pt>
                <c:pt idx="8">
                  <c:v>6.0000000000000001E-3</c:v>
                </c:pt>
                <c:pt idx="9">
                  <c:v>1.4999999999999999E-2</c:v>
                </c:pt>
                <c:pt idx="10">
                  <c:v>4.1000000000000002E-2</c:v>
                </c:pt>
                <c:pt idx="11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17-414C-A90A-896B60BEB3C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35"/>
          <c:min val="0"/>
        </c:scaling>
        <c:delete val="0"/>
        <c:axPos val="t"/>
        <c:majorGridlines>
          <c:spPr>
            <a:ln w="9525" cap="flat">
              <a:solidFill>
                <a:srgbClr val="E3E8F2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559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0A2559"/>
                </a:solidFill>
                <a:latin typeface="Calibri"/>
              </a:rPr>
              <a:t>Por permutación · caída del AUC en validación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permutación</c:v>
                </c:pt>
              </c:strCache>
            </c:strRef>
          </c:tx>
          <c:spPr>
            <a:solidFill>
              <a:srgbClr val="1A56E8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C3A55"/>
                    </a:solidFill>
                    <a:latin typeface="Calibri"/>
                  </a:defRPr>
                </a:pPr>
                <a:endParaRPr lang="en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contactado_antes</c:v>
                </c:pt>
                <c:pt idx="1">
                  <c:v>resultado_previo</c:v>
                </c:pt>
                <c:pt idx="2">
                  <c:v>canal</c:v>
                </c:pt>
                <c:pt idx="3">
                  <c:v>edad</c:v>
                </c:pt>
                <c:pt idx="4">
                  <c:v>estado_civil</c:v>
                </c:pt>
                <c:pt idx="5">
                  <c:v>contactos_previos</c:v>
                </c:pt>
                <c:pt idx="6">
                  <c:v>ocupacion</c:v>
                </c:pt>
                <c:pt idx="7">
                  <c:v>mora_previa</c:v>
                </c:pt>
                <c:pt idx="8">
                  <c:v>prestamo_consumo</c:v>
                </c:pt>
                <c:pt idx="9">
                  <c:v>hipoteca</c:v>
                </c:pt>
                <c:pt idx="10">
                  <c:v>educacion</c:v>
                </c:pt>
                <c:pt idx="11">
                  <c:v>dia_semana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4.0899999999999999E-2</c:v>
                </c:pt>
                <c:pt idx="1">
                  <c:v>1.46E-2</c:v>
                </c:pt>
                <c:pt idx="2">
                  <c:v>1.24E-2</c:v>
                </c:pt>
                <c:pt idx="3">
                  <c:v>1.11E-2</c:v>
                </c:pt>
                <c:pt idx="4">
                  <c:v>5.8999999999999999E-3</c:v>
                </c:pt>
                <c:pt idx="5">
                  <c:v>1.6000000000000001E-3</c:v>
                </c:pt>
                <c:pt idx="6">
                  <c:v>1.4E-3</c:v>
                </c:pt>
                <c:pt idx="7">
                  <c:v>1.1000000000000001E-3</c:v>
                </c:pt>
                <c:pt idx="8">
                  <c:v>4.0000000000000002E-4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AF-8443-825D-8898789475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05"/>
          <c:min val="0"/>
        </c:scaling>
        <c:delete val="0"/>
        <c:axPos val="t"/>
        <c:majorGridlines>
          <c:spPr>
            <a:ln w="9525" cap="flat">
              <a:solidFill>
                <a:srgbClr val="E3E8F2"/>
              </a:solidFill>
              <a:prstDash val="solid"/>
              <a:round/>
            </a:ln>
          </c:spPr>
        </c:majorGridlines>
        <c:numFmt formatCode="0.00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0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559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0A2559"/>
                </a:solidFill>
                <a:latin typeface="Calibri"/>
              </a:rPr>
              <a:t>AUC árbol por árbol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entrenamiento</c:v>
                </c:pt>
              </c:strCache>
            </c:strRef>
          </c:tx>
          <c:spPr>
            <a:ln w="28575" cap="flat">
              <a:solidFill>
                <a:srgbClr val="0A2559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Sheet1!$A$2:$A$18</c:f>
              <c:strCache>
                <c:ptCount val="1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7</c:v>
                </c:pt>
                <c:pt idx="5">
                  <c:v>10</c:v>
                </c:pt>
                <c:pt idx="6">
                  <c:v>15</c:v>
                </c:pt>
                <c:pt idx="7">
                  <c:v>20</c:v>
                </c:pt>
                <c:pt idx="8">
                  <c:v>30</c:v>
                </c:pt>
                <c:pt idx="9">
                  <c:v>50</c:v>
                </c:pt>
                <c:pt idx="10">
                  <c:v>75</c:v>
                </c:pt>
                <c:pt idx="11">
                  <c:v>100</c:v>
                </c:pt>
                <c:pt idx="12">
                  <c:v>150</c:v>
                </c:pt>
                <c:pt idx="13">
                  <c:v>200</c:v>
                </c:pt>
                <c:pt idx="14">
                  <c:v>300</c:v>
                </c:pt>
                <c:pt idx="15">
                  <c:v>400</c:v>
                </c:pt>
                <c:pt idx="16">
                  <c:v>500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0.61099999999999999</c:v>
                </c:pt>
                <c:pt idx="1">
                  <c:v>0.61199999999999999</c:v>
                </c:pt>
                <c:pt idx="2">
                  <c:v>0.61399999999999999</c:v>
                </c:pt>
                <c:pt idx="3">
                  <c:v>0.63</c:v>
                </c:pt>
                <c:pt idx="4">
                  <c:v>0.64</c:v>
                </c:pt>
                <c:pt idx="5">
                  <c:v>0.64300000000000002</c:v>
                </c:pt>
                <c:pt idx="6">
                  <c:v>0.64500000000000002</c:v>
                </c:pt>
                <c:pt idx="7">
                  <c:v>0.64600000000000002</c:v>
                </c:pt>
                <c:pt idx="8">
                  <c:v>0.65200000000000002</c:v>
                </c:pt>
                <c:pt idx="9">
                  <c:v>0.65600000000000003</c:v>
                </c:pt>
                <c:pt idx="10">
                  <c:v>0.66</c:v>
                </c:pt>
                <c:pt idx="11">
                  <c:v>0.66300000000000003</c:v>
                </c:pt>
                <c:pt idx="12">
                  <c:v>0.66900000000000004</c:v>
                </c:pt>
                <c:pt idx="13">
                  <c:v>0.67400000000000004</c:v>
                </c:pt>
                <c:pt idx="14">
                  <c:v>0.68300000000000005</c:v>
                </c:pt>
                <c:pt idx="15">
                  <c:v>0.68899999999999995</c:v>
                </c:pt>
                <c:pt idx="16">
                  <c:v>0.69499999999999995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D27-0848-8C86-71D3E3433A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validación 2009-S2</c:v>
                </c:pt>
              </c:strCache>
            </c:strRef>
          </c:tx>
          <c:spPr>
            <a:ln w="28575" cap="flat">
              <a:solidFill>
                <a:srgbClr val="1A56E8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Sheet1!$A$2:$A$18</c:f>
              <c:strCache>
                <c:ptCount val="1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7</c:v>
                </c:pt>
                <c:pt idx="5">
                  <c:v>10</c:v>
                </c:pt>
                <c:pt idx="6">
                  <c:v>15</c:v>
                </c:pt>
                <c:pt idx="7">
                  <c:v>20</c:v>
                </c:pt>
                <c:pt idx="8">
                  <c:v>30</c:v>
                </c:pt>
                <c:pt idx="9">
                  <c:v>50</c:v>
                </c:pt>
                <c:pt idx="10">
                  <c:v>75</c:v>
                </c:pt>
                <c:pt idx="11">
                  <c:v>100</c:v>
                </c:pt>
                <c:pt idx="12">
                  <c:v>150</c:v>
                </c:pt>
                <c:pt idx="13">
                  <c:v>200</c:v>
                </c:pt>
                <c:pt idx="14">
                  <c:v>300</c:v>
                </c:pt>
                <c:pt idx="15">
                  <c:v>400</c:v>
                </c:pt>
                <c:pt idx="16">
                  <c:v>500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0.61099999999999999</c:v>
                </c:pt>
                <c:pt idx="1">
                  <c:v>0.60499999999999998</c:v>
                </c:pt>
                <c:pt idx="2">
                  <c:v>0.60199999999999998</c:v>
                </c:pt>
                <c:pt idx="3">
                  <c:v>0.61399999999999999</c:v>
                </c:pt>
                <c:pt idx="4">
                  <c:v>0.61799999999999999</c:v>
                </c:pt>
                <c:pt idx="5">
                  <c:v>0.62</c:v>
                </c:pt>
                <c:pt idx="6">
                  <c:v>0.621</c:v>
                </c:pt>
                <c:pt idx="7">
                  <c:v>0.61799999999999999</c:v>
                </c:pt>
                <c:pt idx="8">
                  <c:v>0.61599999999999999</c:v>
                </c:pt>
                <c:pt idx="9">
                  <c:v>0.61099999999999999</c:v>
                </c:pt>
                <c:pt idx="10">
                  <c:v>0.60899999999999999</c:v>
                </c:pt>
                <c:pt idx="11">
                  <c:v>0.61</c:v>
                </c:pt>
                <c:pt idx="12">
                  <c:v>0.60599999999999998</c:v>
                </c:pt>
                <c:pt idx="13">
                  <c:v>0.60499999999999998</c:v>
                </c:pt>
                <c:pt idx="14">
                  <c:v>0.60299999999999998</c:v>
                </c:pt>
                <c:pt idx="15">
                  <c:v>0.60099999999999998</c:v>
                </c:pt>
                <c:pt idx="16">
                  <c:v>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D27-0848-8C86-71D3E3433A6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OOT 2010</c:v>
                </c:pt>
              </c:strCache>
            </c:strRef>
          </c:tx>
          <c:spPr>
            <a:ln w="28575" cap="flat">
              <a:solidFill>
                <a:srgbClr val="E6115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Sheet1!$A$2:$A$18</c:f>
              <c:strCache>
                <c:ptCount val="1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7</c:v>
                </c:pt>
                <c:pt idx="5">
                  <c:v>10</c:v>
                </c:pt>
                <c:pt idx="6">
                  <c:v>15</c:v>
                </c:pt>
                <c:pt idx="7">
                  <c:v>20</c:v>
                </c:pt>
                <c:pt idx="8">
                  <c:v>30</c:v>
                </c:pt>
                <c:pt idx="9">
                  <c:v>50</c:v>
                </c:pt>
                <c:pt idx="10">
                  <c:v>75</c:v>
                </c:pt>
                <c:pt idx="11">
                  <c:v>100</c:v>
                </c:pt>
                <c:pt idx="12">
                  <c:v>150</c:v>
                </c:pt>
                <c:pt idx="13">
                  <c:v>200</c:v>
                </c:pt>
                <c:pt idx="14">
                  <c:v>300</c:v>
                </c:pt>
                <c:pt idx="15">
                  <c:v>400</c:v>
                </c:pt>
                <c:pt idx="16">
                  <c:v>500</c:v>
                </c:pt>
              </c:strCache>
            </c:strRef>
          </c:cat>
          <c:val>
            <c:numRef>
              <c:f>Sheet1!$D$2:$D$18</c:f>
              <c:numCache>
                <c:formatCode>General</c:formatCode>
                <c:ptCount val="17"/>
                <c:pt idx="0">
                  <c:v>0.68600000000000005</c:v>
                </c:pt>
                <c:pt idx="1">
                  <c:v>0.67900000000000005</c:v>
                </c:pt>
                <c:pt idx="2">
                  <c:v>0.67400000000000004</c:v>
                </c:pt>
                <c:pt idx="3">
                  <c:v>0.69</c:v>
                </c:pt>
                <c:pt idx="4">
                  <c:v>0.69699999999999995</c:v>
                </c:pt>
                <c:pt idx="5">
                  <c:v>0.69699999999999995</c:v>
                </c:pt>
                <c:pt idx="6">
                  <c:v>0.7</c:v>
                </c:pt>
                <c:pt idx="7">
                  <c:v>0.69699999999999995</c:v>
                </c:pt>
                <c:pt idx="8">
                  <c:v>0.69399999999999995</c:v>
                </c:pt>
                <c:pt idx="9">
                  <c:v>0.69499999999999995</c:v>
                </c:pt>
                <c:pt idx="10">
                  <c:v>0.69099999999999995</c:v>
                </c:pt>
                <c:pt idx="11">
                  <c:v>0.69399999999999995</c:v>
                </c:pt>
                <c:pt idx="12">
                  <c:v>0.69199999999999995</c:v>
                </c:pt>
                <c:pt idx="13">
                  <c:v>0.69199999999999995</c:v>
                </c:pt>
                <c:pt idx="14">
                  <c:v>0.69</c:v>
                </c:pt>
                <c:pt idx="15">
                  <c:v>0.69</c:v>
                </c:pt>
                <c:pt idx="16">
                  <c:v>0.69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D27-0848-8C86-71D3E3433A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7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B6B87"/>
                    </a:solidFill>
                    <a:latin typeface="Arial"/>
                  </a:rPr>
                  <a:t>número de árboles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2"/>
          <c:min val="0.57999999999999996"/>
        </c:scaling>
        <c:delete val="0"/>
        <c:axPos val="l"/>
        <c:majorGridlines>
          <c:spPr>
            <a:ln w="9525" cap="flat">
              <a:solidFill>
                <a:srgbClr val="E3E8F2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C3A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559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0A2559"/>
                </a:solidFill>
                <a:latin typeface="Calibri"/>
              </a:rPr>
              <a:t>Segundos para 300 árboles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segundos</c:v>
                </c:pt>
              </c:strCache>
            </c:strRef>
          </c:tx>
          <c:spPr>
            <a:solidFill>
              <a:srgbClr val="1A56E8"/>
            </a:solidFill>
            <a:effectLst/>
          </c:spPr>
          <c:invertIfNegative val="0"/>
          <c:dLbls>
            <c:numFmt formatCode="0.0&quot; s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C3A55"/>
                    </a:solidFill>
                    <a:latin typeface="Calibri"/>
                  </a:defRPr>
                </a:pPr>
                <a:endParaRPr lang="en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XGBoost</c:v>
                </c:pt>
                <c:pt idx="1">
                  <c:v>LightGBM</c:v>
                </c:pt>
                <c:pt idx="2">
                  <c:v>CatBoost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</c:v>
                </c:pt>
                <c:pt idx="1">
                  <c:v>0.6</c:v>
                </c:pt>
                <c:pt idx="2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24-B043-B1C4-12249971285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t"/>
        <c:majorGridlines>
          <c:spPr>
            <a:ln w="9525" cap="flat">
              <a:solidFill>
                <a:srgbClr val="E3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2:15:39.237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3121 8482 24575,'15'-2'0,"5"-5"0,0-3 0,-6 2 0,15-10 0,4-3-1639,-14 7 1,0 0 545,2-1 1,3-2 0,2-1 722,-3 1 1,3-1 0,1-1 0,0 0 0,-1 1 369,-1-1 0,0 2 0,-1-1 0,3-1 0,-3 1 0,3-1 0,0-1 0,0 0 0,-1 0 0,-3 3-1093,7-8 1,-4 3 0,-1 0 902,5-3 1,-4 2 189,-10 7 0,-6 4 0,-9 10 0,1-1 0</inkml:trace>
  <inkml:trace contextRef="#ctx0" brushRef="#br0" timeOffset="15485">9677 8513 24575,'5'-1'0,"10"-2"0,-5 1 0,8-3 0,-3 2 0,6-3-1639,3-2 1,0 0-1639,6 1 3200,0-2 0,6-1 1,0 0-853,-9 4 0,1 1 1,3-2 928,-2 1 0,5-2 0,1 0 0,2 0 0,-3 0 0,-4 1-1093,5-2 1,-4 1 0,3 0 1007,-2 1 1,3 1 0,-1-2 0,1 0 84,-1-3 0,0-2 0,0 0 0,-3 2-242,-1 0 0,-2 2 1,1-2-1,5 0 0,3-2 1,-2 0-1,-6 2 1,-9 3-1,0 0 0</inkml:trace>
  <inkml:trace contextRef="#ctx0" brushRef="#br0" timeOffset="16149">10955 8168 24575,'2'27'0,"3"-2"0,2 3 0,0-1 0,1 1-784,0 1 0,-1-1 784,0-8 0,0-2 0,-3-2 0,2-1 0,-4-7 127,1-1 0,-3-5 1,0-1-1</inkml:trace>
  <inkml:trace contextRef="#ctx0" brushRef="#br0" timeOffset="17025">11202 8148 24575,'7'0'0,"5"0"0,-6 0 0,20 4 0,-18-3 0,12 3 0,1 1 0,-2 0 0,6 2 0,2 1 0,0-1 0,-3 0 0,3 1 0,-1-2 0,-6-1 0,2 0-820,4 2 1,5 1 0,1 0 0,-3 0-274,-3-1 1,-2-2 0,4 2 1053,1 0 1,6 1 0,2 1-1,0-1 1,-3 0 0,-5-1-847,-1 0 1,-5-1 0,6 0 884,-1 0 0,6 1 0,5 0 0,1 1 0,1-1 0,-2 0 0,-3-1 0,-6-1 0,7 1 0,-5-1 0,4 0 0,-7-1 0,5 1 0,2 0 0,1 1 0,-2-1 0,-2 0 0,-4-2 0,3 2 0,-4-2 0,-2 0 0,9 2 0,-7-1 0,-10-1 0,-18-2 0</inkml:trace>
  <inkml:trace contextRef="#ctx0" brushRef="#br0" timeOffset="18007">11001 8143 24575,'4'20'0,"-2"-5"0,5 11 0,-5-11-3277,4 16 0,-4-19 1894,0 8 0,0-1 1383,0-5-1237,1 5 0,0 1 1237,0-8 0,0 8 0,0 0 0,4-3 3276,-4 11-2249,1-17-1847,-4-11 1,0 1 0,0-2 0</inkml:trace>
  <inkml:trace contextRef="#ctx0" brushRef="#br0" timeOffset="19327">10974 8159 24575,'-5'0'0,"-3"3"0,-8 2 0,2 1-3277,-14 2 0,17-5 2869,-17 6 408,18-6 0,-16 4 0,7-1 0,-3-3 0,5 2-3277,-7 2 2076,16-6 4477,-12 6-2074,2-2-1202,-10 0 0,1 2-1639,5-4 1,2 0 556,6 2 911,-7-2 1,0-1 170,10 1 0,-20 1 0,22-2 0,-4 3-1152,-15-1 1152,18 0 1638,-12 1 0,-2 0-1117,2 3-521,-5 2 0,3-1 0,17-6 443,-10 4-443,12-6 3276,-10 5-655,6-3 56,0 0-2677,-6 2 0,0-1 0,-5 0 0,3 0 0,0-1 0,11-1 0,-8-1 0,6 1 0,-7 1 0,9 0 0,-11 0 0,9-1 0,-10 0 0,-6 2 0,7 1 0,-11-1 0,10-1 0,3 0 0,-3 2 0,11-2 0,-11 2 0,12-4 0,-11 5 0,4-4 0,2 3 0,-8-2 0,8-3 0,-9 5 0,6-2 0,-6 5 0,0-2 0,3 0 0,-9 1 0,19-3 0,-23 6 0,19-5 0,-17 4 0,18-4 0,-12 4 0,10-1 0,-5 0 0,2 2 0,9-7 0,-5 4 0,7-5 0,-1 1 0,4-2 0</inkml:trace>
  <inkml:trace contextRef="#ctx0" brushRef="#br0" timeOffset="20951">11170 8170 24575,'5'1'0,"19"11"-1639,-7-4 1,1 1-1639,12 7 1638,-11-6 1,1 0 1650,-3-2 1,0 0-13,7 4 0,1-1 0,-2-2 0,-6-3 1813,13 4-1813,-14-7 0,12 7 0,-12-7 0,10 7 0,-13-8 0,4 4 0,2 0 0,16 2 0,-17-3 0,2 0 0,5 1 0,-1-1 0,-9-2 3276,13 3-367,-23-5-1224,14 2-1685,8-1 0,-4 0 0,0-1 0,10-1 61,-11 0 1,-1 0-62,0 0 0,3 0 0,8 0 0,-18 0 0,23 3 0,-25-1 0,7 1 0,0 0 0,-4-1 0,9 0 0,-10 0 0,-5-1 0,7 4 0,0-3 0,11 6 0,-8-5 0,3 6 0,-10-5 0,4 4 0,-2-4 0,2 3 0,-8-5 0,1 2 0,-1-2 0,1 1 0,0 0 0,6 0 0,-4 2 0,7-2 0,-4 1 0,0-2 0,-5 3 0,2-5 0,-5 1 0,9-1 0,-9 0 0,-1 0 0</inkml:trace>
  <inkml:trace contextRef="#ctx0" brushRef="#br0" timeOffset="23427">11444 8236 24575,'-1'5'0,"2"-2"0,1-2 0,3 1 0,2-1 0,-3 4 0,6 0 0,-4 5 0,0-4 0,-1 5 0,0-7 0,-2 2 0,5-3 0,-2 0 0,-1 0 0,4 0 0,-1 2 0,4-2 0,2 2 0,-4-4 0,-3 2 0,0-1 0,10 1 0,13 0 0,-2-1 0,9-1 0,-23 0 0,8 3 0,-17-2 0,7 2 0,-6-4 0,11 2 0,6-2 0,-6 0 0,12 1 0,-23-1 0,11 2 0,-14-2 0,13 0 0,11 1 0,-3-1 0,-4 1 0,-1 0-3277,-4-1 2665,1 0 612,-9 0 0,6 4 0,-3-2 0,16 3 0,-2-3 0,-2-1 0,4 2 0,-15-2 3276,0 2-2663,-1 1-613,0 1 0,4 1 0,7 1 0,7 1 0,2-3 0,-7-1 0,-2-2 0,-9-1 0,-1-1 0,6 5 0,2-3 0,11 2 0,-11-2 0,8-1 0,-18 3 0,8-1 0,-5 1 0,-4-1 0,0-3 0,-4 3 0,4 0 0,-3-1 0,6 2 0,-5-3 0,10 0 0,-7 1 0,3-2 0,-6 1 0,-1-1 0,-1 0 0,1 0 0,2 2 0,1-1 0,5 2 0,-5-1 0,4 0 0,-9-2 0,10 0 0,-7 0 0,9 1 0,-8-1 0,0 2 0,-4-2 0,-1 0 0</inkml:trace>
  <inkml:trace contextRef="#ctx0" brushRef="#br0" timeOffset="27081">9150 8597 24575,'0'0'0</inkml:trace>
  <inkml:trace contextRef="#ctx0" brushRef="#br0" timeOffset="27519">10490 8591 24575,'0'0'0</inkml:trace>
  <inkml:trace contextRef="#ctx0" brushRef="#br0" timeOffset="28066">13308 8578 24575,'0'0'0</inkml:trace>
  <inkml:trace contextRef="#ctx0" brushRef="#br0" timeOffset="32935">13902 6402 24575,'-8'1'0,"-10"5"0,9-3 0,-8 2 0,5-1 0,4-1 0,-15 5 0,8-3 0,-2 3 0,-4 1 0,12-4-3277,-16 10 0,16-11 3047,-7 8 230,2-2 0,-5 11-638,3-7 638,1 9 0,6 6 0,4 5 0,-4 2 0,8-17 0,2 0 0,4 0 0,-2 8 0,6-4 0,3 2 0,-1-7 3276,6 3-83,-4-10-3193,8 3 0,-1-5 0,14 5 0,0-6 0,-2 0 0,0-7 0,-18-4 953,1-2-953,-6 0 0,-5 1 0,0-7 0,-4 0 0,0-1 0,-2 3 0,-6-4 0,3 11 0,-10-15 0,1 8 0,-1 2 0,-9-6 0,13 12 0,-8-3 0,-1 1 0,7 3 0,-21-2 0,22 2 0,5 0 0,1 0 0</inkml:trace>
  <inkml:trace contextRef="#ctx0" brushRef="#br0" timeOffset="33283">14005 6712 24575,'7'14'0,"-1"6"0,-5-8 0,1 5 0,-2-11 0,0 5 0,1-4 0,-1 7 0,2-4 0,-2 4 0,0-2 0,3 6 0,-3-8 0,3 3 0,-3-12 0</inkml:trace>
  <inkml:trace contextRef="#ctx0" brushRef="#br0" timeOffset="33484">13992 6687 24575,'0'0'0</inkml:trace>
  <inkml:trace contextRef="#ctx0" brushRef="#br0" timeOffset="34184">14070 6705 24575,'6'-3'0,"1"1"0,-3 1 0,3 5 0,0 2 0,5 10 0,-2 0 0,6 16 0,-10-17 0,5 13 0,-7-10 0,0-3 0,2 8 0,-2-14 0,-1 0 0,-2-5 0,-1-4 0,0-11 0,4-2 0,7-13 0,9 6 0,-5 6 0,6 1 0,-17 10 0,6 0 0,-5 9 0,1 1 0,0 5 0,3 6 0,0-1 0,-1-1 0,2-1 0,-8-10 0,7 6 0,-6-6 0,1 2-820,-2-3 1,-2-2 0,0-1 0</inkml:trace>
  <inkml:trace contextRef="#ctx0" brushRef="#br0" timeOffset="34935">13855 7176 24575,'-5'26'0,"-1"1"0,3-2-1093,-7 3 1,-5 5 0,3-8-2185,2-8 1638,-7 14 1,0 0 2966,11-21-1328,-7 14 0,11-20 0,-4 2-2818,13-40 2818,-4 21-341,2-9 1,2-7 0,-1 4 340,1 1 1638,1-5 0,0 0-1410,-3 5-228,5 4 0,-7 4 3276,4 6-785,-4 9-307,0 4-2184,7 10 887,-5-6-887,8 8 0,-2-1 0,6 7 0,-4-4 0,7 7 0,-10-15 0,6 9 0,-8-10 0,2 3 0,-9-6 0,3-1 0,-7-2 0</inkml:trace>
  <inkml:trace contextRef="#ctx0" brushRef="#br0" timeOffset="35158">13824 7361 24575,'15'6'0,"-5"-1"0,6-1 0,-3 1 0,-3-2 0,12 3 0,-11-4 0,12-2 0,1-8 0,-10 2 0,3-1 0,-16 5 0</inkml:trace>
  <inkml:trace contextRef="#ctx0" brushRef="#br0" timeOffset="35401">14038 7325 24575,'10'15'0,"1"2"0,-7-12 0,7 5 0,-6-7 0,10 0 0,6-11 0,-2 1 0,1-4 0,-7 3 0,-8 5 0,2-3 0,-6 5 0</inkml:trace>
  <inkml:trace contextRef="#ctx0" brushRef="#br0" timeOffset="35866">14354 7346 24575,'-5'15'0,"-2"20"0,2-18 0,2 3 0,1-3 0,3-11 0,6 9 0,1-11 0,4 3 0,9-9 0,-11 2 0,12-8 0,-9 0 0,-4 0 0,1 1 0,-9 6 0</inkml:trace>
  <inkml:trace contextRef="#ctx0" brushRef="#br0" timeOffset="36560">13843 7804 24575,'-8'26'0,"2"-8"0,0 0 0,-2 7-3277,-3 9 2480,0-11 797,3-4 0,0-1 0,-1 1 1081,-7 14-1081,10-18 704,-2 1-704,1-3 0,3-4 0,6-16 0,-1 5 0,4-9 0,-4 9 0</inkml:trace>
  <inkml:trace contextRef="#ctx0" brushRef="#br0" timeOffset="36839">13826 7854 24575,'12'22'0,"0"0"0,4 7 0,-5-11 0,0-3 0,-1 0 0,6 4 0,-7-8-3277,9 10 0,-11-14 3047,8 10 230,-12-13 0,1 2 0,-4-5 0,-1-1 0</inkml:trace>
  <inkml:trace contextRef="#ctx0" brushRef="#br0" timeOffset="37055">13758 8074 24575,'37'5'0,"0"-1"0,-10-4 0,-8 0 0,0 0 0,5 0 0,-1-2 0,-1 0 0,-9 1 0,13-4 0,-24 5 0,0 0 0</inkml:trace>
  <inkml:trace contextRef="#ctx0" brushRef="#br0" timeOffset="37451">14233 7919 24575,'-16'12'0,"3"1"0,-5 5 0,9-5 0,-3 3 0,3 1 0,5-10 0,-2 10 0,4-13 0,22 11 0,-14-11 0,15 6 0,-4-10 0,-8 0 0,22-2 0,-14-1 0,11-2 0,-17 1 0,0 1 0</inkml:trace>
  <inkml:trace contextRef="#ctx0" brushRef="#br0" timeOffset="37756">14405 7966 24575,'-7'6'0,"1"5"0,3-1 0,0 5 0,6 1 0,0-3 0,3 3 0,-1-10 0,5 4 0,-4-7 0,17 3 0,-9-8 0,11-1 0,-9-5 0,-7 4 0,-2-1 0</inkml:trace>
  <inkml:trace contextRef="#ctx0" brushRef="#br0" timeOffset="38025">14556 7964 24575,'11'7'0,"-4"-3"0,11 11 0,-9-9 0,10 3 0,-12-6 0,4-2 0,-7-1 0,5 2 0,-7-2 0,1 0 0</inkml:trace>
  <inkml:trace contextRef="#ctx0" brushRef="#br0" timeOffset="38525">14783 7954 24575,'7'12'0,"-2"-5"0,4 6 0,-5-6 0,0 1 0,-1-1 0,0-1 0,-1-1 0,1-2 0,-2-7 0,4-5 0,4-6 0,0 3 0,15-10 0,-12 12 0,12-5 0,-16 10 0,2 4 0,-6-1 0,3 2 0,1 6 0,5 1 0,-2 0 0,-1-2 0,-7-5 0</inkml:trace>
  <inkml:trace contextRef="#ctx0" brushRef="#br0" timeOffset="38860">15093 7902 24575,'4'9'0,"1"0"0,-1-1 0,3 4 0,-2-3 0,1 7 0,-5-6 0,1-1 0,-2-3 0,0-4 0</inkml:trace>
  <inkml:trace contextRef="#ctx0" brushRef="#br0" timeOffset="42684">8635 9111 24575,'-12'25'0,"-1"1"0,0-1 0,-1 0 0,5-7 0,1-1-849,-8 13 849,4-3 0,0 2-1562,3-5 1,-1 1 1561,-1 7 0,-1 5 0,1-4 0,0-2 0,2 0 0,1-1 0,0 1 0,1-3 0,1-9 0,1-1 0,0 6 0,0 2 0,2-2-98,-3 12 98,4-7 0,0-1 0,2-1 0,6 10 0,0-18 0,2 0 0,5 5 0,1 0 0,-3-8 0,1-1 0,8 2 0,0-3 0,-1-3 0,10 4 351,-17-8-351,6-2 0,-14-3 0,6-1 0</inkml:trace>
  <inkml:trace contextRef="#ctx0" brushRef="#br0" timeOffset="43617">8616 10007 24575,'-21'31'0,"6"-11"0,-3 6 0,9-12 0,-2 8 0,5-12 0,-1 6 0,6-8 0,0-2 0,3-5 0,6-12 0,-3 2 0,2-4 0,-5 2 0,-1 5 0,-1-7 0,0 9 0,0-5 0,0 4 0,11 7 0,9 7 0,3 3 0,-6-2 0,1-1 0,15 9 0,-2-1 0,-7-3 0,-7 4 0,-20-6 0,-27 7 0,8-7 0,5-4 0,-1-1 0,-6 2 0,9-4 0,1 1 0,12-5 0,-1 0 0,2-3 0,-1 1 0,0-2 0,4-2 0,-2 1 0,1 1 0</inkml:trace>
  <inkml:trace contextRef="#ctx0" brushRef="#br0" timeOffset="44721">11116 9190 24575,'18'33'0,"-4"-12"0,2 2 0,1 2 0,2 3 0,-2-2-563,0-4 0,-1 1 563,1 0 0,2 3 0,-4-6 369,-4-4-369,7 11 0,0 1 186,-7-12-186,1 4 0,-2-1 0,-5-14 0,3 12 0,-1-5 0,-2-1 571,0 1-571,-2-3 0,-1-5 0,0 0 0,-1-3 0</inkml:trace>
  <inkml:trace contextRef="#ctx0" brushRef="#br0" timeOffset="45904">11403 9702 24575,'-1'6'0,"1"-1"0,5-5 0,1-3 0,1 0 0,2 1 0,16 0 0,-13 2 0,15 1 0,-15 8 0,-6-3 0,7 6 0,-11-9 0,2 2 0,-3-4 0,-23-15-2349,14 8 2349,-20-13 0,25 15 0,-3 2 0</inkml:trace>
  <inkml:trace contextRef="#ctx0" brushRef="#br0" timeOffset="51876">13452 9071 24575,'0'12'0,"-1"16"0,0 1-3277,1-11 2935,-1 11 0,1 2 342,0-8-184,1 0 0,0 5 1,1 1 183,0-1 0,0 0 0,1 0 0,-1-2 0,0 0 0,1 1 0,1 6 0,0 1 0,0-9 1025,1-10-1025,0 15 0,3 9 0,-2-8 0,0-11 0,1 5 0,1 6 0,-1-8 1928,-3-13-1928,6 14 0,0 2 0,-1-12 779,3 13 1,1-1-780,-1-7 0,2 10 0,-9-20 0,-4-6 0,0 0 0</inkml:trace>
  <inkml:trace contextRef="#ctx0" brushRef="#br0" timeOffset="52929">13718 9989 24575,'-32'15'0,"13"-7"-1639,-1 4 1,2-1-1639,7-6 1328,-7 9 1949,10-9 1719,5-1-1719,8-6 0,1-1 0,5-5 3276,-7 5 0,0-2-3044,0 3-232,3-3 0,-3 5 0,-1 0 0,1 2 0,-1-1 0,6 1 0,-3-2 0,1 3 0,-4-2 0,2 8 0,-3-3 0,5 6 0,-4-4 0,5-3 0,-6-1 0,0-4 0,-3 0 0</inkml:trace>
  <inkml:trace contextRef="#ctx0" brushRef="#br0" timeOffset="56200">15186 8321 24575,'-16'3'0,"-3"-1"0,0 4 0,-3-2 0,-1 1-989,5-1 989,-9 3 0,0 0 0,3 0 0,-6 5 0,-2 0 0,14-5 0,-1 0 0,-8 4 0,-3 2 0,4-3-1467,-2-2 1467,-6 7 0,-1 0-2172,0-5 2172,11 1 0,-2 1 0,-8 1 0,2-2 0,-1 3 0,-1-1 0,5-3 600,18-6-600,-10 3 0,0 1 390,11-7 0,-8 6 0,14-7 0</inkml:trace>
  <inkml:trace contextRef="#ctx0" brushRef="#br0" timeOffset="57041">14396 8588 24575,'0'6'0,"1"6"0,-1 4 0,2-4 0,-2 5 0,0-13 0,-2 2 0,2-6 0,-3-3 0,3-2 0,-2-7 0,2 4 0,-1-5 0,-2 9 0,-8 1 0,2 6 0,-7 1 0,7 0 0,-2 1 0,12-3 0,-4 1 0,5-3 0,-5 0 0,-6 5 0,5-4 0,-6 6 0,3-5 0,1 1 0,-5 0 0,7 0 0,-3 0 0,4-1 0,1 1 0,-1-3 0,3 2 0</inkml:trace>
  <inkml:trace contextRef="#ctx0" brushRef="#br0" timeOffset="79561">32425 4509 24575,'4'-5'0,"-1"3"0,-3-1 0</inkml:trace>
  <inkml:trace contextRef="#ctx0" brushRef="#br0" timeOffset="80860">32532 5706 24575,'0'0'0</inkml:trace>
  <inkml:trace contextRef="#ctx0" brushRef="#br0" timeOffset="82499">32274 9231 24575,'-3'-2'0,"0"1"0</inkml:trace>
  <inkml:trace contextRef="#ctx0" brushRef="#br0" timeOffset="83591">18688 9227 24575,'25'0'0,"-4"0"0,0 0 0,7 0 0,0 0 0,-1 0 0,-12 0 0,10 0 0,0 0 0,-14 0 0,19 1 0,0 0 0,-18 1 0,10 0 0,-1 0 0,-17 0 0,10 0 0,-14 0 0,3-1 0</inkml:trace>
  <inkml:trace contextRef="#ctx0" brushRef="#br0" timeOffset="84575">18705 10387 24575,'14'3'0,"14"0"0,4 0 0,-14-2 0,2 0-820,8 1 1,7-1 0,1 0 0,0 0 620,-5-1 0,1 0 0,-1 0 1,-1 0 198,-1 0 0,-1 0 0,0 0 0,0 0 0,2 0 0,1 0 0,-2 0 0,-6 0 0,3 0 0,1 0 0,-20 0 0,-4 0 0</inkml:trace>
  <inkml:trace contextRef="#ctx0" brushRef="#br0" timeOffset="85631">18913 11614 24575,'7'-2'0,"22"-4"0,-13 2-1639,9-1 1,-1 0-1639,-10 3 1638,23-3 1,0 0 982,-18 3 1,9-1-1,-5 1 1,-19 2 0</inkml:trace>
  <inkml:trace contextRef="#ctx0" brushRef="#br0" timeOffset="86474">32084 11456 24575,'-3'-35'0,"2"19"0,-1-10 0,0 1 0,2 16 0,-2-8 0</inkml:trace>
  <inkml:trace contextRef="#ctx0" brushRef="#br0" timeOffset="86764">31954 10473 24575,'0'0'0</inkml:trace>
  <inkml:trace contextRef="#ctx0" brushRef="#br0" timeOffset="87141">32184 11364 24575,'-4'-24'0,"2"4"0</inkml:trace>
  <inkml:trace contextRef="#ctx0" brushRef="#br0" timeOffset="96041">19094 4503 24575,'5'-1'0,"1"-1"0,-4 2 0,1 0 0</inkml:trace>
  <inkml:trace contextRef="#ctx0" brushRef="#br0" timeOffset="97801">18857 4548 24575,'5'0'0,"10"0"0,-3 0 0,5-2 0,-6 2 0,-1-3 0,-2 1 0,1-1 0,-4 2 0,-1-1 0,2 2 0,-2 0 0,10 0 0,5-1 0,3-1 0,-1-1 0,1-1 0,8-3 0,1 0 0,-10 3 0,-14 4 0,1-2 0,-3 2 0,-4-1 0</inkml:trace>
  <inkml:trace contextRef="#ctx0" brushRef="#br0" timeOffset="112938">988 12446 24575,'8'26'0,"-2"1"0,0 5 0,-2-11 0,-2 0-2077,0 6 2077,1 1 0,0 1 0,-1-10 0,-1 1 0,1 14 0,0 2 0,0-11 0,0 1 0,0 2 0,1 2 0,-1-3 0,-1-5 0,1 0 0,3 11 0,2 4 0,-2-6 0,-1 5-789,3 1 0,-1 0 789,-2-4 0,2-2 848,-3-7-848,3 1 0,-3-13 0,1 10 0,-3-12 970,0 15-970,0-12 1837,1 8-1837,1-4 0,1 3 0,3 9-525,-4-13 525,3 8 0,-5-21 0,2 5 0</inkml:trace>
  <inkml:trace contextRef="#ctx0" brushRef="#br0" timeOffset="115632">871 12911 24575,'11'0'0,"1"-1"0,-5 1 0,7-6 0,-9 5 0,7-5 0,-1 0 0,7-2 0,11-7 0,-7 4 0,11-4 0,-10 7 0,-3 1 0,-1 2 0,-16 4 0,2 0 0,-4 1 0</inkml:trace>
  <inkml:trace contextRef="#ctx0" brushRef="#br0" timeOffset="125925">11209 11157 24575,'20'13'0,"0"0"0,6 3 0,4 2 0,4 2 0,-4-7 0,3 0 0,-4-1-1312,-3 0 0,0 1 1312,7-1 0,2 0 0,-8-3 835,-12-4-835,19 8 0,-26-9 432,13 7-432,-15-8 0,4 1 0,-8-3 0,1 0 0</inkml:trace>
  <inkml:trace contextRef="#ctx0" brushRef="#br0" timeOffset="126825">11761 11334 24575,'-10'12'0,"-1"1"-1639,-2 1 1,1 0-1639,1-1 1328,-12 15 1949,20-23 1719,-4 7-1719,5-12 0,12-14 0,-3-2 0,9-18 0,-11 20 0,5-13 0,-8 21 0,3-8 0,-2 12 0,-2 4 0,4 1 3276,-2 1 0,0-1-3044,-3 2-232,-22 14-3277,0 3 0,-5-1 3219,10-3 1,15-15-1,-1 1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2:18:02.459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25470 9151 24575,'32'3'0,"0"0"0,0 0 0,-4 0 0,2 0 0,-3-2 0,5-1 0,-1 0 0,-6 0-1959,7 0 1959,1 0 0,5 0 0,-8 0 631,-12 0-631,7 0 0,-3 0 0,-13 0-820,15 0 1,-20 0 0,1 0 0</inkml:trace>
  <inkml:trace contextRef="#ctx0" brushRef="#br0" timeOffset="559">27631 9238 24575,'6'0'0,"1"0"0,12-2 0,-2 0 0,18-2 0,-13 2-1639,6-1 1,0 0-1639,-6 2 2627,5 1 0,6-2 1,-4 2 903,2 0-254,-5 0 0,4 0 0,-6 0 0,-3 0 0,4 0 0</inkml:trace>
  <inkml:trace contextRef="#ctx0" brushRef="#br0" timeOffset="1084">29434 9139 24575,'16'0'0,"6"0"0,4 0 0,3 0 0,-8 0 0,1 0-1093,5 0 1,3 1 0,-4 0-547,-4 0 1,0-1 1619,3 1 1,2-1-1,-4 0 1943,5 0-1924,4 0 0,-3-1 0,-20-1 1060,17 2-1060,-21-3 0,-1 3 0,-2-2 0</inkml:trace>
  <inkml:trace contextRef="#ctx0" brushRef="#br0" timeOffset="4906">24285 10859 24575,'32'0'0,"0"0"0,-2 0 0,0 0-504,6 0 0,0 0 504,-9-1 0,0 0 0,-2 1-1639,-2 0 1,-1-1-1,1 0 1,2-1 545,0 1 1,4 0 0,-7 0 382,-2-3 131,9 2 0,7 0 1,-3 1 578,-12 0 0,0 0-754,9 0 1,5 1-1,-4 0 754,-7-1 0,0 0 0,1 0 0,3 1 0,-3 0 1087,-2-1 1,1 0-1088,9 1 0,4 0 0,-5 0 0,-11 0 0,0 0 0,8 0 0,5-1 0,0 0 0,-9 0 0,-1 0 0,6 0 0,9 0 0,-5 0 0,-14 1 0,-1 0 0,11 0 0,5 0 0,-4 0 0,-6 0 0,-1 0 0,10 0 0,3 0 0,-3 0-202,-9 1 1,-2 0 0,8-1 0,-4 0-1,-5 2 1</inkml:trace>
  <inkml:trace contextRef="#ctx0" brushRef="#br0" timeOffset="5451">28539 10792 24575,'29'1'0,"-10"0"0,8 1 0,0 1 0,-8-2 0,15 3 0,4 0 0,-19-2 0,1 0 0,9 1 0,4 0 0,-3 0 0,-6 0 0,0-1 0,9 1 0,5-1 0,-6 0 0,-12 0 0,-2 0 0,19 0 0,-2-1 0,-9 0 0,-6-1 0,-5 0 0,-6 0 0,-6 0 0,1 0 0</inkml:trace>
  <inkml:trace contextRef="#ctx0" brushRef="#br0" timeOffset="14371">29862 13787 24575,'2'11'0,"1"21"0,0-16 0,-2 11 0,0 2 0,4 1 0,-3-6 0,-1 3 0,2 1 0,1 2 0,-1-2-437,0-6 0,0 1 437,2 9 0,1 5 0,1-4 0,2-8 0,1-2 107,-4 1 1,1-1-108,4-1 0,-2-4 0,-8-10 0,12 14 0,-12-15 0,5 1 0,-6-6 0</inkml:trace>
  <inkml:trace contextRef="#ctx0" brushRef="#br0" timeOffset="15189">30036 13828 24575,'29'3'0,"0"1"0,0-1 0,0 0 0,3 1 0,-3-1 0,5 1 0,0 0 0,-5-1-1546,0-1 1,-1 0 1545,6 2 0,4 1 0,-5 0 487,-14-4 1,-1 0-488,9 2 0,-3-1 507,-5 0-507,15-2 0,-23 0 0,14 0 1609,-14 0-1609,0 0 0,-3 0 0,8 4 0,0 3 0,4-1 0,0 7 0,-10-7 0,11 14 0,-11-3 0,-1-1-794,6 5 794,-5 0 0,0 0 0,1 4 0,-3-6 0,0 0 0,4 14 0,-2 2 0,-9-19 0,1 7 0,-2-7 0,-4 1 0,-2-3 0,-2-5 0,-13 3 0,-2-6 0,-2-1 0,5 0 0,-2 1-1093,-9-2 1,-5 0 0,4 0-265,8-1 1,-1-1 1356,-5 1 0,-8-1 0,-3 1 0,1 0 0,7-1-863,-3 1 1,1 1 862,6-2 0,-5 0 0,-1 1 0,4-1 0,7 0 0,-5 0 0,-8 4 0,33-6 0,-7 3 0</inkml:trace>
  <inkml:trace contextRef="#ctx0" brushRef="#br0" timeOffset="15841">30468 14350 24575,'9'26'0,"2"-6"0,0 1 0,1 9 0,4-1 0,1-4 0,-7-14-1639,3 6 1,0 0-1639,-3-9 2923,3 7 1,2 0 353,0-4 0,3 2 0,0 0 0,-1-4 0,6 1 0,-18-8 0,-3 1 0,-16-3 3276,6 0-5,-8 1-2557,34-2-714,-17 1 0,10-2 0,-16 0-820,-11 2 1,12 0 0,-2 0 0</inkml:trace>
  <inkml:trace contextRef="#ctx0" brushRef="#br0" timeOffset="17994">17954 15590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2:18:33.672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14771 4896 24575,'21'-3'0,"0"0"0,2 0 0,-1 1 0,4-2-979,6 2 979,1-3 0,-6 3 0,-7 0 321,5-1-321,-15-1 0,3 1 0,-10 1 0</inkml:trace>
  <inkml:trace contextRef="#ctx0" brushRef="#br0" timeOffset="1513">16281 4939 24575,'5'0'0,"2"0"0,12 0 0,-1 0-1639,7 0 1,0 0-1639,-6 0 2184,5-1 1,4 1 0,-3-1-749,-1 0 1841,0 1 0,5-1 0,-4 1 0,5 0 498,0-2 1,-1 1-499,-1 0 0,-5-1 0,-1 0 0,-4 0 0,19-2 0,-4 0 0,1 0 0,-10 2 0,-2 0 3276,-7 1-2486,15-2 0,2 0-790,-9 2 0,1-1 0,5-1 0,-3 1 0,7-1 1638,-12 1 0,3 0-1376,4 0 1,-1 1-263,-1 0 0,6 1 0,-2-1 2018,-17 0-2018,24 1 0,1 0-476,-20 0 476,6 0 0,10-1 0,0 1 0,-9 0 0,-5-1 0,6 1 0,10-1 0,-1 0 0,-9 0 0,-7 1 0,11-1 0,8 0 0,-8 1 0,-11 0 0,13 0 0,-1 1 0,-12-1 0,5 0 0,-1 0-671,-7 0 671,20 0 0,-1 2 0,-3-2 0,-8 1 0,4 1 0,-4 0 0,5-2 0,-4 1 0,7 0 0,1 1 0,-6-2 0,-5 1 0,1-1-820,5 0 1,5 0 0,0 1 0,-6-1-591,-8 0 0,0 0 1410,8 0 0,5 0 0,0 0 0,-4 0-452,-4 0 0,0-1 452,6 0 0,6 0 0,1 1 0,-3-1 0,0 0 0,-2 1 0,-2-1 0,7 0 0,-2 0 0,-7 1 0,0 0 0</inkml:trace>
  <inkml:trace contextRef="#ctx0" brushRef="#br0" timeOffset="2531">21923 4618 24575,'-4'12'0,"-4"11"0,2-11 0,-2 8 0,2-9 0,-1 3 0,-1 2 0,2-6 0,15-11 0,-6 1 0,19-14 0,-15 9 0,12-9 0,-13 8 0,6-4 0,-9 6 0,3-1 0,-6 4 0</inkml:trace>
  <inkml:trace contextRef="#ctx0" brushRef="#br0" timeOffset="5115">625 7396 24575,'6'0'0,"3"0"0,11 1 0,3 1 0,11 1 0,3 0 0,-16-1 0,0 1 0,15 0 0,0 0 0,-13 2 0,-3 0 0,10 1 0,1 4 0,-14 1 0,-3-3 0,3 6 0,-3-6-3277,10 9 0,-12-11 3047,14 12 230,-12-13 0,11 9 0,-3-4-3277,12 3 2017,-18-7 1260,13 2-701,-3-3 701,-8-3 3276,12 3-2362,-12 0-914,-3-3 0,2 4 0,-4-3 0,7 3 0,-1-1 3276,7 1-287,-5-3-2989,0 0 0,-7 1 1567,7-3-1567,-11 2 0,18 1 0,-17-1 0,17 7 0,-18-9 0,22 10 0,-16-8 0,10 7 0,-14-7 0,-1 5 0,-2-5 0,0 2 0,1 2 0,-2-3 0,0 3 0,-5-4 0,-2-1 0,-1-1 0</inkml:trace>
  <inkml:trace contextRef="#ctx0" brushRef="#br0" timeOffset="5872">1797 7614 24575,'-5'33'0,"3"-9"0,-4-3 0,3-12 0,-2 7 0,3-9 0,-1 4 0,3-8 0,2-1 0,-2 1 0,4-3 0,0 1 0,2-3 0,-1-1 0,1-1 0,-3 1 0,3-5 0,-1 6 0,15-1 0,0 6 0,17 2 0,-4-2 0,-11-1 0,-2-1 0,5-1 0,5 2 0,-23-1 0,6 2 0,-10 0 0,4 1 0,-22 15 0,1-6 0,-11 11 0,8-13 0,0-2 0,-1 2 0,-11 5 0,17-11 0,1 2 0,6-6 0,3 2 0</inkml:trace>
  <inkml:trace contextRef="#ctx0" brushRef="#br0" timeOffset="8631">2267 9215 24575,'14'-1'0,"7"-3"0,-5 2 0,15-2 0,-26 4 0,10-2 0</inkml:trace>
  <inkml:trace contextRef="#ctx0" brushRef="#br0" timeOffset="13632">2508 9885 24575,'7'1'0,"8"18"0,-7-10 0,4 12 0,0 1 0,1-4 0,1 7 0,1 0 0,0-3 0,-1-3 0,1-1 0,-2-1 0,14 9 0,-7-8 0,-2-3 0,8-2 0,-16-7 0,16 1 0,-15-4 0,9 0 0,-11 0 0,11-1 0,-12-1 0,7-1 0,-10 0 0,-2 0 0</inkml:trace>
  <inkml:trace contextRef="#ctx0" brushRef="#br0" timeOffset="14219">2916 10135 24575,'2'13'0,"0"7"0,-1-13 0,-1 16 0,-1-13 0,0 7 0,0-8 0,0-4 0,0-1 0,8-19 0,7 0 0,-3-7 0,9 2 0,-13 17 0,2-4 0,-3 7 0,6 0 0,9 0 0,-4 0 0,3 0 0,-32 22 0,8-16 0,-12 12 0,-2 1 0,8-11 0,-18 13 0,20-14 0,2-2 0,13-14 0,-1 4 0,5-10 0,-9 13 0,2-2 0</inkml:trace>
  <inkml:trace contextRef="#ctx0" brushRef="#br0" timeOffset="15479">3565 9988 24575,'-4'4'0,"-5"7"0,5 0 0,-5 8 0,7-12 0,-3 23 0,9-9 0,-1 9 0,10-2 0,1-10-2543,-2-5 2543,1-2 0,3-8 0,1 1 0,4-1 0,12-14 0,-21 5 0,5-8 0,-1-2 0,-2-10 0,-4 5 0,-2 0 0,1-7 0,-10 7 0,-4 1 0,-8-3 0,-4-2-3277,-8 5 2313,15 17 841,-9 0 0,-1-1 123,7 4 0,-6 1 0,-1 1 0,3 3-3039,2 2 3039,5-3 0,10-3 0,-2-1 0</inkml:trace>
  <inkml:trace contextRef="#ctx0" brushRef="#br0" timeOffset="15831">3896 9993 24575,'-24'26'0,"12"-10"0,-8 9 0,14-11 0,-4 4 0,10-2 0,3-11 0,15 12 0,-5-10 0,4 0 0,2-1 0,17-9 0,-9 3 0,-6-7 0,-4-1 0,-10 3-820,9-18 1,-14 17 0,0-7 0</inkml:trace>
  <inkml:trace contextRef="#ctx0" brushRef="#br0" timeOffset="16199">4147 9930 24575,'7'0'0,"0"0"0,-4 0 0,13-4 0,12-3 0,-3 0 0,-4 1 0,-2 1 0,-5 2 0,14-8 0,-21 10 0,9-5 0,-12 5 0,0 0 0,-1 0 0</inkml:trace>
  <inkml:trace contextRef="#ctx0" brushRef="#br0" timeOffset="16462">4248 9911 24575,'7'10'0,"4"4"0,-6 3 0,2-4-3277,1 22 0,-6-26 1638,3 18 1,-1 0 1043,-2-10 595,1 9 0,-1 1 0,-2-9 779,0 2 1,0-1-780,0-3 0,0 8 0,0-17 0,0-3 0,0-2 0</inkml:trace>
  <inkml:trace contextRef="#ctx0" brushRef="#br0" timeOffset="24583">14608 8507 24575,'7'-3'0,"26"-7"0,-16 3 0,13-2 0,10-3 0,-7 2-3277,-7 0 2941,7 0 0,7-2 0,-12 3 0,-18 6 0,17-6 0</inkml:trace>
  <inkml:trace contextRef="#ctx0" brushRef="#br0" timeOffset="24950">15755 7935 24575,'7'-2'0,"13"-5"0,-14 4 0,12-6 0,6 1 0,1-1-1639,4 1 1,2 0-1639,4-2 2998,-3 4 1,5 0-1,-7 1 1,-4 0 0,6-1-1,-1 1 1</inkml:trace>
  <inkml:trace contextRef="#ctx0" brushRef="#br0" timeOffset="25235">16962 7869 24575,'18'-5'0,"1"0"0,4-2 0,4-3 0,3-2 0,3 0 0,-1-1 0,-2 2 0,2-2 0,1 0 0,0 0 0,1-1 0,0 1 0,-2 0-547,4-1 1,-1 1 0,0-1 0,0 1 0,-1 0 0,0-1 218,0 0 0,2-1 0,-1 0 1,-2 1-1,-4 2 0,-5 3 1,-1 1-1,-5 1 0,3-1 1</inkml:trace>
  <inkml:trace contextRef="#ctx0" brushRef="#br0" timeOffset="29266">28539 8005 24575,'10'-5'0,"22"-11"0,-7 2 0,3-2 0,6-5 0,-2 1-1639,-3 1 1,0 0 545,-6 3 1,1 0 0,-2 1-547,5-6 1,-8 4 2966,-14 10-1328,9-9 0,0 1 1719,-8 8-1719,7-9 0,0 0 0,-5 7 0,11-15 0,-16 19 0,0 0 0</inkml:trace>
  <inkml:trace contextRef="#ctx0" brushRef="#br0" timeOffset="31983">24732 6474 24575,'3'-7'0,"8"-11"0,-7 9 0,8-10 0,-7 9 0,13-14 0,-8 10 0,9-11 0,-14 19 0,5-8 0,-3 8 0,5-12 0,0 5 0,-3 2 0,-1 2 0,2-2 0,-5 6 0,9-8 0,2-1 0,-4 3 0,3-2 0,1 1 0,-4 2 0,11-9 0,-2 3 0,2-1 0,-3 3 0,-1 1 0,-3 2 0,6-3 0,2 0 0,-6 4 0,1-2 0,1 2 0,2 0 0,-3 1 0,0-1 0,7 0 0,2-3 0,-7 7 0,-9 3 0,25 0 0,-8-4-1518,2 4 0,1 1 1518,-10-1 0,0-1 0,4 3 0,2 0 0,0 0-1639,7-2 1,-1 0 387,-4 1 1,-2 1 1250,-6-1 0,-1 1 0,9 2 0,-16 0 0,9 1 0,9 1 0,-3 0 0,-7-1 0,1 1-300,8 1 1,4 1-1,-3 0 300,-4-2 0,0 0 0,9 2 0,-3 0 3276,-4-2-2248,3 2 1,-4 0-1029,-16-2 0,9 2 0,-1 1 0,-9-2-1639,7 4 1,-1 0-418,-7-3 1737,11 5 0,-1 1 319,-9-3 1377,5 2 1,1 0-1378,1 8 0,-3-4 0,0 1 0,3 4-1639,0 0 1,-2-1 647,-7-8 4267,11 10-2284,-8-6-992,-3-7 812,10 13-812,-10-11 0,2 3 0,-7-6 0,-2-1 0,-3-4 0</inkml:trace>
  <inkml:trace contextRef="#ctx0" brushRef="#br0" timeOffset="33234">26888 6180 24575,'-19'10'0,"-3"1"-3277,4 0 0,4-2 1328,-3 1 1949,7-3 1719,-1 0-1719,-8 9 0,9-9-3277,-16 12 2017,18-15 4536,-9 9-2015,14-10-1261,4-4 0,5-3 0,11-12 0,-2-1 0,0 1 0,-3-3 0,-8 12-192,4-9 192,-7 12 0,5-6 0,-6 6 0,4-2 0,-2 4 3276,0 4 0,1 0-2852,7 8-424,21 9 0,-9-5 0,3 0 0,-2-1 0,-10-6 0,9 4 0,-19-8 0,1 0 0,1 2 0,3 0 0,-5-3 0,-13-1 0,-7-3-1639,-4 1 1,1 0-1639,0 1 3047,-11 0 230,25 0 0,-9 0 0,-2 2 0,4-2 0,2 2 3276,15-2 0,5 0-3044,0 0-232,-4-2 0,-3 2 0,-2-2 0</inkml:trace>
  <inkml:trace contextRef="#ctx0" brushRef="#br0" timeOffset="35520">23855 9326 24575,'19'0'0,"5"0"0,2 0 0,6 0-1093,-6 0 1,6 0 0,-1 0-1,-3 0 1,-1 0 0,3 0 272,1 1 1,3-1 0,1 1 0,-2 0 89,0-1 1,-1 0 0,4 0 729,-5 1 0,3 0 0,2 0 0,1 0 0,-3 0 0,-3 0-354,5-1 1,-4 0 0,3 0 353,-2 1 0,3 0 0,2-1 0,-2 1 0,-3-1-559,3 0 1,-4 0-1,0 0 559,-1 0 0,-1 0 0,1 0 156,-1 0 0,1 1 0,2-1 0,-1 1-156,4 0 0,1 0 0,-1 0 0,1 0 0,0 0 0,0 1 0,0-1 0,-2 1 0,4 0 0,-1 0 0,-4 0 0,3 0 0,-8-1 0,-15 1 3145,7-1-3145,-15 0 3276,20-1-2508,-14-4 51,11 1 0,-16 0 0,0 1 0</inkml:trace>
  <inkml:trace contextRef="#ctx0" brushRef="#br0" timeOffset="36338">24948 9409 24575,'5'4'0,"-2"8"0,-2 9 0,-1 0-3277,-2 14 0,1-23 3047,-3 13 230,1 4 0,-1-13 0,1 20 0,1-31 0,5 9 0,5-6 3276,2-4 0,6 3-3044,6-7-232,7 2 0,3-5-1639,-9 1 1,-2 0-1639,-1-3 1638,9 0 1,-3-1 148,-16 2 1490,24-4 0,-22 5 0,-3 2 0,8-1 0,-10 2 0,-1 0 0,-5 0 0</inkml:trace>
  <inkml:trace contextRef="#ctx0" brushRef="#br0" timeOffset="46179">12053 12358 24575,'33'-3'0,"-18"1"0,8 1 0,6 0 0,-2 0-440,-8 1 0,0 0 440,7-1 0,5-1 0,0 1 0,-5-1-529,-4 1 1,0 0 528,14-3 0,-3 1 0,-14-1 466,0-1-466,-9 4 0,-4-1 0,-1 1 0,2-1 0,-2 0 0,-1 1 0</inkml:trace>
  <inkml:trace contextRef="#ctx0" brushRef="#br0" timeOffset="52889">8775 13024 24575,'25'-3'0,"1"0"0,7 0 0,-9-1 0,3 1 0,-3-1-1183,-4 2 1,0 0 1182,9-1 0,5 0 0,-2 1-1639,3-1 1,-1 1-1,2 0 1,3 0 1463,-8 0 0,2 0 0,0 0-259,0 0 0,-1 0 0,1 0 434,1-1 0,1 1 0,1-1-806,-4 1 0,3 0 0,-2 0 0,-6 0 806,-3 0 0,-3 1 201,6-1 1,-1 1-202,5 0 0,-21 0 0,15 1 0</inkml:trace>
  <inkml:trace contextRef="#ctx0" brushRef="#br0" timeOffset="53263">10464 12934 24575,'23'2'0,"0"0"0,-1-2 0,-2 1 0,8 3 0,-9-4 0</inkml:trace>
  <inkml:trace contextRef="#ctx0" brushRef="#br0" timeOffset="53804">11497 13008 24575,'-22'-6'0,"5"1"0,-5 1 0,-6 0 0,3 0-1639,5 0 1,-2 1 1521,-5 0 0,-8 1 0,-2-1 0,2 1 1,6 0 116,5 1 0,-1-1 0,-4 0 0,-8 0 0,-3-1 0,4 0 0,7 1 0,7 0 0,1 0 0,-9-1 0,-4 0 0,5 0 0,-3 0 599,7-1 0,2 1-599,10 1 631,-15-3-631,24 5 0,-14 0 0,-3 0 0,2 1 0,-2-1 522,1 0 0,-3 1-522,-7 0 0,-5 2 0,-2-2-820,2 0 1,-3-1 0,0 0 0,2 1-241,-1 0 0,2 1 0,-2-1 1060,6-1 0,-4 1 0,0-2 0,4 1 0,7 0 0,-6 0 0,-8 0 0,2 0 0,17 0-820,-7 0 1,23 0 0,1 0 0</inkml:trace>
  <inkml:trace contextRef="#ctx0" brushRef="#br0" timeOffset="62034">3246 14744 24575,'19'-6'0,"0"-1"0,5-2 0,4 3 0,-18 4 0,26 5 0,-11 9 0,0-5 0,-9 7 0,-4 1 0,-6-8 0,4 10 0,0 0 0,-6-8 0,3 22 0,-5-9 0,-4 1 0,-9 7 0,-2-17 0,-11 10 0,7-11-3277,-10 3 0,15-10 3047,-17 8 230,16-9 0,-4 8 0,14-1 0,10-1 0,12 0 3276,-9-5 0,24-1-3044,-22-3-232,23 0 0,-13 2 0,3 0 0,4 4 0,7 4 0,-12-6 0,1 1 0,-1-1 0,-11-4 0,21-4 0,-23 0 0,6-14 0,-11 9-820,2-12 1,-7 14 0,0-1 0</inkml:trace>
  <inkml:trace contextRef="#ctx0" brushRef="#br0" timeOffset="62495">3724 14826 24575,'8'24'0,"1"1"0,2 4 0,4 6 0,-11-28 0,11 11 0,-11-14 0,9 7 0,-9-10 0,11-4 0,0-7 0,1 0 0,7-17 0,-17 12 0,6-20 0,-20 4-3277,4 8 2419,-6 0 620,-3 11 238,5 6 0,-14-7 0,2 12 0,6 1 0,1 12 0,12-6 3276,2 11-2477,1-12-799,1 3 0,-1-6 0,-1-1 0</inkml:trace>
  <inkml:trace contextRef="#ctx0" brushRef="#br0" timeOffset="62880">4066 14784 24575,'7'11'0,"0"2"0,-7 0 0,7 16 0,-4-15 0,3 4 0,1 0 0,-2-10 0,15 22 0,-8-23 0,18 9 0,-1-22 0,-6 5 0,-4-9 0,-3 0 0,-11 4 0,14-17 0,-17 16 0,3-12 0,-5 12 0,-9-14 0,3 13-820,-22-17 1,21 19 0,-11-6 0</inkml:trace>
  <inkml:trace contextRef="#ctx0" brushRef="#br0" timeOffset="63412">4457 14638 24575,'-4'28'0,"3"-15"-1639,-2 10 1,1-2-1639,2-10 0,2 13 4533,4-9-1256,1-4-2787,9 11 2787,-8-15-3020,24 4 3020,-24-8 1237,14-2 1,0-1-1238,-11-2 39,21-8-39,-20-6 0,-3 2 0,-2-14 0,-7 17 0,-1-17 0,0 20 0,-10-15 0,9 18 136,-8-3 1,10 6 0,-2 2 0</inkml:trace>
  <inkml:trace contextRef="#ctx0" brushRef="#br0" timeOffset="63999">4576 14858 24575,'-18'5'0,"10"-2"0,-19 14 0,18-9 0,-13 15 0,14-13 0,-2 16 0,8-13 0,3 16 0,13-2 0,-6-6-3277,22 1 0,-24-16 1638,13-2 1,0-2 148,-11-2 1490,10-4 0,0-4 0,-2-14 0,2 2 0,-9 1 0,-3-1 0,-5-7 3276,2 2-2015,-12-5 2015,-2 21 0,-6-7-3044,-1 12-232,1 7 0,0 8 0,6-2-820,5 4 1,6-10 0,0 2 0</inkml:trace>
  <inkml:trace contextRef="#ctx0" brushRef="#br0" timeOffset="64402">4960 14592 24575,'-8'16'0,"-1"7"-3277,-2 10 0,4-13 1638,-1 4 1,-1 0 1138,-1-1-530,-1 6 0,0 0 1030,1-5 0,2-3 0,-3 6 0,-2 2 0,1-1-893,-3 5 0,-1 0 0,-1 0 893,5-5 0,-1 1 0,0 0 0,0 0 0,-2 2 0,-2 0 0,1-1 0,4-7 0,-4 5 47,-2 2 1,1-3-48,7-15 2664,-8 16-2664,14-21 0,2-3 0,2-2 0</inkml:trace>
  <inkml:trace contextRef="#ctx0" brushRef="#br0" timeOffset="65436">5373 14766 24575,'9'-2'0,"-3"2"0,0 5 0,3 8 0,0 1 0,10 15-3277,-13-16 0,4 5 2762,-6-9 515,-1-5 0,1 9 0,-3-9 0,-6 13 0,-2-7 3276,-6 9 0,-1-9-3185,-3 4-91,-1-4 426,-8 5-426,-4 1 0,18-7 0,17 6 0,11-10-1639,5 4 1,-1 0-1639,-10-3 1638,13 6 1,-1-1 148,-13-6 1490,19 7 0,-14-8 0,-3-1 0,10 0 3276,-10-3-2015,12-8 2015,-12 1 0,11-11-3044,-17 9-3509,-2-17 0,-4 18 2952,-12-18 0,10 22 0,-7-6 0</inkml:trace>
  <inkml:trace contextRef="#ctx0" brushRef="#br0" timeOffset="65902">5639 14893 24575,'0'29'0,"5"1"0,-3-16 0,9 5 0,-8-14 0,7 5 0,-5-8-3277,8 1 0,-7-3 1493,18-3 1784,-16 1-947,27-7 947,-25 6 0,8-5 0,-1-1 0,-9 5 0,12-14 0,-16 10 3276,0-14-1007,-8 0-2269,-2 1 2143,-13-3-2143,-11 11 0,5 3-1639,2 8 1,2 2-272,8 2 1856,-8 6 54,19-6 0,1 3 0,1-4 0,0 1 0</inkml:trace>
  <inkml:trace contextRef="#ctx0" brushRef="#br0" timeOffset="66353">5915 14851 24575,'-2'26'0,"1"-10"0,1 11 0,1-16 0,5 15 0,-2-14 0,12 10 0,-5-12 0,21 5 0,-15-9 0,4-3 0,0-3 0,-3-2 0,16-5 0,-19 1 0,6-8 0,-13-5 0,0-2 0,-8-13 0,-4 14 0,-8-7 0,5 17 0,-22-10 0,21 16 0,-11-8 0</inkml:trace>
  <inkml:trace contextRef="#ctx0" brushRef="#br0" timeOffset="67132">6424 14760 24575,'-12'-7'0,"-8"3"0,-11 7 0,7-1 0,3 5 0,2 2 0,5-1 0,-4 5 0,1 0 0,9-4 0,-1 9 0,3 0 0,6-10 0,4 23 0,-1-26 0,11 5 0,-6-9 0,16-2 0,-10-1 0,13-6 0,-17 4 0,11-8 0,-14 5 0,4-5 0,-8 5 0,-3 4 0,3 1 0,-3 3 0,5 2 0,1 2 0,10 5 0,-6-4-3277,13 8 0,-17-12 0,17 6 1787,-19-6 1490,17 4 0,-10-3 0,8 0 0,-4-3 0,-2-3 0,-9 1 0,0-1 0</inkml:trace>
  <inkml:trace contextRef="#ctx0" brushRef="#br0" timeOffset="67520">6796 14527 24575,'-3'33'0,"1"1"0,0-1 0,-4-3 0,-3 2 0,0 1 0,0-1 0,0-1-820,3 0 1,1-2 0,-1 1 0,-3 6 491,0-8 0,-1 3 0,-1 3 1,-2 2-1,0 1 0,-1 1 1,0 0-1,1-1 0,0-1 1,1-1-83,0 0 0,0 0 1,0-1-1,0 0 1,1-1-1,-1 1 0,1 1 1,-1 0 141,0-1 0,1 1 0,-1 1 1,0 0-1,0 0 0,0 0 1,1 0-1,0-1 0,0-1 102,1 1 1,0 1 0,-1 1 0,2-1 0,0-2 0,0-2 0,3-3 0,0-5 165,0 10 0,4-4 0,3 6 0,2-8 0,0-19 2241,7-7-2241,-6-10 819,1-7 0,-3 7 0,-1 1 0</inkml:trace>
  <inkml:trace contextRef="#ctx0" brushRef="#br0" timeOffset="68785">7037 14940 24575,'20'-22'0,"-8"8"0,13-3 0,-16 12 0,10-5 0,-12 11-3277,9 6 0,-12 0 1971,15 19 1306,-14-15-223,5 8 1,0 1 222,-2-2 0,0-2 0,-2 2 0,-2 9 0,0-9 0,-4 0 1038,-5-5-1038,-1-4 0,-14 18 0,8-14 0,-4 0 0,0 0 0,0-4 483,-15 11-483,16-11 0,1 2 0,9-7 0,10-2 3276,5-1 0,8 1-3044,6 1-232,9 0 0,-2-1 0,-8-1 0,-5-1 0,-13 0 0,1 0 0,-3 0 0,3 0 0,-3 0 0,20 0 0,-11-4 0,8 3 0,-13-3 0</inkml:trace>
  <inkml:trace contextRef="#ctx0" brushRef="#br0" timeOffset="69403">7457 14949 24575,'-5'12'0,"-3"10"0,4-12-1639,1 10 1,1 0-1639,0-9 2245,1 11 0,0 0 1032,3-7 0,2 16 0,0-17 1735,9 8-1735,-4-9 0,3 2 0,3-6 3276,-9-6 0,9 0-2945,-7-3-331,10-6 0,2-8 0,-5 3 0,4-15 0,-15 14 0,-1-13 0,-4 13 0,-12-12 0,5 14-3277,-17-11 0,16 15 2457,-19-10 1,23 14 0,-9-5 0</inkml:trace>
  <inkml:trace contextRef="#ctx0" brushRef="#br0" timeOffset="70104">7736 14951 24575,'1'23'0,"1"-2"0,-1 0 0,3 12 0,-3-13 0,1 1 0,-1-1 0,1-1 0,-2 1 0,1 9 0,-1-14 0,0-4 0,-14-5 0,5-5 0,-19-1 0,18 0 0,4 1 0,10 1 0,26 4 0,-6-4 0,-1 0 0,1-1 0,-4-3 0,-1-2 0,9 1 0,-3-6 0,-22 5 0,1-7 0,-6 4 0,1 1 0,-1 3 0</inkml:trace>
  <inkml:trace contextRef="#ctx0" brushRef="#br0" timeOffset="70585">7914 15034 24575,'6'27'0,"-1"-1"0,0-3 0,0-2 0,1 8 0,4-7 0,-3-16 0,4 4 0,-4-8 0,8-5 0,-8 2 0,15-11 0,-15 7 0,12-16 0,-14 12 0,7-23 0,-8 21 0,3-23 0,-5 23 0,-2-12 0,-8 6 0,-1 5 0,-7 1 0,7 8 0,-23 0 0,20 3 0,-24-1 0,24 1 0,-2 1 0,12 1 0,2-1 0,1 1 0</inkml:trace>
  <inkml:trace contextRef="#ctx0" brushRef="#br0" timeOffset="71868">2994 14731 24575,'-4'27'0,"0"0"0,0 1 0,-1 6 0,0 1 0,-1-2 0,-3 0 0,-2 4-547,4-12 1,-2 4 0,-1 3 0,1 1 0,-1-1 0,1-3-23,-1 7 0,0-1 0,1-1 0,-2 1 569,2-6 0,-1 1 0,0 0 0,2-1 0,0-4 0,0 15 0,3-12 0,5-18 0,2 9 1660,-1-16-1660,25-30 0,-11 5 0,-1 6 0,-2 1 0,-4 0 0</inkml:trace>
  <inkml:trace contextRef="#ctx0" brushRef="#br0" timeOffset="74957">2948 14704 24575,'0'-8'0,"0"2"0,2 0 0,-1 1 0,3-6 0,-3 2 0,8-8 0,-6 2 0,8-10 0,-3 4 0,0 1 0,4-3 0,-1-2 0,0 1 0,0 5 0,-2 2 0,0-1 0,0 1 0,2-2 0,-6 9 0,4-2 0,-4 2 0,9-3 0,10 1-1639,-4 5 1,0 0-1639,7-2 2590,-4 4 0,5 0 0,-4 1 687,13 2 0,-12 0 0,3-1 0,-2 1 0,-1 2 0,2 1 0,5 0 0,4 1 0,-3 0-941,-3-1 1,2 1 940,-1-1 0,6 1 0,4-1 0,-1 0 0,-4 0-614,-2 0 1,-3 0 0,2 0 0,5-1 613,-10 1 0,4-1 0,2 0 0,3 1 0,1-1 0,1 0 0,0 0 0,0 0 0,-2 0 0,0 0 0,-3 0 0,3 0 0,-1 0 0,-1 1 0,-1-1 0,0 0 0,1 0 0,1-1 0,2 1 0,-5 0 0,1 0 0,2 0 0,0-1 0,2 1 0,-1 0 0,1-1 0,-1 1 0,-1 0 0,0-1 0,-1 1 0,-2 0-215,5 0 0,0 0 1,-2-1-1,0 1 0,-1 0 1,0 0-1,-1 0 0,1 0 215,-2 0 0,0-1 0,-1 1 0,0-1 0,0 1 0,1-1 0,1 1 0,1-1-120,-1 1 1,2 0 0,1 0-1,1 0 1,0 0 0,0 0 0,-1 0-1,-1 0 1,-2 0 0,-2 0 119,2 0 0,-2 0 0,-3 0 0,1 0 0,1 0 0,4 0-53,-4 1 1,2-1 0,2 0-1,2 0 1,0 1 0,0-1-1,-1 0 1,-2 1 0,-2-1-1,-3 0 53,11 0 0,-5 0 0,-1 0 0,4 1 0,-7-1 0,2 0 0,2 1 0,0-1 0,0 1 0,-2-1 0,-3 0 0,6 0 0,-2 0 0,-1 0 0,0 0 88,4 0 1,1 1 0,-1-1 0,-3-1-89,-3 1 0,-4-1 0,3 0 0,5 0 0,3 1 0,1 0 0,-2 0 0,-2-1 0,-1 0 0,6 0 0,-11 1 0,3-1 0,4 1 0,3 0 0,-1-1 0,1 1 0,-2 0 0,-2-1 0,-4 1 0,8 0 0,-4 0 0,-1 0 0,7-1 0,-11 1 0,5 0 0,3-1 0,1 1 0,2 0 0,-1-1 0,0 1 0,-3 0 0,-3-1 0,-4 1 103,9 0 0,-7 0 0,0 0 1,3 0-104,-1 0 0,2 0 0,3 0 0,-2 0 0,-3 0 0,-5 0 0,11 0 0,-5 0 0,-7 0 0,0-1 0,-7 2 1828,-7 3-1828,5 18 0,-18-7 0,1 16 0,-1 3 0,-2-4 1152,-2 2 1,0 4-1153,-1-6 0,0-1 0,0-8 0,0 2 0,0 8 0,0 4 0,1-4 0,0-10 0,1 1 0,-1 6 0,0 6 0,1 0 0,-1-5 0,2-6 0,0 0 0,-1 4 0,0 4 0,0 0 0,1-6 3276,0 8-2883,0-7 1,-1 3 0,1-6 2882,1-3-2435,0 7 1,0 0-842,0-11 0,0 13 0,0-17 0,-5 9 0,-1-9 2067,-7 15-2067,-3-11 0,5-1 0,-3-6 0,4-3 0,-7 0 0,-19 2 0,6-2 0,-2-1-971,-2-2 0,-3 0 971,7-1 0,-4 0 0,0 0 0,3-1-1093,2 0 1,1 0 0,0 0 834,-1 0 1,-1 0 0,-1 0 0,0 0 257,-3 0 0,-1 1 0,2-1 0,2 0-1639,-4 1 1,1 0 1158,1 1 1,-3 0 0,1-1 479,0 0 0,1 0 0,2-1-620,3 1 0,-2 1 620,2-2 0,-6 1 0,-4 0 0,-1-1 0,4 1 0,4-1-507,3 1 1,3 0-1,-5-1 507,4 1 0,-4-1 0,-4 0 0,-1 0 0,-2 1 0,1-1 0,1 0 0,3 0-146,-1 0 1,3 0 0,0-1 0,0 1 0,-1 0 0,-4-1 145,6 1 0,-2-1 0,-2 0 0,0 1 0,-2-1 0,0 0 0,-1 1 0,1-1 0,-1 0 0,1 0 0,0 0 0,1 0 0,-1 1 0,0-1 0,0 0 0,0 0 0,-1 0 0,2 0 0,-1-1 0,1 1 0,0 0 0,0 0 0,-3 0 0,0 0 0,0 0 0,1 0 0,1 0 0,-1 0 0,0 0 0,0 0 0,0 0-13,2 0 0,1 0 1,-1 0-1,0 0 1,0 1-1,0-1 1,1 0-1,0 0 1,0-1-1,1 1 13,-4 0 0,-1 0 0,1 0 0,0-1 0,2 1 0,0 0 0,1 0 0,3 0 141,-4-1 0,3 1 0,1 0 0,-1 0 0,-4 0-141,4 0 0,-4-1 0,-3 0 0,-1 0 0,0 1 0,1-1 0,4 0 0,5 0 0,7 1 437,-3-1 1,2 1-438,-7-2 0,-6 0 0,-5 0 0,1 0 0,5 0 0,3-1 0,3 1 0,0-1 0,0 1 0,0 0 0,0 1 0,-1-1 0,-2 0 0,-1-1 0,-4 0 0,-2 0 0,1 0 0,2 1 0,6 0 243,1 1 0,5 0 1,-5 1-244,-4-2 0,-6 0 0,-2 0 0,4 0 0,9 0 0,8 2 0,2 0 553,-11 0 0,-3-1 1,8 1-554,12 0 3086,0 0-3086,-12-3 0,-2 3 0,-2-1 0,3-1 0,-2 0 0,1 1 0,-4 2 0,1-1 0,4 0 0,6-1 0,1 0 0,-19 1 0,4 0 880,20 0-880,-1 0 0,2 0 0,6 0 0,-16 3 0,-5 0 0,-2 0 0,11 0 0,0 0 1638,-11 0 0,6 0 1638,15-3-3044,5-1-232,-26-6 0,9 1-666,-3 2 0,-2-1 666,-7-1 0,5 2 0,0 1 0,5-1 0,-13-2 0,31 5 0,0 0 0,2 1 0</inkml:trace>
  <inkml:trace contextRef="#ctx0" brushRef="#br0" timeOffset="75652">3667 15467 24575,'0'8'0,"0"5"0,0-7 0,-6 19 0,3-14-1639,-8 18 1,-2 1-1639,6-11 1638,-3 6 1,-2 4 1849,1-6 1,1 1-212,1 0 0,0 1 0,0 0-289,-4 4 0,1 1 289,1-1 0,0 2 0,0 1 0,2-1 0,0 3 0,0-1 0,1-1 0,-1 2 0,0-1 0,1 2 0,1-5 0,0 2 0,0 1 0,2-3 0,1-5 0,1-3 0,3-3 0,3 10 0,-1-29 0,-1 3 0</inkml:trace>
  <inkml:trace contextRef="#ctx0" brushRef="#br0" timeOffset="76458">5503 15588 24575,'2'23'0,"1"11"0,-4-8 0,0 6 0,-1 1 0,1-3-1639,0 6 1,-1 1 982,-1-7 1,1 3-1,-2 3 1,1-3 0,-1-4 258,-2 6 0,-1-2 397,2-5 0,-1 3 0,1-1 0,-1-2 0,0 4 0,0 0 0,2-5 0,-1 4 0,1-1 0,1-4 0,0-4 0,2-1 0,-2 18 0,0-5 2097,3-23-2097,6 8 1170,-1-11-1170,8 0 0,-8-2 0,1-5 0</inkml:trace>
  <inkml:trace contextRef="#ctx0" brushRef="#br0" timeOffset="77832">6865 16327 24575,'13'10'0,"-1"-1"-1639,5 4 1,1 0-1639,-2-2 2167,3 2 1,1-2 1109,-3-4 0,2-2 0,1-2 0,5 1 0,-3-4 0,0-2 0,3-2 1757,1 1-1757,2-6 0,-20 8 0,17-10 0,-20 9 0,5-9 0,-8 8 3276,3-14 0,-5 4-3159,1-3 230,-5 4-347,0 5 0,-20-7 0,2 2 0,-4 4 0,-10 0 0,-2 1 0,2 0-1093,3 2 1,2 1 0,-6 1 966,7 0 0,-4 0 0,-4 0 0,-1 0 1,-1 1-1,2-1 0,2 1 0,5 0 126,-5 1 0,5 0 0,1 1 0,-5-1 0,5 1 0,-5 1 0,-2-1 0,1 0 0,2 1 0,4 0 0,6 1 0,-2-1 0,7 4 0,2 23 0,30-16 0,13-1 0,7-1 0,0 1-547,-4 0 1,3 0 0,2 0 0,0 0 0,-1-1 0,-2 0 128,-1 0 1,-2 0-1,0-1 1,0 0-1,1 0 418,6 0 0,3 0 0,-1-1 0,-4-1 0,-7-1 0,6 0 0,-1-2 0,-5-1 0,-17 0 0,12 1 0</inkml:trace>
  <inkml:trace contextRef="#ctx0" brushRef="#br0" timeOffset="78190">7774 16252 24575,'7'-1'0,"7"-1"0,-7 0 0,22-6 0,4-2 0,-13 3 0,4-2 0,6-1 0,-7 0 0,-4-1 0,-1 1 0,0 0 0,-7 4 0,-1-8 0,-10 9 0,-1-1 0,0 3 0</inkml:trace>
  <inkml:trace contextRef="#ctx0" brushRef="#br0" timeOffset="78564">7796 16288 24575,'13'8'0,"6"2"0,-4 0 0,13 4 0,-9-5 0,6-1 0,2-3 0,-1-6 0,1 0 0,-5 4 0,-1-2 0,4-8 0,-4-2-3277,-12 3 2449,10-5 1770,-6-6-942,-8 0 0,3 1 0,-9 4 0</inkml:trace>
  <inkml:trace contextRef="#ctx0" brushRef="#br0" timeOffset="85596">19752 13424 24575,'11'0'0,"1"0"0,5 0 0,3 0 0,-3 0 0,6 0 0,-2 1 0,0-1 0,6 1 0,1-1 0,-2 1 0,-4-1 0,3 0 0,0 0 0,1 0 0,-4 0 0,0 0 0,1 0 0,12 0 0,-13-1 0,2 0 0,-4-2 0,-1 0 0,0 2 0,8-2 0,0-1 0,5-1 0,-3 2 0,5 0 0,-2 0-1562,-2-1 0,-1 0 1562,1 0 0,3 1 0,-3 0 0,0 1 0,-4-1 0,5-1 0,-4 2 0,-2 0 0,-13 0-1639,8 0 1,-2 1-834,-12 1 833,17-2 1,0 1 1070,-12 0 314,16 1 0,5-2 254,0-4 0,-6 3 0,4-1 0,-1 1 0,2 0 0,1-1 0,1 0 0,2-1 0,-2 1 0,5 2 0,-2 1 653,-8-3 0,0-1-653,8 3 0,-5-1 0,-15 1 1638,5 1 0,1-1-674,-8 2-964,11 2 0,-10 0 0,22-1 0,-17 1 0,6-2 0,-1 1 3276,0-1-1744,4 1 0,0 0-1532,-7-1 0,-1 0 0,-2 0 1340,-9 0-1340,2 0 0,-10 0 0,0 0 0</inkml:trace>
  <inkml:trace contextRef="#ctx0" brushRef="#br0" timeOffset="88663">26424 13511 8191,'25'0'0,"-1"0"0,-5 0 0,0 0 1638,9 0 0,1 0-866,-5 0 1,-3 0-773,8 3 0,0-2 0,1 0 0,5 4 0,-8-4 0,3 0 0,-6 0 0,-2 2 0,16-1 0,-2-2 2848,-24 2-2848,13-2 0,9 1 0,-6-1 1749,-5 2-1749,2-1 0,4-1 0,-5 1 0,-7 0 0,6-1 0,-16 0 0,-5 0 0</inkml:trace>
  <inkml:trace contextRef="#ctx0" brushRef="#br0" timeOffset="90013">27940 13006 24575,'8'30'0,"-3"5"0,-1-3-1639,-1-10 1,-2 0 1037,0 9 601,2 5 0,-3-3 0,0-1 0,0-1 0,2-5 0,1 8 0,1 1 0,0-8-3277,1 5 2701,-1-4 0,2 4 0,-1-5 576,3 0-662,3 4 0,0 0 662,-5-13 0,0 0-83,7 12 1,-2-4 82,-7-15 1119,-1-2-1119,-4-14 0,-1 2 0,1-4 0</inkml:trace>
  <inkml:trace contextRef="#ctx0" brushRef="#br0" timeOffset="90862">27887 12881 24575,'8'0'0,"-2"0"0,13 0 0,9-6 0,8-3 0,-7 2 0,3-1 0,2 0 0,-3 1-1093,0 0 1,-1 0 0,2-1 839,-2 1 1,5-2 0,0 0 0,-4 1 0,-7 3 252,6 0 0,-1-1 0,9-2 0,1-1 0,-8 2 0,-9 2 0,0 0 0,7-1 0,7-2 0,0 0 0,-6 2 0,-5 1 0,-2 0 0,14-1 0,-1 0 1030,-4 3-1030,4 0 0,-25 7 0,1 3 0,-9 11 0,-1 4 0,1 11 0,0-7 0,1 5 0,0-4-1281,1 7 1281,-1-3 0,2 6 0,-1-8 0,-1-10 0,1 5 0,2 12 0,0 4 0,1-2 0,-2-8-72,0-4 1,-1 1 71,1 1 0,2 8 0,0 1 0,-1-1 0,-1-8 0,1-3 0,-1-2 0,1 6 0,0 3 0,-1-5 0,0 3 0,-2 7 0,-1-3 0,-3-23 0,-2 24 0,0 2 0,-1-19 0,-1 15 0,0-1 1269,2-16-1269,-2 17 0,3-19 3276,-2 11-2889,3-16-387,-1 8 0,1-13 0,0 3 0,0-3 0,-12-3 0,-6-1 0,-11-1 0,-9 0 0,0-2-1093,10 1 1,2-1 0,-6 0 878,5 0 0,-4 1 0,-4-1 1,-1 0-1,-1 0 0,0 0 1,0 0-1,4 0-333,-5-1 1,1 1 0,1 0 0,1-1 0,-2 1 0,-2-1 339,7 1 1,-1 0 0,-1-1 0,-1 1 0,0-1 0,1 1 0,0 0 0,1-1 0,1 1 206,-6-1 0,0 1 0,2-1 0,1 0 0,1 1 0,2 0-820,-4-1 1,1 1 0,3 1 0,3-1 788,-7-2 0,8 1 0,8 4 0,18 0 0</inkml:trace>
  <inkml:trace contextRef="#ctx0" brushRef="#br0" timeOffset="95709">8435 14746 24575,'8'-2'0,"6"-5"0,-5 3 0,7-6 0,1 1 0,-3 1 0,6-2 0,6-2 0,-1 1 0,-4 3 0,2 0-1093,9-4 1,3-2 0,-4 3-547,-11 5 1,-2 1-1,16-6 1,0 0-1,-9 1 1,-2 2 1454,-6 2 0,2-1 1261,13-5 1,3-2-1078,-6 4 0,0 0 0,4-1 0,3-1-759,-4 3 1,4-1-1,1 1 1,-4 0 758,-4 3 0,-3 1 0,2-1 0,2 0 0,2 0 0,0 1 0,-6 0 1517,-4 2 0,-1 0-1517,12 0 0,-5 1 3276,-16 0-2646,9 0 1,-2 1-631,-13-1 0,6 1 0,-10 1 0,-1 0 0</inkml:trace>
  <inkml:trace contextRef="#ctx0" brushRef="#br0" timeOffset="96411">9619 14388 24575,'5'23'0,"7"9"-3277,-8-11 0,7 3 1328,-5-17 1949,0 0 1719,1 1-1719,-2-4 0,-5-9 0,-7-24 0,-2 3 0,-2 0 0,1-1 0,-3-2 0,4 9 0,0 0 3276,1 0 0,1-3-3044,11 19-232,26 7-1639,-10 2 1,1 0-1639,15 5 3162,-15-8 0,-3-1 115,-10 0 0,14 13 0,-12 2 0,1 2 0,-7 3 3276,-4-16 0,-3 7-3044,-10-7-232,0 2 0,-4 0 0,8-3 0,20 6 0,-5-7 0,9 6 0,-11-8 0</inkml:trace>
  <inkml:trace contextRef="#ctx0" brushRef="#br0" timeOffset="98281">10070 15369 24575,'9'0'0,"-1"0"0,15 1 0,-9 1-1639,11 0 1,1 0-1639,-8 2 2184,9-2 1,7 1 0,-3-1 1383,-11 1 1,1-2-292,12 1 0,6 0 0,-1-1 0,-7 0 0,-2-2 0,0 1 266,7-1 0,0 0-266,-4 0 0,1 0 0,-5 1 0,6-2 0,-6 2 0,4-1 0,-5 0 0,-1 1 0,7-1 0,9-1 0,-7 0 0,-15 2 0,1 0-820,6-1 1,5 0 0,2 1 0,-5-1 509,-1 0 0,1 0 310,3 0 0,4 0 0,1 0 0,-7 0 1638,-5-1 0,-1-1-1590,4 1 1,5 0 0,0 0 0,-8 0-49,2-2 0,-2 1 0,4-1 0,-5 2 560,-5-1-560,13-1 0,0 0 0,-11 2-1535,10-2 0,-1 2 1535,-7 0 0,5 1 0,8 1 0,3 0 0,-5-1 399,-9 1 0,-2 0 0,4 0-399,3 0 0,5 1 0,3-1 0,0 0 0,-1 0 0,-5-1 0,3 1 0,-3-1 0,4 1 0,-2-1 0,4 1 0,4-1 0,-2 1 0,-3-1 0,-6 0-1535,7 0 1,-2 0 1534,-3 0 0,4 1 0,1-1 0,-2 0 0,2 0 0,-1 0 0,-5 0-283,-4 1 1,1-1 282,0 0 0,7-1 0,1 1 0,-3-1 0,-7 1 0,-8 0 0,0 1 0,9-2 0,7-1 0,0 0 0,-6 0 0,-8 2 0,1-1 0,5 0 0,6 0 0,0-1 0,-7 2 0,6 1 0,1-1 0,7 1 0,-1-1 0,-5 2 0,0 0 0,-1-1 611,0 0 0,-1-1 0,1 0-611,-1 2 0,3-1 0,-3 0 0,-5 1 1302,-7-2 1,-1 0-1303,10 2 0,3 0 0,-5-1 0,2-2 0,7 0 0,-3 0 0,-19-1 0,7 0 0,1-1 0,5 0 0,-1 2 0,0-1 3276,0 0-2232,7-1 0,-3 1 387,-14 1-1431,12-1 0,-2-1 0,-17 4-3277,16-1 2626,-20 1 651,18-2 0,-11 2 0,22-1 0,-12 1 0,3 0 0,0 0 0,-7 0 0,5 0 0,-2 0 0,-15 0 0,8 0 0</inkml:trace>
  <inkml:trace contextRef="#ctx0" brushRef="#br0" timeOffset="100326">10184 15642 24575,'33'-8'0,"-14"3"0,0 1 0,0-1 0,9 2 0,-3 0 0,-2 1 0,4 1 0,-20 1 0,7 0 0,-11 3 0,-1 0 0,-13 24-3277,-9-2 0,0 4 1638,-1-12 1,1-3 148,10-8 1101,-15 10 1,1 0 388,15-9 0,-18 14 0,25-17 3276,2 0-2400,8-2 2400,3 0-343,8 2-1196,-2-1-1737,13 2 0,-17-4 0,15 2 0,-12 0 0,-2-1-820,6 2 1,-15-3 0,2 0 0</inkml:trace>
  <inkml:trace contextRef="#ctx0" brushRef="#br0" timeOffset="100749">10492 15739 24575,'3'22'0,"4"-2"0,-6-17 0,7 3 0,-4-4 0,8 1 0,-1-6 0,0-2 0,-2 0 0,0-12 0,-5 11 0,2-8 0,-5 6 0,-2-1 0,-1-2 0,-5 1 0,1 4 0,-1 1 0,-9 4 0,11 1 0,-7 2 0</inkml:trace>
  <inkml:trace contextRef="#ctx0" brushRef="#br0" timeOffset="101264">10633 15631 24575,'12'17'0,"-3"2"-3277,2-1 0,-7-3 2175,2-7 1102,-1 2 1592,1-2-1592,2 1 0,-5-9 0,3 1 3276,0-1-488,5 2-2788,1-2 0,3 0 0,-4-2 0,3-14-3277,-9 7 2457,3-7 1,-8 11 0,0 4 0</inkml:trace>
  <inkml:trace contextRef="#ctx0" brushRef="#br0" timeOffset="101774">10943 15626 24575,'-6'16'0,"2"-8"0,1 8 0,5-13 0,-1 0 0,2-3 0,2 0 0,14-1 0,4-5 0,5 0 0,-6-3 0,-11 3 0,-5 1 0,-3 0 0,-3 2 0,-5 0 0,0 1 0,-1 2 0,3 1 0,1 0 0</inkml:trace>
  <inkml:trace contextRef="#ctx0" brushRef="#br0" timeOffset="102091">10934 15749 24575,'-1'25'0,"2"2"0,9-15 0,0-1 0,10-4 0,-8-5 0,10-5 0,-7-1 0,12-10 0,-16 5 0,10-15 0,-12 5 0,-1 1-820,-2 2 1,-6 12 0,0 1 0</inkml:trace>
  <inkml:trace contextRef="#ctx0" brushRef="#br0" timeOffset="102849">12837 15315 24575,'1'22'0,"-1"-3"0,3 3 0,0-4 0,-1-9 0,1-2 0,-3-1 0</inkml:trace>
  <inkml:trace contextRef="#ctx0" brushRef="#br0" timeOffset="103501">12612 15567 24575,'9'4'0,"3"1"0,-9 1 0,4 0 0,-1 2 0,-2-3 0,0 3 0,-4-4 0,-4 4 0,-4 0 0,-9 8 0,2-6 0,-1 1 0,-9 6 0,8-6 0,1-1 0,1 1 0,-1 2 0,10-5 0,0 0 0,29 2 0,-10-5 0,10 0 0,0 0-2905,-9-3 2905,11-1 0,-12 0 0,-3 0 0,3 0 0,-3-1 0,1-4 0,-2 3 0,0-3 0,-8 4 0</inkml:trace>
  <inkml:trace contextRef="#ctx0" brushRef="#br0" timeOffset="103828">12737 15662 24575,'0'11'0,"-2"9"0,2-5 0,3 8 0,-2-17 0,7 4 0,-4-8 0,6 2 0,7-6 0,-7 1 0,22-12 0,-18 5 0,2-2 0,1-1 0,-4 0 0,2-11 0,-12 14 0,0-4 0,-3 11 0</inkml:trace>
  <inkml:trace contextRef="#ctx0" brushRef="#br0" timeOffset="104252">12983 15675 24575,'0'8'0,"-1"9"0,0-10 0,1 12 0,1-14 0,3 5 0,-2-6 0,5 2 0,0-6 0,14-1 0,4-7 0,-3 3 0,1-7 0,-21 9 0,4-14 0,-12 1 0,5 2 0,-5 3 0</inkml:trace>
  <inkml:trace contextRef="#ctx0" brushRef="#br0" timeOffset="104920">13375 15585 24575,'-14'-5'0,"-10"-4"0,15 8 0,-15-3 0,-2 0 0,6 3 0,-11-1 0,1 2 0,15 2 0,-6 22 0,23-13-3277,15 19 0,-10-24 1328,9 2 1375,13-8 0,2-4 574,-4-1-415,-2 1 0,5 0 0,-7-1 415,-5-4 0,3-3 0,-17 6 3276,-5 10-1805,-2 0-1471,-2 16 0,2-12 3276,1 9-3147,2-13 1,0 2-1,0-4 1</inkml:trace>
  <inkml:trace contextRef="#ctx0" brushRef="#br0" timeOffset="105388">14936 15229 24575,'-2'25'0,"2"-15"-1639,-2 13 1,0 0-1639,1-15 1638,-1 16 1,0 0-1424,2-14 4037,-1 9 0,0 1-975,1-7 0,0 4 0,0-10 0</inkml:trace>
  <inkml:trace contextRef="#ctx0" brushRef="#br0" timeOffset="105939">14655 15594 24575,'27'-8'0,"0"-1"0,11 0 0,-6 2 0,-20 7 0,8-1 0,0 2 0,-12 6 0,6 7 0,-9 4 0,-2 11 0,-18 3 0,6-9-1639,-13-3 1,-1-4-1639,10-10 2749,-16 7 0,1 1 528,17-8 0,-14 9 0,41-11 0,17-1 0,2 1 0,-12-1 0,-1-1 0,5 1 0,2-1 0,-13-2 0,4-1 0,-14-1 206,7-1 1,-12 1-1,4 1 1</inkml:trace>
  <inkml:trace contextRef="#ctx0" brushRef="#br0" timeOffset="106420">15003 15669 24575,'3'19'0,"-3"-10"0,4 12 0,-2-16 0,4 5 0,-1-8 0,1 0 0,7 0 0,17-9 0,-10 1 0,1-1 0,0 0 0,-1-2 0,-2 0 0,-4-3 0,-3-9 0,-8 4 0,-12-8 0,-21 8 0,8 5 0,-8 8 0,1 3 0,16 2 0,-17 5 0,39-3 0,0 0 0,8 2 0,-12-3 0,2 1 0</inkml:trace>
  <inkml:trace contextRef="#ctx0" brushRef="#br0" timeOffset="106904">15338 15651 24575,'12'21'0,"-8"-12"0,9 17 0,-10-21 0,1 6 0,-2-7 0,-5-14 0,1 4 0,-6-21 0,5 15 0,-9-17 0,7 18 0,-6-9 0,8 14 0,-5 0 0,-11 13 0,-4 2 0,5 0 0,-1 0 0,-3 3 0,4-2 0,18-6 0,1-3 0,7-4 0,-5 2 0,1-1 0</inkml:trace>
  <inkml:trace contextRef="#ctx0" brushRef="#br0" timeOffset="107190">15481 15598 24575,'0'19'0,"0"1"0,0 15 0,3 0 0,9-15 0,0-11-1639,11-13 1,1-3-1639,-7 2 3162,17-9 0,0-4 115,-17-1 0,2-1 0,-4-1 0,-8 1 0,-10-3 0,1 19 0,0 0 0</inkml:trace>
  <inkml:trace contextRef="#ctx0" brushRef="#br0" timeOffset="109795">10548 15334 24575,'10'-2'0,"3"1"0,-8 1 0,7-2 0,-6 2 0,15-4 0,-9 3-3277,20-3 0,-20 4 3047,17-7 230,-19 4 0,18-10 0,-10 4 0,1-2 0,-7 3 0,12-6 0,-5 1 0,6-4 0,-10 3 0,-1 2 0,0-1 3276,10-11 0,-2 8-3044,-5 0-232,2 3 0,-3-1 0,-8 11 0,11-10 0,-5 6-1639,3-1 1,1 0-1639,-4 0 2945,4 1 0,0 1 332,-5 2 0,7 0 0,2-1 0,1 3 0,-2-2 0,-1 1 0,-5 2-1639,4-2 1,-1-1 522,-7 3 924,9-2 1,-1-1 191,-9 1 3276,18-1-2348,0-3-928,-5 3 0,-3 1 0,-1 0 0,-7 1 415,14-2-415,9 1 0,-14-2 1638,5 1 0,1 0 1578,2 0-3216,4 0 883,2 2-883,-2 2 0,-13 0 0,1 0 0,5 0 0,-2 0-3277,4 0 2550,-2 0-2550,-1 0 1096,-13 0 542,13-1 1,-1-2 1265,-13 2 225,14-2 1,1-1 147,-7 1 0,3 0 0,1 1 0,-2-3 1720,17 1-1720,-2-1 0,-7 2 0,1 1 0,6-1 0,-16 2 0,-1 0 3276,1 0-2197,8-1-805,-5-1 0,2 0-274,-4 1 0,1-1 0,4-1 0,-2-1 0,3-2 0,7 0 0,-18-1 3276,9 1 0,-3-2-3044,7 0-232,7-1 0,-15 2 0,0 3 0,-3 1 0,-10 2 0,24-7 0,-18 5-3277,17-8 0,-16 8 2640,17-9 637,-21 10-1639,11-3 1,-1-1 513,-9 3-347,10-1 0,0 0 1472,-15 1 1194,17-1 1,1 0-1195,-8-1 127,5 0 1,1-1-128,3-4 0,-7 4 0,0 1 0,5-3 0,-4 3 0,-2 0 0,-10 2 0,15-3 0,0-1 0,-12 3 1638,15-3 0,4-1-660,0-2-978,-11 5 0,1-1 0,4-1 0,-2 0 0,-2 0 0,6 0 0,-1 0 0,-8 4-1326,7-3 1,-1 0 1325,-12 4-1639,13-4 1,-1 1 1540,-14 3-428,14-3 1,1-1 525,-10 3 0,6-2 0,1 0 0,-9 2-292,6-1 1,0 0 291,-8 4 0,16-7 0,2 0 0,-16 6 551,18-7 0,2 0-551,-14 4-658,13-3 1,0 1 657,-13 1 0,5 0 0,6 0 0,-6 1 0,-9 1 0,10-3 0,7-2 0,-6 3 0,-11 3-208,17-6 0,-2 0 208,-15 5 0,7-2 0,-1 0 0,-8 3 0,8-4 0,0 0 0,-10 5 0,15-7 0,1-1 0,-14 6 305,9-3 0,7-3 0,-4 2-305,0 0 0,7-2 0,0 1 0,-14 3 702,1-1 0,-1 0-702,-5 2 0,5-4 0,0 1 0,-8 5 762,18-10-762,-19 9 3276,19-5-2771,2-1-505,-1 2 0,-7 3 0,-2-1 2166,-4 1-2166,7-2 0,-2 0 3276,-11 3-1638,13-4 0,0-1-1464,-11 3-174,21-6 0,-23 7 0,23-8 0,-20 5-3277,19-5 0,-21 7 3014,8-1 0,0-1 263,-2-1 0,7 0 0,0-1 0,-3 0 0,3 1 0,1-1 0,-3 1 0,-1 0 0,6-3 0,1 1 0,2-3 0,-2 2 3276,-1 1-1638,-3 0 0,-3 2-936,-11 6-702,12-6 0,0 0-2728,-11 6 2728,15-7 0,-11 4 0,3-2 0,1 1 0,-1-3 0,-7 8 0,-4-3 0,-1 4 0,-7 1 0</inkml:trace>
  <inkml:trace contextRef="#ctx0" brushRef="#br0" timeOffset="110569">14617 15169 24575,'10'0'0,"17"-3"0,-8 3-1093,6 0 1,7 1 0,-6 0-2185,-2 1 2184,6 1 1,6 1 0,-9-1 2420,-15-2-1328,23 3 0,1-1 0,-23-2 0,11 1 0,-3 0 0,-15-2 1719,2 2-1719,-4-2 0,-3 0 0,1 0 0</inkml:trace>
  <inkml:trace contextRef="#ctx0" brushRef="#br0" timeOffset="111016">14981 14911 24575,'5'7'0,"5"12"-3277,-3 0 0,2 1 1638,-3 1 1,-2-2-1639,-1-8 3623,1 15 0,-1 3-346,-3-10-335,1 9 1,0 1 334,-3-4 3276,2 12-2889,-1-25 2889,-1-3-1074,-2-3 42,-2-4-2244,-8 2 0,8-3 0,-3 0 0</inkml:trace>
  <inkml:trace contextRef="#ctx0" brushRef="#br0" timeOffset="111716">12835 15139 24575,'6'20'0,"-1"-6"0,-4 11 0,-4 2 0,3-1 0,-3 9 0,3-7 0,1-7 0,2 6 0,4-9 0,-1-5 0,0 6 0,-1-11 0,-6 4-820,-3-6 1,0-1 0,0-5 0</inkml:trace>
  <inkml:trace contextRef="#ctx0" brushRef="#br0" timeOffset="112733">10766 15282 24575,'0'29'0,"1"-16"0,0 15 0,1-12 0,-1-8 0,2 8 0,-3-11 0,1 1 0,-1-5 0,0-7 0,1-15 0,0-2 0,-1 5 0,1-13 0,1 1 0,-1 17 0,3-10 0,-1 14 0,-2 9 0,1 18 0,-2-5 0,0 10 0,1 0 0,1-6-1639,0 3 1,0-1-1639,0-11 3219,4 9 1,-5-14-1,1 1 1</inkml:trace>
  <inkml:trace contextRef="#ctx0" brushRef="#br0" timeOffset="117012">16003 13245 24575,'5'13'0,"2"6"0,1 3 0,1 9-1093,-3-6 1,1 4 0,-2-3-2185,2 7 1735,-4-4 1,-1 2 38,-6-3 1,0-2 1502,0 5 0,-2-1 0,-3 7 0,1-7 1571,1 3-1571,-1-9 0,-2 7 0,0-1 0,2-5 0,-2 9 0,-3-4 0,-6 7 0,0 1 0,4-9 0,-1 2 0,0-4 0,-4 8 0,0 0 0,4-11 0,0-4 0,-2-1 0,-6 5 0,0 1 0,5-7 0,-4 0 0,2-4 0,-6 5 0,0-1 0,7-6 0,2-6 0,-4 2 0,-4 2 0,3-2 0,-6-3 0,8 1 0,1 0 0,-1-1 0,12-4 0,5 1 0</inkml:trace>
  <inkml:trace contextRef="#ctx0" brushRef="#br0" timeOffset="119212">15498 14269 24575,'6'24'0,"4"5"0,-7-13-3277,8 20 0,-10-24 1638,4 10 1,0 0 1568,-4-10 1970,3 23-1900,-4-21 0,-3-4 0,-14-19 0,4-4 1638,-4-3 0,-2-3 1267,-7-8-2905,9 6 0,1 0 0,-5-4 1820,7-5-1820,11 19 0,-5 6 0,-19 23 0,0 3 0,10-8 0,1 1-3277,-9 7 0,17-15 3047,-4 6 230,6 0 0,4-4 0,2 8 0,9-8 0,5-2-1639,9-2 1,1-2 378,-4 0 2017,4 0 0,5 0 0,-6-1-757,-6-1-806,10 2 0,-2-1 806,-17 0 0,4 1 0,-12-1 3276,-1-1-1689,1-9-1587,5-11 0,0 3 2910,1-6-2910,-20 17 0,-1 3 0,-9 4 2889,5 1-2889,27-13 0,3-1 0,11-5 0,-6 6 0,-1 1 0,-4 2 0,-6 2 0,-35 13 0,0 6 0,-1-5 0,1 1 0,-1 2 0,2-4 0,23-4 0,28-14 0,-12 8 0,-2 1 0,-10 3-3277,14-2 0,-5-1 3047,18-7 230,-14 7 0,-3 1 0,3 0 0,-9 1 0,-15 8 0,-6 4 0,0-2 3276,7-1 0,16-14-3044,8 3-232,-3-4 0,5 6 0,-17 1 0,-4 4 0,-10 3 0,3-3 0,9-1 0,22-8 0,-10 1 0,15-7 0,-19 5 0,12-10 0,-6 9 0,16-11 0,-17 12 0,4-6 0,-15 10 0,0-1 0,-12 2 0,4-1 0,-10 1 0,6-2 0,1 2 0,3 0 0,5 0 0,0 0 0,3 0 0,1 0 0,0 0 0</inkml:trace>
  <inkml:trace contextRef="#ctx0" brushRef="#br0" timeOffset="120320">15360 14329 24575,'14'-13'0,"0"1"0,10-8 0,0 0 0,-5 1 0,-11 7 0,0-4 0,2 2 0,-8 6 0,4-1 0,-6 4 0,2 7 0,-5 14 0,-5 9 0,1-2 0,-8 3 0,6-16 0,-13 14 0,13-18 0,-9 13 0,17-19 0,1 1 0,4-3 0,-7 2 0,-11 13 0,2-4 0,-5 4 0,1 0 0,7-7 0,-15 14 0,17-17 0,-1 5 0,9-9-3277,15 8 0,-5-7 2190,10 4 0,0 1 1087,-7-3-597,20 4 597,-27-5 0,3 0 0,-11-1 3276,-4 4-1027,1-1 510,-2 0-2759,4-2 0,1-3 0,-2 2 0</inkml:trace>
  <inkml:trace contextRef="#ctx0" brushRef="#br0" timeOffset="137501">14336 16796 24575,'13'0'0,"5"0"0,17-2-1639,-5 1 1,5-1 730,-9-1 1,2-1-1,0 0 908,5 1 0,0 1 0,1-1 0,-2-3 0,0-2 0,0 0 0,-3 1 0,7 1 0,-1 0 0,1-4 0,1-2 0,-5 2 0,3 0 0,-10 1 0,0-1 1774,2-2-1774,-4-12 0,-5 8 483,-7 0 1,-1-1-484,5 0 0,2-4 0,-5 10 0,1 1 3259,-2 7-3259,2-6 0,-2 9 0,-4-3 0,-3 3 0,-3 0 0</inkml:trace>
  <inkml:trace contextRef="#ctx0" brushRef="#br0" timeOffset="138363">15235 16505 24575,'-5'-8'0,"-4"-3"0,6 5 0,-4-1 0,7 4 0,0 3 0,3-2 0,15 5 0,-4-1 0,14 4 0,-13-2 0,6 3 0,-13-4 0,1 2 0,-9-2 0,2 5 0,-1 9 0,-3 9 0,2-7 0,-10-4 0,6-13 0,-5-2 0,6 0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2:21:04.385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7831 4934 24575,'35'1'0,"0"0"0,-4-2 0,2 0 0,-3 1 0,1-1 0,-2 0-946,3-1 0,-3 0 946,-6-1 0,-2 1 0,8-1 0,4-1 0,-16 3-3277,4-3 0,-12 3 4291,5-1-1014,-7 0 0,24-5 0,-13 4 0,10-4 0,-21 7 0</inkml:trace>
  <inkml:trace contextRef="#ctx0" brushRef="#br0" timeOffset="1721">19861 1355 24575,'-19'5'0,"1"-1"0,-6 7 0,1 0 0,5-2 0,0 1 0,-13 13 0,3-1 0,12-10 0,-8 13 0,2 1 0,12-10-1639,0 10 1,2 1-1639,7-10 1328,3 12 2709,14-4-760,-3-6 0,3 2 0,2 0 0,5-1 0,5-2 0,4-1 0,0-6 0,1-1 0,-8-2 0,0 0 0,1-1-1093,3 0 1,0-2 0,-3 0 621,-7-3 0,0 0-470,7 0 1,5 0-1,-7-2 941,-3-1 1411,5 1 0,2-2-1411,2-8-2393,-5-8 2393,4 4 1063,-13-4 0,-4-2-1063,-3 3 1638,4-7 0,0-3-1233,-7 4 1,-1 1-406,2 0 0,-2 0 0,-7-6 0,-3 0 0,-3 10 0,-1 1 3276,-7-13-1858,-2 11 0,-2 3-1418,-3 5 0,-2 2 0,-7 0 0,2 1-794,1 1 0,-1 2 794,3 2 0,-4 1 0,0 0 0,3 1 0,-4-2 0,0 2 0,4 2 0,-5 1 0,0 1 0,1 0 0,6 0 0,1-2 0,1 0 0,-7 4 0,-7 0 0,3 1 0,12-1 0,13-1 0,-10 1 0,4 1 0,14-4 0,-5 1 0</inkml:trace>
  <inkml:trace contextRef="#ctx0" brushRef="#br0" timeOffset="2691">20038 1939 24575,'-4'27'0,"0"0"0,1 2 0,0 3 0,0-8 0,1-4 0,0 5 0,0 5 0,0-7 0,0-11 0,-1 14 0,2-1 0,1-16 0,-1 19 0,1-19 0,-3 8 0,2-10 0,-3 8 0,2-6 0,-1 2 0,1-4 0,7-3 0,15 10 0,-1-4 0,1 1 0,-2 0 0,1 0 0,12 5 0,-2-1 0,-12-5 0,8 4 0,-2 0 0,-14-5 0,21 10 0,-22-13 0,3 3 0,-8-7 0,3 2 0,-2-4 0,-22-22 0,14 16 0,-17-16 0</inkml:trace>
  <inkml:trace contextRef="#ctx0" brushRef="#br0" timeOffset="3441">20012 2033 24575,'-17'24'0,"0"1"0,1-4 0,-1 0 0,-1 2 0,-3 3 0,-2 1 0,0 0 0,3-2-987,2-2 1,1-3-1,-1 1 987,-4 3 0,-2 2 0,2-1 0,5-7 936,5-4-936,-6 5 0,-8 7 0,1 0 0,5-6-508,-1 0 508,3-2 0,-5 5 0,-1 0 0,5-5 0,-5 1 0,2 2 0,-1 0 0,-1-3-1639,9-2 1,2-1-1030,1-3 2668,-5 6 974,11-8-974,0-3 0,0 3 0,12-8 719,2-4-719,19-10 0,-16 6 0,7-4 0</inkml:trace>
  <inkml:trace contextRef="#ctx0" brushRef="#br0" timeOffset="3892">20046 2109 24575,'11'22'0,"-5"-13"0,7 9 0,6 6 0,0-4 0,-2-6 0,3-1-656,5 3 1,7 4-1,2 1 1,0-1 0,-6-4-984,2 0 1,2-3 1091,-3-1 1,7 2 0,4 1 0,0 0 0,-4-2 0,-7-3-670,0-1 0,-1-1 1216,3 1 0,6 1 0,-1-1 0,-4 0-657,3 1 1,-5-1 656,-8-3 0,0-1 0,11 5 0,-4 0 0,-14-6 0,11 9 0,-23-12 0,1 3 0,-3-4 0</inkml:trace>
  <inkml:trace contextRef="#ctx0" brushRef="#br0" timeOffset="4589">19187 2859 24575,'0'30'0,"2"-11"0,0 1 0,-1 9 0,4-7 0,1-4 0,1-9 0,3 6 0,10-11 0,-5-2 0,5-4 0,0-1 0,10-2 0,5-5 0,0-1 0,-10 3 0,9-5 0,-3-1 0,-24 4 0,14-4-3277,-33-13 0,6 19 2621,-11-8 1,1 0-1,8 11 1,-10-7 0</inkml:trace>
  <inkml:trace contextRef="#ctx0" brushRef="#br0" timeOffset="5192">21137 2617 24575,'-18'21'0,"6"0"0,2 0-3277,2-6 0,-2 19 4713,7-14-1436,5 11 1145,-1-6-1145,7-2 0,5-1 0,2-10 0,2-3 0,-1 6 0,3-1 0,7-6 0,4-2 0,-6-2 0,1-2 0,4-2 0,5 0 0,-8-2 0,-10-2 0,16-5 0,-2-1 0,-17 2 1638,3-4 0,-4-3-941,-24-15-697,4 3-656,-2 10 1,-1 3-1,1 5 1,4 4 0</inkml:trace>
  <inkml:trace contextRef="#ctx0" brushRef="#br0" timeOffset="11053">3098 6603 24575,'1'-5'0,"1"2"0,2 1 0,19-17 0,-5 3 0,6-3 0,2-2 0,-8 8 0,0 0-1639,9-6 1,-1 2-1639,0 1 2770,-4 4 0,-1 0 507,-3 2 0,9-2 0,1 1 0,3-4 0,-7 5 0,3 0 0,1 2 0,2 0 0,-3 1 0,-9 1 0,1 0 0,9 0 0,6-2 0,-1 1 0,-10 2 0,-5 0 0,10-2 0,9-2 0,-7 2 0,-7 2 0,7-2 0,-1 0 0,-15 6 819,0-1 0,-12 2 0,-1 0 0</inkml:trace>
  <inkml:trace contextRef="#ctx0" brushRef="#br0" timeOffset="12198">3922 6240 24575,'0'16'0,"0"5"0,2-2 0,0-2 0,2-11 0,5-14 0,-3-1 0,8-16 0,-6 5 0,-1-13 0,-3 17 0,-1-18 0,-6 25 0,1-10 0,-1 12 0,8 5 0,15 3 0,2 4 0,14-2 0,2-1 0,-14 0 0,-1-1-870,5 0 0,2-1 0,-3 1 870,-7 0 0,-1 1 0,1-1 0,-2 1 0,-6 1 0,-5 0 0,-9-1 0,-15-2 0,7 0 0,-9 2 0,-4 1 0,-5 3 0,-1 1 0,-1 1 0,-1-1 1305,0 1 0,3-1-1305,-1 6 0,18-10 0,7 2 0,4-5 0,10 0 0,-2 0 0,10-2 0,3 0 0,-2-2 0,7 0 0,-1 0 0,-6-2 0,9 2 0,-18 2 0,-3 0 0,-9 2 0,-19 4 0,-10 2 0,-3 1 0,11-2 0,2-1 0,5-1 0,-6 1 0,19-7 0,1 1 0,2-11 0,0 3 0,0-2 0,-1 6 0,-1 4 0,0 1 0,1 1 0,1-2 0</inkml:trace>
  <inkml:trace contextRef="#ctx0" brushRef="#br0" timeOffset="18957">6688 7787 24575,'23'-5'0,"-1"-1"0,-2 1 0,1 0 0,1 0 0,0 0 0,-2 2 0,-2 0 0,-3 1 0,6-2 0,-2 1 0,0-3 0,-1 2 0,15-3 0,-15 5-1639,1-3 1,1 1-1639,-6 3 1638,10-2 1,-1 1 148,-13 1 1035,18 0 0,0-1 455,-15 2 0,6-2 0,2 0 0,3 0 0,0-1 0,-4 0 0,-1 0 0,2 1 0,-2-1 0,1 1 0,3 0 0,-1 0 0,6 1 0,2 0 0,-3-1 3276,-15 2-3006,10 0 0,8 0 0,-3 0-270,4 0 0,-3 0 0,6 0 0,-5 0 0,-6 0 0,-3 0 0,-1 0 0,-1 0 1361,5 0-1361,-20 0 0,5 0 0,7 0 0,-6 0 0,15 0 0,-17 0 0,3 0 0,-9 0 0</inkml:trace>
  <inkml:trace contextRef="#ctx0" brushRef="#br0" timeOffset="21345">3248 8762 24575,'5'0'0,"1"0"0,4 0 0,2-1 0,20-4 0,-14 3 0,14-2 0,-12 2 0,-7 2 0,3-1 0,-12 1 0,5 0 0,-5-2 0,0 2 0,-3-2 0</inkml:trace>
  <inkml:trace contextRef="#ctx0" brushRef="#br0" timeOffset="22265">3983 8802 24575,'26'-2'0,"-9"2"0,4 0 0,2-1 0,9-1 0,-1 1 0,0 0 0,-11 0 0,-1 0 0,7 0 0,0 0 0,4 1 0,-1 0 0,6 0-829,-7 0 1,-1 0 828,-8 0 0,1 0 0,11 0 0,7 0 0,1 0 0,-5 0 0,1 0 0,2 0 0,-8 0 0,7 0 0,5 0 0,0 0 0,-2 0 0,-5 0 0,-7 0-1639,-2 0 1,-2 0 898,5 0 1,6 0-1,1 0 1,-4 0 739,-3 0 0,-2 0 0,-2 0-1639,5 0 1,1 0 1340,-2 0 1,3 0-1,-2 0 122,3 0 1,2 0 175,0 0 0,3 0 0,-4 0-431,-5 0 0,1 0 431,6 0 0,4 0 0,-2 0 0,-7 0 0,-2 0 0,-2 0 0,-3 0 0,-1 0 0,6 1 0,4-1 0,-6-1 3276,2 0-3130,-6-1 0,1 1 323,12-1-469,-8 1 0,8 0 0,0 0 0,-5 0 0,-7 1 0,1 0-127,4 0 1,6 0-1,2 1 1,0-1 0,-7 1 126,6 2 0,-3 0 0,-2-1 0,2 0 0,-5 0 0,10 3 0,-17-4 0</inkml:trace>
  <inkml:trace contextRef="#ctx0" brushRef="#br0" timeOffset="24123">5358 8859 24575,'0'5'0,"5"9"0,-1-9 0,4 8 0,-2-7 0,-3-1 0,3 4 0,-4-4 0,12 15 0,-6-8 0,13 14 0,-8-12-3277,9 6 0,-12-12 1741,8 5 1,0 1 1535,-6-6-115,7 4 1,2 0 114,-1-3 0,1-2 0,1 0 0,3 1 0,5-2 0,1-1 0,-1-3 0,6 2 0,-1-1 0,-11-1 0,0 0 0,5-1 0,-5 0 0,4 0 0,-2-1 0,10 0 0,3 0 0,0 0 0,-8 0-990,-1 0 1,1 0 989,-3 0 0,7 0 0,3 0 0,0 0 0,-3 0 0,-6 0 0,6 0 0,-2 0 0,-3 0 0,6 0 0,1 0 0,-2 0 0,-6 0 0,0 0 0,0 0 0,0 0 0,6 0 0,-2 0 0,-8 0 0,6 0 0,-7 0 0,5 0 0,-4 0 3276,6-2-2773,0 1 1,-1-2-504,-6-4 0,2 0 0,1-2 0,-9 1 0,0 0 489,13-2 0,2 1-489,-9 2 0,0 0 0,1 2 0,1 0 0,-2 1 0,-5 1 0,-1 0 0,15-2 0,6-1 0,-7 1 301,-3 1-301,-4 1 0,7-1 0,0 0 0,-7 1 0,6-3 1141,2 2 0,-2 0-1141,-10 0-398,5 1 398,-6-1-3277,10-1 3084,-14 2-474,11-3 1,2-1 666,0 1 0,5-2 0,1 0 0,-15 2 0,-1 0 0,14-3 0,0-1 0,-12 3 0,-1 0 0,5 1 0,3 1 0,-4-1 0,-5 0 0,-1 0 0,17 1 0,-2 0 663,-11-2-663,11 1 0,-2 1 296,-17 2-296,10-2 0,-2-1 0,-11 4 3276,11-6-485,-7 2-627,2 2-2164,-3 0 0,-3 1 0,-2 2 0,-4-3 0,-4 4 0,0-1 0,1 1 0,18-5 0,-9 4 0,13-3 0,-19 4 0,-1 0 0</inkml:trace>
  <inkml:trace contextRef="#ctx0" brushRef="#br0" timeOffset="25431">11237 8810 24575,'26'0'0,"1"-1"0,6 0 0,3 1 0,3-1 0,-4 1 0,1-1 0,1 1 0,0-1-820,-2 1 1,0 0 0,0-1 0,1 1 163,-5 0 1,2-1-1,-1 1 1,-2-1 0,-3 1 216,5 0 0,1 0 439,-5-1 0,4 0 0,2 0 0,-2 1 0,-4-1-1639,3 0 1,-1 0 1412,0 0 0,4 1 1,1 0-1,1-1 226,-6 0 0,0 0 0,1 0 0,-1-1 0,1 2-312,-1-1 1,0 1-1,0 0 1,0 0 0,1 0 311,2-1 0,1 0 0,0-1 0,0 1 0,-2-1-576,7 1 0,-1 0 0,-2 0 0,-5-1 576,-2 1 0,-2-1 231,-2-1 0,3 1 1,-6 0-232,3 0 2824,2-3-2824,2 3 0,-13 1 3276,10-1-2330,-16 1-127,7-1 0,-10 1 0,0 1 0</inkml:trace>
  <inkml:trace contextRef="#ctx0" brushRef="#br0" timeOffset="26108">11177 9333 24575,'10'-1'0,"15"-6"-3277,-10 2 77,10-4 4079,-7 3 1,1-1-880,10-4 0,0-1 0,-3 2 0,-1 0-603,10-5 1,-4 1 602,-13 2-830,3 0 1,0-1 829,-2-2-1234,1 2 1,-1 0 1233,-7 2-148,5-1 0,1 1 148,-8 2 0,12-4 0,-18 10 0,-2 3 0</inkml:trace>
  <inkml:trace contextRef="#ctx0" brushRef="#br0" timeOffset="26637">11597 9117 24575,'15'0'0,"15"0"0,-21 0 0,14 0 0,2 0 0,-9 0 0,5-1 0,-1 0 0,-10 0 0,0-3 0,-14 1 0,1 1 0,-13-7 0,5 4 0,-16-9 0,15 11 0,-22-6 0,20 8 0,-6-3 0,28 4 0,16 4 0,-6-3 0,0 3 0</inkml:trace>
  <inkml:trace contextRef="#ctx0" brushRef="#br0" timeOffset="28638">24360 1833 24575,'-2'13'0,"0"20"0,-2-8-1093,9 0 1,4 5 0,-2-5-2185,0-1 1638,3 3 1,4-2 2966,10-3-1328,-6-11 0,1 0 859,-4 2 1,2 0-860,9 0 0,5 0 0,-3-3 0,-10-4 0,1-1-761,6 2 0,5 1 1,1 0-1,-5-2 761,-1-1 0,-1-2 0,1 0 0,1-1 0,0-1 1342,5-3 1,-2-2-1343,-11 2 0,1-1-507,13-4 0,-1-1 507,2-2 0,-4-2 0,2-1 0,-11 5 0,1-1 0,4-5 0,2-1 0,-4 2 0,1 2 0,1-6 0,-2-1 0,-9 0 0,0 1 3276,-3-3-3032,-8 12 2834,-1-18-3078,-1 9 0,-5-3 0,-2 0 0,-2 5 1558,-14-14-1558,-3 12 0,-1 2-1510,0-2 1510,-1 4 0,-11-2 0,-1 0 0,8 4-968,11 4 1,-3 0 967,1 2 0,-8-1 0,-5-1 0,-3-1 0,-2 0 0,0 1 0,3 0 0,4 1 0,6 1 0,-4 0 0,6 1 0,-5-1 0,0 1 0,-7 0 0,-4-1 0,-2-1 0,1 1 0,3 1 0,7 0 0,7 2-1639,5 0 1,2 1 849,-8-1 1,-4-1-1,5 2 789,-1 3 0,12 0 226,-9 2 1,18-2 0,5 1 0</inkml:trace>
  <inkml:trace contextRef="#ctx0" brushRef="#br0" timeOffset="30154">24922 2312 24575,'27'18'0,"-14"-12"-1639,13 14 1,1 2-1639,-13-14 1638,3 5 1,0 1 2966,7 8-1328,-9-6 0,0 0 0,-1-2 0,0 1 0,6 9 0,-2 0 0,-4-5 90,0 2 1,2 1-91,4 1 0,-7-6 0,1-1 0,6 2 0,5 8 3276,-23-23-530,-28-17-3457,8 3 711,-14-7 0,-2 1-820,12 7 1,-11-4 0,19 8 0</inkml:trace>
  <inkml:trace contextRef="#ctx0" brushRef="#br0" timeOffset="30589">24666 2323 24575,'-5'9'0,"-8"8"0,-3-1 0,-1-1 0,-5 3-1093,-2 1 1,-3 2 0,2-2-547,4-3 1,0 1 545,-7 3 1,-4 3 0,6-3 1362,9-7 0,1 0-270,-8 8 0,1-1 912,7-8 1,2 1-913,-6 6 0,3-2 0,7-4 0,-6 6 0,0 1 0,4-3 0,-5 11 0,8-16 3276,5-2-2484,0-3 1,4-5 0,0-1 0</inkml:trace>
  <inkml:trace contextRef="#ctx0" brushRef="#br0" timeOffset="31289">23879 2959 24575,'-17'18'0,"2"1"0,8-9 0,-1 17 0,5-15 0,-1 19 0,12-8 0,-4-6 0,13 15 0,-8-20 0,17 15 0,-10-12 0,14 1 0,-18-8 0,8-2 0,1-2 0,-6-1 0,16-1 0,11-1 0,-5 0 0,-12-1 0,0-2 0,5-3 0,8-3 0,2-1 0,-2 1 0,-8 1 0,-4 3 0,-2-3 0,4-5 0,5-4 0,-2-1 0,-11 5 0,-10 5 0,5-9 0,-3 0 0,-9 10 0,4-25 0,-7 23 0,-4-13 0,-4 0 0,-1 9 0,-3-4 0,-1 1 0,-5 0 0,-11-5 0,6 7 0,-9-2 0,-3 1 0,4 2 0,6 4 0,-7-1 0,0 0 0,6 1 0,7 4 0,0 0 0,-11-2 0,-4-2 0,6 3 0,5 2 0,3 1 0,1 1 0,9 1 0,-7 3 0,13-1 0,-2 4 0,4-4 0,1 2 0</inkml:trace>
  <inkml:trace contextRef="#ctx0" brushRef="#br0" timeOffset="32173">25256 2760 24575,'-13'13'0,"0"2"0,-1 3 0,-1 2 0,1 2 0,-1 3 0,0 0-1639,2-3 1,3-2-1639,2 5 0,7 3 1697,-1-16 2358,5 8 1,1 0-779,1-7 0,6 6 0,3 0 0,-1-3 0,1-3 0,1-1 0,-2-3 0,19 6 0,-13-10 0,13 3 0,-2-6 0,-10-2 0,17 0 0,-17-2 0,4-1 0,2-2 0,1-2 0,-1 0 0,-1 0 0,-6-2 0,0 0 0,0-1 0,-1-3 0,8-4 0,-7-3 0,-11 12 0,10-20 0,-13 16-1871,6-22 1871,-9 20 2156,-1-19-2156,-2 24-359,-8-25 359,3 20 0,-3-6 0,-1 0 0,3 7 0,-4-5 0,-1 1 0,1 4 0,-11-5 0,-4 1 0,-2 2 0,-5 1 0,-1 2 0,1 3 0,7 5 0,-3 0 0,3 1 0,4 0 0,1 1-272,-11 0 1,3 1 271,9 1 3276,8 0-1594,10 1-1682,1 1 0,1 0 0,2-1 0</inkml:trace>
  <inkml:trace contextRef="#ctx0" brushRef="#br0" timeOffset="33817">26966 1414 8191,'4'37'0,"0"-1"0,-1 1 0,1 0 0,0 0 0,-1 0 0,1 0 0,0 0 0,-1 0 0,1 0 0,0 0 0,0-5 0,0-1 0,0 3 0,0 6 0,-1-12 0,0 4 0,0 3 0,0 2 0,0 2 0,0 1 0,1 1 0,-1 1 0,1-1 0,-1 0 0,0-1 0,0-1 0,0-3 0,0-2 0,-1-3 0,2 6 0,-1-4 0,0-2 0,0-1 0,-1 0 0,1 3 0,0 4 0,-1-7 0,0 1 0,0 2 0,0 2 0,0 1 0,0 0 0,0 1 0,0 1 0,1-1 0,-1 0 0,0-1 0,0 0 0,0-2 0,0-1 0,0 5 0,0-1 0,1-1 0,-1-1 0,1 0 0,-1 0 0,0-1 0,0 0 0,0 1 0,0-1 0,-1 3 0,0-1 0,0 0 0,0 0 0,-1 0 0,0 0 0,1 0 0,0 2 0,-1 1 0,1-5 0,0 3 0,1 1 0,-1 1 0,0 0 0,1 0 0,-1 0 0,0-1 0,0-2 0,0-1 0,0-2 0,0-2 39,-1 4 0,0-4 0,0-1 0,0-1 0,0 1 0,0 5-39,1-2 0,-1 3 0,1 3 0,0 2 0,-1 1 0,1-1 0,0 0 0,0-3 0,-1-3 0,1-4 0,-1-6 0,1 4 0,-1-7 0,0 4 0,1 5 0,-1 7 0,1 3 0,0-1 0,0-4 0,-1-9 1072,0-6 0,0-1-1072,2 9 0,0 5 0,1-8 3207,0-6-3207,4 12 0,1-2 0,0-21 819,3 9 0,-7-15 0,-2-2 0</inkml:trace>
  <inkml:trace contextRef="#ctx0" brushRef="#br0" timeOffset="37051">26820 1512 24575,'8'0'0,"-2"0"0,14-2 0,-7-2 0,19-4 0,-6 2 0,0 0 0,5-2 0,-3 1 0,-5 2 0,1 0-353,5-2 0,3 0 1,-5 1 352,-2 0 0,-6 3 0,-16 2 0,-7 1 0,1 0 0</inkml:trace>
  <inkml:trace contextRef="#ctx0" brushRef="#br0" timeOffset="40035">26960 5286 24575,'16'2'0,"9"1"0,2-1 0,7 0 0,-5 0-962,-10 0 0,2 0 962,6 0 0,8-1 0,2 0 0,-2 0 0,-7-1-1639,-7-1 1,-1 0 545,11 1 1,6 0 0,-5 0 698,-10-1 1,-2 1 1677,13 0-1284,-2 0-65,-12-3 1,-17 2-1,-2-2 1</inkml:trace>
  <inkml:trace contextRef="#ctx0" brushRef="#br0" timeOffset="41270">28220 1979 24575,'-8'-1'0,"0"-1"0,-13-4 0,2 4 0,-4-1 0,-4 2-996,5 2 0,-2 2 996,-4 1 0,-4 1 0,0 0 0,3 0 0,-2 0 0,0 2 0,-1 2 0,-4 1 0,2 1 0,7-2 0,0 4 0,1-2 0,4 0 0,19-4 479,-2-4-479,19 14-1639,7-3 1,1-1-1368,7 7 3006,-6-7 0,4-2-1069,-2-3 1,4-1-1,-4 0 1069,-4-1 0,1 0-150,9 2 1,6 0 0,-6-1 149,-11-2 0,-1 0-54,5 0 0,0-1 54,6 5 0,-3-2 3276,-7 2-2133,-12-5 2133,8 2-2039,-14-3 1143,-2 0-2380,-16 6 0,5-3 0,-23 8 0,16-7 0,0 0 0,-1 1 0,4-1 246,-11 4-246,18-8 0,-4 1 0,3-4 0,2-3 0,2 2 0,3-1 0</inkml:trace>
  <inkml:trace contextRef="#ctx0" brushRef="#br0" timeOffset="41588">28370 2134 24575,'25'-5'0,"0"0"0,6 0 0,-2-1 0,5-2 0,-3 1 0,-9 2 0,0-1 0,6-2 0,4-1 0,-5 1 0,7-7 0,-13 6 0,-3 1 0,-8 1 0,-2-5 0,-6 4 0,1 1 0,-3 1 0</inkml:trace>
  <inkml:trace contextRef="#ctx0" brushRef="#br0" timeOffset="41887">28620 1907 24278,'-6'32'0,"2"-8"0,1 5 0,-1-2 0,1-2 0,-1 0-1093,1 7 1,0 3 0,0-6-2185,-2 2 1638,3 4 1,1 1 2555,-1-1-917,1 0 0,2 0 0,2-6 1815,1 2-1815,9-5 48,-4-12-48,6 9 0,10-18 0,-7 0 0,2-5 0,-10 0 0</inkml:trace>
  <inkml:trace contextRef="#ctx0" brushRef="#br0" timeOffset="42765">28792 2174 24575,'-34'-7'0,"1"1"0,25 6 0,-5 8 0,9 8 0,-3 8 0,5-1 0,0-8 0,4 0 0,9 6 0,0-2 0,7 4 0,2-12 0,-6-3-3277,14-3 0,-18-4 3047,9-1 230,-10-3 0,7-6 0,6-11 0,-2-2 0,-1-4 0,-11 10 0,-2 5 0,-2-4 3276,-3 4 0,2-1-3044,-3 10-232,0 15 0,0-2 0,2 14 0,2-11 0,-1 1 0,3-1 0,-4-9 0,4 5 0,-3-4 0,15-2 0,-6-3-820,7-2 1,-12 1 0,-6 0 0</inkml:trace>
  <inkml:trace contextRef="#ctx0" brushRef="#br0" timeOffset="43706">28839 2187 24575,'-15'-1'0,"-8"2"0,15 0 0,-25 11 0,19-7-1639,-6 6 1,1 1-1639,9-6 1328,-11 12 1949,13 12-2818,2-9 2818,1 11-100,21-4 100,-6-17 0,13 10 3276,-13-16-2065,6-2-1211,-6-3 0,6 1 3276,-9-2 0,8-5-2894,-7 0-382,9-8 0,-10 9 0,9-22 0,-9 18 0,5-13 0,-1-3 0,0 6 0,-1-3 0,0 0 0,-6 7 0,5-9 0,1-1 0,-4 6 0,4-10 0,-1-1 0,-4 4 0,0-10 0,-5 15 0,-2 2 0,-1-1 0,-2-9 0,2 22 0,1 11 0,4 12 0,1 6 0,-1-1 0,-1 3-361,4 8 1,0 4-1,2 1 361,-2-8 0,1 2 0,1-1 0,0-1-1093,3 6 1,1-1 0,0-1 42,-4-3 1,0 0 0,4-5 340,11 1 1,0-7 708,-9-9-202,6 4 1,0-2 201,-7-8 155,1 1 1,-8-4-1,0-1 1</inkml:trace>
  <inkml:trace contextRef="#ctx0" brushRef="#br0" timeOffset="59673">26603 15352 24575,'-18'-1'0,"5"1"0,-7-2 0,8 2 0,-3-1 0,0 0 0,-3-1 0,-1-1 0,-1 1 0,2 0 0,-6-2 0,0 1 0,6 1 0,-4 0 0,-1 0 0,2 1 0,0 0 0,0 1 0,7-1 0,-11 1 0,-2-1 0,1 1 0,3 0 0,-4 0 0,2 0 0,6 0 0,0 1-1639,-18 0 1,0 0 1473,17 0 0,0 1 165,-14 1 0,0 0 0,15-2 0,-1 0 0,-9 3 0,-4 1 0,5-1 0,-7-2 0,5 3 0,2-1 0,10-2 0,10 0 0,-15 1 0,15 0 0,-15 2 0,15-1 0,-17 5 0,19-5 0,-9 5 0,-2 2 0,1-1 1638,0 3 0,0 0-1307,-3 7-331,4-1-3277,-3 7 0,12-14 2866,-7 19 411,9-20 0,-2 16 0,3-14 0,3 5 0,0 2 0,0 9-1639,1-9 1,1-1 438,1 0 1200,10 15 0,-8-26 121,7 19-121,-1-13 0,-3-4 0,15 16 0,-13-16 0,16 13 0,-16-14-1517,8 4 0,2 0 1517,-7-4 410,9 5 0,1-1-410,-12-8 542,10 3 0,6 2 1,-2-2-543,-4-3 0,0-1-313,11 1 0,6 2 0,0-2 313,-2-2 0,1 0 0,-1-1 50,0 0 0,-1 0 1,1 0-51,-5-1 0,0 1 0,1-1 0,0 0 0,0 0 0,1 0 0,-1-1 0,-3 1 0,4-1 0,1 0 0,-5 0 0,6 1 0,1-1 0,-3 1 0,-7-1 0,-5 1 0,0-1 0,4 1 0,7-1 0,4 1 0,0 0 0,-3 0 0,-6-1 0,-1 0 0,1 0 0,3 1 0,8 0 0,2-1 0,-3 1 0,-8-1 0,-9 0 0,-1 1 0,16-1 0,7 0 0,-7 0 1974,2-1-1974,-10 1 0,8-1 0,0 1 0,-4 0 22,2 0 1,0 0-23,-5 0 0,4 0 0,2-1 0,1 1 0,1-2 0,-1-1 0,3 0 0,1-1 0,0-1 0,-3 1 0,-3 1 0,-2 0 0,-3 1 0,0 0 0,4-1 0,0 0 0,4-2 0,3 0 0,2-1 0,-1 0 0,-2 1 0,-4 0 0,-6 1 0,-1 0 0,-4 1 0,2 0 0,8-3 0,5 0 0,0 0 0,-3 1 0,1 0 0,-2 1 0,-6 0 602,-9 1 1,0-1-603,9 0 0,5 1 0,-6-1 0,1-3-107,2 4 1,-1 0 106,-8-1-821,8-2 0,1 1 821,-11-1 943,11-2 1,0-2-944,-11-7 0,3 5 0,-8-11 0,-4 6 3276,0-1-1084,-1-3-5004,-1 1 2812,-5 8-391,2-17 391,-5 18 0,-1-19 0,-2 16 0,-8-20 0,4 20 0,-4-6 0,0 1 0,2 8-1639,-2-6 1,0 2 508,5 9 1088,-11-16 42,11 16 0,-20-14 0,13 12 0,-13-4 0,-3-1 3260,-3 0-3260,2 4 0,-6-2 0,3 2 0,10 2 0,-1 1 0,-3 1 0,-5-1 0,-3 0 0,3 1 0,7 0-1639,3 1 1,2 0 1471,-12-1 1,-5 1 0,3 0 166,1-1 0,1 1 0,-2 3 0,-1-1 0,10 0 0,-1-1 0,0 1-690,-6 0 1,-2 0 0,4 0 689,1 2 0,-2-1 0,1 1 0,-6-1 0,-3 0 0,-2 0 0,1 0 0,5 1 0,0 0 0,-1 1 0,-1-1 0,-1 1 0,-2 0-169,7 1 0,-1-1 0,-2 1 1,-1 0-1,0 0 0,0 1 0,0-1 1,1 0-1,1 0 0,2 0 169,-3-1 0,1 0 0,1 0 0,1 0 0,0 1 0,0 0 0,-1 0 0,0 1 0,-2 1 0,0 0 0,0 0 0,1 1 0,2-1 0,3 0 0,6-1 1085,-12 1 1,5 1-1086,-2 2 0,-1 1 0,7 0 0,4-1 3276,-7 3-3206,25-7 3206,-3-2-3246,-17 4 0,13-3 0,-9 1 0</inkml:trace>
  <inkml:trace contextRef="#ctx0" brushRef="#br0" timeOffset="64743">17107 7952 24575,'7'0'0,"10"5"0,5 2 0,-5-4 0,3 0-1093,6 2 1,4 1 0,-3-1-547,-5-3 1,1 0 982,4 0 1,6 0-1,3 0 1,-1-1 0,-5 0-299,-2 0 0,-3-1 0,3 0 954,3 1 0,5 0 0,1 0 0,-1 0 0,-4 0 0,1-1 0,-3 0 0,1 0 0,3 0 0,1 0 0,-1 0 0,2 0 0,2 0 0,-9 0 0,4 0 0,-2 0 0,-4 0 0,-5 0 0,0 0 0,6 0 0,5 0 0,0 0 0,-5 0 792,-4 0 0,-1 0-792,11 0 0,6 0 0,-2 0 0,-7-1 0,-1-1 0,-1 1 0,-2 0 0,0 1 0,0 0 0,2-2 0,0 1 0,-5 0 0,5 1 0,0 0 0,0 0 0,-1-2 1638,-4 2 0,1-1-1167,12-3-471,-9 3 0,-2-1 0,2 0 0,0 0 0,7 0 0,-7 0 0,-5 1 0,1-1 0,5 0 0,-1 0 206,-3 2 1,-1 0-207,0-1 0,3 1 0,0 0 0,5 0 0,0 1 0,-4-1 94,4 0 0,2 0-94,-5 1 0,6 0 0,1-1 0,-1 1 0,-6-1 0,5 0 0,-2-1 0,0 1 0,4 0 0,-1 0 0,-4-1-769,-4-1 1,0 0 768,3-1 0,3 0 0,-5 0 0,-8 1 0,0 0 0,6-2 0,7 0 0,-1-1 0,-4 2 0,-4 2 0,2-1 0,2-1 0,7 0 0,2-2 0,-2 1 0,-5 0-972,5 0 1,0 0 971,-4 1 0,5 0 0,1-1 0,-1 1 0,-5-1 0,-1 0 0,0-1 0,-1 2 0,0 0 0,-1 1 0,3 0 0,5-1 0,3-1 0,-1 1 0,-8 0 0,-9 1 0,-1 0 0,15 0 0,7-1 0,-8 2 0,-4-1 0,0 1 0,7 0 0,-5 1 1266,-9 0 1,0 0-1267,3 0 0,5 0 0,-1 0 0,-3 0 0,-3 0 0,0 0 0,7 0 0,6 0 0,0 0 0,-6 0 0,-2 0 0,0 0-820,1 0 1,5 0 0,0 0 0,-5 0 529,2 0 0,0 0 290,-2 0 0,3 0 0,1 0 0,-4 0-144,4 0 0,0 0 144,-6 0 0,4 0 0,-1 0 0,-5 0 0,3 1 0,-2-1 0,1 0 0,3 0 0,-5-1 0,8 2 0,1 0 0,8-2 0,-10 1 0,-6 1 0,-1-1 0,10 0 0,5 1 0,-3-1 0,-7 0 0,-4 0 0,0 0 0,1 0 0,6 0 0,5 0 0,-1 0 0,-3 0 0,-8 0 0,1 0 0,-1 0 0,1 0 0,8-1 0,2 1 0,-3 0 0,-6-1 0,-1 1 0,-1 0 0,1-1 0,6 0 0,-2 0 0,-5 1 0,10-1 0,-11 1 0,3-1 0,-3 1 0,-6 0 0,0 0 0,7-1 0,2 1 0,-3-1 0,-7 1 0,0 0 0,7 0 0,4 0 0,1 0 0,-4 0 0,-2-1 0,1 0 0,2 1 0,7 1 0,1-1 0,0 0 0,-7 0 0,6 0 0,-1-1 0,-2 0 0,3 1 0,1-1 0,-7 1 0,-4 0 0,0 0 0,5 0 0,3 0 0,-4 0 0,-7 0 0,-1 0 0,9 1 0,0-1 0,-8 1 0,-2-2 0,-1 1 0,2 0 0,6 1 0,3-1 0,-2 1 0,-5-1 0,1 0 0,7 0 0,6 1 0,0 0 0,-8-1 0,1 1 0,0 0 0,-1 0 0,5-1 0,0 0 0,3 0 0,-3 1 0,3 0 0,1 0 0,-2-1 0,-5 1 0,2-1 0,-2 0 0,4 0 0,4 0 0,-6 0 0,-9 0 0,-1 0 0,6 0 0,4 0-324,-3 0 0,5 0 1,0 0-1,-6 0 324,-6 0 0,0 0 0,12-1 0,5 1 0,-7 1-173,1 0 173,-5 0 0,4-1 0,-2 0 0,3 1 0,1 0 0,-8-1 0,2 0 0,-1 0 0,1 0 172,1-1 0,0 1 0,1-1 0,-1 1-172,1 0 0,0 0 0,0 0 0,3-1 0,-3 1 0,2 0 0,2 0 0,0-1 0,-2 1 0,-2 0-435,1-1 0,-1 1 0,-2-1 0,2 1 435,8 0 0,2 0 0,-3 0 0,-6 0 0,-7-1 0,-6 0 1818,6 1-1818,-1 0-13,4 1 1,3 0 12,-12 1 0,0 0 0,6-1 0,2 1 0,0-1 0,3 1 0,2 0 0,0 0 0,5 0 0,-1 0 0,-4 0 717,-1-1 0,2-1-717,-4 1 0,6 0 0,4 0 0,-1 1 0,-1-1 0,-7-1 0,0 0 0,-5 0 0,4 0 0,2 0 0,4 0 0,2 0 0,-2 0 0,-3 0 0,4 0 0,-2 0 0,-4 0 0,0 0 0,-1 0 0,1 0 0,-2 0 3276,-4 0-3189,-4 0 0,4 0-1065,1 0 1,2-1 0,-2 1 977,-4-1 0,0 1 0,6 0 0,4-1 0,-2 1 5,-6 0 1,3 0-6,1 0 0,7 1 0,2 0 0,0-1 0,-4 1 35,-1-1 1,-2 0 0,4 0-36,-2 1 0,5-1 0,2 1 0,-1-1 0,-4 1 0,-6-1 0,-1 0 0,-1 0 0,7 0 0,7 0 0,-2 0 0,-9 0 914,-1 0-914,7 0 0,8 0 0,-10 0 3276,-12 1-2797,11-1 0,3 1-479,-1 3 0,-4-4 0,6 0-1093,1 1 1,4 0 0,-4 0 740,-5-1 0,1 0 352,0 0 0,8 0 0,2 0 0,-4 0 0,-9 0-757,7 0 757,-6 0 0,9 0 0,-1 0 0,-5 0 0,-7 0 0,-1 0-201,8 1 1,2 0 200,-7-2 0,0 0 0,-2 1 0,-1 1 0,-1-1-77,8-1 1,-1 0 76,-10 1 0,0 0 0,9 2 0,-1-1 0,3 0 0,-4 0 0,4-1 0,-6 0 0,-5 0 0,4 0 0,8 0 0,1-1 0,-9 2 3276,-1-1-2746,7 0 0,9 0 1,-6 0-531,-12 0 0,-1-1 1411,11 1 0,1-1-1411,2 1 0,-4 0 0,-3 0 0,-4 0 0,5 1 0,-4-1 0,6 1-727,-6-1 1,5 1-1,-4-1 727,-6 0 0,-1-1 246,13 1 1,-2-1-247,0-1-574,7 1 574,-24-2 0,-3 3 430,2-3-430,12 2 0,-10-1 0,4 1 0,2 0 204,2 1 0,1 0-204,-2 0 0,2 0 0,3 0 0,3-1 0,-3 1 276,11 0-276,-12 0 0,-2 0 0,-7 0 616,-4 0-616,-2-1 0,-3-1 0,1 0 0,-6 1 0</inkml:trace>
  <inkml:trace contextRef="#ctx0" brushRef="#br0" timeOffset="67714">17169 12641 24575,'0'0'0</inkml:trace>
  <inkml:trace contextRef="#ctx0" brushRef="#br0" timeOffset="68494">17721 12036 24575,'6'0'0,"11"-4"0,-7 1 0,4-1 0,-9 2 0</inkml:trace>
  <inkml:trace contextRef="#ctx0" brushRef="#br0" timeOffset="70597">31866 10776 24575,'-3'6'0,"-2"11"0,2-7-3277,1 22 0,1-23 1047,11 22 2230,-4-22 1758,14 17-1758,4-12 0,-4 1 0,8-5 0,-17-5 0,15 0 0,-15-5 0,13 0 0,-16-2 3276,5-7 0,0-2-3164,0-11-112,-3 8 362,-4-9-362,-4 8 0,-1-1 0,-3-11 0,0 17 0,-3-6 0,0 14-3277,-7 7 0,6-2 3047,-18 15 230,12-5 0,-4 3 0,10-8 0,16-9 0,-3-1 819,5-3 0,-9 3 0,-2 1 0</inkml:trace>
  <inkml:trace contextRef="#ctx0" brushRef="#br0" timeOffset="79957">5434 14730 24575,'-2'12'0,"-1"11"0,0 2-3277,2-6 2681,-2 9 0,0 4 596,-1 3 0,0 0 0,1-10 0,1 2 0,-2 6 0,0 8 0,0 0 0,0-8-1639,0-8 1,1 0 1121,-1 7 1,1 5 0,1 3 516,0-10 0,0 2 0,0 1 0,0 1 0,1 2 0,-1-6 0,1 2 0,1 0 0,-1 1 0,0 0 0,0 0 0,0-1-414,0 3 0,0-1 0,0-1 0,0 1 0,-1 0 0,1 0 414,0 1 0,0 1 0,0 0 0,0-1 0,0-1 0,1-2 0,-1 2 0,2-3 0,-1-1 0,1 0-721,0 1 1,0-1-1,0 0 1,0 0 720,0 0 0,0-1 0,0 0 0,0-2 38,2 2 1,0-2 0,-1-5-39,-1 3 0,-1-5 0,1 2 839,-1 3 0,-1 0-839,1-4 0,0 1 0,-1 11 0,0 0 0,1-11 0,-1-1 0,2 12 0,-1-3 3276,1-8-3029,2 4 0,1-1-247,0-14 0,2 14 0,-2-19 3276,-2-1-2686,4-5 1,-5 2 0,3-2 0</inkml:trace>
  <inkml:trace contextRef="#ctx0" brushRef="#br0" timeOffset="80409">4979 16939 24575,'8'3'0,"8"3"0,5 7 0,2 2 0,-3-4 0,1 1-1093,3 4 1,3 1 0,-3-1-547,-3-3 1,1 1 978,0 1 1,4 3 0,0 0 0,-5-3 659,-5-4 0,0 0 0,12 10 0,5 3 0,-8-6 2033,-8-6-2033,1 2 0,-1-1 1512,-8-3-1512,-1-3 0,-5-2 0,0-3-369,-1-13 1,-1 9 0,-1-11 0</inkml:trace>
  <inkml:trace contextRef="#ctx0" brushRef="#br0" timeOffset="81056">5045 16905 24575,'25'14'0,"1"1"0,3-1 0,-4-2 0,-11-6 0,10 0 0,1-2-3277,6-6 1638,-12 4 1,1-1 166,4-6 0,-2-1 1472,-8 1-760,14-4 0,2-2 760,-10 4-493,7-2 0,-1 1 493,-8 4 0,3 1 0,0 1 0,-6 1 1973,20 1-1973,-27 3 1679,6-1-1679,-13 12 1410,1-2-1410,-12 22 2603,6-18-2603,-8 8 188,-3 2-188,-1 3 0,0 2-1639,5-7 1,2-3-494,5-9 1881,-1 7 0,2 0 251,3-9-1680,0 20 1680,0-21 0,0 6 0,0-6 0,0-3 3276,-3 8-2224,2-3-422,-2-1-630,5-1 3276,-7-9 0,-4-6-3044,-3 0-232,-1-4 0,7 6 0,2 2 0</inkml:trace>
  <inkml:trace contextRef="#ctx0" brushRef="#br0" timeOffset="82312">5171 17131 24575,'9'0'0,"-3"-1"0,16 1 0,-14-2-1639,12 1 1,1 1-1639,-10-1 1638,14-2 1,0-1-1639,-15 3 4112,12-4 1,-1-1-836,-10 3 0,16-7 0,-17 6 3276,-1-2-2073,-4 7 2073,-14 9 0,3 0-3129,-12 12-147,11-16 259,-1 5-259,5-10 0,7-3 0,1-3 0,15-13 0,1 0 0,-3-2 0,-5 7 0,-12 14 0,-8 8 0,4 0 0,-10 6 0,10-10 0,1-4 0,26-26 0,-14 12 0,7-5 0,-2 1 0,-12 10 0,1-3 0,-20 10 0,-10 1 0,0 4-3277,-9 3 0,24-4 3047,-5 1 230,26-6 0,-6 2-3277,20-4 2017,-18 3 940,17-3 1,2-1 319,-7 1 1638,5-1 0,-2-1-694,-12 2-944,-14-6 0,-13 3 0,-4-1 0,-3 5 0,0 2 0,1-1 0,0 3 0,1 1 0,10 0 3276,-1 1-242,16-2-1604,13-4-1430,4 2-1639,4-2 1,0 0-1639,-4 0 2173,5-1 0,-1 0 1104,-14-1 0,10 1 0,-38 13 0,1-2 0,-4 3 0,0 3 0,-5 5 0,1-1 3276,11 2-748,12-9 430,4 2-2958,18 2 0,-5-6-1639,17-1 1,3-1-1639,-12-3 3162,4 0 0,2 0-705,7-1 1,-22-1 0,15 1 0</inkml:trace>
  <inkml:trace contextRef="#ctx0" brushRef="#br0" timeOffset="85800">2722 15647 24575,'10'-3'0,"0"-2"0,-3 2 0,4-6 0,-3 5 0,12-12 0,-10 9 0,6-5 0,11-2 0,4 0 0,0-1 0,-8 6 0,-3 2 0,-5 1 0,2 0 0,2-1 0,4-4 0,-3-1 0,-5 3 0,-13 6 0,1 1 0</inkml:trace>
  <inkml:trace contextRef="#ctx0" brushRef="#br0" timeOffset="101632">32765 8379 24575,'0'7'0,"0"17"0,3 3-1639,-2-5 1,-1 2 1529,1-1 0,1 1 109,-2-3 0,0 0 0,-3 10 0,0 2 0,1-5 0,0 1 0,0-2 0,-2 2 0,1 0 0,1-2 0,0 1 0,1-3 0,-1-2 0,1-2 0,0-1 0,1 2 0,-1 4 0,-1 2 0,0-3 0,2 12 0,-1-3 0,0-3 1093,1-12-1093,-2 9 0,-1-2 573,2-15-573,-4 20 0,-1 2 0,1-12 0,0 2 0,0-2 0,1-4 0,-2 20 1829,6-29-1829,-3 24 0,3-27 0,0 4 0,0-8 0</inkml:trace>
  <inkml:trace contextRef="#ctx0" brushRef="#br0" timeOffset="102430">32588 9283 24575,'0'8'0,"0"4"0,-1 16 0,0-9 0,0 1 0,-1 1 0,1 1-855,-1 0 0,0 0 855,-1 6 414,2-7-414,-1 3 0,2-14 0,0 6 0,2-10 0,-1-4 0,2-4 0,7-21 0,-2 2-1639,1-3 1,0 1-573,-2 3 572,1-3 1,0 2 378,-4 13 1260,5-19 0,-3 8 0,-4 5 0,5-12 0,-6 18 0,3-1 0,0 9 3276,3 2-2015,6 2 2015,-8 7 0,-7 20-6553,-3-15 2593,-7 14 193,1-6 491,3-8-3277,-6 19 1321,9-24 1956,1 9 0,4-15 0,-3 6 2720,2-6-2720,4-2 103,8-8 0,-5 4 0,4-5 1</inkml:trace>
  <inkml:trace contextRef="#ctx0" brushRef="#br0" timeOffset="109730">32414 6004 24575,'0'0'0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2:23:04.142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11367 3946 24575,'-5'0'0,"-21"11"0,5-3 0,0 1-909,-2 1 1,-2 1 908,1 0 0,-5 1 0,1 0 0,5-3-1639,5-1 1,1-1 545,-7 3 1,-3 0 0,3 0 666,1-2 1,0-1 233,-2 1 1,-1 0 191,-2 2 0,0-1-313,2 0 1,4-2 312,7 0 421,-13 3-421,13-4 3276,-12 5-1266,15-5-2010,-2 1 3228,8-4-3228,4 0 0,1-3 0,1 2 0</inkml:trace>
  <inkml:trace contextRef="#ctx0" brushRef="#br0" timeOffset="633">10708 4198 24575,'2'5'0,"2"4"0,-4-5 0,5 13 0,-5-10 0,1 9 0,-1-6 0,0-1 0,0 0 0,0-9 0,4-6 0,-1-4 0,-20 14 0,-6 5 0,5-3-1093,-4 3 1,-4 4 0,6-2-2185,5-2 3047,-9 1 230,23-8 0,1-2 0,11 0 0,-5 0 0,3 0 0,-8 0 0</inkml:trace>
  <inkml:trace contextRef="#ctx0" brushRef="#br0" timeOffset="5320">7584 5805 24575,'0'0'0</inkml:trace>
  <inkml:trace contextRef="#ctx0" brushRef="#br0" timeOffset="6055">7843 6480 24575,'6'-1'0,"10"-3"0,20-3 0,0 2 0,-14 1 0,-1 0 0,1 0 0,8-1 0,-10 0 0,-2 2 0,3 0 0,6 1 0,1 0 0,8-1 0,-4 2 0,-4 1 0,-12 0 0,2 0 0,-17 0 0</inkml:trace>
  <inkml:trace contextRef="#ctx0" brushRef="#br0" timeOffset="10021">4509 15888 24575,'10'-14'0,"10"-14"0,-12 16 0,8-12 0,0 1-2017,-11 12 2017,7-5 0,0-2 485,2-3-485,1 0 0,0-1-2459,5-5 2459,-6 6 0,-3 4 0,-9 15 0,1-4 0</inkml:trace>
  <inkml:trace contextRef="#ctx0" brushRef="#br0" timeOffset="11537">8659 15563 24575,'24'-22'0,"-3"4"0,-4 3 0,-1 5 0,-6 1 0,12-6 0,1-4 0,2 3 0,-8 4 0,-2 1 0,-2 3 0,0-2 0,-9 6 0,-4 3 0</inkml:trace>
  <inkml:trace contextRef="#ctx0" brushRef="#br0" timeOffset="13731">11023 16402 24575,'20'-3'0,"-4"1"0,15-2 0,-3 2-1639,-4 0 1,0 1-1639,3 0 1638,1 0 1,1-1 1181,-7 0 1,0 0 456,3 0 0,1 0 529,2 1 0,-2-1-529,9 1-1639,-9 1 1,0 0 1340,-2 0 1631,5 0 0,0 0-1333,-1 0 0,4 0 0,2 0 0,-15 0 0,1 0-721,8-1 0,3 1 0,-5-1 721,0 0 0,6 0 0,-2 1 666,-13 0-666,2 0 0,1 0 0,3 0 0,12 0 0,-14 0 3276,10 0-2837,-12 0 0,0 0-439,3 0 0,0 0 0,11-2 0,0 1 0,1 0 0,2-1 0,-12 1 0,4 0 0,-4 0 0,12-1 0,-15 1 0,-1 0 1154,2 0-1154,7 1 0,-8 0 0,3 2 0,5 1 0,-3-1 0,3-1 0,-1 2 0,5 1 0,-4-2 0,2-1 0,2 0 0,0 1 0,-12-2 0,-2 0 0,4 1 0,-2-1 0,-6 0 0,-9 0 0,1 0 3276,-3 0 0,5-1-3044,-1-1-232,1 1 0,-1-1 0,-3 2 0,-4 0 0</inkml:trace>
  <inkml:trace contextRef="#ctx0" brushRef="#br0" timeOffset="15599">9160 15749 24575,'0'34'0,"-2"-7"0,2 0 0,0 0 0,-3 4-1639,3-3 1,0 2 541,-3 4 1097,1-10 0,-2 3 0,1-1 0,0-3 0,0 1 0,-2 3 0,-1 2 0,2-5 0,-2 5-183,0-6 1,0-1 182,-1-4 0,0 6 1070,-2-2-1070,7-12 0,-5 3 0,7-9 0,-1-4 0</inkml:trace>
  <inkml:trace contextRef="#ctx0" brushRef="#br0" timeOffset="16384">9164 15748 24575,'0'-16'0,"0"-4"0,0 11 0,0-6 0,0 10 0,0-1 0,0-2 0,9-5 0,-2 0 0,5-1 0,-4 4 0,-4 6 0,6-7 0,-6 6 0,5-4 0,-4 8 0,-2-1 0,0 2 0</inkml:trace>
  <inkml:trace contextRef="#ctx0" brushRef="#br0" timeOffset="18833">9307 16670 24575,'0'0'0</inkml:trace>
  <inkml:trace contextRef="#ctx0" brushRef="#br0" timeOffset="20676">15014 16323 24575,'22'0'0,"1"0"0,-3 0 0,0 0 0,1-1 0,0 1 0,14-1 0,-14 0 0,5 1 0,-12 0-1639,7 0 1,1 0-1639,-8 0 1638,22 0 1,3 0 6,-13 0 1094,1-1 0,6 1 0,-5-1 538,6 1 0,-3-1 0,5 1 0,-5 1-304,4-1 304,-9 1 0,3-1 0,-5 1 0,2-1 1638,-2 0 0,0 0-1398,6-2-240,4 2 2519,1-1-2519,-11 0 0,0 0 0,12 1 1508,-4-1 0,-2 1-1508,-7 0-1639,5-1 1,-1 0 27,-10 1 1611,3-1 0,0 0 0,1 0 0,8-2 0,-8 1 0,14-1 0,-22 2 1217,6 0 0,3 0-1217,10-1 0,-1 1 0,-8-1 0,-3-1 0,-6 2 0,19-3 0,-16 4 0,1 0 0,1-1 0,-13 0 0,5 0 0,-6 1 3276,3 0-2457,-2 0 0,-4 0 0,1 0 0</inkml:trace>
  <inkml:trace contextRef="#ctx0" brushRef="#br0" timeOffset="45505">16364 14205 24575,'-33'12'0,"15"-5"-1639,-3 2 1,1-1-1639,11-4 0,-23 10 3333,16-5-56,-3 0 0,-8 7 0,16-10 1505,-19 12-1505,20-8 0,-16 9 0,17-8 0,-6 4 0,0 9 0,5-7 0,-6 13 0,14-20 0,-2 19 0,4-18 3276,4 18-504,2-3-2772,8 3 0,-2 0 802,-3-11 0,2-1-802,13 11 0,-2 1 0,-6-14 0,0-2 618,-5-3-618,9 3 0,-1-2 0,-8-5 0,16 9 0,3 1 0,-13-6-1639,14 3 1,-1 0-100,-9-4 856,1-2 1,5 1 0,-4-1 881,7 1 0,6 2 0,-1-2 0,-7-3 0,7 1 0,0-1 0,-9 0 0,-1-2 0,6 0 0,-6-1 0,-2 0 0,5-2 0,-1 0 0,-11-2 0,10-7 0,-17 3-1467,10-11 1467,-13 10 821,6-9 1,1-3-822,-3 3 0,3-4 0,-1-1 0,-3 2 0,-3 1 0,-1-1 0,-2 3 0,-4-13 0,-1 0 0,-3 6 0,0-4 0,-1 0 0,-4 1 0,3 7 0,0 0 0,-4-14 0,1 4 0,-2-1 0,7 17 0,-5-3 0,0 1 0,0 3 0,-6-5 0,-2 0 0,2 6-1639,-9-4 1,-1 1 610,8 6 1560,-5 1 0,-5-1 0,4 3-532,-2 0-1519,-11 1 0,0 0 1519,17 3-1201,-12 1 1,2 0 1200,17 0 1200,-6-1 1,0 2-1201,-2 3 0,9 0 0,-8 1 0,14-3 0,5-2 0</inkml:trace>
  <inkml:trace contextRef="#ctx0" brushRef="#br0" timeOffset="49974">16581 12317 24575,'18'9'0,"8"3"0,-1 0 0,4 2-1639,4 0 1,2 0 545,-11-5 1,0 0 0,2 1 302,3-1 1,4 1 0,0 0 0,-3-1 789,-4-1 0,-3 0 0,5 0 0,-2 0 0,5 0 0,3 0 0,1 1 0,0-1 0,-3 0 0,-4 0 0,6 2 0,-4-1 0,4 1 0,-6-3 0,4 1 0,3 1 0,0-1 0,-1 0 0,-4-1 0,-5-1 0,7 1 0,-2 0 0,-1 1 0,5 2 0,-1 0 0,-7-3 0,6 0 0,-4 4 0,4 3 0,-6-4 0,-2-3 0,4 5 0,2 1-567,-7-5 1,0-1 566,10 8-619,-8-6 1,3 0 0,-5-2 618,-3 2-444,11-1 1,-1 1 443,-15-4 0,5 0 0,0-1 0,-9 0 1085,8 0 1,0 1-1086,0 1 0,4 1 0,0 0 0,0 1 1108,-3-1 0,-1-2-1108,-5 0 3276,5 1-964,-12-4-140,1 4-2172,6 2 0,11 7 0,-6-1 0,-2-3 0,0 0 0,2 1 463,-2 0 1,1 0-464,6 7 0,2-3 256,-11-4 0,1-1-256,3-3 0,0-1 0,5 8 0,8-2 0,-3-2 0,-19-7 0,14 6 0,-2-2 0,-15-6 0,6 3 0</inkml:trace>
  <inkml:trace contextRef="#ctx0" brushRef="#br0" timeOffset="56455">16283 12229 24575,'-10'0'0,"-13"2"0,-7 0 0,1-1 0,-5 0 0,0-1 0,2 1-1093,4 1 1,1-1 0,-4 1 715,-2-1 0,-7-1 0,-2 1 0,0 0 1,5-1-1,8 0 377,4 1 0,1-1 0,-5 0 0,-7 1 0,-5 0 0,1 0 0,4 0 0,9-1 0,-10 3 0,8-3 0,-7 1 0,2 0 0,11 0 1655,11 0-1655,-19-1 0,1 0 0,18 0 448,-10 0 0,1 0-448,11 0 0,-6 0 0,5 0 2987,-5 0-2987,5 0-3277,-21 4 0,19-3 2683,-23 3 1,30-4-1,-9 0 1</inkml:trace>
  <inkml:trace contextRef="#ctx0" brushRef="#br0" timeOffset="56636">14958 12262 24575,'-20'0'0,"-14"3"0,13-2 0,-15 0 0,-3 0 0,16-1 0,-2 0-469,-4 0 1,-5 0 0,5 0 0,7 0 0,2 0 0,-15 0 0</inkml:trace>
  <inkml:trace contextRef="#ctx0" brushRef="#br0" timeOffset="57039">12835 12265 24575,'-21'2'0,"-7"1"0,-6 1 0,6-1 0,-4 0 0,-1 0 0,1 1-1093,-4 0 1,0 0 0,-2 1 647,2-2 1,-4 2-1,-1-1 1,4 0-1,5 0-1194,2-1 1,2 0 1308,-3 0 0,-2 1 0,11-2 0,16-2 0,3 0 0</inkml:trace>
  <inkml:trace contextRef="#ctx0" brushRef="#br0" timeOffset="57189">11963 12351 24575,'-5'0'0,"-15"0"0,13 0 0,-26 0 0,-8 0 0,17 0 0,0 0-365,-2 0 1,-5 0 0,0 0 0,5 0 0,3 0 0,2 0 0,-4 0 0,1 0 0</inkml:trace>
  <inkml:trace contextRef="#ctx0" brushRef="#br0" timeOffset="57386">10932 12344 24575,'-7'0'0,"-4"0"0,-13-3 0,-3 3 0,-3 0 0,7-2 0,-3 1-820,-1 1 1,-5 0 0,0 1 0,6 0-820,7-1 1,-2 0 1313,-6 0 0,-10 1 0,-5-1 0,-1 0 1,3 1-1,6-1-615,0 1 1,4 0 0,-4 0 939,3-1 0,-6 0 0,-2 0 0,1 0 0,3 0 0,6 0 0,-6 2 0,6-1 0,8-1 0,0 0 0</inkml:trace>
  <inkml:trace contextRef="#ctx0" brushRef="#br0" timeOffset="57745">7632 12292 24575,'-10'-4'0,"-10"0"0,-2 3 0,-3 0 0,-2 0 0,-3 0-820,3 1 1,-3-1 0,-1 1 0,4-1-820,-2 1 1,-2 0 1228,6 0 0,-6 1 1,-4-1-1,-3 1 1,0-1-1,1 0 0,4 1 1,4-1 135,-7 0 1,5 0 0,-4 1 0,3-1 0,-5 1 0,-3-1 0,2 1 0,5-1 0,6 0 0,6 0 0,-1 0 0</inkml:trace>
  <inkml:trace contextRef="#ctx0" brushRef="#br0" timeOffset="57939">5844 12283 24575,'-19'0'0,"1"-3"0,-2 0 0,-7 2 0,0-1 0,1-1 0,0-1-1093,0 3 1,-2 1 0,5-1-2185,-2 0 2621,1 1 1,-8-1-1,-4 2 1,0-1 0,5 0-338,4 0 1,2 0 0,-5 0 992,1 0 0,-7-1 0,-4 1 0,-1-1 0,2 1 0,2-1 0,7 1 0,-1-1 0,4 1 0,-4 0 0,0-1 0,-7 0 0,-3-1 0,-1 0 0,2 1 0,5-1 0,9 1 0,3 1 0,2-1 0,-13-1 0,1 1 0,0-1 0,-1 1 0</inkml:trace>
  <inkml:trace contextRef="#ctx0" brushRef="#br0" timeOffset="58137">4008 12243 24575,'-12'0'0,"-20"0"0,-1 0-2821,10 0 2821,-2 0 0,-10 0 0,-4 1 0,2-1 0,7 1-1404,3-1 1,0 0 1403,-1 0 0,-7 1 0,-1-1 0,3 1 0,7-1 0,-10 0 0,14 0 0,0 0 0</inkml:trace>
  <inkml:trace contextRef="#ctx0" brushRef="#br0" timeOffset="58342">3129 12225 24575,'-29'0'0,"2"1"0,-4 0 0,3 0 0,3 0 0,1 0-547,-6 1 1,-3 0 0,6 0 0,-3-1 0,12 1 0</inkml:trace>
  <inkml:trace contextRef="#ctx0" brushRef="#br0" timeOffset="58504">2755 12245 24575,'-15'3'0,"-17"2"0,15-1 0,-10 1 0</inkml:trace>
  <inkml:trace contextRef="#ctx0" brushRef="#br0" timeOffset="58720">2447 12279 24575,'-12'3'0,"4"-3"0,-2 5 0,3-4 0,1 1 0,-14 2 0,9-2 0,-4 1 0,9-1 0</inkml:trace>
  <inkml:trace contextRef="#ctx0" brushRef="#br0" timeOffset="59107">2006 12372 24575,'-6'1'0,"1"0"0,2 6 0,-1-6 0,1 5 0,2-6 0</inkml:trace>
  <inkml:trace contextRef="#ctx0" brushRef="#br0" timeOffset="63271">32080 9997 24575,'3'10'0,"-1"21"0,-1 3-2350,-3-12 2350,2 16 0,-3-2 0,-5-18 0,-1 6 0,-10 9 0,4-14 0,2-1 0,0 0 0,-6 6 376,2-3 0,-1 2-376,3-3 0,1 0 0,1-4 0,0-1 387,-1 9-387,9-21 0,5 0 0,-1-1 0</inkml:trace>
  <inkml:trace contextRef="#ctx0" brushRef="#br0" timeOffset="63786">31827 10406 24575,'5'15'0,"7"19"0,-6-9 0,2-3 0,1-2 0,0-4 0,9 12 0,-11-15 0,6 3 0,-11-11 0,-2-8 0,-1 2-3277,-6-15 0,6 11 3047,-4-18 230,4 17 0,-2-8 0,3 10 0,0 1 0,-1 1 0,1 1 0,-2 1 0</inkml:trace>
  <inkml:trace contextRef="#ctx0" brushRef="#br0" timeOffset="67111">19188 14882 24575,'-3'20'0,"1"-5"0,4-13 0,1-4 0,10-8 0,-8 5 0,8-7 0,-6 4 0,-4 3 0,1-2 0,-10 5 0,-1 12 0,-1-5 0,4 10 0,4-12 0,3 2 0,10-10 0,2 2 0,0-2 0,-5 2 0,-9 3 0</inkml:trace>
  <inkml:trace contextRef="#ctx0" brushRef="#br0" timeOffset="81599">16622 12704 24575,'6'0'0,"4"5"0,17 13 0,-5 0-1093,-1-4 1,6 3 0,0 0 1048,4 0 0,2 0 0,-2 0-1049,-4-1 1,-1-1 0,2 1 839,-2-2 0,1-1 0,2 0 1,1 2 252,2 0 0,3 2 0,0-1 0,-1 0 0,-2-1 0,-2-2 0,-3-1 0,1-1 0,5 3 0,-4-1 0,5 1 0,2 2 0,2 1 0,-1-1 0,-1-1 0,-4-1 0,-4-2 0,5 0 0,-5-2 0,2 2 0,-1-1 0,3 2 0,0 0 0,-2-1 0,-7-3 798,11 4-798,-3 1 0,-18-8 0,5 6 0,-1-2 0,10 9 0,4 1 0,-13-10 0,0-1 647,9 9 0,0-2-647,-7-8 0,-2-2 0,-4 1 3276,9 0-2088,-20-7-47,3 1-1141,-3-1 0,3 0 0,-4 0 0,1 0 0</inkml:trace>
  <inkml:trace contextRef="#ctx0" brushRef="#br0" timeOffset="83993">18276 13265 24575,'-21'25'0,"7"-6"0,0 1 0,-1 2 0,4 1 0,1 0-878,-4 1 0,0 1 878,4-1 0,2-3 568,3-7-568,-2 7 290,4-13-290,-2 11 0,3-9 0,3-5 898,12-23-898,1-2 0,6-10 0,1-1 0,-13 19 0,7-13 0,-9 16 0,3-9 0,-6 10 0,4-9 0,-6 13 0,4-8 0,-4 7 0,3-3 0,-1 3 0,-1 1 0,3 2 0,0 6 0,20 21 0,-9-9 0,1 0 0,2 2 0,0-1 0,1 3 0,1-2 0,2 0 0,-1 0 0,-8-5 0,-9-7 0,1 1 0,-3-3 0,0-3 0,-1 1 0,-15 4 0,9-4 0,-26 8 0,16-9-1639,-15 5 1,-2 0-1639,9-5 3200,-4 2 0,-6 1 1,7-1 76,7-2 0,-5 0 0,-6 1 0,6-1 0,4-1 0,-2 0 0,2 0 0,15 0 0,2 0 0,11-7 3276,-4 2 0,11-12-3044,-3 3-232,-1 1-3277,5-6 0,-14 14 3047,7-7 230,-10 15-3277,-4 14 2017,3-7 886,-12 24 374,10-26 3276,-7 17-2200,8-18-1076,-1 4 0,4-14 0,8-9 3276,1-4-45,2 0-2395,-1 1-836,-3 6 0,0-2 0,1 0 0,-3 4 0,-4 4 0,-1 3 0,-2 5 0,2-3 0,9-2 0,0-4 0,7-3 0,-3-1 0,-3 2 0,1-2 0,-8 6 0,2-3 0,-3 2 0,0 3 0,2 5 0,1 8 0,-1-2 0,0 0 0,-3-9 0,0-1 0,1-1 0,13 0 0,-10 0 0,29 0 0,-22-1 0,15-1 0,-18 0 0,-3 1 0,-1 1 0,-2 0 0,0 0 0,-3 0 0</inkml:trace>
  <inkml:trace contextRef="#ctx0" brushRef="#br0" timeOffset="85874">16490 14275 24575,'-16'-1'0,"-2"-1"0,-13 0 0,11 1 0,-12 1 0,8 0 0,-4 0-3277,-1 0 0,15 1 3045,-6 2 232,14 0 0,-10 1 0,9-4 0,-4 1 0,-1 5 0,-7 1 0,2 1 3276,-8 3 0,4-2-3218,2-2 1,5-2-1,10-5 1</inkml:trace>
  <inkml:trace contextRef="#ctx0" brushRef="#br0" timeOffset="87541">16344 11001 24575,'-5'15'0,"-2"4"0,2 0-1639,-4 13 1,-1 0-1639,2-10 2184,-1 8 1,-3 7 0,4-9 2387,2-11-1295,-3 8 0,-3 7 0,3-6 0,3-5 0,-4 1 0,-2 5 0,2-3 0,-6 7-495,3 0 1,0-1 494,-2-2-625,2 2 1,1 0 624,-2 2 0,1 0 0,2 1 0,2-1 0,3-1 0,0-1 0,2 3 0,2-8 0,-1 3 0,1-3 3276,0 3-2510,0 11 0,1-4-736,1-20-30,2 20 0,2 2 0,1-16 0,1 3 0,2 4 0,0-6 3276,2-5-3168,2 3 1,4 4 0,-1-3-109,5-1-741,2 4 0,5 6 1,-2-4 740,-6-8 0,0-1 0,8 7 0,2 2 0,-4-5 0,1 0 0,0-4 0,5 2 0,-6-5-3277,-10-4 2672,10 4 0,4 0 328,6-2 277,-14-8 0,1-1 0,0 4 0,2-1 0,2-4 0,2-1 0,-3 0 0,9 0-521,-6 0 1,5-2 0,-5 1 520,3 0 0,0 0 0,6-1 0,-3-1-1590,-8-3 0,0-1 1590,11 4 0,-1-3 391,-10-5 1,-7-1-392,-10 4-53,3-9 1,0-1 52,-4 2 0,0-3 0,-2 1 0,-3 5 0,4-16 0,-7 20 1709,3-10-1709,0-10 0,-1 1 0,1-9 0,-2 7 0,-1 1 0,-1 1-1341,-2-7 1,0 1 1340,0 11 0,-3-2 0,-3-3 0,2 5 0,2 5 0,-5-7 0,-3-6 0,2 7 0,4 10-677,-4-8 1,-5-6 0,4 6 676,3 8 371,-4-8 1,-4-7-1,3 5-371,0 3 0,-7-10 0,0-1 0,2 7 0,-4-3 0,-2-1 0,8 6 0,0 2 0,0 1 0,-1 0 1290,-2-5 1,1 2-1291,0 0 0,7 8 0,-1-1 0,-8-12 0,14 18 0,-10-11 0,12 16 3276,-7-7-2693,-5 1-3074,-8-4 2491,2 1 1580,-2 3 0,0 1-1580,0 1-1639,-4 2 1,0 0 835,6 0-562,-6 2 1,3 0 1364,16 2 682,-22-2 0,30 4 0,-1 0 1</inkml:trace>
  <inkml:trace contextRef="#ctx0" brushRef="#br0" timeOffset="88507">16151 11182 24575,'20'-4'0,"5"0"0,7-5 0,0 4 0,-13 1 0,-1 2 0,6-2 0,12 0 0,-23 2 0,3-1 0,-14 3 0,-1 0 0</inkml:trace>
  <inkml:trace contextRef="#ctx0" brushRef="#br0" timeOffset="90277">3615 7023 24575,'0'0'0</inkml:trace>
  <inkml:trace contextRef="#ctx0" brushRef="#br0" timeOffset="90725">3538 7834 24575,'2'-9'0,"-1"2"0,-1 4 0</inkml:trace>
  <inkml:trace contextRef="#ctx0" brushRef="#br0" timeOffset="97541">4648 6255 24575,'-4'27'0,"-1"2"0,-3-8 0,0-1 0,-2 0 0,-4 7-1553,3-7 1,0 0 1552,-5 4 0,-3 7 0,6-12 0,-3 4 0,-1 2 0,-4 1 489,4-3 1,-1 1-490,5-6 0,0-1-3277,-3 2 909,3 1 2368,6-11 0,6-6 0,-5 4 0</inkml:trace>
  <inkml:trace contextRef="#ctx0" brushRef="#br0" timeOffset="99777">4286 6613 24575,'20'28'0,"0"1"0,-4-5 0,-4-5 0,0 0 0,2 5-986,-3-7 0,0 0 986,1 3 635,4 2-635,2 5 0,-2-12 0,0 2 326,-14-24-326,-3-1 0,-4-5-1639,-3-5 1,-1-1-1534,3 7 1533,-6-14 1,0 0 1054,8 18 584,-7-15 0,5 9 0,2 7 0,-7-14 0,9 14 3276,-4-3-2015,5 5 2015,-3 0 0,3 2-3044,-2 3-232,0 3 0,-9 9 0,-2 3 0,-2-1 0,-1 2 0,-5 2 0,4-3 0,0-4 0,-12 12 0,2-1 0,18-14 0,-6 6 0,3-1 0,13-11 0,1-2 0,17-8 0,-5-1 0,20-3 0,-9 8 0,0 0 0,-2 10 0,-14 2 0,1 1 0,-6 5 0,-1-10 0,-1 14 0,-1-12 0,2 15 0,-2-12 0,0 9 0,1-9 0,0-1 0,-1 0 0,-2 0 0,-1 0 0,1-3 0,0-7 0,2-11 0,0-6 0,0 0 0,0-2 0,1-6 0,0 2-2728,-1 16 2728,2-14-878,-1 3 878,-1 8 0,2-17 0,-2 18 0,0-2 0,0 12 0,-3 20 0,1-4 1296,-3 3 0,0 2-1296,-6 4 0,-3 7 0,3-11-3277,-4 5 784,9-16 2479,-11 19 14,10-20 0,-6 14 0,8-13 0,2-2 0,3-4 0,11 0 0,-5-2 0,6 1-479,11-2 479,-8 2 0,6-2 0,-1 0 0,-6 1 0,8-1 0,-19 0-3277,9-12 2180,-7 7 4373,10-23-2178,-9 17-605,4-13-493,-2 10 0,-4 2 0,0 0 3276,-4 3 0,0 6-3044,-3 0-232,1 7 0,0-4 0,4-8 0,0 4 0,1-6 0</inkml:trace>
  <inkml:trace contextRef="#ctx0" brushRef="#br0" timeOffset="105229">19201 11793 24575,'22'0'0,"1"0"0,8-1 0,3 0 0,0 0 0,2 0-1093,-4-1 1,1 0 0,-6 0-2185,-2-1 1892,3-1 1,-3 0 1384,-17 3 1829,11-5-1829,-13 6 0,-4-2 0,0 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2:25:02.765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6480 3917 24575,'3'3'0,"3"0"0,-2 7 0,7 9 0,-5-6 0,2 6 0,-5-9 0,3 20-3277,1 3 0,-1-2 2610,-3-9 1,0-3 666,1-7 0,1 21 0,-1-17 0,-1-3 0,-2-4 0</inkml:trace>
  <inkml:trace contextRef="#ctx0" brushRef="#br0" timeOffset="1148">6431 4158 24575,'10'10'0,"-3"-4"0,12 24 0,-4-4 0,1 1 0,2 5 0,-8-16 0,-1 5 0,-3-14 0,-13-39 0,2 3 0,0 9 0,0-2 0,-1-12 0,2 25 0,0-19 0,2 14 0,2 3 0,3 4 0,14 8 0,-9-1-3277,26 5 0,-26-3 3047,14 1-1218,3 1 1448,-13-2 0,9 2 0,1 1 0,-6 0 0,6 1 0,-15-2 3276,-5 0-486,-16 10-624,2 0-2166,-13 10 0,-1 0 0,8-6 0,-5 4 0,2-3 0,12-13 0,-3 5 0,4-7 0,5-1-820,18 7 1,-11-6 0,13 4 0</inkml:trace>
  <inkml:trace contextRef="#ctx0" brushRef="#br0" timeOffset="3654">20421 1956 24575,'10'-19'0,"-1"3"0,3-4 0,-1 2 0,-3 7 0,12-16 0,-11 17 0,11-10 0,-9 12 0,4 0 0,8-3 0,-2 3 0,4 0 0,5-1 0,4-1 0,4 0-547,-11 3 1,3 0 0,2 0 0,0 0 0,0 0 0,-2 0-110,3-1 1,-1 0-1,0 0 1,0 0 0,2 0 616,1 0 1,3 0 0,1-1-1,-2 1 1,-2 1 0,-6 0-222,8-1 1,-3 0 259,3-1 0,2 0 0,-10 2 0,-11 2 0,2 1 0,-1 0 0,-10 0 0,4 4 0,0-6 0,2 4 0,-4-3 0,-7 4 0</inkml:trace>
  <inkml:trace contextRef="#ctx0" brushRef="#br0" timeOffset="14549">6157 4894 24575,'5'2'0,"0"-1"0,7 1 0,9-2 0,-4 1 0,3 0 0,0 0 0,-6-1 0,17 2 0,-6-1 0,5-1 0,0 2 0,2-2 0,-18 0 0,10 0 0,-17 0 0,12 0 0,-9 0 0,5 0 0,8 1 0,-7-1 0,19 4 0,-12-3 0,-4 1 0,-1-1 0,8-1 0,-8-1 0,-4 0 0,-11 0 0,3 1 0,-1 0 0,0 0 0,2 0 0,-2 0 0,5 0 0,-6-2 0,2 2 0,-4-1 0</inkml:trace>
  <inkml:trace contextRef="#ctx0" brushRef="#br0" timeOffset="16008">23288 1793 24575,'16'-16'0,"-2"2"0,3-4 0,1 0 0,4-3 0,-3 5 0,3 1 0,2 1 0,2 3-906,-6 2 1,2 1 905,9-3 0,4 0 0,-6 2 0,3 1 0,-6 2 0,7-3 0,-1 2 0,-9 1 585,-4 3-585,7-3 0,5-2 0,-7 3 0,-11 3 299,16-5-299,-22 6 0,-2-1 0,-5 1 0</inkml:trace>
  <inkml:trace contextRef="#ctx0" brushRef="#br0" timeOffset="21966">22300 4436 24575,'14'-5'0,"3"-4"0,-1 5 0,9-6 0,1 5 0,-5-2 0,8 1 0,-18 3 0,18-2 0,-18 4 0,4-1 0,-12 2 0</inkml:trace>
  <inkml:trace contextRef="#ctx0" brushRef="#br0" timeOffset="22876">22486 4300 24575,'2'23'0,"7"8"0,-3-3 0,7 3 0,-9-22 0,0 3 0,-1-9-1639,-11-18 1,-4-8-1639,8 12 1638,-10-16 1,1 3 1145,12 19 493,-6-7 0,8 11 0,2-2 0,5 2 3276,-1 0-1521,3 4 1521,18 14-1259,-5-3-2017,-6-3 0,0-1 0,-3-3 0,-9 2 0,0-3 0,-1 4 0,2-1 0,-1-4 0,-2-2 0,-1 0 0,-1-3 0,-1 1 0</inkml:trace>
  <inkml:trace contextRef="#ctx0" brushRef="#br0" timeOffset="24952">6162 4957 24575,'16'0'0,"14"3"0,-4-2-1639,4 0 1,0 1-1639,-9-2 1815,11 0-1,1 1 1463,-12-1-1204,4 2 1,0-1 1203,-7-1-709,10 2 709,-23-1 3276,11 1-2647,-8 0 147,3-1-776,-3-1 3276,3 0-328,0 0-2948,-2 0 1690,3 0-1690,-9 0 0,0 0 0,-1 0 0</inkml:trace>
  <inkml:trace contextRef="#ctx0" brushRef="#br0" timeOffset="25500">6268 4988 24575,'12'0'0,"-2"0"0,19 0 0,-9 1 0,2-2 0,0 1 0,1-1-1639,4 0 1,-3 0-1639,0 0 0,10-2 1787,-26 2 1490,21 0 0,-21 1 0,12 0 0,1 0 0,-7 0 3276,11 0-2015,-15 0 2015,7 0-2457,-10 0 0,-2 0 0,-4 0 0</inkml:trace>
  <inkml:trace contextRef="#ctx0" brushRef="#br0" timeOffset="29069">1884 6465 24575,'0'5'0,"0"7"0,-3 13 0,1 1 0,-1 11 0,1-14-1639,1 1 1,1 0-1639,0-6 2184,-1 6 1,0 5 0,1-5-398,0-7 478,0 8 1,0 6 0,0-7 1011,0-7-107,0 9 1,0 1 106,0 3 0,0-11 0,0 1 981,0 0 0,0-2-981,1 11 0,2 2 0,-1 1 0,0-7 0,1 0 0,0 3 0,0 2 0,0-1 1551,0 2 1,0-2-1552,1-6 0,0-1 3276,1 14-1563,0-20-1136,-1 6-577,2-4 0,0 0 0,2 10 0,-1-7 0,1-1 2030,1-1-2030,4 7 0,-4-12 1349,0 1-1349,-5-11 0,-2-3 0,-1-1 0</inkml:trace>
  <inkml:trace contextRef="#ctx0" brushRef="#br0" timeOffset="30069">2091 6504 24575,'8'-2'0,"16"-4"0,2-1-3277,-4 1 3105,3 1 1,12-2 0,4 0-1,-3 0 1,-7 2-1468,-8 2 1,1 0 1085,0-1 0,5 0 1,2 0-1,3-1 0,1 1 553,-2 0 0,4-1 0,1 1 0,1-1 0,-1 1 0,-1 0 0,-3-1-425,-2 1 1,-4 1-1,0-1 1,3 0 0,5-1 424,-8 2 0,4-1 0,3-1 0,2 0 0,2 0 0,1 0 0,0 0 0,1 0 0,-1 0 0,0 0 0,-2 0 0,-2 1 0,-2-1-339,6 0 0,-3 0 0,0 1 0,-2-1 1,0 1-1,0-1 0,0 1 0,1-1 339,-2 1 0,0 0 0,0 0 0,0 0 0,0 0 0,0-1 0,-1 1 0,0 0 0,-1 0-31,5 0 0,0-1 0,-1 1 0,-1-1 0,-1 1 0,-2 0 0,-2 1 31,1-1 0,-3 2 0,-1-1 0,0 0 0,8-2 0,0 0 0,1-1 0,-7 3 0,1 0 0,0 0 0,-2 0 0,6-1 0,-1 1 0,-1-1 0,-4 1 0,0 0 0,0 0 0,2 1 0,0 0 0,-4 0 0,2-1 2603,-2 3-2603,-16 3 3276,-4 0-2660,-2 2-616,3 20 0,-4-15 478,2 15 1,-1 4-479,-2 7 0,-2-8 0,0 6 0,-1 0 0,-1-6 0,-1 1 0,0 0 0,0-1-712,-1 7 0,-1-1 1,0 1 711,-1-5 0,0 1 0,-1-1 0,1-6 0,1-4 0,0-1 0,-4 13 0,0 5 0,2-2 0,3-1 0,0 0 0,-1-3 0,0 3 0,1-2 0,3-3 0,0-1 0,1-5 0,2 3 0,0 2 0,1-2 3276,0-14-1315,3 25-732,-3-20-1229,0 17 0,-5-3 0,-4-1-3277,-12-7 3212,10-14 65,-23 4 0,15-11 0,-17 7 0,14-8 0,0 2 0,-2 0 0,-3 0 0,-1 0 0,2-1 0,-3 0-1093,-9 1 1,-4 0 0,7 0-168,1-2 1260,5 0 0,-7 0 0,-4 0 0,1 0 0,4 0 0,-2-1 0,2 0 0,-3 0 0,6 0 0,-3 0 0,-2 0 0,-2 0 0,1 0 0,1 0 0,2 0 0,0 0 0,2 0 0,0 0 0,-1 0 0,-3 0-338,2 0 1,-3 0 0,-2 0 0,-2 0 0,0 0 0,0 0 0,3 0 0,2 0 0,5 0 337,-5 0 0,6 0 0,0 0 0,-5 0-254,3 0 0,-5 0 1,-2 0-1,-2 0 1,0 0-1,1 0 1,2 0-1,2 0 254,-3 0 0,2 0 0,2 0 0,0 0 0,0 0 148,3-1 0,1 1 0,-1 0 1,-1 0-1,-3 1-148,1-1 0,-3 2 0,-3-1 0,-2 1 0,0 0 0,1 0 0,2 0 0,5-1 0,4 0 0,-3 0 0,6 0 0,-7 1 0,5 0 0,-5 1 0,-5 1 0,-2 0 0,-1 0 0,1 1 0,3-1 0,5-1 0,5-1 0,-10 1 0,2 0 0,7 1 0,-6 1 0,0 1 0,1 0 0,6-2 1198,-5 1 0,4 0-1198,5 1 0,3 1 3276,-4 1-3200,15-3 1,8-4-1,1 0 1</inkml:trace>
  <inkml:trace contextRef="#ctx0" brushRef="#br0" timeOffset="32493">5271 8015 24575,'18'-18'0,"6"-5"0,-4 6 0,9-5 0,-15 15 0,3-3 0,2-1 0,2 1 0,4-1 0,0-1 0,-5 1 0,10-3 0,-2 1 0,-13 5 0,15-8 0,-2 3 0,-19 10 0,13-7 0,1 1 0,-8 7 0,10-3 0,1 1 0,0 2 0,5-1 0,5 0 0,-9 2 0,0-1 0,-1 1-825,5-1 1,1 0 824,-1 1 0,2 0 0,-6 1 0,-1 0 0,-1 1 0,-3-1 0,-7 0 0,13 1 0,0 0 0,-14 0 0,17 1 0,2 0 0,-11 3 0,12-3 0,4 1 0,-11 1 0,0-1 358,4 0 1,0 0-359,-2 0 0,-3 1 0,5 0 0,-2 0 0,1 0 0,6 5 0,-14-4 0,1 0 0,-2 2 0,0 0-1639,-1 0 1,-1 0-1560,17 3 3198,-1 2 623,-3-3-623,-13-2 0,-1 1 0,4 0 0,-1 0 0,1 1 0,-1 0 0,8 5 0,-4-6 0,2 0 0,-6-1 0,0-2 0,-3 0 0,0 0 0,6-1 0,-5-1 0,-10-3 0,15 3 0,-23-3 0</inkml:trace>
  <inkml:trace contextRef="#ctx0" brushRef="#br0" timeOffset="35416">6485 8498 24575,'8'-1'0,"2"-1"0,9-3 0,0 2 0,0 1 0,2-1 0,9 1 0,0 1-721,-8-1 1,1 1 720,5 1 0,3 0 0,-5 0 0,5-1 0,-2 2 0,6 2 0,-6-2 0,-2 0 0,2 0 0,6 0 0,-7 0 0,-7-1 0,2-1 0,6 0 0,-4-1 0,11 0 0,-10-1 0,4-1 0,1 0 0,-3 1 0,1 0 0,1 0 0,-2-1 0,7-1 0,-2 0 0,1 0-287,-6 1 0,2 1 0,-1 0 1,-4-1 286,8-3 0,-6 1 0,-2 3 0,8-7 0,-26 8 0,7-3 1006,-4 1-1006,16 1 0,-6-2-1639,1 1 1,-2 0-287,-6 2 1678,22-8 247,-28 9 0,16-8 0,-13 6 0,0-1 0,9 0 0,-12 2 0,13-1 0,-14 2 0,23-2 0,-18 2 0,24 0 0,-23 1 0,15 0 0,-17 0 3276,6 0 0,-7 0-2797,-5 1-479,8 1 0,-6 1 0,9 0 0,-5-1 0,4-2 0,-9 0 0,1-2 0</inkml:trace>
  <inkml:trace contextRef="#ctx0" brushRef="#br0" timeOffset="36332">8402 7868 24575,'-11'19'0,"0"0"0,1 0 0,-4 1 0,0-2 0,8-11-1639,-6 9 1,-2-1-1639,7-8 1638,-7 8 1,1-1-1639,8-9 4170,-7 8 1,-1 3-894,6-1 0,-5 4 0,7-5 3276,5-9-2015,2 5 2015,-1-4 0,5 5-3044,6-5-232,-2 1 0,1-3 0,-6-3 0,-2-1 0,-1 5 0,-1 4 0,0 6 0,1-6 0,1 4 0,-1-11 0,-1 4 0,2 1 0,-1-4 0,4 8 0,-7-15 0,3 8 0,-4-10 0</inkml:trace>
  <inkml:trace contextRef="#ctx0" brushRef="#br0" timeOffset="44339">2176 9809 24575,'12'0'0,"0"0"0,18 1 0,-2 1 0,-2 1 0,6 0 0,-4 0-1639,-9-2 1,1 1 1579,6 0 0,5 1 0,-3-1 59,1-2 0,-1 0 0,-3 0 0,1 1 0,0-1 0,8 1 0,-1-1 0,-6 1 0,1-1 0,-5 1 1081,1-1-1081,12 0 0,-4 0 0,-18 0 0,17-1 0,12 1 0,-6-1-579,-15 1 0,1 0 579,4 0 0,8-1 0,2 1 0,-1 0 0,-7 0 0,-1 0 0,0 0 0,0-1 0,5 0 0,1 0 0,-1 0 0,-5 0 0,2-2 0,-2 1 0,6-1 0,4 0 0,-5 0 0,-12 0 0,-2 0 0,9 0 0,-3 1 1639,-11 1-1639,12-1 0,-14 1 0,-6 1-3277,16-5 1662,-13 5 1615,8-3 0,0 3 0,-9 0 0,8 0 0,-13 0 0</inkml:trace>
  <inkml:trace contextRef="#ctx0" brushRef="#br0" timeOffset="45534">4726 9786 24575,'20'0'0,"10"0"0,-11 0-820,5 0 1,8 0 0,1 0 0,-7 0-2458,8 0 2457,-4 0 1,8 0 0,1 0 0,-10 0 500,2-1 319,-4 1 0,1-1 497,-6-2 1,-2 1-498,-1 1 0,0 1 0,7-4 0,0-1 0,2 3 0,1 0-1639,1-2 1,0 0 1401,-10 2 0,0 0 1329,7-1 0,3-1 0,-3 1-963,-4 0 1,0 1 521,8-2 1,0 0-652,-8 0 0,-7 1 0,-11 2 0,3-3 0</inkml:trace>
  <inkml:trace contextRef="#ctx0" brushRef="#br0" timeOffset="46102">5232 9868 24575,'4'26'0,"0"1"0,-1-7 0,1 0 0,0 0 0,0-2 0,5 3 0,1 1 0,4-8 0,0-1-2991,-3-1 2991,15 6 0,-11-11 0,22-3 0,-9 4 0,3-6 0,1-1 0,-13 0 0,1-1 0,11 0 0,-1-1 0,-10 0 0,-2 0 0,9-1 0,-20 1 0</inkml:trace>
  <inkml:trace contextRef="#ctx0" brushRef="#br0" timeOffset="47702">5650 10097 24575,'-1'24'0,"-4"5"0,2-5 0,-3 10 0,4-29 0,0 16 0,2-15 0,0-3 0,6-15 0,-3-1 0,5-20 0,-8 7 0,2 4 0,-12-14 0,8 27 0,-9-17 0,11 22 0,13 0 0,-2 6 0,14 1 0,2 0 0,-8-1 0,7 1 0,0 1 0,-15-2 0,9 1 0,-16 0 0,-1-2 0,4 14 0,-5-10 0,3 19 0,-5-17 0,-5 16 0,-1-12 0,-6 5 0,3-5 0,-5 1 0,6-3 0,-5 2 0,17-11 0,2-1 0,6-6 0,-8 5 0,-6 3 0,-7 4 0,3-4 0,2-5 0,-3-7 0,6 1 0,-6-7 0,5 13 0,-1-8 0,1 8 0,0-2 0,2 3 0,0 0 0,3-1 0,-2-1 0,2 0 0,-6 2 0,1 4 0,-8 5 0,1 7 0,-1-5 0,3 5 0,4-9 0,2 0 0,10-4 0,11-4 0,-5 1 0,15-6 0,-25 7 0,10-3 0,-25 14 0,2 1 0,-15 6 0,9-5 0,-9 5 0,14-9 0,-1 3 0,9-9 0,4-1 0</inkml:trace>
  <inkml:trace contextRef="#ctx0" brushRef="#br0" timeOffset="54149">16187 7436 24575,'0'0'0</inkml:trace>
  <inkml:trace contextRef="#ctx0" brushRef="#br0" timeOffset="62095">24725 4956 24575,'-3'33'0,"1"-1"0,-1 1 0,1 0 0,0-1 0,0-1 0,0-3 0,0 2 0,0 3 0,-2 5 0,0 1 0,1-5 0,0-7-3277,0 7 2873,-1-7 0,-1 4 1,0-2 403,-4 1 0,0 1-820,3-4 1,1 4 0,-1 0 0,1-3-34,-2-1 0,1-2 0,0 1 1467,0 3 1,1 2 0,3-2-615,2 3 0,4-4 0,4 5 0,-4-2 0,0-5 394,4-14 1,-5-11 0,-3-3 0</inkml:trace>
  <inkml:trace contextRef="#ctx0" brushRef="#br0" timeOffset="62897">24516 5924 24575,'7'16'0,"-4"-9"-3277,11 25 0,-11-24 1948,5 11 1,0 2 1328,-2-7 0,1 4 0,0 1 0,0-3 1815,9 16-1815,-5-17 0,0 3 0,-6-14 0,-2-4 0,2-17 0,0 6 0,-1-9 0,1-1 0,0 7-1639,0-12 1,-1 1 990,-2 14 513,1-11 0,-1 1 135,-1 12 0,2-13 0,1 19 3276,3-2-2149,14 7-1127,-7-2 0,17 3 0,0 0 0,-12-2 71,15 2 1,-2 0-72,-21 0 0,10 1 0,-21 10 0,-4-3 0,-10 15 3276,7-14 0,-15 12-2783,16-19-493,-6 8 0,9-10 0,4 13-3277,13 8 2457,-6-4 1,6-1 0,-13-16 0</inkml:trace>
  <inkml:trace contextRef="#ctx0" brushRef="#br0" timeOffset="67965">23346 9356 24575,'21'-3'0,"1"-1"0,-3 0 0,0 1 0,5 3 0,-4-3 0,15 3-1639,-11-1 1,1 0-1639,6 1 2184,-3 0 1,4 1 0,-5-1-398,0 0 731,1 0 1,9 0-1,1 0 1,-7 0 758,-8 0 0,-2 0-97,7 0 1,4 0 0,0 0 96,2 0 0,1 0 0,-2 0 0,3 0 0,2 0 116,-4 1 1,5-1-1,0 1 1,-5-1-117,2 0 0,-3 1 0,-4-1 0,0 1 0,0-1 345,-3 1 1,0-2 0,0 1-346,7 0 0,1 0 0,-1 0 0,1 0 0,-3 0 0,-9 0 0,1 0 0,9 0 0,5-2 0,-6 2 0,-12-1 0,0 1 0,12-2 0,0 0 0,-10 0 0,1 1-712,4-1 0,2 0 712,-1 0 0,0-1-219,8 2 1,-4 1 218,-16-2 597,7 1 0,-1 1-597,-8 0 1638,7-1 0,3 0-1624,-2 1 0,-2 0 300,12 0-314,1 0 0,-1 0 0,-13 0 895,6 1 1,6-1 0,-4 1-896,7-1 0,-9 0 0,4 1 0,-4-1 0,10 0 202,-2 1 1,1 0-203,-6-1 0,-1 0 0,-3 1 0,1-1 0,4 0 0,-5 0 0,-12 2 0,12-2 0,1 0 0,-9 1 0,4-1 0,1 0 0,-6 2 0,21-2 0,-22 2 3276,18-2-3039,-12 0-237,-3 0 3138,3 0-3138,-12 0 447,8 0-447,-4 0-3277,18 0 0,-18 0 3089,9 0 0,-1 0 0,-13 0 0,12 0 0</inkml:trace>
  <inkml:trace contextRef="#ctx0" brushRef="#br0" timeOffset="69734">29733 8597 24575,'-4'10'0,"0"-2"-3277,0 5 0,2-8 1328,-1 3 1949,3-3 1719,-1 1-1719,-2 1 0,1 1 0,-3 1 3276,1 2 0,-1 8-6553,-3 16 2,4-15 2504,1 9 0,2-2 771,1-12-56,1 19 0,2 4 56,-1-16 0,0-2-1548,0 5 1,1-1 1547,-1 5 2230,-2-6-2230,0-10 0,-2 13 0,-1-1 0,0-9-66,-4 12 1,-1 1 65,2-8 40,-3 7 0,1 3-40,5-9 0,0-1 1638,-1-3 0,1 1-1351,2 12 0,2-3 2662,0-17-2949,1 14 0,0 0 2514,-1-15-2514,2 17 0,-3-19 41,2-1-41,-2-24 0,0 1 0,0-4 0,0 11 0</inkml:trace>
  <inkml:trace contextRef="#ctx0" brushRef="#br0" timeOffset="70485">29912 8723 24575,'28'-9'0,"2"2"0,-2 2-924,-13 3 924,11 0 0,11-2 0,2 1-820,-5 2 1,3 1 0,0 1 0,-1-1-1,-3-1 1,-1 0 0,1 0 0,3 0 620,-2 0 1,5 0 0,2 0 0,0 0-1,-1 0 1,-4 0 0,-6 0 214,-3 0 0,-4 0 1,4-1-17,1 1 0,5-1 0,3 0 0,-1-1 0,-3 1 0,-7 0 0,-3-1 0,-1 0 0,5 1 0,7-1 0,-2 0 0,-5 0 0,8-2 0,-6 1 0,5 0 0,-8 1 0,-8 0 0,14-1 0,-2 0 272,-17 3-272,20-3 3276,-25 4-640,15 7-2636,-3 20 0,1 2-1407,-8 3 1,-2 1 1406,-4-15 0,-1 2 0,0 10 0,-1 5 0,-1-3-916,-1-6 0,0-1 916,-1 4 0,0 2 0,-1-3 0,0-7 0,-1-1-1639,-2 10 1,0-2 542,0-6 781,-5 5 1,0-1 314,0-11 1485,-2 3 1,-4 2-1486,-6-5 0,-1 0 1179,-4 6-1179,0-10 0,-6-1 0,3-2 1638,7-2 0,-3-2-1578,0 0 1,-8 1 0,-3 0-1,0 0 1,2 0 0,5-2-992,2 1 0,4-1 0,-6-1 931,3 0 0,-5 1 0,-4-1 0,-3 0 0,-1 1 0,-1-1 0,0 0 0,3 0 0,2-1 0,5 1-820,-11-1 1,6-1 0,-1 0 0,-4 0 697,7 0 0,-4 1 1,-4 0-1,0 0 1,-2-1-1,2 1 1,2 0-1,3-1 1,6 1-38,-12-1 1,7 0 0,-3 0 158,6 1 0,-4 0 0,-2 0 0,1 0 0,5 0 0,7 1 0,4-1 0,2 1 431,-15 1 0,-5 1 0,16-4-431,22-3 2936,2 2-2936,24-13 0,-16 9 0,18-14 0,-20 14 0,3-3 0</inkml:trace>
  <inkml:trace contextRef="#ctx0" brushRef="#br0" timeOffset="70966">30635 8811 24575,'-1'-12'0,"0"-6"0,5-1 0,2-1 0,8-14 0,2 7 0,4-1-1639,5 4 1,0 2-1,-9 6 1,1 1 545,5-2 1,2 0 0,-5 5 1745,-8 5-653,9-6 0,1 0 1811,-2 3-1811,11-6 0,-5 4 0,-7 5 0,-12 5 0</inkml:trace>
  <inkml:trace contextRef="#ctx0" brushRef="#br0" timeOffset="71869">30943 8353 24575,'9'19'0,"0"-1"0,1 5 0,-2-3 0,0-2 0,-2-4 0,1 6 0,-1-12 0,-1 6 0,-4-14 0,-14-13 0,1-1 0,-3-2 0,0 0 0,3 5 0,-5-6 0,15 13 0,6-2 0,9 0 0,-2 3 0,4-2 0,-7 4 0,-1 0 0,3 1 0,-6-1 0,3-1 0,-2-1 0,4 0 0,1 1 0,2-1 0,-5 3 0,-2-2 0</inkml:trace>
  <inkml:trace contextRef="#ctx0" brushRef="#br0" timeOffset="74005">3235 12232 24575,'7'-3'0,"11"-8"0,5-4 0,8-4 0,1 0-1639,-2 0 1,3-2 1637,-7 7 0,5-2 1,0 0-1,-1 0 1,-4 3 0,0-2 0,1 0 0,0 0 0,6-3 0,-2 1 0,-7 3 0,-1-5 0,-2 3 0,-20 13 0</inkml:trace>
  <inkml:trace contextRef="#ctx0" brushRef="#br0" timeOffset="87975">11295 13054 24575,'19'-14'0,"1"0"0,3-3 0,-1 2 0,-6 3 0,6-4 0,-1 1 0,-14 6 0,22-10 0,-28 16 0,5 2 0</inkml:trace>
  <inkml:trace contextRef="#ctx0" brushRef="#br0" timeOffset="92637">5981 14380 24575,'5'0'0,"5"0"0,7 0 0,9-3 0,6-1 0,-3-1-614,-10 3 0,1-1 614,8 0 0,8-2 0,-1 1 0,-9-1 300,-3-1-300,6 2 0,8 1 0,-8 0 0,-9-3 0,17 3 0,-3 1 0,-24 1 0,12-1 0,6-1-1639,-2 0 1,0 0 348,-7 0 1,2 0 660,6 0 0,7-1 0,1 0 0,-5 0 629,-2 1 0,0 0-449,7-2 0,4-1 1,-3 2 448,-4 2 0,-4 0 0,-7-1 0,0 0 0,3 2 0,0-1 0,9-1 0,-4-1 3276,-10 4-1681,-9-1-1595,-2 0 3276,0-1-3268,7-1 0,-8 0 0,6 1 0</inkml:trace>
  <inkml:trace contextRef="#ctx0" brushRef="#br0" timeOffset="93268">8673 14247 24575,'10'0'0,"24"1"0,-15-1 0,2-1-1109,8 2 0,5-1 1109,-1 0 0,3-1 0,-2 1-1178,-3 0 0,1 0 1178,1 0 0,3 0 0,-4 0 0,-9-1 0,-1 0 0,14 1 0,-1 0 0,-1-2-70,0 2 0,-1 0 70,-13 2-84,16-2 84,-24 2 231,-1-2 0,-7 0 0,0 0 1</inkml:trace>
  <inkml:trace contextRef="#ctx0" brushRef="#br0" timeOffset="97268">17633 15928 24575,'-5'-34'0,"1"7"0,-1 16 0,-2-2 0,0-1 0,-2 1 0,4 6 0,0 1 0,3 3 0,0 0 0,-2-1 0,0 0 0,-21-15 0,10 5 0,1 4 0,-3-1 0,-7-5 0,2 2 0,4 2 0,-3 0 0,-5-4 0,2 2 0,7 3 0,0 1-1084,-12-5 0,-1-1 1084,-1 0 0,-1 1 0,0 1 0,-3 0 0,-1 1 0,10 3 0,-1 1 0,-1-1 0,-3 0 0,1 0 0,-4-2 0,-1 1 0,-2-1 0,2 0 0,2 1 0,4 2 0,-7-1 0,6 1 0,-4-1 0,4 1 0,-5-2 0,-2 0 0,2 0 0,6 1 0,8 3 0,2 0 0,-6-3 0,-7-2 0,6 1 0,0 0 0,5 2 0,-2-1 0,-5-6 0,-2 0 0,-1 0 0,14 6 0,2 1 0,-3-1 2168,3-1-2168,3 2 0,6 4 0,0-2 0,2 4 0,0-1 0,1 1 0,0 0 0,-1-1 0,3 0 0,-1 2 0,2 1 0</inkml:trace>
  <inkml:trace contextRef="#ctx0" brushRef="#br0" timeOffset="98039">15996 15016 24575,'6'19'0,"0"1"0,-1 1 0,0 1 0,0-4 0,-1 1-1639,0 3 1,1-2-1639,0-3 1328,5 14 1949,-6-21 1719,6 9-1719,-1-27 0,4-18 0,-7 2 0,-1-1 0,0 3 0,-2-1 0,-2-4 0,-2 3 0,0 7 0,-4-3 0,-1 1 0,-2 5 0,-7-13 0,6 16 0,9 3-3277,32 13 2017,-18-3 1260,9 2 0,-1 1 3276,-11-2-2015,8 4-1261,-10-5 0,-5 8 0,-18 8 0,1-1 0,-1 2 0,2-3 0,-1 0 0,-1 0 0,2-2 3276,6-2 0,3-4-3044,1 1-232,1-1 0,1-2 0,0-5 0</inkml:trace>
  <inkml:trace contextRef="#ctx0" brushRef="#br0" timeOffset="98769">17484 15725 24575,'22'21'0,"-8"-7"-1639,4 7 1,0-1-1639,-8-7 1790,8 9 0,0 1 1487,-5-4 927,5 4 1,1 1-928,-6-3 0,0-2-292,8 10 292,-1 1 0,-13-16 0,2-1 3276,-1 2-353,-2-3-1625,-1-1-1298,2 5 0,-3-4 0,8 12 0,-8-11 468,8 8-468,0-2 0,1-6 0,5 6 0,-7-8 0,-2-5 0,1 3 0,-6-5 0,5 0 0,-9-3 0,3-1 0</inkml:trace>
  <inkml:trace contextRef="#ctx0" brushRef="#br0" timeOffset="99295">16954 16934 24575,'12'22'0,"-1"1"0,1-1 0,1 2 0,-1 1 0,0 0 0,1 2 0,-1-1-1639,3 8 1,-1-2-1,-5-8 1,0 1 1041,3 4 0,-2-1 2623,0 2-2026,2 5 0,2-8 0,-3 2 0,1-14 1260,-9-3-1260,-3-30 0,-2-7 0,1 9 0,-2-8 0,0 2 0,3 17 0</inkml:trace>
  <inkml:trace contextRef="#ctx0" brushRef="#br0" timeOffset="99593">17029 16986 24575,'16'-4'0,"9"-6"0,3-1 0,4-1-1580,1-2 0,-1 1 1580,-10 4 0,6-1 995,-11 4-995,-6 4 0,-5 1 0,-5 1 0</inkml:trace>
  <inkml:trace contextRef="#ctx0" brushRef="#br0" timeOffset="99873">17014 17098 24575,'7'2'0,"11"0"-3277,15-1 0,-7 1 0,8-2 1638,-9-3 1,-2 1 1270,-4-1 75,8-1 0,8 0 0,-8 0 293,-8 1 0,9-1 0,-2 0 0,-18 3 0,-1-2 0,-6 3 0</inkml:trace>
  <inkml:trace contextRef="#ctx0" brushRef="#br0" timeOffset="100212">17402 16947 24575,'12'12'0,"3"4"0,-1-2 0,-1 1 0,0-1 0,1-1 0,1 2 0,-1-3 0,-5-9 0,7 4 0,-13-9 0,6-1 0,-1-3 0,15-15 0,-8 3 0,0 1 0,-1 0 0,4-11 0,-4 11 0,-5 1 0</inkml:trace>
  <inkml:trace contextRef="#ctx0" brushRef="#br0" timeOffset="100990">17892 16883 24575,'-10'-1'0,"2"-1"0,-16 15 0,11-7 0,-5 7 0,10-3 0,3 3 0,8 7 0,7 0 0,10-3 0,-5-8 0,5-6 0,-10-3 0,8-6 0,-9 5 0,3-9 0,-6 8 0,0-8 0,-2 5 0,3-1 0,-4 5 0,7 2 0,7 15 0,3 4 0,-4 5 0,-3-1 0,-10-9 0,0 5 0,-1-7 0,-2 3 0,-4 2 0,-4 3 0,-11 4 0,6-10 0,-6-1 0,14-13 0,-6 3 0,-1-10 0,3 1 0,-7-7 0,7 0 0,0-9 0,5 5 0,2-4 0,4 12 0,-1 4 0,0 4 0</inkml:trace>
  <inkml:trace contextRef="#ctx0" brushRef="#br0" timeOffset="101970">18116 16861 24575,'-12'14'0,"-1"0"0,0 1 0,2 0 0,2 1 0,4-2 0,4-3 0,-1 1 0,5-4 0,-1-1 0,7-3 0,0-2 0,4-1 0,9-5 0,-8 2 0,10-9 0,-14 7 0,6-10 0,-9-1 0,2 2 0,-6-5 0,-1 11 0,-2-7 0,0 14 0,9 20 0,-5-5 0,12 16 0,-11-26 0,8 7 0,-5-7-820,-1 3 1,-4-5 0,-3-2 0</inkml:trace>
  <inkml:trace contextRef="#ctx0" brushRef="#br0" timeOffset="102927">19082 17450 24575,'-17'-2'0,"-5"3"0,5 18 0,-4 9 0,3 0 0,11-8 0,3-1 0,2-1 0,14 16 0,-7-22 0,18 4 0,-10-17 0,2 1 0,1-9 0,-8 0 0,7-17 0,-9 10 0,0-5 0,-2 0 0,-2 3-1093,-2-5 1,-1-7 0,1 7-2185,0 1 3200,0-2 0,-1-7 1,0 4-1469,-1 1 0,0 3 1545,1-3 0,1 0-1639,0-7 1,1 4 1402,0 11 175,10-14 61,-9 25 3276,3-6-3069,4 26-207,1 8 0,6 10 0,-5-3 0,0 2 0,-4-5 0,0 1 0,2 0 0,-1 2 0,-1-1 0,-1 1 0,0-4 2734,3 6-2734,0 4 0,1-1 3276,-1-15 0,2 6-3095,-4-18-181,2 2 0,-3-8 0,0 2 0,-5-2 0</inkml:trace>
  <inkml:trace contextRef="#ctx0" brushRef="#br0" timeOffset="103562">19349 17416 24575,'-9'11'0,"0"12"0,3-4 0,1 8 0,7-17 0,0-2 0,1-2 0,0-6 0,4 1 0,5-5 0,0 2 0,9-8 0,-12 5 0,4-5 0,-9 12 0,0-4 0,0 14 0,0-7 0,10 11 0,-7-11 0,9 7 0,-10-11 0,9 5 0,-8-6 0,5 2 0,-1-11 0,-4 3 0,0-3 0,-4 4 0</inkml:trace>
  <inkml:trace contextRef="#ctx0" brushRef="#br0" timeOffset="103825">19543 17356 24575,'37'0'0,"-13"-4"0,1-1 0,-2 3 0,0 0 0,2-6 0,-2 0 0,-5 1 0,-4-1 0,-12-2 0,-3 6 0,1-2 0,-2 4 0</inkml:trace>
  <inkml:trace contextRef="#ctx0" brushRef="#br0" timeOffset="104075">19660 17136 24575,'4'29'0,"0"0"0,0 0 0,-1-2 0,1 0 0,2 7 0,-1-5 0,-1-14 0,2 6 0,1-1 0,-1-8 0,0 8 0,1-1 0,-2-11 0,1 7 0,-4-11 0,3 1 0,-4-4 0,3-1 0</inkml:trace>
  <inkml:trace contextRef="#ctx0" brushRef="#br0" timeOffset="104329">19777 17363 24575,'-1'14'0,"0"7"0,1-6 0,1 1 0,7-9 0,-2-7 0,11-2 0,-7 1 0,7-2 0,-13 3 0,3-2 0</inkml:trace>
  <inkml:trace contextRef="#ctx0" brushRef="#br0" timeOffset="104711">19926 17233 8191,'14'18'0,"4"3"3276,-3-1-1489,0-1 1031,-14-15-2818,5 6 0,-5-4 0,3 1 1719,-1 9-1719,0 6 3276,1-2 0,4 16-3044,-5-24-232,7 11 0,-2-15 0,0-9 0,-2-10 0,-3-6 0,-3 1-820,0 1 1,0 11 0,0-2 0</inkml:trace>
  <inkml:trace contextRef="#ctx0" brushRef="#br0" timeOffset="104912">20071 17364 24575,'6'5'0,"-1"-1"0,0-2 0,-4 1 0,2-3 0,-2 0 0,0-2 0,-1-1 0</inkml:trace>
  <inkml:trace contextRef="#ctx0" brushRef="#br0" timeOffset="105044">20093 17370 24575,'0'0'0</inkml:trace>
  <inkml:trace contextRef="#ctx0" brushRef="#br0" timeOffset="105527">20466 17266 24575,'-6'30'0,"2"-2"0,-2-2 0,1-9 0,6-14 0,7-10 0,16-20 0,-5 5 0,-4 3 0,0 0 0,-3 4 0,0-6 0,-6 13 0,0-3 0,14 7 0,-9 6 0,8-2 0,-13 9 0,-6-7 0,1 1 0</inkml:trace>
  <inkml:trace contextRef="#ctx0" brushRef="#br0" timeOffset="105844">20592 17390 24575,'13'5'0,"7"-2"0,9-1 0,-7-2 0,6-5 0,-22 4 0,3-3 0</inkml:trace>
  <inkml:trace contextRef="#ctx0" brushRef="#br0" timeOffset="106128">20762 17299 24575,'0'10'0,"3"-1"0,2 4 0,7-2 0,-3-3 0,7 2 0,-5-2 0,-2-1-3277,2 3 0,-10-6 0,4 13 1787,-5-11 1490,2 8 0,-4 1 0,2-8 0,-1 7 0,1-13 0</inkml:trace>
  <inkml:trace contextRef="#ctx0" brushRef="#br0" timeOffset="106982">18876 17261 24575,'10'34'0,"-5"-16"0,1 1 0,0 3 0,1 2-1195,0 2 0,-1-3 1195,0 3 0,2 9 0,-5 2 0,-1-12 361,0 7-361,-2-18 0,1-1 0,1-8 122,-2 2 0,2-7 0,-2 3 0</inkml:trace>
  <inkml:trace contextRef="#ctx0" brushRef="#br0" timeOffset="108488">18986 17075 24575,'33'-4'0,"0"0"0,0-1 0,1 1 0,-1 0 0,0 0 0,1 0 0,-1 0 0,-4 1 0,3 0 0,2 0 0,1 0 0,2 0 0,1 0 0,1 0 0,1 0 0,0 0 0,-1 0 0,1 0 0,-1 0 0,-1 1 0,-1-1 0,-2 1 0,-1-1 0,-2 1 0,-3 0-410,9 0 0,-4-1 1,-2 1-1,-2 1 1,0-1-1,1 0 0,3 0 1,2 0 190,-5 0 1,3 1-1,2-1 1,1-1-1,2 1 1,1 0-1,0 0 1,0 0-1,-1-1 1,0 1 0,-2 0-1,-2 0 1,-2 0-1,-3 1 1,-3-1-438,12 0 1,-4 1-1,-4-1 1,-3 1 0,-2 0 281,9-1 0,-3 1 374,2-2 0,-8 1 1972,-20 2-1972,0 0 0,7-1 0,13 6 0,-1 0 0,-4 4 0,-1 0 0,-8 1 1823,13 7-1823,-19-8 0,9 10 0,-3 9 0,3 1-406,-8-10 1,0 1 405,-1 1 0,1 2 0,1 0 0,1 2 0,-1 4 0,0-1 0,1-3 0,0 0 0,-1 4 0,0-2 0,0 2 0,-4-7 0,0-1 0,-4-6 0,-4 20 0,3-21-1639,-9 5 1,-1-3 647,5-10 954,-14 11 0,-3 0 37,0-10-1415,-9 7 0,-2-1 1415,9-9 0,-2 1 0,-1 0 1460,-7 0-1460,10-3 0,-4 0 0,3 0 0,-4 1 0,-2 0 0,-1 0 0,3-1 0,1-1 0,2 0 0,-1-1 0,-4 1 0,0 0 0,-4 1 0,-2-1 0,-1 1 0,1-1 0,2 0-339,5 0 1,0-1 0,2 0-1,-2 0 1,-1 0 0,-2 0 338,3 0 0,-2 0 0,-2 0 0,0 0 0,-2 0 0,0 0 0,0 1 0,-1-1 0,-1 0 0,6 0 0,-1 1 0,-1-1 0,-1 1 0,0 0 0,0-1 0,-1 1 0,1-1 0,0 1 0,1 0 0,0-1 0,1 0 0,-2 1 0,0-1 0,1 0 0,1 0 0,0 0 0,0 0 0,-1 0 0,1 0 0,-1 1 0,-1-1 0,0 0 0,-1 1 0,-2-1 0,-1 1 0,1 0 0,0-1 0,1 1 0,2 0 0,3-1 0,2 1 0,4-1 2,-7 1 1,6 0 0,2 0 0,-1-1-3,-7 0 0,-3 0 0,4 0 0,9 1 2553,2 2-2553,7-5 3276,13 2-2735,3-9 2735,3-1-843,-4-13 814,0 0-3247,0 4 0,0-1 0,1-2 0,0 1 0,0 0 0,1 0 0,3-10 0,2 1 0,1 2-852,-1 2 0,1 2 852,-1 5 0,4-9 0,-5 15 0,2-5 0,-5 10 0,1-2 0,-3 7 1704,6-8-1704,-1 4 0,3-2 0,4 3 0,-8 3 0,3-1 0,-4 3 0,14-2 0,6 0 0,9-5-915,0 5 1,0-1 914,-13 0 0,-2-1 0,14-2 0,-15 3 0,-5-2 0,-6 3 0,-3 3 0,2-4 0,-1 3 1829,5-5-1829,13-4 0,-5 2 0,14-7 0,-12 7 0,8-2 0,-7 2 0,-3 3 0,-9 3 0,-7 2 0</inkml:trace>
  <inkml:trace contextRef="#ctx0" brushRef="#br0" timeOffset="115136">17479 17432 24575,'0'13'0,"2"3"0,1-12 0,0 2 0,3-5 0,-3-1 0,2 0 0,2 0 0,4-8 0,2 0 0,4-9 0,-6 3 0,8-17 0,-9 7 0,1-10 0,-8 6 0,-1 4 0,-1 2 0,1 8 0,1 9 0,-1 7 0,9 23 0,-3-7 0,0 1 0,1-1-543,0-2 1,-1-4 0,-6-8 0</inkml:trace>
  <inkml:trace contextRef="#ctx0" brushRef="#br0" timeOffset="116843">16718 17720 24575,'5'0'0,"-1"0"0,-1 0 0,3 0 0,6 0 0,0 0 0,10 3 0,-6-1 0,2 3 0,3 0 0,7 2 0,5 2 0,3 1-1236,-10-1 0,-1 1 1236,3-1 0,-2 0 0,-3 3 0,-5-1 0,-3-3-3277,7 13 589,-17-16 2688,9 19 0,-10-17 0,1 16 0,-4-12 1653,-5 5-1653,3-7 819,-5 1 0,6-8 0,-2 2 0</inkml:trace>
  <inkml:trace contextRef="#ctx0" brushRef="#br0" timeOffset="117478">16721 17797 24575,'11'14'0,"1"10"-1078,-1-5 1078,0 7 353,-5-9-353,1 6 0,-2-4 178,0 7-178,-3-16 0,3 16 0,-4-9 547,2 6-547,-1-7 0,0-6 0,-1-10 0,-1-3 0</inkml:trace>
  <inkml:trace contextRef="#ctx0" brushRef="#br0" timeOffset="117943">17050 17806 24575,'22'15'0,"0"0"0,6 3 0,0 1 0,-19-10 0,-2-3 0,-4 1 0,-1 1 0,-5 4 0,1 4 0,-7 3 0,-2-3 0,-9 2 0,-13-2 0,7-5 0,0-4 0,-1-1 0,-2 0-1093,4-5 1,-5-1 0,5-1-2185,-4 2 1638,-8-6 1,5 0 1265,24 2 1,-13-3-1,21 5 1</inkml:trace>
  <inkml:trace contextRef="#ctx0" brushRef="#br0" timeOffset="123877">8613 17066 24575,'6'22'0,"1"6"0,0 2 0,2 4 0,-6-17 0,4 15 0,-4-12 0,2 12 0,-3-16 0,2 12 0,-2-13 0,1 5 0,-2 5 0,-1-12 0,2 19 0,-1-17 0,4 17 0,-3-13 0,1 13 0,-3-18 0,0 18 0,0-3 0,0-4 0,-3 10 0,1-20 0,-3 16 0,3-15 0,1 8 0,1-6 0,0 7 0,0-4 0,0 0 0,0-1 0,-1-2 0,0 3 0,1 1 0,-1-2 0,1 0 0,0-6 0,1 6 0,1-7 0,1 10 0,0-1 0,-1-11 0,-1 22 0,-1-23 0,-1 17 0,1-21 0,-2 4 0,1 4 0,0-7 0,-1 12 0,1-14 0,0 7 0,1-5 0,-2-1 0,-1 4 0,1-3 0,-1 2 0,3 0 0,0-6 0,0 2 0,0-1 0,0 0 0,0 0 0,3-19 0,-2 10 0,4-31 0,-4 27 0,2-16-820,-3 20 1,0-2 0,0 5 0</inkml:trace>
  <inkml:trace contextRef="#ctx0" brushRef="#br0" timeOffset="126099">8661 17054 24575,'6'2'0,"11"-1"-3277,17 2 0,-12-2 1638,-1 1 1,1 0 2966,4 0-1328,-6-1 0,0 1 1719,7 1-1719,3-1 0,-19-1 0,7-1 0,-8 0 3276,2 0 0,-4 0-3044,0 0-232,-1 0 0,-2 3 0,5 26 0,-1-8 0,-3-2 0,-1 1 0,2 5 0,-4 2 0,1-3-1639,-2 0 1,-1-1-1639,1-5 2224,1 10 1,-1-1 1052,-2-10-1639,2 9 1,0-1 999,0-11 593,0 6 1,-1 2 45,2-4 1638,-3 1 0,0 3-1341,1-2 1,1 1-1614,1 7 1,0 0 1315,0 8 0,2-3 3276,-1-14-2068,-1 0-1050,1 1-158,-1 2 0,0-6 0,0 9 0,3 3 0,-2-7 3276,-1 4 0,-2-3-3044,-1-6-232,0 16 0,0-24 0,-3 22 0,3-11 0,-4 3 0,3 3 0,-2-6 0,3-2 0,-1 1 0,-1-4 0,2-1 0,-2-3 0,2-2 0,-1-4 0,1 2 0,-2-3 0,2 1 0,0 0 0,-1-3 0,-2 5 0,-2-2 0,-1 3 0,-5 2 0,4-3 0,-11 5 0,-4-1 0,7-3 0,-14 2 0,14-6 0,-2 0 0,-6-2 0,3-1 0,-5 0 0,-8 0 0,3 0 0,4 0 0,3 0 0,12 0 0,-7 1 0,6 0 0,-6 0 0,-2-1 0,7 0 0,-1-12 0,8 1 0,8-11 0,-2 13 0,1 0 0</inkml:trace>
  <inkml:trace contextRef="#ctx0" brushRef="#br0" timeOffset="127356">8852 17049 24575,'3'-9'0,"-1"3"0,4-6 0,3 0 0,2-4 0,11-4 0,-6 6 0,13-5 0,-16 8 0,5 0 0,2-1 0,-3 1 0,1 0 0,6-4 0,2 0 0,4 1 0,-1 0 0,-9 3 0,-1 1-1639,8-1 1,-3 2-1639,-5 1 2655,6-1 0,-1 0 622,-9 4 0,6-2 0,0 0 0,-3 3 0,10-1 0,-9 3 0,9 1 0,-15 1 0,10 0 0,-7 3 3276,-3-1-271,-3 1-1488,-7-1-1517,-1 1 0,-1-3 0,-1 1 0</inkml:trace>
  <inkml:trace contextRef="#ctx0" brushRef="#br0" timeOffset="128092">9571 16687 24575,'-13'19'0,"-1"0"0,-5 6 0,8-3 0,3-1 0,1-4 0,2 2 0,2 0 0,1-7 0,2 1 0,9-27 0,-5 3 0,4-6 0,2 0 0,0-1 0,1-3 0,-1 13 0,1 6 0,-2 2 0,2 0 0,-3 3 0,-3-1 0,2 3 0,-1 0 0,0-1 0,-2 5 0,-3-5 0,-13 8 0,2-4 0,-6 1 0,9-5 0,5-4 0</inkml:trace>
  <inkml:trace contextRef="#ctx0" brushRef="#br0" timeOffset="128926">10015 17029 24575,'-3'11'0,"1"-4"0,-3 12 0,3 3 0,-2-4 0,7 13 0,3-11 0,3 0 0,4 2 0,-4-14-3277,9 9 0,-11-12 3047,17 9 230,-17-13 0,13 5 0,-7-8 0,-1 0 0,12-16 3276,3-7-1638,-7 0 0,0 0-1522,-5 9 0,-2 0-116,1-6 0,-5 1 0,-5 8 0,-6-19 0,-1 19 0,-12-12 0,3 18 0,-6 1 0,-4 2 0,1 3 0,-1 1 0,2-2 0,-1 2 0,-2 3 0,3 0 0,7 0 0,-8 7 0,15-6 0,-4 2 0,10-4 0,-3-1 0</inkml:trace>
  <inkml:trace contextRef="#ctx0" brushRef="#br0" timeOffset="129627">10127 17372 24575,'9'20'0,"3"15"0,-8-16 0,0 1 0,0-2 0,0 1 0,1 3 0,-1-2 0,-2-6 0,7 16 0,-8-22 0,4 7 0,-5-22 0,2-20 0,-2 8 0,0-2 0,0 0 0,0 6-3277,-3-19 0,1 22 3047,-1-11 230,-1 15 0,0-4 0,-14 8 0,-2 2 0,7-3 0,-15 5 0,1 2 0,19-2 3276,-13 3 0,19-1-3218,1 1 0,1-2 0,0 1 0</inkml:trace>
  <inkml:trace contextRef="#ctx0" brushRef="#br0" timeOffset="130177">10018 17737 24575,'-7'36'0,"3"-15"-3277,0 14 0,4-26 1322,5 22 1955,-4-21 1720,10 11-1720,-9-13 0,5-3 0,10-9 0,5-6 0,4-5 0,-5 1 0,-1 0 0,-2 0 0,1 0 0,-1 1 0,-7 3 3276,8-8 0,-13 2-3047,3 4-221,-6-4-8,-8 6 0,-1 3-3277,-15-4 0,12 10 0,-26-5 1787,27 6 1490,-27-2 0,30 4 0,-9-2 0,14 1 0</inkml:trace>
  <inkml:trace contextRef="#ctx0" brushRef="#br0" timeOffset="130693">10289 18069 24575,'-4'27'0,"2"-12"0,-3 16 0,2-19 0,-2 19 0,-3-14 0,6-13 0,-1-22 0,6-5 0,-1-12 0,-1 22 0,-2-16 0,-1 17 0,-2-23 0,2 24 0,-4-14 0,5 18 0,-3 0 0,1 6 0,-16 10 0,9-3 0,-17 10 0,17-9 0,-6 1 0,10-5 0,1-2 0</inkml:trace>
  <inkml:trace contextRef="#ctx0" brushRef="#br0" timeOffset="132196">7851 17067 24575,'5'-3'0,"4"-2"0,-4 2 0,5-5 0,1 3 0,6-7 0,4 2 0,2-3 0,-7 5 0,-1 1 0,-3 3 0,-2 0 0,13-2 0,11-1-1639,-14 4 1,0 0-1639,12-2 1730,-11 4 0,-3 1 1547,-9-2-277,26 2 277,-23-2 0,12 2 0,-15 0 0,11 5 0,-12-3 0,10 4 0,-11 0 3276,16 11-1324,-5 1-1952,5 4 0,0 2 0,-12-12 0,5 4 0,1 0 0,-1-1 1638,3 0 0,2 1-742,6 3-896,0-2 525,-4-2-525,-13-9 0,7 7 0,1-1 0,-2 2 0,6-4 0,1-2 0,-4 0 0,5 0 0,-1-1 0,-7-4 0,9 4 0,-16-4 0,1-3 0,-9-3 0,-1 0 0,0-2 0</inkml:trace>
  <inkml:trace contextRef="#ctx0" brushRef="#br0" timeOffset="132842">8822 17250 24575,'-14'8'0,"-3"4"0,9-4 0,-2 2 0,6-3 0,9-5 0,-1-2 0,5-5 0,-6 2 0,3 1 0,-6 2 0,9 2 0,-7-1 0,0 1 0,-7 3 0,3-2 0,-2 3 0,8-6 0</inkml:trace>
  <inkml:trace contextRef="#ctx0" brushRef="#br0" timeOffset="134633">7902 17072 24575,'16'-14'0,"4"1"0,-2 2 0,5 0 0,-8 6 0,0 0 0,1 0-3277,-4 2 0,0-1 3047,-3 2 230,-1 2 0,3 0 0,3-1 0,12 1 0,1-2 0,-8 4 0,0 0 0,10 2 3276,5 9-1638,-11-3 0,0 0-1522,-5-1 0,0 1-550,7 3 1,0-1 433,7 5 0,-2-1 0,1-2 0,-6-5 0,-6-1 0,-3-2 0,-2-1 0,6 4 0,-1-1 0,-2-1 867,-6 0-867,-8-7 0,0 1 0,-1-1 0,-1 0 0</inkml:trace>
  <inkml:trace contextRef="#ctx0" brushRef="#br0" timeOffset="135398">7367 16961 24575,'6'8'0,"4"6"0,-6-7 0,8 12 0,-6-9 0,2 1 0,1-9-3277,7-20 0,-7 10 3047,12-20 230,-9 14 0,2-4 0,5-4 0,-8 11 0,9-8 0,-9 13 0,1-3 0,-5 8 0,5 13 3276,-4 1-1638,1 3 0,2 2-1406,2 7-232,-1-1 0,-4-9 0,-8-11 0,2 2 0,-1-4 0,-1-1 0,2-1 0</inkml:trace>
  <inkml:trace contextRef="#ctx0" brushRef="#br0" timeOffset="135786">7785 16888 24575,'7'6'0,"3"0"0,-6-4 0,15 1 0,-14-4 0,6 0 0,-13-2 0,-1-3 0,0 4 0,1-2 0,1 4 0,-1 0 0</inkml:trace>
  <inkml:trace contextRef="#ctx0" brushRef="#br0" timeOffset="136051">7980 16862 24575,'4'2'0,"-2"-1"0</inkml:trace>
  <inkml:trace contextRef="#ctx0" brushRef="#br0" timeOffset="137426">6027 18474 24575,'26'-12'0,"-6"3"0,-2 0 0,1 1-2462,11-7 2462,1-2 310,-11 5 1,1-1-311,1-2 0,0 1 444,8-7-444,1 1 0,-2 1 0,-11 7-1639,10-7 1,1 1-1406,-12 6 2147,8 0 1,8-3-1,-3 3 897,-5 2 0,0 1-255,4-1 1,4-1 0,2-1 0,-2 1 254,3 1 0,-2 1 0,-1 0 0,-9 1 0,0 1 0,1 0 0,8-2 0,3 1 0,-9 1 0,-6 1 0,14-1 0,-1 1 0,-16 2 0,13 1 0,-2 1 3276,-17 2-2671,16-1 0,-1 1-605,-19 0 3276,19 0-2908,-26 0 0,4 0 1,-6 0-1</inkml:trace>
  <inkml:trace contextRef="#ctx0" brushRef="#br0" timeOffset="137960">7265 17876 24575,'1'22'0,"-1"0"0,2 1-1639,2 0 1,-1-4-1639,0-12 1903,4 12 0,1 0 1374,-2-9 1827,9 19-1827,-8-20 0,-1 1 0,-3-8 3276,-10-8-110,-7-14-3166,0 4 0,-6-8 0,15 16 1033,6-3-1033,17 4 0,1-1 0,4 4 0,-1 0 0,-3 1 0,14 0 0,-39 9-3277,-9 3 0,-2-1 3047,-5 1-881,8 1 1111,6-4 0,-6 8 0,12-12 0,1 2 0</inkml:trace>
  <inkml:trace contextRef="#ctx0" brushRef="#br0" timeOffset="138900">11677 16812 8191,'-20'10'0,"-3"-1"3276,-8 6-2589,11-6 1,1 1-688,2 0 0,-1 1 383,-7 4 0,-2 2-383,2-1 0,-2 1 0,-2 0 0,-3 1 0,2 0 0,-1 0 0,1 1 0,0-3 0,-1 1 0,4-3 767,9-4 0,1-2-767,-15 8 3276,12-11-1080,5-2-1811,-4-2-385,-6-1 0,8 0 2730,-11-1-2730,16-2 0,-1 1 0,9-1 0,3 3 0</inkml:trace>
  <inkml:trace contextRef="#ctx0" brushRef="#br0" timeOffset="140823">11038 16933 24575,'1'12'0,"-1"7"0,0 1 0,2-3 0,-2 10 0,0 4 0,1-6 0,1-1 0,-1-2 0,1 0 0,1 5 0,2-2 0,3-6 0,0-1 0,-2-9 0,-5-7 0,-5-23 0,1 10 0,-7-22 0,1 2 0,0 6 0,3 6 0,0 1 0,-2-11 0,3 10 0,-1-7 0,4 16 0,1-3 0,-1 7 0,-1 2 0,-10 14 0,2-1 0,-13 8 0,-2 3 0,-6-1 0,8-5 0,-4 3 0,3-3-586,8-4 0,1-1 586,-9 4 0,0 0-217,-3 6 217,8-7 0,1 4 0,18-13 0,4-2 0,28-7 0,-10 1-997,9 1 0,0 0 997,-2 1-1639,-1 4 1,-1 1-55,-10 0 1831,9 4-138,-16 8 0,1-4 0,2 11 1431,-4-10-1431,-3 0 3276,-1-11 0,2-9-3044,-2 2-232,2-7 0,0 9 0,-1-3 0,1 3 0,-11 1 0,-4 4 0,-10 2 0,-1 1 0,-2 1 0,2 1 0,2-1 0,2 1 0,3-1 0,4-2 0,7 0 0,2-2 0,16-3 0,-3-1 0,12-3 0,4-7 0,-12 7 0,4-4 0,-25 9 0,4-1 0,-9 1 0,6 1 0,3 1 0,6 1 0,1 0 0,1-3 0,-11-4 0,-7-1 0,-1-1 0,0 5 0,9 3 0,-1 2 0,8 2 0,6 2 0,3 0 0,6-2 0,-5-5 0,9-3 0,-11 1 0,1-4 0,-11 4 0,-3-1 0,-11 1 0,5 3 0,-11-2 0,3 2 0,-1 0 0,-5 2 0,15-2 0,4 0 0,3-3 0,-10 1 0,-10-1 0,-9 6 0,4-1 0,-3 3 0,10 0 0,0 0 0,15 1-820,24 8 1,-14-8 0,17 7 0</inkml:trace>
  <inkml:trace contextRef="#ctx0" brushRef="#br0" timeOffset="141760">7430 18001 24575,'8'9'0,"-2"0"0,-2 2 0,-1-4 0,2 10 0,-3-9 0,2 4 0,-2-9 0,5-2 0,5-1-3277,21-3 0,-14 1 2184,4-2 1,6-1 0,-3 0-398,3-1 1156,-4 0 0,5-1 0,-5 0 334,2-1 0,6-6 0,-23 7 3276,-8 3-2511,-17 3 2511,-2 3-510,-18 0-2766,6 3 0,-3-3 0,0-1 0,2 1-656,0-1 1,3-1-1,20 0 1,-7 0 0</inkml:trace>
  <inkml:trace contextRef="#ctx0" brushRef="#br0" timeOffset="143508">11910 16514 24575,'10'11'0,"-1"-1"0,-1 18 0,-1-5 0,1 6 0,-1-1-1093,-3-4 1,0 0 0,1 4 614,0 2 1,0 4-1,1 4 1,0 0-1,-1 0 1,-2-1-179,0 0 1,-2 0-1,-1-1 1,0 1 0,1 2 423,0-7 1,1 1 0,0 0 0,0 1 0,0 1 0,0 0 0,-1 1 231,-1-3 0,1 2 0,-1 2 0,0 0 0,-1-1 0,1 0 0,0-1 0,0-2 0,0-3 0,0 5 0,0-3 0,0-2 0,0 1 0,0 3 0,0 1 0,0 4 0,0 1 0,1 1 0,-1-2 0,1-4 0,-1-4 342,1 1 0,0-5 0,2 2-342,0 1 0,2 3 0,0 1 0,0-2 0,-1-4 0,1 4 0,1-1 0,5 2 0,2 6 0,1-2 0,-3-7 0,-4-12 0,0 0 0,9 13 0,5 4 0,-4-6 0,-2-7 0,3 6 0,0-1 0,-9-14 0,3 4 0,-12-15 0</inkml:trace>
  <inkml:trace contextRef="#ctx0" brushRef="#br0" timeOffset="145246">8958 18354 24575,'6'30'0,"-2"-10"0,1 0 0,0 1 0,3 7 0,1-1 0,-1 1 0,-6-19-3277,5 10 0,-6-12 3047,7 7 230,-5-10 0,4 8 0,-5-8 0,4 6 0,-6-6 3276,-1-5 0,-2-7-3044,-3-2-232,5 1 0,-1 7 0,2 1 0</inkml:trace>
  <inkml:trace contextRef="#ctx0" brushRef="#br0" timeOffset="145947">9001 18454 24575,'-7'13'0,"0"-1"0,0 5 0,-1-3 0,-1 8 0,4-10 0,4-9 0,2-3 0,6-14 0,-1 5-1639,6-7 1,0 0-1639,-3 7 3047,13-16-230,-11 13 460,1-1 0,-2-8 0,-4 12 0,-4-3 0,-1 7 3276,-1 5 0,0 4-6553,5 7 462,-4-2 1705,19 12 1110,-12-14 0,24 12 0,-22-15 0,0 2 0,-34 1 0,6-4 0,-13 2 0,-1 0 0,4 0 1638,5-2 0,5-3 1320,11-6-6235,27-6 1430,-5 0 908,12 2 1,2 3 938,-8 2-1093,4 2 1,7-1 0,-6 1 454,1 1 638,9 0 0,-3 0 0,-22 2 0,10-2 0</inkml:trace>
  <inkml:trace contextRef="#ctx0" brushRef="#br0" timeOffset="149375">11620 16830 24575,'-13'9'0,"-12"8"0,1-5 0,-6 5 0,11-6 0,-10 5 0,10-6 0,-7 5 0,-5 1 0,13-8 0,-11 8 0,0-6 0,1 3 0,9-6 0,1-1 0,-4 2 0,-7 2 0,16-8 0,-9 7 0,11-5 0,-4 0 0,2 2 0,-12 2 0,0-1 0,2 3 0,9-5 0,7-2 0,-1 0 0,-7-3 0,0-1 0,-7-3 0,6 2 0,-9-2 0,16 4 0,-12-2 0,17 2 0,0 0 0</inkml:trace>
  <inkml:trace contextRef="#ctx0" brushRef="#br0" timeOffset="150161">10896 17076 24575,'3'16'0,"-1"-5"0,0 4 0,0-3 0,3-3 0,-2-1 0,1-4 0,0-3 0,3-1 0,-2 3 0,11-3 0,-8 2 0,9-1 0,-9 0 0,-4 4 0,-6 0 0,-21 14 0,1-9 0,-2-1 0,5-1 0,0 0 0,-4-1 0,3-3 0,6-2 0,11-2 0,6 3 0,11 1 0,-5-1-3277,22 4 0,-23-7 2970,22 4 307,-15-3 0,9 0 0,2 1 0,4-2 0,-6 1 0,5 2 0,-4-1 0,3 2 0,-1-1 0,-3 0 0,-9 1 0,-6-3 0,-16 0 0,-15 4 0,-2-4 0,-1 0 0,-12 3 0,9-3 0,2-2 0,8 0 819,-3 1 0,16-2 0,4 2 0</inkml:trace>
  <inkml:trace contextRef="#ctx0" brushRef="#br0" timeOffset="151222">22041 16941 24575,'6'0'0,"3"0"0,11 0 0,-3 0 0,4 2 0,1-1 0,2 0 0,3 2 0,6 1 0,-4-1-1592,-8-1 1,0 0 1591,7 1 0,4 2 0,-6-2 1002,1-1-1002,-1 1 0,-2-1 0,-4-2 261,0 1 0,2 1-261,9-2 0,-8-1 0,0-1 0,8 1 0,-4-3 0,-24 4 0</inkml:trace>
  <inkml:trace contextRef="#ctx0" brushRef="#br0" timeOffset="151829">22603 16846 24575,'0'20'0,"-1"1"0,1-1 0,0 0 0,-4 10 0,1-7 0,1-1 0,1-10-1639,-2 9 1,0 0-1639,3-10 3047,1 17 230,1-27 0,-13-31 0,4 10 0,-8-8 0,-3 1 0,-5 4 0,1 6 0,25-3 0,13 12 1638,10 1 0,5 1 0,-6 3 0,0 0-1522,-1-1 0,-2 3-116,-2 13 0,-27 1 0,-5 3 0,-14 5 0,15-14 0,-19 7 0,17-7 0,-21 1 0,21-3 0,-13 0 0,23-3 0,1-2 0,2 1 0</inkml:trace>
  <inkml:trace contextRef="#ctx0" brushRef="#br0" timeOffset="154813">23925 17035 24575,'11'7'0,"-4"0"0,4 1 0,-3-2 0,10 4 0,3 0 0,-3 0 0,14 1 0,-20-7 0,20 5 0,-21-6 0,19 0 0,-16-3 0,13-1 0,-16-1 0,10-5 0,-5 0 0,-2 0 0,-1 0 0,-9 2 0,-1-6 0,-2 1 0,-1-7 0,0 9 0,0-7 0,0 9 0,-3-10 0,1 10 0,-5-10 0,3 9 0,-3-4 0,3 6-3277,-8-2 0,8 4 3047,-21-2 230,13 4 0,-19 0 0,15 1-1639,-3 0 1,0 0 378,6 0 1260,-12 0-1062,1 5 1062,10-2 0,-8 4 0,0 0 0,10-3 0,-6 3 0,1 1 0,12-5 819,-10 6 0,15-8 0,0 1 0</inkml:trace>
  <inkml:trace contextRef="#ctx0" brushRef="#br0" timeOffset="155529">24478 16984 24575,'-2'14'0,"0"5"0,1-13 0,0 15 0,1-13 0,3 14 0,4-9 0,6 4 0,-3-7 0,11-5 0,-4-3 0,3-2-3277,10-6 0,-21 5 3047,10-5 230,3-1 0,-1 0 0,0-2 0,10-1 0,-4-1 0,-5 1 0,-13 4 0,4-3 3276,-10 4 0,-11-5-3044,2 5-232,-11-11 0,10 12 0,-18-9 0,12 10 0,-22-6 0,4 6-3277,7 0 2584,1 1 128,3 2 565,5 0 0,-4 2 0,-1 0 0,-2 1 0,-1 3 0,12-5 0,10 1 0</inkml:trace>
  <inkml:trace contextRef="#ctx0" brushRef="#br0" timeOffset="156412">25095 17025 8191,'-5'0'0,"-6"4"3276,-2-2-1489,-7 10 1031,7-7-2818,6 6 1719,12-2-1719,5-2 3276,17 2 0,5-3-6553,-8-3 2585,0 1 692,-9-3 0,6 0 0,-4-1 0,6-1 0,-16-1 0,6-4 0,-4 2 3276,11-10-2351,-9 6-925,7-6 0,-12 8 0,0 1 0,-7 1 0,-13-5 0,1 4-1639,-10 1 1,-2 1-1639,8 3 3162,-2 0 0,-3 0-1524,0 3 1,1 1 378,-1-2 1260,1 2 0,4 0 0,14-4 0,6 2 0,-1-2 0</inkml:trace>
  <inkml:trace contextRef="#ctx0" brushRef="#br0" timeOffset="156995">25458 17035 24575,'-9'3'0,"2"1"0,2 1 0,3 6 0,6 16 0,4-9 0,3 1 0,2 2 0,1-1 0,0-3 0,1-3 0,19 1 0,-11-14 0,-4 0 0,1-9 0,-15 5 0,10-14 0,-12 11 0,6-7 0,-6-5 0,-1 11 0,-5-18 0,-3 18 0,-20-9 0,5 11 0,-2 2 0,3-2 0,-1 1-1217,-9 3 1,0 1 1216,1 0 0,8 0 0,2 1 0,4 1 0,1 1 0,14-1 0,1-1 0</inkml:trace>
  <inkml:trace contextRef="#ctx0" brushRef="#br0" timeOffset="157626">26617 16749 24575,'3'27'0,"-1"0"0,2 2 0,1 3 0,0 0 0,0-4 0,-1-1 0,2 4-656,-1 2 1,2 5-1,0 2 1,0-1 0,-1-5-438,0 0 1,-1-3 0,1 4 545,-1-3 1,2 6 0,0 1 0,0 0 0,-1-4 0,0-6 81,0 3 0,1-1 465,0 1 0,0 6 0,1-1 0,-1-6 0,0-3 0,-1-2 0,1 2 0,0 2 0,-1-4 0,-1-5 0,-1 0 0,3 12 0,1 1 0,-1-7 0,1-3 0,0 7 0,2-6 0,0-4 0,-7-13 497,8 7 1,-10-12 0,1 1-1</inkml:trace>
  <inkml:trace contextRef="#ctx0" brushRef="#br0" timeOffset="158828">26809 17832 24575,'7'31'0,"-1"-6"0,-3-6 0,1 2 0,4 6 0,0 9 0,-3-14 0,0 9 0,-7-16 0,4 2 0,-4-4 0,2-7 0,-2 5 0,-1-7 0,0 6 0,-1-2 0,3-1 0,0 3 0,0-6 0,0 2 0,-2-5 0,-5-2 0,0-3-1639,-6-9 1,1-2 818,3 3 1,-8-14 0,16 23 0</inkml:trace>
  <inkml:trace contextRef="#ctx0" brushRef="#br0" timeOffset="160356">27149 17091 24575,'21'7'0,"14"-4"0,-21-2 0,7-2 0,0-1 0,-3 0 0,14-1 0,-18 1 0,-3-1 0,-8 2 0,-1-1 0,-2 0 0</inkml:trace>
  <inkml:trace contextRef="#ctx0" brushRef="#br0" timeOffset="194734">26107 13141 24575,'18'-24'0,"0"-2"0,-4 3 0,-2 7 0,2-1 0,-1 1 0,1 2 0,4-4 0,2 1-1228,-3 3 1,0 2 1227,1 0 0,0 2 0,-1-1 0,0 1 0,10-6 0,-10 6 0,-1 1 0,-3-1 784,7-4-784,-15 11 101,1-1 0,-3 4 0,-1 0 0</inkml:trace>
  <inkml:trace contextRef="#ctx0" brushRef="#br0" timeOffset="195534">26379 12712 24575,'0'9'0,"2"2"0,5 13 0,5 8 0,-3-5 0,5 6 0,-8-21 0,4 6 0,-4-10 0,1-1 0,-4-3 0,-2-7 0,-2 1 0,-1-11 0,-1-4 0,-3-16 0,-1 5 0,0 0 0,3 14 0,3 8 0,5 5 0,2-3 0,14 1 0,-5-1 0,22-2 0,-23 3 0,9-1 0,-18 4 0,-5 2 0,-2-1 0,-7 2 0,-1 2 0,0 0 0,3-2 0,6 7 0,2-3 0,14 12 0,-7-10 0,9 3 0,-1-8 0,-10-2 0,6 1 0</inkml:trace>
  <inkml:trace contextRef="#ctx0" brushRef="#br0" timeOffset="200037">22628 14756 24575,'26'4'0,"1"-2"0,10 0 0,3 0 0,-4 0-1093,-2 0 1,-1 0 0,7 0 727,-11-1 1,6 0 0,3 1 0,2-1 0,1 0 0,0 1 0,-1-1 0,-2-1 0,-4 1-292,4 0 1,-3-1-1,-1 0 1,1 0 0,4 0 432,-8 0 1,3 0-1,3 1 1,0-1-1,2 1 1,-1-1-1,0 0 1,-2 1-1,-2-1 1,-3 0-26,7 0 0,-3 0 0,-3 0 0,3 0 0,4 0 248,-8 0 0,4 0 0,1 0 0,3 0 0,0 0 0,1 0 0,0 0 0,-1 0 0,-1 0 0,-3 0 0,-2 0-397,6 0 0,-4 0 1,-1 0-1,-1 0 1,2 0-1,4 0 397,-5 0 0,2 0 0,3 0 0,1 0 0,0 0 0,0 0 0,-1 0 0,-2 0 0,-3 0 0,-3 0 206,9 0 1,-5-1 0,-2 1-1,2-1-206,-3 1 0,2 0 0,-1 0 0,-2-1 0,-4 0 0,1-1 0,-3-1 0,3 2 0,-3 0 2789,-8-2-2789,0-1 0,-11 3 0,9-3 0</inkml:trace>
  <inkml:trace contextRef="#ctx0" brushRef="#br0" timeOffset="200873">30548 14195 24575,'36'-3'0,"-1"1"0,1-1 0,0 1 0,0-1 0,0 1 0,-1-1 0,1 1 0,3-1 0,3 1 0,0-1 0,-2 0 0,-4 1 0,-5-1 0,-8 2 0,6-3 0,-6 2 0,-6 1 0,-14 1 0,3 0 0</inkml:trace>
  <inkml:trace contextRef="#ctx0" brushRef="#br0" timeOffset="201679">22391 14795 24575,'32'10'0,"-10"-6"0,8-1 0,6 1 0,3 0 0,3 0 0,0-1 0,-2 1 0,-3-2-469,-4 1 1,-3-1 0,-1 0 0,1-1 0,2 1 0,4-1 0,7 1 358,-19-1 1,2-1 0,2 1 0,2 0-1,2 0 1,1 0 0,2 0 0,1 0-1,2 0 1,0 0 0,1 0 0,1 0 0,1 0-1,0-1 1,0 1 0,1 0 0,-1 0-1,1 0 1,-1 0 0,0-1 0,0 1 0,-1 0-1,-1-1 1,-1 1 0,0 0 0,-2-1-1,-1 1 1,-2-1 0,-1 1 0,-2-1-126,11 0 1,-3 1 0,-1-1 0,-3 0 0,0 0 0,-1 0 0,-1 0 0,0 0 0,0 0 0,1 0 0,1 0 0,2-1 0,1 1 0,2 0 102,-7 0 1,2 0 0,1 0 0,2 0 0,1 0 0,1 0 0,0 0 0,2 0 0,0 0 0,0 0 0,0 0 0,1 0 0,-1 0 0,0 0-1,0 0 1,-2 0 0,0 0 0,-1-1 0,-1 1 0,-2 0 0,-1-1 0,-2 1 0,-2-1 0,-2 1 0,-2-1-48,16 0 1,-4-1 0,-4 0 0,-2 0 0,-2 1 0,-1-1 0,0 0 178,11 1 0,-2-1 0,-3 1 0,-2-1-18,-4-2 1,-2 1 0,-3 0 17,0 0 0,-5 1 0,-8 0 0,2-1 0,-12 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2:28:55.319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5486 5122 24575,'25'-12'0,"0"0"0,0 0 0,3 1 0,-2-1 0,8-5 0,-1 1 0,-7 5-2156,0 0 2156,0 0 0,5-4 0,-5 4 692,3 0-692,1-2 0,6-3 0,-5 2 0,1 2 59,-7 2 0,3-1 1,-10 3-1,-15 7 0,0 1 1</inkml:trace>
  <inkml:trace contextRef="#ctx0" brushRef="#br0" timeOffset="2458">17541 4961 24575,'9'2'0,"-1"-2"0,2 3 0,-3-3 0,11 2 0,4-1 0,-5-1 0,3 0-1093,14 1 1,7-1 0,-5 1-547,-12-1 1,3 0 1359,-2 0 1,9 0-1,3 0 1,2 0 0,-1 0-1,-5 0 1,-7 0 50,0 0 0,0 0 228,-2 0 0,7 0 0,4 0 0,4 0 0,1 0 0,-1 0 0,-2 0 0,-4 0 0,-7 0 0,4 0 0,-6 0 0,5 0 0,1 0 0,7 0 0,4 0 0,1 0 0,-1 0 0,-5 0 0,-6 0 0,9 0 0,-4 0 0,-7-1 0,4 1 0,-1-1 0,-7 1 0,7-2-820,-2-4 1,-18 3 0,-1-1 0</inkml:trace>
  <inkml:trace contextRef="#ctx0" brushRef="#br0" timeOffset="3882">4545 5853 24575,'2'20'0,"-1"-1"0,-1-4 0,0 2-3277,0 13 0,0-15 1328,0 17 3343,0-15-1394,0 6 0,0 7 0,0-13 0,0 9 0,0-18 0,0 2 0,0-9 0,0-2 0</inkml:trace>
  <inkml:trace contextRef="#ctx0" brushRef="#br0" timeOffset="5520">5384 6270 24575,'24'1'0,"3"1"0,-1-1 0,2 1-1639,-3 1 1,3 1 959,2-2 1,5 0 0,2 1 0,-4 0 678,-8 0 0,-1 1 0,4 0 0,2-1 0,5 1 0,4 0 0,1 0 0,0-1 0,-1 1 0,-6 0-820,4 0 1,-4 0 0,0 0 0,5 0 606,-7-1 0,3-1 0,3 1 0,1-1 0,1 0 0,-2 1 0,-1-1 1,-2 0-150,4 0 1,-4 1 0,0-1 0,2 0 0,4-1 361,-9 0 0,4 0 0,2-1 0,2-1 0,1 1 0,-1 0 0,-1 0 0,-1 0 0,-4 0 0,-2 0-511,3 1 1,-5 1 0,-1-1-1,1 1 1,3-1 510,0-1 0,2 0 0,3 0 0,0 0 0,1 0 0,-1 0 0,-1 0 0,-1 0-176,2 1 0,-1-1 0,-1 1 0,1 0 0,0-1 0,4 1 176,-8-1 0,2 0 0,0 0 0,2 0 0,1 0 0,-1 0 0,1 0 0,0 0 0,0 0 0,-2 0 0,-1 0 0,0 0 0,-1 0 0,0 0 0,0 0 0,1 0 0,0 0 0,0 0 0,1 0 0,1 0 0,-1 0 0,3 0 0,2 0 0,0 0 0,1 0 0,-1 0 0,0 0 0,-1 0 0,-2 0 0,-2 0 0,-3 0 0,-3 0 0,12 0 0,-7 0 0,-2 0 0,5 0 0,-6 0 0,2 0 0,2 0 0,1 0 0,-2 0 0,0 0 0,-4 0 0,6 0 0,-3-1 0,-1 1 0,1 1 0,-1-1 0,0 1 0,1 0 0,2-1 0,-4 0 0,4 1 0,1-1 0,1-1 0,-2 1 0,-3 1 0,-4-1 0,1 1 0,-4 0 0,4 0 0,2-1 0,6 1 0,2-1 0,-1 1 0,-4-1 0,-9 0 0,13 1 313,-13 0 0,5-1 0,2 1 1,-5 0-314,8-1 0,-5 0 1324,-8-1 1,1 0-1325,5-1 0,4 0 0,-7 0 0,-5-2 1638,1 1 0,-3-1-953,-12 3 2591,2-14-628,8-5-51,-2 2-2597,0 3 0,-1 1 0,-3 2-1639,3-8 1,-2 0-1639,-2 5 3047,2-14-434,-7 3 664,-3 5 0,0-1 0,1-1 0,-2 0 0,-3-3 0,0 0 0,0 1 0,0 1 0,0 2 0,1 2 0,1-6 0,0 12 0,1 2 0,0 6 0</inkml:trace>
  <inkml:trace contextRef="#ctx0" brushRef="#br0" timeOffset="7482">2709 9098 24575,'5'-2'0,"2"-4"0,0 4 0,17-17 0,-8 10 0,5-4 0,1 0 0,-4 4 0,4-2 0,0 1 0,-4 0 0,0 1 0,1 0 0,4-2 0,0 2 0,-1 1 0,-1-1 0,3 1 0,0 1 0,-5 2 0,4 0 0,1 1 0,-6 0 0,9 0 0,-1 0 0,-13 2 0,5-1 0,0-1 0,-9 3 0,-3 0 0,-3 0 0,-5 3 0</inkml:trace>
  <inkml:trace contextRef="#ctx0" brushRef="#br0" timeOffset="9403">3125 8721 24575,'0'10'0,"6"11"0,-3-3 0,7 14 0,-7-14 0,7 12 0,-4-14 0,1 3 0,-3-11 0,0 1 0,-2-3 0,1 2 0,-2-8 0,-1 1 0,0-11 0,-4-10 0,3 7 0,-3-8 0,4 17 0,3-7 0,23-12 0,0 5 0,-7 5 0,1 1 0,15 1 0,-17 5 0,9 0 0,-17 4 0,4 1 0,-5 5 0,0-2 0,0 3 0,-6-1 0,-2-2 0,-1 9 0,-12 10 0,1 0 0,-7 2 0,6-8 0,6-10 0,5 1 0,3-5 0,1-2 0,-10 5 0,1-5 0,-5 7 0,5-6 0,3 2 0,-2-2 0,0 0 0,-1 0 0,-2-3 0,-4-5 0,2-1 0,-4-1 0,6 2 0,2 2 0,2 1 0,0 0 0,4 5 0,-3 3 0,3 1 0,2 22 0,-1-15 0,3 22 0,-3-22 0,1-1 0,0-4 0,-2-7 0,1-2 0,-3-4 0,-3-7 0,3 6 0,-8-13 0,7 14 0,-4-14 0,5 16 0,5-8 0,2 8 0,18-5 0,-9 8 0,14-2 0,-15 4 0,-2 0 0,3 0 0,-8 0 0,4 1 0,-5-1 0,-3 2 0,0-2 0,-4 2 0,-13 10 0,-13 7 0,2 0 0,-3 3 0,19-14 0,1 3 0,5-7 0,4 0 0,6-3 0,-2-1 0,5 0-820,-8-3 1,1 2 0,-3-1 0</inkml:trace>
  <inkml:trace contextRef="#ctx0" brushRef="#br0" timeOffset="9804">3184 8774 24575,'4'7'0,"6"6"0,-2-5 0,8 10 0,-10-10 0,5 5 0,-10-12 0,3 1 0,-6-11 0,2 4 0,0-3 0,0 0 0,0 5 0,0-3 0,7 4 0,-5 1 0,5 1 0</inkml:trace>
  <inkml:trace contextRef="#ctx0" brushRef="#br0" timeOffset="11201">3119 8794 24575,'7'4'0,"5"5"0,5 11 0,-4-5 0,8 13 0,-10-9 0,-2-3 0,-1 1 0,-5-13 0,1 9 0,-2-6 0,3 7 0,-4-7 0,5 4 0,-6-7 0,3 2 0,4-7 0,2-4 0,11-9 0,-11 6 0,6-4 0,-1 0 0,-6 3-1639,8-7 1,1 1-1639,-8 7 1638,5-6 1,-1 2 148,-8 7 1490,14-13 0,-14 15 0,2-4 0,-6 7 3276,-12-2-2015,-10-2 2015,8 0 0,-24-5-3044,30 7-232,-29-4 0,28 6 0,-12-2 0,9-1 0,2 1 0,-7-4 0,7 3 0,-1-3 0,9 4 0,7-4 0,2 4 0,7-4 0,-9 4 0,3-4 0,-6 6 0,-3-4 0,-3 3 0,-2-2 0,-1 3 0,5 0 0,3 2 0</inkml:trace>
  <inkml:trace contextRef="#ctx0" brushRef="#br0" timeOffset="14360">11663 8451 24575,'-21'0'0,"9"0"0,-14 0 0,11 0 0,1 1 0,-6 3 0,6 0 0,-1 3 0,1 2 0,7-4 0,-5 7 0,9-10-3277,-9 13 0,7-11 3047,-15 18 230,10-12 0,-12 12 0,10-10-3277,-10 15 2017,13-17 1260,-8 15 0,13-14 0,0 9 0,1 14 0,2-17-161,3 7 0,1 0 161,2-6 0,0 1 0,1 1 0,2 0 0,6 8 0,-9-16 0,6 7 0,-2-6 0,0-4 3276,17 13-2174,6-10-3811,-7-1 2709,2-4 1217,-7-5 1,2-1-1218,11 1 0,-1 0 0,7-1 0,-3-1 0,-4-1 0,1 0 0,2 1 0,3-1 0,-4 0 0,-3-2 0,-1-1 0,4 0 0,3-1 0,-6 0-1639,-11 2 1,-2-1 1133,16-2 0,-3 0 505,-13 0 0,-7-1 2627,10-12-2627,-14-14 0,0 0-1061,-5 9 0,-1 2 1061,2 0 0,-1-6 0,0 1 0,0 13-124,0-13 1,-1-1 123,-1 9 0,0-6-2952,-8-8 2952,4 21 0,-17-12 0,-3 2 0,12 11 1309,-7-3 1,-6 0-1310,-6 4 0,-2 3 0,0-1 0,-6 1-149,12 3 0,-5 0 0,-4-1 0,-2 1 0,0 0 0,1 0 0,3 0 0,6 1 0,-7-2 0,5 1 0,-3 1 0,0 0 0,0 0 0,1 1 0,-1-1 0,0 1 0,0-1 0</inkml:trace>
  <inkml:trace contextRef="#ctx0" brushRef="#br0" timeOffset="17375">9800 9058 24575,'-17'-6'0,"-18"-3"-3262,13 3 3262,-2 0 0,-2 0 0,-5 2 0,1 1 0,-5-5 0,8 4 0,-6 0 0,-1 1 0,5 0 0,6 1 0,0 1-1093,-10-2 1,-4 0 0,5 1-2180,-5 2 2466,5 0 0,2 0 806,13 0 0,-6 0 0,-1 0 0,-3 0 0,6 3 0,-9-1 0,17 2 820,-7 3-820,4 4 0,4-2 3276,0 8-1659,8-8-2691,-1 13 1074,2-12-3277,0 20 2017,2-24-1774,0 29 3034,1-28-45,2 14 1,1 2 44,2-5 0,0 2 0,1 0 2990,-2-3-2990,3 6 0,0-1 0,-4-10 0,3 8 0,3 2 0,4-4 0,3 7 0,-3-9 0,0-2 3276,-1 2-2679,9 0 1,3-2-598,2-2 0,-3-5 0,5-1 0,-2 0 1638,-2-2 0,-1-1-1004,11-2 1,1-2-635,-3 0 0,-2-1 0,-10 2 0,-1-2 0,6-3 0,-4 0 265,-9 2-265,2-8 0,-6-3 0,5-1-1639,-3-2 1,-1 0-1149,1 6 2724,1-5 1,-1 0 62,2 2 0,5-11-3053,-1-1 3053,-8 11-1256,-1-4 0,0 1 1256,-5 9 1558,1-11 1,-1-1-1559,-4 13-3137,-11-18 3137,8 20 3237,-15-10-3237,9 12 0,0-2 0,4 4 0</inkml:trace>
  <inkml:trace contextRef="#ctx0" brushRef="#br0" timeOffset="20398">3176 8823 24575,'0'5'0,"0"-1"0,0 6 0,1 0 0,1 9 0,-1-8 0,1 7 0,-2-9 0,0 8 0,0-9 0,0-2 0,0-7 0,-2-5 0,-1-3 0,1 1 0,-1-6 0,3 1 0,-1-3 0,-2-6 0,-2-4-1812,0 10 1812,2-3 0,-1 8 0,0-1 0,-1-5 0,1 1 0,2 3 0,1 2 1812,-1 2-1812,2 0 0,-2-2 0,8 3-3277,5 4 0,-3 6 2852,15 1 425,-12-1-3277,21-2 2082,-20 1 1195,15-1 0,-10 2 0,6-2 3276,5 0-2080,-7 0-1196,-3 0 195,-8 0-195,-7 1 3276,-1 4 0,-8 1-3044,3 2-232,-10 11 0,4-6 0,-7 17 0,6-15 0,-7 14 0,8-15 0,-2 1 0,-3 2 0,10-12 0,-6 5 0,9-7 0,-3-1 0,1 4 0,2-2 0,-1 6 0,2-5 0,0 4 0,-1-6 0,0-4 0,-3-4 0,3 0 0,-1 0 0</inkml:trace>
  <inkml:trace contextRef="#ctx0" brushRef="#br0" timeOffset="20882">3222 8750 24575,'21'2'0,"-8"-2"0,22 2 0,-13 0 0,2 0 0,1 0 0,0 1 0,6 1 0,-21-3 0,-1 0 0,-7 0 0,-2 0 0,-5 2 0,-15 7 0,-3 6 0,-2-1 0,5 1 0,15-10 0,0-1 0,4 0 0,1-4 0,0 1 0</inkml:trace>
  <inkml:trace contextRef="#ctx0" brushRef="#br0" timeOffset="25173">13389 6168 24575,'9'-17'0,"1"-3"0,-1 3 0,0-4 0,2 3 0,1-5 0,-1 6 0,3-8 0,-5 12-3277,11-16 0,-14 19 1328,10-8 3189,-6 6-1240,1 1 0,3-3 0,0 0 0,0 0 0,3-1 0,3 0 0,6 0 0,1 1 0,4-5 0,-4 6 0,4-1 0,-7 4 0,-6 3 0,6-2 0,7-2 0,-3 2 0,6 0 0,-7 1 0,5-2 0,-4 1 1638,-3 3 0,-2 0-724,10-4 0,-3 2-914,1 2 0,-5 0 0,3-2 0,-5 2 0,-2 3 0,2-2 0,8-2 0,-1 0 0,-7 3 663,-1 2-663,1-1 0,5-1 0,-6 0 0,-5 2 0,8-2 0,-20 4 0,0 1 0,-4 2 1496,2-2-1496,-2 2 0,1 0 0,-2 2 0,2-2 0,-1 0 0,0-1 0</inkml:trace>
  <inkml:trace contextRef="#ctx0" brushRef="#br0" timeOffset="26359">14627 5548 24575,'-1'5'0,"-2"10"-3277,-9 17 0,4-11 2008,0 5 1,0-1 1268,2-12 1800,-3 17-1800,6-20 0,0 3 0,3-7 3276,-2-3-19,8-24-2499,-3 2-758,1-2 0,2 0 0,-3 0 0,2-6 0,-2 13 0,0-13 0,0 11 0,0-9 0,-1 17 0,16 8 0,11 10 0,-2 1 0,-4-4 0,5 1 0,-4-1 0,5 2-1106,3-1 0,0 1 1106,-9-3 0,0 4 0,-13-6 0,4 6 0,-7-7 0,-1 2 0,-11 0 0,-21 4 0,-5-2-1639,1 3 1,0-1 701,-7-2 937,10 0 0,-3 4 0,4-4-3173,-3-2 3173,1 3 0,1-1-688,0-1 688,11 0 0,-15 2 0,26-6 3056,6-10-3056,5 1 3276,17-18-616,-8 8-2660,3 0 1295,-8 7-1295,-7 7 0,2-1 0,-2 0 0,-1 2 0,-7 3 0,-2 3 0,6 3 0,0-1 0,14 2 0,-6-3 0,1 0 0,-4-2 0</inkml:trace>
  <inkml:trace contextRef="#ctx0" brushRef="#br0" timeOffset="27416">19097 6207 24575,'25'-1'0,"0"0"0,3 1 0,2-1 0,3 1 0,4 0 0,-3 0-1639,-2 0 1,-1 0 782,-1 0 1,2-1-1,-1 1 856,-4-1 0,0 1 0,-2 0 0,7 0 0,1-1 0,-4 0 0,2 1 0,-5-1 1735,1 1-1735,1-1 0,-1 1 0,-7-2 0,5 2 0,-1 0 942,-9-2-942,14 2 0,0 0-1148,-14 0 1148,17 1 0,3 0 0,-14 2 0,0-1 0,5 0 0,3-1 0,-5 2 0,2 0 0,-1-1 1191,6-1 1,-2-1-1192,-5 2 0,0-1-3,-4-3 1,-3-1 2,-4-2 0,-2-1 0,-5 3 0</inkml:trace>
  <inkml:trace contextRef="#ctx0" brushRef="#br0" timeOffset="28428">20673 5720 24575,'0'-13'0,"0"5"0,0-5 0,2 5 0,-2 1 0,3-3 0,-1 3 0,-1-5 0,6-17 0,-4 8 0,4-14 0,-2 17 0,4-16 0,-2 14 0,3-12 0,-1 12-1639,1 4 1,-1-1-1639,2-1 3047,10-9-67,-7 12 297,9-5 0,-7 7 0,1 1 0,11-8 0,-7 7 0,2-1 0,0 0 0,-2 1 0,1 0-1093,3 0 1,2 0 0,-3 0 511,-5 2 1,0 0-905,13-4 1,-1 1 1484,-13 2 1484,4 1 1,-2 1-1485,-8-1 49,-2 7 1,0-5-1,-7 7 1</inkml:trace>
  <inkml:trace contextRef="#ctx0" brushRef="#br0" timeOffset="29333">21221 4984 24575,'5'26'0,"-1"1"0,0 7 0,4-1-3277,0-14 0,-6-13 0,5 7 4605,-3-7-1328,-2-3 1719,1-9-1719,-9-15 0,0-3 0,-6-4 0,7 14 0,-2 0 3276,3 3 0,1 2-3044,7 4-232,6 0 0,11 0 0,3 0 0,-3 1 0,0 1 0,4 0 0,-5 1 0,-2 0 0,-4 2 0,-1 0 0,-7 0 0,-6 3 0,-15 11 0,5-5 0,-14 9 0,3-4 0,1 3 0,-1-1 0,8-1 0,19-23 0,7-5 0,2-3 0,-1 3 0,-14 12-820,-17 7 1,11-5 0,-12 4 0</inkml:trace>
  <inkml:trace contextRef="#ctx0" brushRef="#br0" timeOffset="32004">12715 6403 24575,'8'5'0,"14"9"0,-5-5 0,1 0 0,0 1 0,0 0-1639,7 2 1,-2-2 1131,1 2-1132,0-1 1,0 1-1329,-6-3 1876,8 5 0,-2-1 1091,-16-7-661,16 8 0,2 0 661,-11-4-901,15 8 1,0 0 900,-13-7 0,0-1 0,1 2 820,-1 0 1,-1 0-821,5 3 0,1 1 0,4 4 0,-4-4 0,-3 1 0,4 0 0,6 4 0,-4-3 958,0 1-958,-3-4 0,3 2 0,-3-3 3276,0 1-2996,7 4 1,-2-1-281,-15-11 0,9 10 0,0-1 0,-14-11 1548,15 17-1548,-7-6 3276,-1-1-48,9 7-3228,-18-16-3277,21 17 615,-21-17 2662,16 14 0,-2-5 0,-3-3 0,-1 0 0,8 5 0,-6-5 0,-2-3 0,-8-4 0,8 2 0,-10-5 0,-3-2 0,0 0 0</inkml:trace>
  <inkml:trace contextRef="#ctx0" brushRef="#br0" timeOffset="34321">14026 7014 24575,'-34'15'0,"15"-7"0,0 0 0,-12 7 0,7-3 0,2 0 0,6 0 0,0-2 0,1 0 0,4 1 0,-8 4 0,5 0-3277,-10 7 0,14-9 2770,-6 3 1,0 0 506,4-3 0,-3 2 0,0-1 0,3 0 0,-8 7 0,13-9 0,-2 1 0,19-10 3276,5-5-1716,7 1 1,2 0-1561,9 0-820,-6 1 1,5 0 0,3 0 0,-5 0-350,5 0 1,1 0 1168,-8 0 0,5 0 0,1 0 0,-1 0 0,-5 0-378,6 0 0,-1 0 378,-5 0 0,3 1 0,-1-1 0,-6 0 0,9 1 0,1 0 0,-5 0 0,-22 0 0,6-3 0,-17-4 3276,-5-8-143,-2-1-3133,-3-8 0,2 6-1639,2 1 1,1 0-738,0 2 2376,-2-6 0,0-3 0,-1-5 0,-1-4 0,1 6 0,11 21 0,-20 7 0,-7 6 0,-2 1-820,2 1 1,-9 2 0,-1 2 0,4-2 399,5-1 0,2-1 0,-2 1 420,0 0 0,-2 0 0,-2 1 0,1-1 0,4-1 1092,-1 1 0,4-2 0,-1 1-887,-6 1 0,-2 0 0,5-2-205,6 1 0,4-3 0,-11-4 0,43-20 0,6 1 0,2-1 0,-2 1 0,1 1-987,3-1 1,-1 2 986,-3 2 3276,10-7-1452,-17 11-1023,7-6-801,-9 7 0,2-2 0,-8 4 3024,-2 3-3024,-30 17 0,10-4-1639,-8 6 1,0-1-1391,9-5 3029,-15 9-3277,25-15 2207,-1 1 1070,7-3 0,26-14 0,-4 0 0,1 0 0,5-2 0,-5 1 0,2-2 0,0 3 0,3-2 0,-7 3 2360,-10 5-2360,20-9 3276,-19 10-1107,-8 1-2169,1 5 0,-11 2 0,-11 13 0,8-9 0,-5 5 0,0 0 0,7-4 0,-11 5 0,20-12 3276,14-17-3226,1 5-50,0-3 0,1 0 0,4 1-1639,-3 2 1,-1 0-1639,-4 1 3047,15-3 230,-30 11-3277,-13 23 2017,3-12 1260,-12 13 0,-2 2 0,8-7 0,-5 1 0,0 0 3276,8-4-2015,-4 2-1261,19-17 0,11-9 3276,2-2-1638,8-6 0,0 0-4325,-4 4 2687,-1 0 0,1 0 0,6-3 0,5-2 0,1-1 0,-5 6 0,-17 9 0,-4 12 0,-9 10 2919,-2 0-2919,1 1 0,4-13 0,3-1 0,9-5 0,1-4 0,19-7 0,-8 1-1639,2 2 1,-1 1-1639,-4 1 3047,15-6 230,-27 11 0,3-3 0,-5 7 0,-1 0 0,3 6 0,-3-1 3276,6 7 0,-2-3-3044,6 2-232,0-5 0,-3-4 0,4-1 0,-6-2 0,9 2 0,-7-2 0,2 2 0,-16-3 0,-5 1 0,-10 1 0,1 1 0,-1-1 0,1-2 0,5-1 0,3 2 0,6 2 0,9 3 0,0-1 0,5 2 0,-6-6 0,0 0 0</inkml:trace>
  <inkml:trace contextRef="#ctx0" brushRef="#br0" timeOffset="38047">23782 7286 24575,'-6'0'0,"-3"0"0,1-3 0,-16 0 0,7-1 0,-17 1 0,15 3 0,-8-1 0,1 1 0,0 0-631,2-2 631,-3 1 0,1 1 0,7 0 0,-6-2 0,-1 2 0,6 0 0,-3 0 0,10 0 0,-1 0 0,8 0 0,-4 0 0,2 0 0,-11 0 0,-1 0 0,-13 6 0,12-5 631,-13 6-631,8-1 0,0 1 0,-4 2 0,13 0 0,-1-3 0,0 3 0,-1 1 0,5-5 0,-9 12 0,16-13 0,-10 10 0,9-6 0,-12 9 0,10-5 0,-10 10 0,15-15 0,-5 5 0,8-5 0,-5 4 0,3 2 0,-1 6 0,2-2 0,0 5 0,3-7-3277,0 3 0,0-9 0,9 19 1787,-6-21 1490,7 18 0,-1-9 0,1-1 0,8 16 0,-6-15 3276,7 10-2015,-6-10-1261,-1-4 3276,0 2 0,-7-11-3044,3 2-232,-5-5 0,6 3 0,-2-1 0,7 4 0,1-4-3277,12 1 0,-14-3 3119,17 1 0,4 0 158,-6 0 0,1 0 0,8 0 0,1 0-473,-6 0 1,-4-1 472,-1 0-124,-1 0 124,-5 0 3276,11 0-1808,-13-2 0,1 0-1468,12-1 0,-11 0 0,0-1 118,5-1-118,-4 1 0,-1-1 0,10-3 0,-11 4 0,-1 0 1408,6-3-1408,2 0 201,-13 4-201,13-6 0,-19 8 0,14-10 0,-14 9 0,8-5 0,-6 3 0,5-1 0,0-6 0,8 1 0,-3-2 0,3 2 0,-5-2 0,-5 5 0,10-11 0,-15 11 0,11-8 0,-15 9 0,7-7 0,-5 4 0,-1-5 0,-2 8 0,-3-4 0,0 0-3277,0-6 0,0 6 3047,-2-9 230,2 14 0,-6-17 0,4 15 0,-4-10 0,1 10 3276,-4-12 0,1 9-3044,-3-9-232,4 12 0,-3-6 0,4 7 0,-4-6 0,2 5 0,-1-5 0,-1 5 0,-1-4 0,-1 2 0,2 4 0,-5-7 0,4 8 0,-15-8 0,10 7 0,-6 0 0,-2 1 0,3 0-1639,0 1 1,1 0-1639,9 3 3047,-17-4 230,14 3 0,-9 0 0,-2 1 0,10 0 0,-9 0 0,12 0 3276,-4 3 0,5-3-3044,-11 4-232,11-3 0,-4 0 0,6 0 0,5 3 0,-1-2 0,4 0 0</inkml:trace>
  <inkml:trace contextRef="#ctx0" brushRef="#br0" timeOffset="42767">13570 8229 24575,'6'-2'0,"13"-5"0,-6 1 0,14-6 0,4 0 0,-7 6-1639,-5-2 1,-1 2-1639,-4 4 2082,18-5 1,4 0 1194,-1 5-469,-3-2 1,6-1 0,-7 1 0,-2 3 0,-8-1 0,0 0 0</inkml:trace>
  <inkml:trace contextRef="#ctx0" brushRef="#br0" timeOffset="43586">20480 8141 24575,'8'-5'0,"2"2"0,7-4 0,1-1 0,4 1-1639,3-3 1,-1-1-1639,-8 4 2457,5-5 1,-17 11 0,-2-1 0</inkml:trace>
  <inkml:trace contextRef="#ctx0" brushRef="#br0" timeOffset="44695">19864 8644 24575,'11'-2'0,"15"-2"0,-11 0 0,6-1 0,-1 0 0,-10 2-3277,21-7 0,-25 8 3219,7-3 1,-11 4-1,1 1 1</inkml:trace>
  <inkml:trace contextRef="#ctx0" brushRef="#br0" timeOffset="47417">14275 14422 24575,'16'3'0,"1"0"0,8 3-1527,7-1 1527,-7-4 0,7 0 0,5-1 0,1 1 0,-2-1 0,-7 0-1639,8 1 1,1 0 1169,-9-1 1,6 0 0,3 0 0,2-1 0,0 1 0,-3 0 0,-4 1-352,3-1 1,-4 1 0,-2-1 0,3 1 775,-3 0 1,1-1 0,0 1-1,2 0 1,1 0 43,-1 0 0,3 0 0,1 0 0,1 1 0,-2-1 0,-2 1 0,-4-1-566,6 0 1,-4 0 0,6 1 565,-11-1 0,4 0 0,4 0 0,2 0 0,1 1 0,1-1 0,-1 0 0,-2 0 0,-1 0 0,-5 0-440,7 0 1,-4-1-1,-2 0 1,2 0-1,5 0 440,-6 1 0,3 0 0,3-1 0,2 1 0,1 0 0,-1 0 0,0 0 0,-2 0 0,-3 0 0,-4-1 195,4 1 0,-4-1 0,-2 0 1,1 0-1,4 0-195,0 0 0,4 1 0,3-1 0,1 0 0,-1 1 0,-3-1 0,-4 0 0,-6 1 0,10-1 0,-2 0 0,-5 0 0,5 0 0,2 0 0,-1 0 0,-3 0 0,-3 0 0,-2 0 0,-1 0 0,-2 0-347,2-1 0,-2 1 0,2-1 347,0 1 0,1-1 0,1 1 0,0 0 69,0-1 0,0 1 1,-1-1-1,-4 1-69,-4-1 0,1 0-225,7 1 1,6 0 0,0 0 0,-5 0 224,1 0 0,0 0 0,0 0 0,6 0 0,2 0 0,-2 0 0,-7 0 694,-2 0 0,0 0-694,-2 0 0,8 0 0,4 0 0,1 0 0,-1 0 0,-5 0 0,-8 0 820,-1 0 0,-1 0-820,2 0 0,7 0 0,5-1 0,2 0 0,-1 1 0,-5-1 0,-6 1 0,4-1 0,0 1 0,-3-1 0,7 0 0,3-1 0,1 1 0,-5 0 0,-6 0 0,3 1 0,-2-1 0,8 0 0,4-1 0,-9 1 0,-12 1 3059,2-2-3059,-16 2 3276,3-4-1394,0-2-1882,-3-1 0,12-19 0,-11 13 0,5-13 0,-8 18 0,-4 4 0</inkml:trace>
  <inkml:trace contextRef="#ctx0" brushRef="#br0" timeOffset="47866">18950 12817 24575,'6'19'0,"2"4"0,0 1-2369,-2-4 2369,2 4 0,4 10 0,2 5 0,-2-2 0,-2-8-1639,-4-6 1,1 2 1588,1 0 1,3 8-1,2 4 1,2 4 0,-1 0-1,0-2 1,-2-4-1,-3-6-578,0 1 1,-3-6 0,3 6 627,-1-2 0,2 5 0,2 5 0,0 1 0,1 0 0,-2-2 0,-1-4 0,-2-6 0,-1 0 0,-2-5 0,1 4 0,1 4 0,2 5 0,0 4 0,0-2 0,-2-4 0,-2-8 0,-1 12 0,1-11 0,2 8 0,1-2 0,-2-8 0,1-1-1639,2 5 1,1-2 756,-4-12 1234,7 10-352,-11-21 1944,-2 2-1944,-30-11 0,18 5 0,-18-5 0</inkml:trace>
  <inkml:trace contextRef="#ctx0" brushRef="#br0" timeOffset="48622">14232 13519 24575,'6'36'0,"-3"-14"0,1 9 0,-2-2 0,2 0 0,1 1 0,-2 7 0,3-2 0,2 5 0,-1-7 0,-1-3-1093,-1-4 1,2 5 0,-2-6 389,0-1-2574,5 10 1701,-7-19 1521,8 15 55,-8-23 0,6 6 0,-6-9 0,0-2 0,-2-1 0</inkml:trace>
  <inkml:trace contextRef="#ctx0" brushRef="#br0" timeOffset="49171">14249 13542 24575,'6'35'0,"-1"0"0,3-2 0,-5-4 0,-1 4 0,0-5 0,1 0 0,-2-5 0,0 5 0,-1-3 0,1-6 0,-1-1-1639,1 17 1,1-1 1149,-2-5 246,2-1 1,1-1 242,0-2 0,1-2 0,0 0 0,1-2 0,2 1 0,-4-12 0,-1-12 0,-2 2 0,0-5 0</inkml:trace>
  <inkml:trace contextRef="#ctx0" brushRef="#br0" timeOffset="50484">14247 13635 24575,'3'-19'0,"-3"7"0,6-15 0,-5 19 0,3-23 0,-3 21 0,1-8 0,1-1 0,2 3-1639,-1-8 1,1 0-1639,1 5 0,1-12 2873,-3 12 0,0 1 404,1 1-969,2-14 1,-1 0 968,-1 15-274,2-10 0,0 0 274,-3 11 0,2-6 0,1-1 0,1 3 0,1-6 0,1-1 0,4-1 0,-3 1 0,0 1 0,0 2 0,-1 3 0,-2 2 0,-2 4 584,4-3 0,-1 0-584,-4 7 3276,11-13-2330,-9 12-946,15-11 0,-9 9-1639,3-1 1,0 1 1328,-4 3 310,5-1 0,-2 2 0,-8 6-1517,11-6 0,0 1 1517,-10 4 0,21-6 0,-6 4 3034,-9 2-3034,17-1 0,5-1 0,-16 3 0,0 1 273,8-2 1,4-1 0,-3 1-274,-5 2 0,0 1 0,6-3 0,2 1 0,-4 0 0,8 2 0,-9 0 0,7 0 0,-1-1 0,-5 2 0,-6-1 0,0 2 0,4-2 0,5 1 0,0 0 0,-5 1 0,-6-1 0,1 1 0,14 0 0,6 1 0,-5 0-605,-8 0 0,-1 0 605,0 0 0,3 0 0,0 0 0,-3 0 0,4 0 0,1-1 0,-1 0 0,6 0 0,0 0 0,-7 0 0,-4 1 0,0-1 0,1-1 0,7 1 0,3-1 0,0 0 0,-3 0 0,-6 1-886,3-1 1,1 0 885,-5 0 0,7 0 0,3 0 0,1 0 0,-4 0 0,-4 0 0,-3 0 0,-3 0 0,5 0 0,-2 0 0,7 0 0,3 0 0,2 0 0,0 0 0,-2 0 0,-3 0 0,-6 0-192,1 0 0,-4 0 1,4 0 191,1 0 0,4 0 0,4 0 0,1 0 0,0 0 0,-1 0 0,-4 0 0,6 0 0,-3 0 0,-1 0 0,0 0 0,-4 0 0,-1 0 0,2 0 0,3 0-192,-5 0 0,4 0 0,3 0 0,1 0 0,-1 0 0,-2 0 0,-3 0 0,-6 0 192,2 0 0,-6 0 0,4 0 42,3 0 0,5 0 1,1 0-1,-1 0 0,-3 0-42,3 0 0,-3 0 0,-2 0 0,-1 0 0,2 0 0,0 0 0,7 0 0,2 0 0,-3 0 0,-8 0 0,-8-1 0,1 2 0,5-1 0,7 0 0,5 0 0,0 1 0,-5-1 0,-8 0 0,-6 1 0,0-1 0,7 0 0,10 1 0,5 0 0,0 0 0,-4 0 0,-9-1 0,-2 1 0,-1-1 0,7 1 0,8 0 0,-1 1 0,-10-2 2526,3 1-2526,-3 0 0,-4 0 0,-19-1 3276,14 0-2775,-18 0 2775,9 0-904,-6 0-2372,18 1 0,-16 0-1639,11 1 1,0 1 1561,-11-2 77,17 3 0,-23-2 0,1 1 0,-4 1 0,0 15 0,1-11-1639,1 14 1,1 2 378,-1-12 1260,0 7 0,0 2 3276,2 0-2489,-1 2-787,3 12 0,-2-13-1639,2 4 1,0-1 535,0-2-362,2 4 1,0 0 1464,-5-14 0,4 16 0,1-1 0,-4-16 106,0 6 0,1 3-106,2 4 0,-3-1 348,3 3 1,1 2-349,-2-11 0,1 2 0,1 9 0,1 5 0,0-4 1261,-1-4 1,1-1-1262,-1 4 0,1 3 0,-1-4 0,2 8 0,-3-7 0,-1-1 0,-1-7 0,0 14-322,0-14 322,-1-6 0,2 17 0,-3-18 2910,2 19-2910,0-19 0,2 21 0,-3-21-1611,1 6 1,-1-1 1610,1-7 1638,1 10 0,-1-1-661,-2-7-514,2 15-463,-4-12 203,2 0-203,-2-1 3276,0-4 0,-5-1-2979,0-6-297,-17 8 0,9-10-820,-13 7 1,17-10 0,2 2 0</inkml:trace>
  <inkml:trace contextRef="#ctx0" brushRef="#br0" timeOffset="51171">18054 13675 24575,'19'-2'0,"1"0"0,14-6 0,2-2 0,-9 5 0,-1 0 0,3-2-820,2-1 1,2-1 0,-1-1 0,-2 0-274,-6 2 1,-2 0 0,3-2 436,5-2 1,6-3-1,1 0 1,-3 0 0,-6 2-925,0 0 0,-2 0 1580,2 0 0,3-2 0,1-1 0,-3 0 0,-2-3 0,-3 0 0,-1 1 415,1-1 1,3-1-416,-2 0 0,7-5 0,0-1 0,-1 1 0,-7 6 0,-4 2 0,1 0 0,-1 2 0,6-4 0,4-3 0,1 0 0,0 0 0,-2 2 0,-4 4-919,6-2 0,-3 3 1,4-1 918,-7 2 0,4-2 0,1-1 0,1-1 0,0 1 0,-1 1 0,-3 3 105,4 0 0,-3 3 1,0 0-1,5-1-105,-1 0 0,4-1 0,3-1 0,0 0 0,-1 0 0,-3 2 0,-5 2 0,2-1 0,-5 3 0,4-2 0,-2 0 0,5-1 0,2-1 0,-1 0 0,-1 0 0,-6 1 0,4-1 0,-5 1 0,-2 1 190,6-2 0,-1-1-190,0 1 0,1-1 0,-8 3 0,-8 0 0,-3 2 788,-11 4 0,-1 1 0,0 1 0</inkml:trace>
  <inkml:trace contextRef="#ctx0" brushRef="#br0" timeOffset="52003">20429 12319 24575,'3'22'0,"2"5"0,1 3 0,-2-7 0,2 1-1093,2 9 1,1 4 0,-1-7-2185,0 4 2184,0-8 1,2 4 0,-2-7 357,1-5 1070,2 3 0,1 0-335,-3-11 0,3 1 0,-8-9 3276,2-6-1309,5-21-1967,-7 6 0,2-8 0,-1 0 0,-4 7 0,-5-10 0,-2 0 0,-5 3 435,0 5 0,0 1-435,-7-1-3277,-2 3 2396,11 8 881,-2 2 0,12 8 0,17 5 0,14 2-1565,4-3 1,3-1 1564,-9 1 0,3-1 0,-1-3 0,6 0 0,-1-1 0,-6 1 0,-6 0 0,-2 1 0,14-2 0,5 1 0,-11-1 574,-10 2-574,9 0 3276,-24 6-1607,-16 1-1669,-11 11 0,-1-2-1639,1 4 1,2-1-30,0-1 2685,-4 6 1,0 0-1018,9-11 177,0 1 0,0 0-177,7-6 0,0-2 0,9-5 0,1-2 3276,0-4-423,-18 3-6130,-16-1 1748,3 5 1529,-9 1 0,27 0 0,4-1 0,5 0 0,18 0 0,-9 0 0,3-1 0</inkml:trace>
  <inkml:trace contextRef="#ctx0" brushRef="#br0" timeOffset="57316">18953 14395 24575,'24'7'0,"5"-2"0,-1-1 0,-8-1 0,15-1 0,2 0 0,-7-4-416,-10 2 0,0 0 416,11-2 205,-17 2-205,6 0 0,-10 0 0,3 0 0,-5-1 0,0-1 0,19-6 0,-15 6 0,10-4 0,-18 6 0</inkml:trace>
  <inkml:trace contextRef="#ctx0" brushRef="#br0" timeOffset="57879">19443 14178 24575,'0'4'0,"-2"5"0,-2 20 0,1-11 0,0 0 0,1 1 0,1-6 0,-2 5 0,3-6 0,0 5 0,0-6 0,2 1 0,-2-2 0,0-2 0,-7 6 0,-15 0 0,2-8 0,-1-1 0,-11 3 0,7-5 0,2-1 0,7-1 0,-7 2 0,13-3 0,6 1 0,16 0 0,4 1 0,9-1 0,-17 1 0,-9-1 0,-20 0 0,2-1-820,3 0 1,8 0 0,6 0 0</inkml:trace>
  <inkml:trace contextRef="#ctx0" brushRef="#br0" timeOffset="60213">19047 12716 24575,'-5'-1'0,"-4"1"0,-1-2 0,-25-3 0,6 2-318,2-1 1,-4-1 317,4 3 0,-1 1 0,0-1-1069,-2-1 0,0 0 1,0 0 1068,-4 0 0,-1 0 0,3 1 0,-6-2 0,4 1 0,4 0 0,4 0 0,2 1 0,-6-1 0,0-1 0,11 0 0,-8 1 0,-1 1 0,3-1 0,6 2 0,0-1 0,-7-1 0,1 1 0,-2-1 0,-4-1-752,2 2 1,-1 0 751,-4-2 0,-2 2 0,0 0 0,0 0 0,1 1 0,1 0 3059,11 1-3059,-12-1 0,1 0-3277,13 0 3125,-8 0 1,-2-1 151,-3-1-669,-2 1 669,9 0 0,0 0 0,-5-1 0,-1 1 0,-1-1 0,2 1 0,0-2 0,0 0 1751,1 1-1751,8 0 0,0-1 0,-4 2 0,0 0 0,2-2 0,-1 0 0,-7 2 0,0 1-1639,11-1 1,2-1-285,-13 2 2812,12-1 1,0-1-890,-2 1 0,-4-2 0,-1 0 0,7 1 0,1 0 0,-3 0 0,0 0 0,0 0 0,0 0 0,3 2 0,0 0 0,-7-1 0,2 0 590,-2 1-590,-8 0 0,2 2 0,19-1 0,-19 0 0,-2 0 0,15 0 0,-8-1 0,-1 0 0,-1-1 1638,5 0 0,-1 0 221,-7-2-1859,9 2 0,1-1 1161,-3 0-1161,-11 0 0,3 0 0,19 0 0,-19-1 0,0 0 0,14 1 0,-5 0 0,-1 0 0,-5 2-680,3-1 1,-1-1 679,-5 1 0,10 1 0,1-1 1224,-1 1-1224,-5 0 0,2 0 0,13 1 0,-17-1 0,-1-1 0,13 2 0,-6-1 0,-1 1 0,-3 0 0,9 0 0,0 0 0,-6 0 0,-6 0 1453,15 0-1453,-14 0 0,-1 0 0,18 0 0,-10 0 0,-8 0 0,5 1 0,-3 2 0,5-1 0,-4 0 0,3 0-428,6 2 0,0-1 428,-17 2 0,3-1 0,13-1 0,-7 1 0,-1-1 0,0 1 0,-3 0 0,-1 1 0,-3 0 0,12 0 0,3 0 0,3 2-74,-6 3 74,9-3 0,-4 2 0,7-3 0,-11 9 0,6-5 0,-1 1 0,3 0 0,-1 1-1639,-11 9 1,1 0-991,7-6 2102,-1 6 1,1 1 526,6-9-272,1 4 1,1 2 271,-5 6 0,7-6 0,0 1 0,1 3 0,1 0 0,-1 5 0,1 0 0,2-10 0,1 1 0,-4 15 0,0-1 0,1-3 0,1-5 0,-1 4 0,0-3 0,3-5 0,-1 0 0,-3 11 0,-1-2 0,1 0 0,1-8 0,1-1 0,1-2 0,-1 0 0,0 1 0,1 2 1638,0-4 0,0 2-561,1-1 1,-1 1-1078,0 11-1639,-2-5 1,1-1 151,2-4 1545,-2 4 0,-2-1-58,3-7 0,-1 0 0,0 2 0,-4 12-3277,2 1 2567,3-11 3986,1 10-2348,3-16-928,-3 20 0,4-14 465,-2 7-465,1-11 0,1 8 0,-2-6 0,1 12 0,-1-9 0,-3 12 0,3-17 0,0 1 0,2-13 0,0-1 3276,0 0 0,0-1-2861,0 11-415,0-6 0,0 13 0,1-13 0,1 5 0,4 1 0,-3-5 0,2 1 0,-4-8 0</inkml:trace>
  <inkml:trace contextRef="#ctx0" brushRef="#br0" timeOffset="64916">14784 13708 24575,'-7'34'0,"-1"-1"0,2-4 0,1-3 0,-1 4 0,2-6 0,2-4 0,-1-1 0,1-1 0,1 0 0,-2 11 0,-2 0 0,1-3 0,1-2 0,-1 11 0,2-17 0,0 2 0,-1 0 0,0-2 0,-3 17 0,2-16 0,0 11 0,1-16 0,1 1 0,1-8 0,2-16 0,4-21 0,0 3-820,-1-7 1,-2 29 0,-2-1 0</inkml:trace>
  <inkml:trace contextRef="#ctx0" brushRef="#br0" timeOffset="66019">14813 13731 24575,'27'-11'0,"-2"6"0,5 1 0,-4 0-1639,-7 1 1,1 1 545,10-2 1,4 1 0,-1 1-547,3 0 1,0 0 818,-4 1 1,4 1 0,0-1 0,-2 0 696,-3 0 1,-2 0-1,3 0-53,3 1 0,5 0 0,1 0 1,-4 0-1,-9 0 176,7 0-425,-3 0 0,10 0 1,0 0-1,-8 0 425,-14 0 0,0 0 0,13 0 0,8 0 0,1 0 0,-9 0 0,-11 0 0,1 0 0,5 0 0,9-1 0,3 1 0,-4-1 0,-9 1 878,5-1-878,-4 0 0,7 0 0,2 0 0,-3 0 0,0-2 0,-2 0 0,-1 1 0,-7 0 0,-1 2 0,5-2 0,0 1 0,4-1 0,4 0 0,1-1 0,0 1 0,-2 0 0,-5 1 0,0 0 0,-3 1 0,-1 0 0,4 0 0,2-1 0,4 0 0,2 0 0,-1 0 0,-1 0 0,-4 0 268,-1 1 0,-4 0 0,0 0 0,2 0-268,8 0 0,2-1 0,-1 0 0,-4 0 0,3 1 0,-2 0 0,0-1 0,3 0 0,-5 0 0,-2-1 0,-5 1 1275,9 1-1275,-1-3 0,0 1 0,-5 2 0,-9-1 0,-1-1 0,-5 2 0,4 0 1156,-5 0-1156,-3 3 3276,9 1-2190,-4 5-4363,11 3 2544,-12-3 2371,8 3 0,1 0-953,-4-2-685,2 3 0,0 1 0,-6-4 0,1 7 0,-7 11 0,-3-5-1639,1 6 1,0-1 569,-5-7 1069,5 8 0,2 1 3243,2-1-3243,-2-2 0,1 2 0,-1-8 0,0-1 264,-1 2 0,1-1-264,1 3 0,0-1-2542,0 0 2542,3 6 3276,-6-15-1666,-3-4-1610,3 9 0,-5-12 1366,1 2-1366,-3-6 0,-15 6 0,-5-6 0,-13 2 0,3-5 0,8 3 0,0 1 3276,-9-1-3182,1 0 1,-7 2 0,3-1-1604,0-1 1,-2-1 1508,9-1 0,-5 2 0,-3-1 0,0 0 0,1 0 0,3 0-820,-2 0 1,4-1 0,-1 1 0,-2-1 361,-2 0 1,-1 1-1,-2 0 1,-1-1-1,-1 0 458,7 0 0,-2-1 0,-1 1 0,0-1 0,0 1 0,1-1 0,3 0 0,3 0-820,-2-1 1,3 1 0,1-1 0,-4 0 755,-2 1 1,-4-1 0,-3 1-1,-1 0 1,0-1 0,1 1-1,4-1-405,-4-1 0,1 0 1,1 0-1,2 0 1,3 0 468,3 1 0,3 0 0,-1 0 0,-5 0-108,3 1 1,-4-1 0,-5 0 0,-1 0-1,-2 1 1,0-1 0,0 1 0,3-1-1,3 1 1,4-1 107,-8 1 0,6 0 0,0 0 0,-5 0 0,9 0 0,-3 0 0,-3 0 0,0 0 0,-2 0 0,1 0 0,1 0 0,3 0 0,2 0 0,-5 0 0,4 0 0,1 0 0,0 0 0,-1 0 0,-7 1 0,-1-1 0,-1 0 0,3 1 0,4-1 0,1 0 0,4 0 0,-1 1 548,-9-1 1,-2 0 0,6 2-549,5 0 0,5 2 2845,-2 0-2845,-10 0 0,3 1 0,18-1 3276,-18 1-2299,34-13-977,0-11 0,8 4 0,0-4 0</inkml:trace>
  <inkml:trace contextRef="#ctx0" brushRef="#br0" timeOffset="71574">14729 14083 19571,'-20'-17'0,"4"6"0,-1-1 0,-10-10 0,3 5 0,-2 3 0,-8-2 0,11 4 0,-3-1 0,-1 4 0,-2 0 0,4 1-1071,6 0 1,0 0 1070,-6 0 0,-3-1 0,-2 0 0,2 3 0,-1 0 0,-1 0 0,0-1 0,1 1 0,0-1 0,-1 0 0,-2 0-547,-2 0 1,-3 0 0,-2 0 0,1 0 0,2 0 0,4 1 192,0 0 1,4 0-1,-6 0 354,7 2 0,-4 0 0,-5 0 0,-2-1 0,-1 1 0,0 0 0,1-1 0,3 1 0,5 1 0,5 0-536,-3-1 1,7 1 0,-7-1 535,2 2 0,-7-2 0,-4 1 0,-2 0 0,-2-1 0,1 1 0,1-1 0,5 1 0,5 0-697,-12-1 1,7-1-1,0 1 697,-1 1 0,2 1 0,-1 0-402,0-2 1,0 0-1,9 1 402,12 0 0,0 1 0,9-1 0</inkml:trace>
  <inkml:trace contextRef="#ctx0" brushRef="#br0" timeOffset="73726">14774 13127 24575,'0'9'0,"0"13"0,0-1 0,0 9 0,0 2 0,0-8 0,0 12 0,0-12 0,0 10 0,0-16 0,-1 7 0,-1 3 0,1-4-1639,0 7 1,0-1-1639,1-11 3099,2 2 0,0 1 178,2 2 0,0-6 0,0 1 0,0 11 0,1-7 0,-3 4 0,1-8 0,-1 1 0,-2-7 0,0-4 0,2-6 0,3-15 0,-1 4 0,0-4 0</inkml:trace>
  <inkml:trace contextRef="#ctx0" brushRef="#br0" timeOffset="74941">14796 13200 24575,'11'-6'0,"9"-2"0,14 2 0,1-1 0,-9 6 0,3 0 0,-3 0-1639,-1-1 1,0 0 989,8 1 0,4 1 0,-2-1 649,-1 0 0,0 0 0,-2 1 0,1 1 0,-2-1 0,-2 1 0,2-1 0,-1 0 0,6 1 0,-1 0 0,-4 0 0,6-1 0,0 0-820,-4 1 1,4-1 0,1 0 0,-4 1 277,-3 0 1,-3 0 0,3 0 541,2-1 0,3 0 0,0 0 0,-2 1 0,3 0 0,-1 0 0,1 0 0,-3-1 0,2 1 0,1-1 0,0 1-429,-3-1 1,1 0-1,1 1 1,-2-1-1,-2 1 429,5 0 0,-2 1 0,1-1 0,-1 0 0,3-1 0,0 1 0,-5-1-512,-5 1 0,-2 0 0,-1-1 512,1 0 0,-1 0 0,1 0 0,4 0 0,0 0 0,0 0 0,-1 0 0,-2 0 0,3 0 0,6 0 0,1 0 0,-1 0 0,-5 0 0,-2 0 0,1 0 0,-2 0 0,1-1 0,0 0 0,-2 0 0,1 0 0,-1 0 0,1 0 0,3 0 0,2-1 0,-3 0 0,2 0 0,-2 1 0,5 0 0,0 0 0,-8-1 0,-1 1 318,-4 0 0,0 0-318,5 0 0,-1-1 0,8 0 3213,-1 1-3213,-15 1 0,0 0 3276,-3 0-1339,7-1 1339,-6 0-2930,7 0 774,-15 1-1120,3 0 0,-3 0 0,1 0 0,-6 0 0,7 1 0,-5 1 0,2 1 0,-4 2 0,8 27 0,-3-9 0,-2-4 0,0 2 0,-1-3 0,0 0 0,2 10 0,-2-7 0,-1 0 0,1 1 0,0 11 0,-1 2 0,-2-14 0,1 0-1093,1 10 1,2 5 0,-2-5 409,-1-6 0,0-1 683,3 11 0,-2-3 0,-1-12 0,-1 6 0,1-3 0,-2-12 0,2 15 0,-1 1 0,-1-18 0,0 20 0,1 3 0,-1-14 0,0 8 0,0 0 3276,3-3-2593,-2-3 1,0 0-684,2 3 0,-2 9 0,-1-16 0,-1 7 0,2 0 0,-1 0 0,1-5 0,-2-2 0,0-7 0,-3 2 0,0-3 0,-5-1 0,-9 4 0,7-4 0,-18 4 0,13-6 0,-8 3 0,-1-1 0,-11 0-1093,11-1 1,-4 0 0,1-2 769,-6 0 0,-4-2-497,6 1 1,-4-1 0,0 0 0,4 0-285,-1-1 0,-3 0 1104,9-1 0,-7 1 0,-5-1 0,-4 0 0,-2 0 0,0 0 0,2 0 0,2 0 0,5 0 0,7 0-1093,-3-1 1,6 0 0,-8 0 1066,10 0 0,-5 0 0,-4 0 0,-3 0 0,-3-1 0,-2 1 0,-1-1 0,0 1 0,-1-1 0,1 0 0,1 1 0,2-1 0,3 1 0,3-1 0,4 1-417,-12-1 1,7 0 0,2-1 0,-1 1 0,-6 0 442,9 1 0,-3-1 0,-2 0 0,-3 0 0,0 0 0,-2 0 0,1 0 0,1 1 0,0-1 0,3 0 0,2 1 0,3 0 0,-9 0 0,3 0 0,3 0 0,1 1 0,-2 0 0,-5 0 0,-1 0 0,0 1 0,4-1 0,7 1 615,4-1 1,5 0-616,-9 2 0,17-2 0,7 0 0</inkml:trace>
  <inkml:trace contextRef="#ctx0" brushRef="#br0" timeOffset="78024">22030 6991 24575,'25'-20'0,"-7"4"-850,5-6 850,-2-2 0,0-5 0,-10 12 0,0-1-696,2-2 1,-1 0 695,-4 1 0,-1 0 0,-1 1 0,0-1 0,0-1 0,0-1 0,-2 3 0,0-1 0,1-14 0,0-1 0,-2 12 0,0-1 0,-1-5 0,0-6 0,1 0 0,-2 7-1147,1 7 1,-1 0 1146,0-10 0,1-5 0,-1 3 0,0 0 0,0 3 0,1 8 0,-1-1 0,0-9 0,0-8 0,-1 1 0,1 8-3277,1-8 2608,-2 10 1,0-5 0,0 0 668,-2 3 0,0 1 0,0 1-812,1-3 1,-1-2 811,-1 3 0,-1-5 0,-1-2 0,1 1 0,0 5 0,1 4 0,0 3 0,-1-3 0,-1-4 0,-2-5 0,0-1 0,0 2 0,1 5 0,-2-4 0,0 2 0,0 1 0,0-3 0,0 0 0,1 4 0,0-3 0,-1 1 0,2 5 0,-2-2 0,1 0 0,1 4 0,1 1 0,0 0 0,-3-6 0,-2-3 0,2 3 0,1 7 0,1 1 0,-3-6 0,-1-4 0,1-1 0,0-2 0,1 4 0,2 10 0,0 0 0,-2-15 0,0-6 0,2 10 0,2 12 0,-2-9 0,2 0-123,3 7 123,-2-1 0,5-1 0,2-1 0,2-3 0,1 1 0,2 1 0,5 0-948,3-2 0,2 1 948,-3 7 0,7-3 0,6-4 0,-5 5 3244,-6 8-3244,2-1 0,8-5 0,1 1 0,-7 3 0,5-4 0,-2 6 0,7-3 0,0 1 0,-7 2 885,6-3-885,-4 5 0,4-2 0,-6 4 0,-4 2 0,9-1 922,-2-2-922,-7 8 0,3-3 0,-2 2 0,-7 2 819,6-2 0,-13 2 0,1 0 0</inkml:trace>
  <inkml:trace contextRef="#ctx0" brushRef="#br0" timeOffset="79085">22708 3654 24575,'0'5'0,"2"16"0,-1-11-1639,3 16 1,0 2-1639,0-13 1638,1 14 1,1-1 320,-2-17 1999,3 8 1,-1-1-682,-1-9 0,3 11 0,-5-15 3276,-1 0-1255,1-6 1255,-4-5-3260,2-6-16,-3-8 0,2-2 598,0 3 1,0 0-599,-1-11 0,1 2 0,-3-1 0,2 20 0,-3-19 0,3 19 0,-1-5 0,2 4 0,0 2 0,16-2 0,10 0 0,7 4 0,5 3 0,2-1-820,-10 1 1,0 0 0,1 0 0,2 0 810,2 1 1,2 1 0,1-1 0,-2 1 0,-5 1 8,1 0 0,-4 1 0,-1 1 0,14-1 0,-8 1 0,-16 1 0,-8 2 0,-8-4-1639,-10 13 1,-5 3-770,6-6 1908,-8 6 0,-6 3 1,2-2 499,-4 0-1008,-6 3 1,-1-1 1007,9-6-1319,-2 5 0,1-2 1319,13-9 1319,-4 5 0,0 1-1319,9-5 1196,-1 0-1196,2-1 3276,8-10-2015,6-2-1261,7-8 0,0 2 0,9-10 0,-16 13 0,10-7 0,-19 14-1639,-21 4 1,-8 3 378,10-3 911,-8 2 0,-9 2 0,9-3 349,9-2 1638,-6 2 0,8-3-895,16-3-743,27-4 0,1-3 0,4 0 0,-18 3 0,-14 4 0</inkml:trace>
  <inkml:trace contextRef="#ctx0" brushRef="#br0" timeOffset="81863">13946 7614 24575,'-12'17'0,"7"-8"0,8-7 0,19-23 0,-3 6 0,1-1 0,-4 1 0,0 1 0,9-1 0,-3 3 0,-8 4 0,12-1 0,9-2 0,-6 2-2912,-5-1 2912,4 1 0,7-3 0,-2 1 0,-2-2 0,1-1-1093,-5 3 1,2 0 0,-1 0-180,4-1 1,-1 0 1271,8-6 0,-10 8 0,-26 11-3277,8 2 2663,-19 7-252,-13 12 0,0 1 866,11-10 354,-12 8 1,-7 5-1,5-5-354,4-4-72,-7 3 0,2 0 72,17-13 3276,5-3-3170,17-8 1,11-5-107,1-1 0,4-1 0,1-1 0,-2 2 546,-5 1 1,-1 1 0,5-1-547,-3 0 0,4-1 0,5-2 0,2-1 0,0 0 0,1 1 0,-3 0 0,-3 1 0,-4 3-156,10-4 0,-7 3 0,8-1 156,-12 3 0,4-2 0,4 0 0,3-1 0,1 0 0,1-1 0,0 1 0,-2 0 0,-3 1 0,-3 1 0,-4 1 0,6-1 0,-5 1 0,-2 0 0,4 0 0,3 1 0,4-2 0,2 0 0,-2 1 0,-5 0 0,-8 2 0,7-3 0,-10 3 239,-33 21-239,-5 1 0,-4 2 0,4-3 0,-2 1-1093,-4 3 1,-2 2 0,3-5 413,0-2 1271,-7 6 0,2-3-592,14-11 2984,-14 10-2984,26-15 0,36-5 0,-7-2-1093,-1-1 1,4-2 0,-4 1 342,2-1 750,-4 2 0,6-2 0,0 1 0,-7 1 3276,0 0-3089,2 2 1,10-1 0,-1 0 0,-8 2-188,-1 0 770,9-2 0,-8 6-770,-32 15 0,-23 7 0,13-8 0,-2 1-1639,-10 2 1,0-2 378,6-3 2811,-2-1 0,3-2-1551,12-7 0,-13 5 0,23-8 0,15 0-1639,3-1 1,1-2 853,7 1 924,9-2 0,-3 0-139,-14 2 496,8 0 0,-1 0-496,-18 2 0,-12 14 0,-13-5 0,-3 0 3276,-10 10-2805,6-7 1,-6 0-1,6-2-471,-3 0 0,-5 3 0,1-1 3276,14-5-1266,2 0-2010,19-7 0,27 8-1374,-11-7 1374,8 4 0,8 3 0,-8-3 0,-8-1 0,10 2 0,0 0 0</inkml:trace>
  <inkml:trace contextRef="#ctx0" brushRef="#br0" timeOffset="83797">16702 7807 24575,'-32'0'0,"11"0"0,-9 0 0,9 0 0,12 0 0,-24 0 0,17 0 0,-3 0 0,0 0 0,-3 0-1639,-1 1 1,0 0-1639,4-1 2184,-5 1 1,-4 0 0,2 0-467,-7-1 1559,4 0 0,-5 0 0,4 0 0,8 0 0,-2 0 0,-4 0 0,-5-1 0,-1 1 0,5-1 0,0 1 0,0 0 0,-2 0 0,-5 0 0,1 0 0,7 0 0,-8 0 0,11 1 0,-5-1 0,-1 1 0,3-1-548,1 0 1,2 0 0,0 1 547,-3-1 0,0 1 0,-1 0 0,-7-1 0,-2 0 0,11-1-67,12 1 67,-10 1 0,-10-1 0,-2 1 0,7-1 0,7 0 0,1 0 0,-6 0 0,-6 1 0,0-1 0,7 1 0,-10-1 0,4-1 0,-6 1 0,8-1 1607,7 1-1607,-9-1 0,-9 1 0,9-1 0,10 1 0,-12 0 0,0 0 3276,12 0-2689,-3 0 1,1 0-588,10 2 123,-11-1-123,20 1 3276,-1 0 0,2-2-2910,-2 1-366,-5 2 0,0 0 0,-2 2 0,4 1 0,3-2 0,2 1 0,-3-3 0,5 1 0,-7 3 0,5-2 0,-9 9 0,9-9 0,-8 8 0,8-9 0,-10 9 0,8-8 0,-4 6 0,7-6 0,0-1 0,-2-1 0,3 0 0,-2 0 0,2 1 0,-2-2 0,-1 1 0,-4-1 0,5-1 0,-5 0 0,6 0 0,-5 0 0,5 0 0,-5 0 0,6 0 0,-5 0 0,3 0 0,2 0 0,0 0 0</inkml:trace>
  <inkml:trace contextRef="#ctx0" brushRef="#br0" timeOffset="91891">16281 6888 24575,'11'5'0,"3"1"0,11 11 0,-9-8 0,3-1-1639,9 5 1,2 0 349,2 0 0,3 0 1289,-5-3 0,4 2 0,0 0 0,-2-2-733,-4 0 1,-2-1 0,2 1 732,3 0 0,4 1 0,-2 0 0,-4-1 0,-2-1 0,-2 0 0,4 1 0,-2-1 0,5 4 0,-9-4 1653,-3 1-1653,-11-6 0,9 6 0,-8-6 2581,3 5-2581,-6-7 3276,3 4-2734,-6-6-542,0 3 0,2-2 0,-1 1 0,5-1 0,-3-1 0,0 0 0,-5 0 0</inkml:trace>
  <inkml:trace contextRef="#ctx0" brushRef="#br0" timeOffset="93557">17160 7063 24575,'-5'15'0,"-6"5"0,-3-1 0,-6 7 0,6-11 0,0 1 0,1 0 0,-4 3 0,-7 9 0,13-14 0,3-3 0,2-1 0,4-4 0,1 2 0,-1-3 0,2 2 0,-1-3 0,7-5 0,2-4 0,8-5 0,2-1 0,1-6 0,1 3 0,-1 1 0,-2 0 0,2-4 0,-5 6 0,-1-3 0,-5 4 0,0-3 0,-4 8 0,6 2 0,0 7 0,4 8 0,2 2 0,5-1-1639,2 5 1,-2-1-1639,-8-7 2611,14 9 666,-22-14 0,7 3 0,-9-5 0,-14-1 0,-4-1 3276,-1-1-1638,-6 2 0,0-1-1623,4 0-15,-6 0 0,0 1 653,1-2-653,1 0 0,1 1 0,-4-1 0,-9 2 0,24-2 0,6 0 0,4 0 0,4-3 0,4-2 0,-4 0 0,3-3 0,-5 6 0,2-2 0,-2 5 0,2-2 0,6 2 0,4-3 0,3 0 0,3-4 0,-11 4 0,5 0 0,-2 4 0,2 2 0,8 0 0,-11-1 0,3-2 0,-9-1 0,-3 0 0,-8-1 0,-3-2 0,2 1 0,6 2 0,7 3 0</inkml:trace>
  <inkml:trace contextRef="#ctx0" brushRef="#br0" timeOffset="96990">20935 8042 24575,'7'1'0,"0"1"0,-1-2 0,3 4 0,0 0 0,8 10 0,-10-7-3277,14 18 0,-17-19 1638,5 11 1,1 0 148,-6-9-27,6 15 0,1 1 1517,-6-13-275,4 12 1,-1 1 274,-4-13 2762,5 16-2762,-6-12 1638,2 2 0,-1 2-784,0 17-854,-1-15 0,0 1 0,-2 4 0,-1 0 0,0 3 1638,0-4 0,0 0-19,-1 11-1619,-2-9 0,0-1-2973,-1 2 2973,-4 9 0,3-18 0,-1 2-1502,-4 12 1,-1 2 1501,1-2 0,0 0-314,2-9 1,-1 1 0,1-1 313,0 1 0,0-2 0,2-4 0,-2 0 0,-1 8 0,-2 0 0,4-8 0,-1 1 0,-1 2 0,-2 2 0,0 0 0,0 3 0,-1 1-312,0-2 1,0 1 0,1 0 311,-3 2 0,1 1 0,1 0 0,0 3 0,1-5 0,3-7 0,0 0 0,-1 9 0,-1 4 0,4-6 2584,3-3-2584,-1 1 0,1 0 0,3 2-937,3-9 1,0-1 936,1 0-1386,3 3 0,1-1 1386,-2-12 1336,5 19-1336,1-18 0,12 10 0,-2-7 0,10 3 0,-9-9 0,12-3 0,-8 0 371,6-3-371,-17 1 3276,-4 0-2015,0 26-1261,-5-10 0,0 2 0,1 6 0,1 2 1638,2 0 0,0-2-890,-2-4 0,0 0-748,6 11 0,1 1 0,-6-10 0,0 0 0,2 2 0,1 1 0,1 1 0,0-1 0,0 0 0,0-2 0,3 6 0,1-1 0,-3-4 0,1 1 0,-1-2 0,-2-3 0,0-2 0,0 2 0,-1 1 0,2 0 0,-1-1 0,-4 0 0,0 2 0,3 7 0,-1 0 0,-5-8 0,0 1 0,3 8 0,-2 1 0,-3-12 0,0 0 0,1 9 0,-1 1 0,-1-9 0,0 0 0,0 8 0,-1 0 0,0-4 0,0-1 0,0 2 0,-1 1 0,0 3 0,-1 0 0,1-8 0,0 1 0,-2 10 0,1-1 0,1-2 0,0 4 0,-1 0 0,2-4-1287,-2-3 0,0 1 1287,-2 3-635,0-7 1,0 0 634,-4 7-1639,3-6 1,-1-1 1136,-1-2 285,-3 10 1,-5 4 216,-3-10 0,-3 1 0,4-1 0,-1 2 0,-2-2-515,-2-2 1,-2-2 0,1-2 514,0-1 0,-2-2 0,-4-1 0,-3 0 0,3-2 48,6-3 1,0 0-49,-2-1 0,-2 1 0,3-1 3276,-3 4-2111,9-8-608,9-1-557,5-7-307,2-8 1,0 6-1,0-4 1</inkml:trace>
  <inkml:trace contextRef="#ctx0" brushRef="#br0" timeOffset="111897">20924 8080 24575,'-8'-8'0,"-7"-2"0,-2 1 0,-2 0 0,-1 0 0,0 1-1639,-2 0 1,1 2-1639,7 2 1691,-10-2 0,-1 0 1586,7 2 0,-6-1 0,1-1 0,11 3 0,-15-1 0,19 3 1879,-17 0-1879,19 1 0,-3 0 0,8 0 0</inkml:trace>
  <inkml:trace contextRef="#ctx0" brushRef="#br0" timeOffset="113301">25073 7011 24575,'-21'20'0,"1"0"0,7-7 0,-1 1 0,-8 5 0,-4 2 0,5-5-1193,-2 0 1193,-3 2 0,-6 6 0,0-4-1093,9-7 1,0-2 0,0 1-1,-1 3 1,0 0 0,-1 1 683,-7 1 1,-1 0-1,5-4 1834,0 2-1425,3-3 0,3-2 0,8-5 0,1-2 0,10-3 98,-2-2 1,4 2-1,1-1 1</inkml:trace>
  <inkml:trace contextRef="#ctx0" brushRef="#br0" timeOffset="114143">24451 7250 24575,'0'16'0,"0"-6"0,3 20 0,-1-15-3277,3 21 0,-4-23 1152,1 22 2125,-2-24 1744,-3 15-1744,2-17 0,-3-7 0,4-15 3276,-2-3 0,2-6-2893,0 7-383,0-9 0,3 3 0,-2 3 0,2 7 0,-8 16 0,0 1 0,-10 16 0,1-5 0,0-1 0,0-1 0,-1 1 0,-1-1 0,1-1 0,6-5 0,-5 5 0,11-11 0,1 0 0,4-1 0,7-7 0,-2 3 0,12-9 0,-10 8 0,3-2 0,4 2 0,-8 1 0,23-2 0,-16 2 0,5 0 0,1 0 0,-1 0 0,3 0 0,-13 1 0</inkml:trace>
  <inkml:trace contextRef="#ctx0" brushRef="#br0" timeOffset="118246">24397 7306 24575,'0'11'0,"4"19"0,-3-20 0,4 15 0,0 0 0,-4-16 0,3 11 0,-1-2 0,-3-13 0,6 16 0,-5-14 0,3 7 0,-3-9 0,0 1 0,0-3 0,-1-1 0,0-2 0</inkml:trace>
  <inkml:trace contextRef="#ctx0" brushRef="#br0" timeOffset="141029">27231 12602 24575,'32'0'0,"1"0"0,-5 0 0,0 0 0,-4 0 0,1-1-1176,-2 1 1,0-1 1175,5-1 0,-6 1 0,0 0 0,5-1-1639,5 1 1,0-1-1639,-11 2 2972,13-1 0,0 1 305,-11 0-1639,11 0 1,0 0 1283,-11 0-706,15-2 1,-1 1 1060,-18 1 321,6 0 1,6-2 0,-6 2-322,-7 1 296,7 0 1,-1-2-297,-10 1 0,21 0 0,-24 0 0,13 1 0,-2 0 0,-13-1-114,15 2 0,-1 0 0,-16-1 0,17 2 1</inkml:trace>
  <inkml:trace contextRef="#ctx0" brushRef="#br0" timeOffset="142149">29755 12613 24575,'9'1'0,"3"1"0,-5-2 0,3 0 0,5 1 0,15 2-2859,-5 1 2859,6-1 0,-8-1 0,0 0 0,-1-1 0,0 1 0,5 0 0,0 0 0,-6 0 0,-1 1 0,12 0 0,-14-1 0,17-1 0,-26-1-3277,22 0 717,-21 0 4194,21 0-1634,-20 0 0,20 0 0,-9 0 0,0 0 0,-2 0 0,-13 0 0,16 0 0,-12 0-3277,19 0 2109,-21 0 4444,13 1-2107,-12 0-1169,5 0 278,12-1-278,2 0 0,0 0 0,-8 0 0,-2 0 0,-5 0 0,12 0 0,-13 0 3276,6 0 0,6 0-3044,-6 0-232,14 0 0,-21 0 0,7 0 0,0 0 0,-4 0 0,17 0 0,-23 0 0,1 0 0,0 0 0,-7 0 0,6 0 0</inkml:trace>
  <inkml:trace contextRef="#ctx0" brushRef="#br0" timeOffset="142832">27309 13366 24575,'1'-5'0,"9"-9"0,3 0 0,2-1 0,8-8-1639,2 1 1,-1 3-1639,-2 7 3456,0-1 0,-1 0-179,-2 6 0,3-4 0,-16 9 0</inkml:trace>
  <inkml:trace contextRef="#ctx0" brushRef="#br0" timeOffset="143149">27137 13369 24575,'21'11'0,"0"-3"0,9 7 0,-9-8 0,-1-2 0,1 2 0,0-2 0,-2 0-428,-8 0 1,2-2-1,-13-2 1</inkml:trace>
  <inkml:trace contextRef="#ctx0" brushRef="#br0" timeOffset="144271">23831 4532 24575,'-9'29'0,"0"0"0,1-3 0,-2 2 0,-2 7 0,0-4-1639,2-7 1,-1 0 1251,-1 2 1,-1 1-1,0-1 387,-1 1 0,1-1 0,-4 5 0,0-2 0,-3 1 680,4-4 1,1-1-681,-1 4 0,-3-1 722,12-16-722,5-12 0,1-2 0,1-8 0,-2-12 0,2 8 2354,-1-9-2354,3 19 0,3-2 0,-1 4 0,0 1 0</inkml:trace>
  <inkml:trace contextRef="#ctx0" brushRef="#br0" timeOffset="151419">3522 8522 24575,'0'10'0,"0"-4"0,0 7 0,0-1 0,0 0 0,0 14 0,2-7 0,-2 14 0,2-12 0,-1-1 0,0 13 0,1-9 0,0-1 0,-2-5 0,5 7 0,-5-13 0,3 2 0,-2-4 0,1 0 0,-1-7 0,-1 2 0,0-4 0</inkml:trace>
  <inkml:trace contextRef="#ctx0" brushRef="#br0" timeOffset="152092">3572 8517 24575,'31'0'0,"4"0"0,-7 0 0,5 0 0,-1 0-1093,-7 0 1,-1 0 0,5 0 623,-2 0 1,4-1 0,3 1 0,2-1 0,0 0 0,-1 0 0,-4 0-188,2 0 1,-2-1-1,-1 1 1,1 0 0,3-1 454,-1 1 1,3 0-1,2-1 1,0 1-1,0 0 1,-3-1 0,-2 1 159,6-2 1,-4 0-1,0 1 1,-2-1 40,-1 1 0,-1 0 0,-1 0 0,-3 0 0,5-1 0,-4-1 0,-1 2 0,-5 0 0,-8 0 0,-3 1 1946,-4 5-1946,1 28 3276,-4-18-2389,2 8 0,-1 2-887,-3 2 0,1 3 3276,-2-1-2665,-2 0-611,1-15 0,-6 15 0,4-14 0,-7 3 0,6-9 0,-15 4 0,4-4 0,-17 5-300,14-8 1,-3 0 299,-5 0 0,-3 0 0,3 0-1639,1 0 1,0 0 1577,-1 0 0,-4 1 0,-2 0 0,1-1-759,1 0 1,1 0 0,-1-1 0,-1 1 326,-4 1 0,0 0 0,-2 0 0,-1-1 493,1 0 0,-2 0 0,-1-1 0,2 0 0,4 0-160,2 0 0,4 0 0,-3 0 160,-8-1 0,-4 1 0,3-1 0,9 0 0,4 2 0,-13 0 0,10-5 0,30-3 341,22-15-341,-8 5 0,5-4 0,-11 11 0</inkml:trace>
  <inkml:trace contextRef="#ctx0" brushRef="#br0" timeOffset="155660">20532 2022 24575,'5'0'0,"5"0"0,-4 0 0,7 2 0,-7-2 0,5 2 0,-6-4 0,6-1 0,-7 1 0,0-1 0</inkml:trace>
  <inkml:trace contextRef="#ctx0" brushRef="#br0" timeOffset="165894">19955 5297 24575,'8'11'0,"9"15"0,-4-11 0,0 1-1511,-1 0 0,0 0 1511,6 3 0,2 0 0,-5-6 0,-1 0 954,13 10-954,-2-2 0,-2-3 497,-12-9-497,14 8 0,0-1 0,-18-11 0,18 6 0,-22-7 0,3-3 0,-6 1 0</inkml:trace>
  <inkml:trace contextRef="#ctx0" brushRef="#br0" timeOffset="166215">20317 5483 24575,'-21'31'0,"9"-13"-1639,0-1 1,1-1-1639,5-7 0,-11 15 3188,14-18 1990,-7 10-1901,10-16 0,0 1 0,0-2 0</inkml:trace>
  <inkml:trace contextRef="#ctx0" brushRef="#br0" timeOffset="168166">18645 16176 24575,'19'0'0,"-9"0"0,8 0 0,-12 0 0,6 0 0,21 0 0,-12-1 0,2 2-1639,12-1 1,0 1-1,-15 0 1,2-1 1580,6 1 1,6 0-1,-1 0 1,-7 0-1616,1-1 1673,7 0 0,7 1 0,-4 0 0,-12 0 0,-2-1 0,2 0 0,1 1 0,0-1 0,1 1 0,-3-1 0,5 0 0,-4 0 0,5 0 0,-7 0-3126,-7 0 3126,8 0 0,5 0 0,-2 0 0,2 0 0,-3 0 0,6 0 0,-9 0 0,8 0 0,6 0 0,3 0 0,1 0 0,-3 0 0,-4 0 0,-7 0 0,5 0 0,0 0 0,-8 0 0,5 0 0,4 0 0,4 0 0,2 0 0,1 0 0,0 0 0,-1 0 0,-3 0 0,-2 0 0,-6 0 124,11 0 1,-7 0 0,1 0-1,5 0-124,-7 0 0,4 0 0,3 0 0,2 0 0,2 0 0,-1 0 0,-1 0 0,-2 0 0,-3 0 0,-4 0 0,6 0 0,-5 0 0,-1 0 0,6 0 0,-7 0 0,4-1 0,3 1 0,2-1 0,0 0 0,-1 1 0,-2-1 0,-4 0 0,-4 1 0,6-1 0,-6 0 0,5 0 0,-4 0 0,3-1 0,3 1 0,2-1 0,-2 0 0,-1 0 0,-3 0-416,5-2 1,-3 1-1,-1-1 1,-1 1 415,8 0 0,-2-1 0,-1 1-480,-4-2 0,-1 0 0,-4 1 480,-6 1 0,-1 0-303,15 0 0,-1-1 303,-4-2 0,-4 4 0,4 0 0,-8 0 0,-11 0 0,22-1 0</inkml:trace>
  <inkml:trace contextRef="#ctx0" brushRef="#br0" timeOffset="169672">24384 16244 24575,'8'-2'0,"2"0"-3277,5 2 0,-5 0 1328,12 0 1949,7-3 0,5-1 0,-1 1 0,3-1 0,3 1-564,-5 0 1,2 1-1,2-1 1,-1 0-1,-2 1 564,0-1 0,-3 1 0,1 0 0,2 0 0,-3 1 0,4 0 0,1 0 0,-1 1 0,-4 0 0,-5 0-480,1 0 1,0 0 479,1 0 0,7 0 0,3 0 0,-4 0 0,-7 0 0,-4 0 0,-2 0 0,10 0 0,8 0 0,-1 0 0,-7 0 0,-12 0 0,0 0 0,8 0 0,6 1 0,-1 0 0,-10 0 0,-7 0 0,11 1 0,0 0 0</inkml:trace>
  <inkml:trace contextRef="#ctx0" brushRef="#br0" timeOffset="170451">26829 16167 24575,'9'-2'0,"2"0"0,8 1 0,0 0-1639,11 1 1,1 0-1639,-6-2 2457,-2 2 1,6-1 0,2 1 0,0-1-1,2-1 1,0-1 0,1 0 0,-2 1 696,5 0 1,-2 2-1,5-2-3,-9 0 1,4-2-1,3 0 1,0 0-1,-1 0 1,-4 0-1,-5 1 126,8-1 0,0 1-339,-7 0 1,6-2 0,3 1 0,0-1 0,-3 1 0,-5 1 338,6 0 0,0 1 0,-8 0 0,5-1 0,1 0 0,-2 1 0,-6 0 0,2 1 0,-3-1 595,2 0 1,2-1-1,-2 1-595,0 1 0,-2 0 0,9-2 0,-9 1 0,4 1 0,-4-1 2914,11 0-2914,-2-1 0,-2 1 3276,-10 1-2997,1 0 0,0-1-279,3 1 0,4 0 0,2 0 0,-1-1 0,-4 2 0,4-1 0,5 0 0,-5 1 247,-3 0-247,4-1 0,8 1 0,-8-1 0,0 2 0,-3-1 0,5-1 0,-7 1 0,-1 2 0,9-2 0,-2 0 0,-15 0-1639,4-1 1,-1 0 1005,-7 1 3909,16-4-2110,-4 2-879,-4-1-287,1 0 0,-2 1 0,-14 2 0,17-3 0</inkml:trace>
  <inkml:trace contextRef="#ctx0" brushRef="#br0" timeOffset="170992">30127 16206 24575,'0'0'0</inkml:trace>
  <inkml:trace contextRef="#ctx0" brushRef="#br0" timeOffset="172751">4899 16704 20822,'31'-2'0,"0"0"0,0 1 0,1-1 0,-13 0 0,1 1 0,10-1 0,8 0 0,3 1 0,1-1 0,-6 1-1093,2 0 1,-4 2 0,2-2 272,-6 1 1,0-1 0,1 1 0,1 0 345,3-1 0,2 1 0,-1 0 1,-5 1 473,2-1 0,-2 1 229,-4-1 0,2 0 0,-2 0-229,2 1 0,-1 0 0,-1-1 0,3 0 0,-3 0 0,-1-2 0,-1 1 0,9 0 0,-1-1 0,-12 0 0,-2 0 0,0-2 0,1 1 0,3 0 0,3 1 0,0 0 0,9-3 0,1 0-228,-10 3 0,0 1 0,-1-1 1,1 0-1,-4 1 0,-5 1 1</inkml:trace>
  <inkml:trace contextRef="#ctx0" brushRef="#br0" timeOffset="173363">7194 16273 24575,'15'24'0,"1"-1"0,0 1 0,1 1 0,1 0 0,1-1 0,1 0 0,2-2 0,-2-2 0,0 2 0,1-1 0,1-1 0,3 2 0,-5-5 0,-4-2 0,11 9 0,-22-16 0,-15 1 0,-15 2 0,0-3 0,-2 0-846,4-2 1,-1 0 845,-4 0 0,-2-1 0,2 0 0,0-1 0,0 0 0,-7-1 0,-3 1 0,4-1 0,8 1 0,1-1 0,-10-1 0,3-1 0,11 0 0,-1-1 0,10 0 0,17-2 0,11-2 0,13 1 0,11-1 0,-5 1-1217,-15 0 1,1 1 1216,9 0 0,9 0 0,4 0 0,-2 0 0,-8 0-667,-1 1 1,0 0 666,-4 0 0,7 0 0,2 0 0,1 0 0,-4 0 0,-6 0 0,2 0 0,-3 0 0,5 0 0,-1 0 0,1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2:31:54.776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4541 2862 24575,'7'-5'0,"0"1"0,6-4 0,18-5 0,2-1-774,-12 6 1,2 0 773,3-1 0,-2 1 0,7-6 0,-7 5 0,3-1 0,-3 1 0,8-5 0,-3 3 0,5-3 0,-7 3 0,-2 3 0,2-2 0,6-3 0,2 2 0,-8 4 0,1 2 0,0-1 0,0 0-1093,6-2 1,0-1 0,2 0 1066,-7 3 0,4 0 0,-1 1 0,-2 0 0,-5 0 26,-3 1 0,0 0 0,8-1 0,5 0 0,-9 1-933,-11 1 933,12-2 0,-1 1 885,-13 2-885,3-1 3276,8 1-2781,5 1-495,-3 1 0,10 1 0,-20 1 0,9 0 0,-18-1 307,6-1 1,-11 0 0,3 0 0</inkml:trace>
  <inkml:trace contextRef="#ctx0" brushRef="#br0" timeOffset="2600">5774 2437 24575,'1'21'0,"0"-1"0,1-3 0,0-6 0,1 13 0,-1-10 0,-1 11 0,-1-2 0,0-8 0,3 17 0,-2-11-1575,1 1 1575,-2-9 0,0-5 0,0-10 0,0-19 0,0 1 0,0 1 0,0-1 0,0 3 0,0-11 0,0 15 0,0-12 0,0 15 1575,3-8-1575,-1 4 0,1 2 0,3-1 0,0 2 0,1 2 0,3 0 0,0 8 0,-3-1 0,17 9 0,-15-3 0,16 5 0,-15-4 0,9 2 0,-8-1 0,5 1 0,-7 0 0,-2-3 0,-6 4 0,-3-4 0,-5 5 0,-3 0 0,-7 8 0,7-9 0,-8 12 0,12-12 0,-9 11 0,4-3 0,-1-1 0,2-1 0,5-9 0,-1 2 0,1-3 0,1 0 0,-3-1 0,5-1 0,-4 1 0,3-1 0,-2-1 0,3 2 0,-2 0 0,2-1 0,-1-5 0,-7-20 0,5-7 0,-4 1 0,8 5 0,1 15 0,0 2 0,0-5 0,0 8 0,0-3 0,0 4 0,0 0 0,1 1 0,1 0 0,1 2 0,7 0 0,-4 0 0,9 0 0,-10-1 0,4 1 0,-6-2 0,2 2 0,-4 2 0,1-1 0,-4 5 0,-1 10 0,1 0 0,-1-1 0,6-7 0,-1-11 0,3 2 0,-1 0 0,0 0 0,10-5 0,-9 1 0,11-2 0,-12 4 0,4 0 0,-5 0 0,2 1 0,-5 0 0,2 2 0</inkml:trace>
  <inkml:trace contextRef="#ctx0" brushRef="#br0" timeOffset="5437">5844 2588 24575,'13'-6'0,"-6"3"0,4-1 0,-8 4 0,4 0 0,2-1 0,14-5 0,-6 3 0,4-4-3277,0 4 0,-13 1 3047,11-3 230,-15 5 0,2-1 0,-4 1 0</inkml:trace>
  <inkml:trace contextRef="#ctx0" brushRef="#br0" timeOffset="7791">5888 2518 24575,'9'0'0,"-1"0"0,-4 2 0,2-2 0,-3 1 0,0 1 0,-1-1 0,-2 5 0,0-1 0,0 7 0,-2-2 0,0 9 0,1-2 0,-1-1 0,1 2 0,-1-6 0,-1 1 0,0 0 0,0-6 0,1 2 0,2-5 0,6-6 0,-1-2 0,7-5 0,-2 4 0,-2-1 0,-2 1 0,2-1 0,-5 2 0,11-6 0,-11 6 0,11-8 0,-9 8 0,4-3 0,-2-1 0,2 0 0,-3 0 0,5-3 0,-9 8 0,4-5 0,-3 5 0,-2 0 0,-19 19 0,10-9 0,-8 8 0,-1 1 0,-2 3-3277,-8 6 0,10-10 2453,-4 4 824,14-14 0,-10 9 0,11-8 0,-3 0 0,6-3 3276,-3 1-61,2 0-3215,-2 3 0,3-5 887,-2 2-887,3-5 0,1-1 0,1-1 0,0 0 0,0 1 0,0 1 0</inkml:trace>
  <inkml:trace contextRef="#ctx0" brushRef="#br0" timeOffset="18706">1386 4326 24575,'-3'33'0,"0"-6"0,2-8 0,-1 0-3277,-1 14 2736,1-4-1098,-1-1 1,-1-1-1309,3-9 3010,-2 15 1,0 1-64,3-17 0,-1 12 0,-1 1 0,1-6-1639,-2 10 1,0 0 1415,2-11 223,0 0 0,-1 2 274,0 1 1,0 0-275,0 3 0,0 0 0,0 0 0,0 3 0,0-3 0,-1 2 0,2-7 0,0-5 0,0 12 0,0-1 0,1-17 819,-2 10 0,2-17 0,-1 1 0</inkml:trace>
  <inkml:trace contextRef="#ctx0" brushRef="#br0" timeOffset="19672">1405 4279 24575,'26'0'0,"0"0"0,0 0 0,2 0 0,3 0 0,-4-1 0,5 0 0,5-1 0,-1 1 0,0-1 0,-5-1-820,-1 1 1,-4 0 0,1-1 0,5-1 491,-4 2 0,3-2 0,4 1 1,2-1-1,1 0 0,0 0 1,-1 0-1,-2 0 0,-3 1 1,-5 0-493,6-1 1,-6 0 0,-1 1 0,6-1 408,0 0 0,3-1 0,4 1 0,1-1 0,-1 0 0,-1 0 0,-2 1 411,3 0 0,-2 0 0,-1 0 0,0 0 0,0 1-230,0-1 0,0 0 0,-1 0 0,1 1 0,-1-1 230,2 0 0,0 0 0,0 0 0,-3 0 0,-2 1-78,3 0 0,-3-1 0,-3 2 78,-2 0 0,-4 0 0,7-3 0,6 1 0,-2 1 0,-14 0 0,14-3 0,3 1 0,-1 3 0,-12-1 0,2-2 0,-2 1 0,-4 3 0,-1-1 1223,3-1 1,0 0-1224,13 1 0,-18 0 3276,7 0-2176,-18 1 2176,0 2-9,-3 2-2541,-3 1-726,8 24 0,-7-11 0,5 7 0,2 7 0,-1-5-2454,0 0 2454,2 8 0,1 2 0,1-10 0,-2-4 0,-1 8 0,3-2 0,3 4 0,-3-6 0,-5-10 0,5 6 0,2 6 0,-1-5 0,-3-5 0,3 4 0,0 0 0,-3-4-1639,1 3 1,-1-1-1056,-3-5 2694,7 18-2896,-1-4 2896,-5-12-434,6 13 1,0 1 433,-4-8 0,2 4 0,0 0 0,-4-9 0,1 7 0,-4-16-352,1 14 352,-3-16 3276,1 13-2619,-3-13 2619,0 4-670,-4-2-749,-15 0-1857,-6-4 0,-2-1-1224,-7 2 1224,6-3 0,-4 0-820,2-1 1,-4 1 0,-4 0 0,-4 0 537,14-1 1,-4 1-1,-1 0 1,-3 0 0,0 0-1,-1 0 1,1 0 0,0 0-1,2 0 1,2 0-188,-2 0 1,3 0 0,1 0 0,1-1 0,-2 1 0,-4 0 0,-3 0 426,10-2 0,-3 1 0,-2 0 0,-2 0 0,-2 0 0,-2 0 0,0 0 0,-2 0 1,0 0-1,0-1 0,0 1 0,1 0 0,0 0 0,2-1 0,1 1 0,1-1 0,3 0 1,2 1-1,3-1-348,-10 0 1,5 0 0,4-1 0,0 1 0,0 0 0,-4-1 0,-6 1 389,11-1 0,-3 1 0,-2 0 0,-3-1 0,-1 1 0,-2 0 0,-1-1 0,-1 1 0,0 0 0,-1-1 0,-1 1 0,2 0 0,-1-1 0,2 1 0,0 0 0,2-1 0,2 1 0,2-1 0,2 0 0,3 1-176,-10-1 1,5 0-1,2 0 1,3 0-1,-1 0 1,-1 1 0,-2-1-1,-5 0 176,8 0 0,-3 0 0,-3 1 0,-1-1 0,-2 0 0,-1 1 0,-1-1 0,0 1 0,-1-1 0,2 0 0,0 1 0,1-1 0,2 1 0,3-1 0,1 0 0,4 0 0,2 1 143,-10-1 0,7 0 0,2 0 0,-1 0 1,-5 0-144,1 0 0,-4 0 0,-4 0 0,-2 0 0,-1 1 0,1-1 0,4 0 0,3 0 0,7 0 0,6 0 0,3 0 0,3 0 0,-71 0 0,88 0 0</inkml:trace>
  <inkml:trace contextRef="#ctx0" brushRef="#br0" timeOffset="21229">4649 5125 24575,'10'0'0,"9"0"0,-5 0 0,11 0 0,4 0 0,-7 0 0,5 0 0,2 0 0,4 0 0,-8 1 0,2-1 0,-2 1-1688,7-1 1688,1 1 0,-2-1 546,-9 0-546,2 0 0,-1 0 0,-2 0 0,7 0 280,-13 0-280,3 0 0,3-1 0,2 1 0,-10-2 0,0 2 0,-9 0 0</inkml:trace>
  <inkml:trace contextRef="#ctx0" brushRef="#br0" timeOffset="22055">6399 4099 24575,'-18'13'0,"5"-4"0,-15 10 0,13-11-3277,-17 10 0,21-13 1328,-15 9 1949,19-10 1719,-7 5-1719,5-1 0,-4 1 0,-4 3 0,6-4 3276,-2 0 0,1-1-3044,6-2-1052,-8 2 1,11-6 0,0-1 0</inkml:trace>
  <inkml:trace contextRef="#ctx0" brushRef="#br0" timeOffset="31338">6345 15841 24575,'3'26'0,"-2"-13"0,4 21 0,-3-1-1639,3-4 1,-1 2-1,-2-12 1,1 1-1,2 13 1,0-5 148,-3-17 466,3 18 1,0 2 1023,-4-13-594,4 10 0,0-1 594,-4-14 2394,5 23-2394,-5-22 0,2 7 0,0 0 0,0-9 0,1 11 2393,0-10-2393,-2-2 2149,3 6-2149,-4-5 836,-1 0-836,0 3 0,0 6 0,0-7 3276,0 10 0,3-10-3044,-2 3-232,5-2 0,0-7 0,4 7 0,-1-9 0,12 8-1639,4-7 1,2-1-1639,5 3 3162,1-2 0,6 0-705,-8-4 1,4 0 0,1 0 0,0-1 504,-1 0 0,-1 0 0,2-1 0,3 0-65,-7 1 1,2-1 0,2 1 0,2-1 0,1 1-1,-1-1 1,0 0 0,-1 0 379,-3 0 0,-1-1 0,0 0 0,0 0 0,0-1 0,1 1 0,1 0 0,1 0-185,-4 0 1,2 1-1,1-1 1,0 0 0,1 1-1,0-1 1,0 0-1,-1 1 1,-1-1 0,-2 0-1,-1 1 185,8-1 0,-3 0 0,-2 0 0,0 0 0,4 0 0,4 0 0,-13 0 0,3 1 0,2-1 0,2 0 0,2 0 0,0 0 0,2 0 0,0 0 0,-1 0 0,1 0 0,-2 0 0,-1 0 0,-2-1 0,-1 1 0,-4 0 0,-2 0 0,8-1 0,-5 0 0,-3 0 0,0 0 0,3 0 0,7 1 0,-11-1 0,4 1 0,3-1 0,2 1 0,2-1 0,2 1 0,1 0 0,1-1 0,0 1 0,0-1 0,0 1 0,-1-1 0,-1 1 0,-1-1 0,-3 1 0,-2-1 0,-3 0 0,-3 1 0,12-2 0,-5 1 0,-4 0 0,-1-1 0,2 1 0,4 0 0,-3 0 0,3 0 0,2 1 0,2-1 0,0 1 0,-1-1 0,-2 1 0,-3-1 0,-3 1 0,-6-1 0,5-1 0,-7 0 0,1 0 1014,17 1 1,-10-2-1015,-21-5 0,15-16 0,-20 14 0,5-10 0</inkml:trace>
  <inkml:trace contextRef="#ctx0" brushRef="#br0" timeOffset="33004">10378 16483 24575,'6'0'0,"21"-6"0,4 2 0,2 0-1639,-14 0 1,4 1 1483,4 1 1,8 1-1,4 0 1,1 0-1,-3 0 1,-5 0-939,-2 0 1,-5 0 0,6 1 827,-2-1 0,6 0 0,4 1 0,1-1 0,2 1 0,-3-1 0,-2 1 0,-5-1 265,3 0 0,-6 0 0,1 0 0,4 0 0,-2 1 0,3-1 0,3 1 0,1-1 0,0 1 0,-1-1 0,-3 1 0,-3 0 0,4 0 0,-4 0 0,-1 0 0,3 0 0,-2 0 0,3-1 0,2 1 0,-2 0 0,-2-1 0,-4 1-1179,11 0 1,-6 0 1178,-6-1 0,-1-1 0,3 1 0,1 0-1155,3 1 1,1 0 1154,-1 0 0,2 0-388,-7 0 0,2 2 0,1-1 0,-4 1 388,3 0 0,2 0 0,-7 0 0,5-1 0,3 0 0,1 0 0,-2 0 0,-3 1 27,2-1 1,-4 1 0,1-1-1,4 1-27,-4-2 0,3 1 0,2 0 0,1-1 0,-1 0 0,-2 0 0,-2 1 0,2-1 0,-3 1 0,-1-1 0,3 1 0,4-1 0,3 0 0,0 1 0,-1-1 0,-6 0 0,-2 0 0,-4 0 0,0 0 0,9 1 0,1-1 0,-7 1 2364,0-1-2364,0 0 0,-17 0-591,23 4 591,-23-3 0,18 4 2745,-10 0-2745,0-1 3276,10 4-3167,-22-5 0,5 1 0,-15-4 0</inkml:trace>
  <inkml:trace contextRef="#ctx0" brushRef="#br0" timeOffset="34069">12219 16582 24575,'2'22'0,"-1"-10"0,6 21 0,-5-24 0,4 10 0,0 0 0,1-2 0,1 1 0,2-1 0,2 4-1639,1-2 1,1-1-1639,-1-4 1638,3 3 1,0-2-1639,-9-10 3725,10 5 1,1-1-449,-10-5 0,15 1 0,2-1 0,-13-3 0,18-3 0,3-4 0,-9-2 0,3-2 0,7-4 0,-3-1 0,-8 2 0,-1-1 0,-1 0 0,12-4 0,-3 1 0,-10 3 0,0-1 0</inkml:trace>
  <inkml:trace contextRef="#ctx0" brushRef="#br0" timeOffset="40507">14190 15837 24575,'-13'10'0,"3"-3"0,3-2 0,-4 2 0,4-3 0,-4 5 0,1-3 0,5-1 0,-10 6 0,5 1 0,-3 0 0,0 5 0,3-3 0,0 4 0,1 6 0,5-13 0,-1 21 0,4-16 0,-2 17 0,3-20 0,2 7 0,2-1 0,3-1-1639,5 11 1,1 0-1639,-3-11 2565,6 2 0,6 6 0,-3-6 712,2-1 0,4 5 0,4 1 0,3-5 0,0-3 0,-13-5 0,2-1-546,5 2 0,4 0 0,-2-2 546,-2-1 0,-1-2 0,6 0 0,0-1 0,0 1 0,4 0 0,-3-2 0,5 0 0,2-1 0,-1 0 0,-3 0 0,-1 0 0,0 1 0,3-1-166,-4-1 1,0 1-1,2 0 1,1-1 0,1 0-1,1 0 166,-6-1 0,2-1 0,1 0 0,1 0 0,0 0 0,0 0 0,-2 0 0,0-1 0,-3 1-506,3 0 0,-2 0 1,-1 0-1,-1-1 1,1 1-1,3-1 506,-2 0 0,3 0 0,2 0 0,0 0 0,-1-1 0,-1 1 0,-3-1 0,-3-1 51,3 0 1,-3 0 0,-3-1-1,2 0-51,10-3 0,-1 0 0,-3 0 0,-6 2 0,-2-2 0,4-1 0,2-1 0,-8 0 3043,-5-2-3043,5 0 0,-1 0 2695,-11 0-2695,5-2 0,-1-10 0,1-5 1638,-5 5 0,0-1-1021,-3 4 1,0-1-618,4-9 0,-1 2 2049,0 1-2049,0-4 0,-1 0 0,-6 7 0,2-8 0,-1-1 0,-4 12 0,-1 0-1639,-2-14 1,0 1-1132,-1 6 1677,-5 2 1,-4-4 0,3 7 201,1 7 1090,-6-11 1,-2 0-200,-1 8 0,-11-6 0,7 9 0,-2 0-1087,-5 0 0,-2 1 1087,-2 0 0,-6-1 0,10 6 0,-4 0 0,-2 0 0,-2 0 0,0 0 0,3 0 0,-1 0 0,1 0 0,1 0 0,-2 0 0,-2 1 0,3 0 0,-4 0 0,-1 0 0,0 0 0,1 0 0,2 1 0,4 0 0,-10-2 0,5 0 0,2 2 0,-1 2 0,-1 0 0</inkml:trace>
  <inkml:trace contextRef="#ctx0" brushRef="#br0" timeOffset="41424">3843 14678 24575,'30'3'0,"1"0"0,4 0 0,4-1 0,-3 1 0,1 0 0,-1 1 0,-6-2 0,0 0 0,-1 0 0</inkml:trace>
  <inkml:trace contextRef="#ctx0" brushRef="#br0" timeOffset="50778">3311 12440 24575,'5'0'0,"2"0"0,-1 0 0,19 0 0,-14 0 0,21 0 0,-8 1-670,10-1 670,1 1 0,1 0-1035,-7-2 1,0 0 1034,0 1 0,3 0 0,-3-1 0,0 0 0,0-1 0,6 1 0,1 0 0,-4-1 0,-1-1 0,-6 2 0,0 0-244,-2-1 0,-1 0 244,0 1-3277,9-2 839,-15 3 2438,13-1 291,-10-1-291,4 0 0,0-1 1490,1 1-1490,7-3 0,2 1 0,-8 3 0,-5-2 0,1 0 0,13 1 0,-17-1 377,10 2-377,-10-1 0,6 1 0,-10 0-192,23-1 192,-18 1 0,2 1 0,0-1 0,4-1-3277,12 1 2081,-20-1 1196,16 1 0,0-2 0,-13 2 0,0 0 0,0-1 0,0 0 0,16 0 0,-14-2 0,15 1 0,-12 0 1638,-3 0 0,-1 1-922,1 0-716,5-1 0,1 0 0,1-1 0,-6 2 0,1-1-14,8-1 14,-8 0 0,9 0 0,-19 2 0,5 1 0,-9 1 0,25-2 0,-19 2 0,8-2 0,0 0 0,-10 1 481,11-2-481,0 0 206,-9 1-206,11-2 3276,-10 2 0,-6-1-3044,5 0-232,-8 0 0,11-3 0,-8 1 0,26-7 0,-21 3 0,20-2 0,-22 2 0,5 5 0,-1-4 0,0 2 0,-1-1 0,0 0 0,-6 2 0,7-2 0,-4 0 0,1 1 0,-5 1 0,5-3 0,1 2 0,2-6 0,6 1 0,-12 4 0,6-2 0,-6 3 0,3-1 0,3-2 0,-1 1 0,0 1 0,0-3 0,-6 7 0,10-12 0,-2 9 0,-2-7 0,10 3 0,-17 2 0,13-2 0,-14 4 0,10-4 0,-10 3 0,13-5 0,-12 5 0,9 0 0,-1-3 0,-2 2 0,5-2 0,-1 0 0,-6 2 0,18-6 0,-21 8 0,2 1 0,13-10 0,-10 9 0,10-9 0,-10 8 0,3-4 0,-3 3 0,9-4 0,-10 4 0,10-3 0,1-4 0,-12 10 0,5-4 0,0 0 0,-5 4 0,15-7 0,-14 7-3277,11-5 0,-14 7 3047,10-7 230,-5 2 0,-1 4 0,7-5 0,1 3 0,-5-1 0,17-4 0,-7-1 0,-1 6 0,2-6 0,-13 9 3276,0-3 0,0 0-3044,7 0-232,-3-3 0,0 1 0,-1 4 0,5-3 0,0 2 0,8-3 0,-11 1-3277,9-1 0,-14 3 3047,18-6 230,-12 3 0,5-1 0,5-4 0,-16 7 0,16-10 0,-4 1 0,-6 3 0,-2 1 0,-3 0 3276,-9 6-1638,10-5 0,0 1-1406,-11 6-232,11-6 0,1 0 0,-6 3 0,4-2 0,2-1 0,3-3 0,-1 1 0,3-1-3277,1-6 0,-11 10 1638,9-6 1,-2-1 148,-13 9 1490,8-4 0,3-4 0,3-2 0,-1 1 0,-1 1 0,11-8 0,-2 1 0,-17 13 0,4-5 0,1-1 3276,-5 5-2015,16-13-1261,-15 12 3276,12-9 0,-12 8-6553,5-2 2,-9 5 3166,13-5 109,-13 5 0,9-3 0,-7 3 0,12-6 0,-6 3 0,10-6 0,-9 8 0,3-3 0,4 0 0,-7 4 3276,5-4 0,-4 7-2935,-5-3-341,5 2-3277,15-7 0,-18 9 2683,12-5 0,-1 1 594,-13 4 0,21-4 0,-22 2-182,20 0 182,-20 2-1639,14-3 1,-1 0 756,-12 4 882,8-2 0,-1-1 3276,-6 4-2397,8-2-879,5-1 0,-4 1 944,1 0-944,-4 3 0,-3-1 195,4-2-195,-1 1 0,9-1 0,-9 2 0,13-2 0,-13 2 3276,10-1-2310,-11 0-2605,7 0 1,0 0-1022,-9 0 2660,7 0 0,3 1-684,-8-1 1,-2 0 683,10 2-230,-5-3 1,-1 1 229,1-1 1440,7 1-1440,-8 0 0,1 0 0,8-1 1638,-9 2 0,0 0 276,8-1-1914,-1-2 0,-9 3 0,0 1 0,11-4 0,-7 2 0,0 0 0,8-1 0,-10 1 0,-1 0 0,8-1 1080,-9 2 0,2 0-1080,0-1 0,0 0 0,-2 1 0,0-1 0,9 0 0,-2 0 0,-5-2 0,2 2 0,0 0 0,1 1 0,-5-1 0,1 1 857,16-2-857,-8 1 0,1 0 0,-2-1 0,-1 0-306,-1 2 0,0 0 306,0-1 0,-2 1 642,2-2-642,-1 2 0,1 0 0,-7-2 0,0 1-624,8 1 1,-1-1 623,-6 0 0,-1-1 0,3 1 0,-1 1 0,10-3 0,-3 0 0,0 1 0,3 3-180,1-4 1,2-1 179,-10 4 0,-2 0 0,2-3 0,3 1 0,2-1 0,4 1 0,-4 0 0,-5 0 0,-1 1 0,10-2 0,4-1 0,-5 2-270,-10 2 1,-2 0 269,16-3 0,-2 1 0,1 0 0,0 1 0,0 0 0,-16 1 0,1-1-845,14-1 1,0 0 844,-12 1 0,-1 1 0,12-3 0,-1 1 0,2 2 0,-7-2 0,0 1 0,-8 1 0,0 0 0,5-1 0,3 0 0,-1 0 0,2 0 0,-1-1 0,2 2 0,1-1 0,6 0 0,2-1 0,-3 0 0,-8 1 0,-1 0-429,4 0 0,4 0 0,-4 1 429,-4-2 0,-1 1 0,2 1 0,3 0 0,-4 0 0,1-4 0,-2 0 0,10 3 0,-3 0 289,-7-6-289,3 5 0,0 1 0,-6 2-1639,14-4 1,-1-1 577,-12 3 1061,8-2 0,1 0 1023,-5 1-1023,8-2 0,1-1 203,-3 4-203,-4-1 0,3-1 0,-4 1 0,1 0 0,1 1 0,3-2-820,-1 1 1,4-1 0,2-1 0,-3 1 652,-7 1 1,-2-1-1,2 0 1,3 0 166,-2 1 0,4 0 0,2-1 0,2 0 0,0 1 0,-1-1 0,-2 0 0,-3 1 0,7-1 0,-4 0 0,0 0 0,5 0 0,-7 1 0,3-1 0,2 1 0,2 0 0,0-1 0,-1 1 0,-2-1 0,-4 1-440,1 0 0,-2 0 0,-2-1 0,0 1 1,4-1 439,0 1 0,1-1 0,2 0 0,0 0 0,2 0 0,0 0 0,1 0-152,-4 0 0,1-1 0,2 0 0,0 1 0,0-1 1,-1 0-1,0 1 0,-3-1 0,-1 1 152,1 0 0,-2 0 0,-2 0 0,-1 0 0,2 0 0,2 1 0,-1-1 0,1 1 0,2-1 0,1 1 0,-1 0 0,-1 0 0,-2 0 0,-3 0 0,5-1 0,-3 1 0,-2 0 0,2 0 44,2 0 1,1 1-1,0-1 1,3 0-45,-8 0 0,3 0 0,1 0 0,1-1 0,-1 0 0,-1 1 0,-2-1 0,1 1 0,-2-1 0,-1 0 0,2 0 0,1 0 0,0 1 0,2 0 0,1-1 0,1 1 0,0-1 0,-1 1 0,-1-1-52,-2 0 0,0 0 1,-2 1-1,1-1 1,2 0-1,2-1 52,-4 2 0,2-1 0,1 1 0,1-1 0,1 0 0,1 0 0,0 0 0,1 0 0,1 0 0,-1 0 0,-4 0 0,0 1 0,2-1 0,0 0 0,1 0 0,0 1 0,0-1 0,0 0 0,0 0 0,0 1 0,-2-1 0,0 0 0,-2 1 0,-1 0 0,5-1 0,-2 0 0,-1 0 0,-2 1 0,1-1 0,-1 1 0,1-1 0,2 1 0,2-1-9,-1 1 1,3-1 0,3 0-1,2 0 1,0-1 0,1 1 0,-1 0-1,-2 0 1,-2 1 0,-4 0 0,-4 0-1,-5 2 1,-6 0 0,0 0 0,-2 0-1,18-1 1,0-1 0,-1 1 0,1-1-1</inkml:trace>
  <inkml:trace contextRef="#ctx0" brushRef="#br0" timeOffset="59267">3262 12504 24575,'20'10'0,"0"0"0,2 1 0,-1-1 0,0-1 0,11 4 0,-12-4 0,10 2 0,-14-4 0,5 1 0,0 2 0,-6-6 0,15 8 0,-14-6 0,3 1 0,1 0 0,3-1 0,0 2 0,2 0 0,8-1 0,0 3 0,-13-3 0,-1-2 0,-1-2 0,0 3 0,1 0 0,2-3 0,0 3 0,1 1 0,6-3 0,-5 2 0,-2-1 0,-3-3 0,2 2 0,-1 1 0,-6-4 0,14 6 0,-9-3 0,-6-1 0,12 5 0,-8-6 0,15 6 0,2 0 0,1-3 0,-7 1 0,5 1 0,0-1-1093,-6-1 1,-1 0 0,0 0 220,11 0 0,1 1 872,-4 2 0,1 0 0,-2-1-459,-4-3 0,0 1 459,7 2 0,3 3 0,-3-2 0,-2-2 0,0-1-820,-6 0 1,4 1 0,-2-1 0,-3-1 49,-3-1 0,1-1 770,3 1 0,7 0 0,-2 0 0,-5-1-95,-8-1 1,0-1 94,9 2 0,7 0 0,0 1 0,-8-2 0,0 2 0,7-2 0,-3 1 0,-18 1 3097,13-3-3097,-15 1 0,19 4 0,-10-3 0,15 2 0,3 0-967,-10-2 967,-5 0 0,5-1 0,-3 0 0,-3 0 0,-2 0 0,1-1 0,-1 0 0,7 1 0,-3 0 3276,-7-1-2651,12 0 1,-24 0-1,7 0 1</inkml:trace>
  <inkml:trace contextRef="#ctx0" brushRef="#br0" timeOffset="63871">13427 17673 24575,'21'-1'0,"2"-1"0,13-5 0,-17 3 0,3-2-1093,5-3 1,3-3 0,-3 1-547,-7 2 1,1-1 545,9-5 1,4-2 0,-6 1 444,0-6 648,-2 6 0,1 0 0,-8 1 0,-2 1 0,9-2-1001,-6-4 1,-1 1 1000,-6 8-556,8-10 0,1-2 556,-7 9 0,9-6 0,1-1 0,-1 4 0,-4 3 0,2-3 0,-2 4 0,0 0 0,3-2 0,1 0 2635,-5 1-2635,3 1-2232,7-7 2232,-19 12 819,5-5 0,-14 11 0,2-3 0</inkml:trace>
  <inkml:trace contextRef="#ctx0" brushRef="#br0" timeOffset="65019">14057 17011 24575,'14'7'0,"11"9"0,-7 0-1639,5 7 1,0 0-1639,-7-4 2184,1 0 1,3 5 0,-5-5-87,-1-2 1179,6 6 0,0 1 0,-7-6 0,1-3 0,0-1 0,-5-2 2014,9 8-2014,-14-17 0,-4-19 0,0 7 0,-8-22 0,-2-5 0,4 17 0,1-1 0,-4-8 0,-2-1 0,-1-3 0,1 3 0,-1 6 0,0-2 0,2 2 0,4 12 3276,0 0-864,9 9-5689,24-1 3078,-15 2 199,9 0 0,3-1-1639,-1 1 1,-1 0 378,9-1-257,7 3 0,-4 0 1517,-22 0 0,10 4 0,-1-1 0,-14-3 3034,3 4-3034,-7-3 3276,-2 2-2015,0 0 2015,0 9 0,-2-7-3160,-6 13 0,0 1-116,-2 0 0,-6 5 0,-2 1 0,2-4 0,-4 0 0,-3 1 0,5-6 0,1 0 0,1-2 0,1-1 0,-12 10 0,24-20 0,0 0 0,17-13-3277,5-7 0,-2 2 2930,5-7 347,-18 17 0,2-5 0,-12 8 0,-2 1 0,-14 3 3276,-2-2 0,-3 1-2927,3-2-349,12-3 0,5 3 0,4-3 0</inkml:trace>
  <inkml:trace contextRef="#ctx0" brushRef="#br0" timeOffset="66490">14120 17062 24575,'22'-7'0,"-1"1"0,5 0 0,3 2 0,-1-2-796,-2 1 0,-1-2 1,2 2 795,3-1 0,4 1 0,-1 0 0,-5 2 0,-5 0 0,-3 0 0,13-2 0,-12 3 763,-24 8-763,-25 10 393,8-5-393,-6 3 0,-1 0 0,-2 1 0,11-6 0,0 0 0,-10 6 0,20-9 0,2-4 1231,10-1-1231,8-6 0,1 0 0,-3 2 0,-30 21 0,10-10 0,-5 5 0,1 1 0,10-9 0,4 1 0,19-3 0,-3-2 0,9 1 0,-14 0 0,-3-1 0,-5 1 0,-3 1 0,-2-2 0,0 2 0,2-2 0,-1 0 0,-12-1 0,-9-1 0,3 0-3277,-11-4 0,24 4 3047,-18-9 230,14 6 0,-8-6 0,7 4 0,-3 0 0,7 1 0,-2 0 0,7 2 3276,-1 1-2457,3 0 0,-1 1 0,1 0 0</inkml:trace>
  <inkml:trace contextRef="#ctx0" brushRef="#br0" timeOffset="67518">14148 17059 24575,'34'4'0,"-19"-3"0,14 0 0,1 0 0,-12-1-1639,14-2 1,0 1-1639,-17 0 2302,11-1 1,2-1 974,0-4 0,4 3 1719,-4-3-1719,-41 36 0,15-22 0,-14 15 0,-3 0 0,9-15 0,-15 19 0,16-20-3277,-18 20 2017,17-20 1260,-11 14 0,10-11 0,1-1 0,1-3 0,16-17 0,-6 4 3276,9-6-2015,-2-3 2015,-6 9-1638,7-10 0,2-1-4915,-1 4 2,4-10 3275,-7 17 0,-11 6 0,1 2 0,-14 4-3277,-15 11 2017,9-6 1993,-1 1 0,3-1-733,11-5 0,-12 8 0,18-15 0,3 1 0,3-6 819,4-3 0,-8 8 0,-1-1 0</inkml:trace>
  <inkml:trace contextRef="#ctx0" brushRef="#br0" timeOffset="75990">18440 17122 24575,'-24'-10'0,"1"1"0,4 1 0,-2 1 0,-5-4 0,-3 0 0,0 0-1093,2 2 1,1 1 0,1-1-547,-4-1 1,0-1 545,-4 0 1,-2 0 0,4 1 751,7 3 0,1 0 341,-7-3 0,-2-2 0,1 1 0,1 1 0,2 0 0,-6-5 0,2-1 0,14 7 0,-1 0 0,-5-5 0,-3-3 0,3 2 0,5 3 0,0 0 0,-2-2 0,-3-1 0,4 1 1966,-9-8-1966,8 6 0,1 0 0,-3-3-427,3 3 0,0 0 427,-4-5 0,6 6 0,2 2 3276,-2-3-2170,-6-3 0,0 1-1106,6 4 840,-3-1 1,1 2-841,7 3 0,4 6 0,6 2 0,1 1 0</inkml:trace>
  <inkml:trace contextRef="#ctx0" brushRef="#br0" timeOffset="77794">17203 16474 24575,'18'32'0,"-8"-16"0,0 5 0,2 7 0,-2-6 0,-1-4 0,2 7 0,4 10 0,0 1 0,-4-9-2544,0 1 2544,-1-1 0,4 9 0,-1 0 0,-2-8 811,0 1-811,1 6 0,1-2 0,-3-15 419,-1 2-419,-5-18 0,-2-2 0,-1-2 0,-10-31 0,1 0-820,1 8 1,-2-5 0,0-1 0,1 4-278,1 2 1,-1 1 1096,-2-8 0,-1-4 0,-2 5-621,-4 4 1,0 3 620,0 0 0,-1-1 0,-4-4 0,-1 1 0,5 10 0,2 3 0,1-2 0,-1 4 0,41 16 0,4 1 0,4 1 0,-2-2 0,2 1-646,-2 1 0,1 0 0,-2-1 646,-6-2 0,-1 0 1638,2 3 0,-1 0-1560,-4-2 1304,-4 4-1382,-17 2 0,-5 11 0,3 5 0,-2-2 0,-1 1 0,-2 10 0,1-6 0,-1 0 0,-5 1 0,7-10 0,1-1 0,-8 12 0,2-3 0,3-5 2811,1-9-2811,5-12 2416,0 2-2416,1 1 0,0 2 0,0-6 0,-2-3 0,-1-14 0,-3-6 0,0 0 0,-1-2 0,-3-8-503,4 10 0,-1 0 503,2-1 0,-3-5 0,6 2 0,-1 7 0,4-2 0,2 19 0,-2 0 0,5 29 0,-4-6 1006,4 10-1006,-5-3 0,0-11 0,0 5 0,1-11 0,1-13 0,1-1 0,0-14 0,-1 8 0,0-8 0,3-2 0,-3 6-3277,2-10 0,-2 17 3047,-2-10 230,3 12 0,0-13 0,0 12 0,1-5 0,0 8 3276,-2-1 0,5 4-3044,28 4-232,-10-3 0,-1 1 0,-1 1 0,-2-2 0,-6-1 0,-8 2 0,-5-2 0</inkml:trace>
  <inkml:trace contextRef="#ctx0" brushRef="#br0" timeOffset="78331">17569 16586 24575,'-3'33'0,"1"-12"0,-2 8 0,1-17-3277,-9 23 0,8-23 2470,-4 9 1,1-1 806,5-14 0,-5 12 0,7-18 0,-6-9 0,-3-15 0,-1 1 3276,-6-5-453,2 12-2823,5 4 2068,-2-1-2068,7 10 0,-4-4 0,5 7 0,-3-3 0</inkml:trace>
  <inkml:trace contextRef="#ctx0" brushRef="#br0" timeOffset="79301">16472 16057 24575,'6'0'0,"6"-3"0,3-5 0,9-5 0,-9 3 0,3-3 0,1 0 0,-6 3 0,14-8 0,4-2 0,-2 4-1093,-7 3 1,3-1 0,-3 2-1701,10-4 2793,-2 1 0,0 0-782,-6 2 782,-6 3 0,0-1-79,-1 1 1,-1 0 78,6-7 0,3 0 0,-15 7 0,-5 5 3276,2-1-879,-3 1-3217,6 1 1,-7 2 0,3 2 0</inkml:trace>
  <inkml:trace contextRef="#ctx0" brushRef="#br0" timeOffset="80266">17095 15671 24575,'12'32'0,"-5"-14"0,2 5 0,-1-1 0,-3-9 0,2 5 0,0-1 0,-3-8 0,3 6 0,-5-10 0,1-2 0,-7-7 0,-10-22 0,3 10 0,-1-1 0,0 0 0,1 5 0,-3-3 0,-1-1 0,1 2 0,-2-1 0,1 2 0,5 4 0,-3-3 0,12 9 0,-2 0 0,4 1 0,2 2 0,13 0 0,-3 0 0,17 0 0,-16 1 0,19 1 0,-21 1 0,12-1 0,-16-1 0,11 4 0,-10-3 0,13 4 0,-15-4 0,6 3 0,-8-4 0,1 5 0,-1-6 0,-3 3 0,-1-2 0,-1 3 0,-1-3 0,-1 1 0,-8 0 0,-2 3 0,-4 5 0,4-4 0,6 0 0,5-4 0</inkml:trace>
  <inkml:trace contextRef="#ctx0" brushRef="#br0" timeOffset="82516">18492 15527 24575,'-16'19'0,"-9"7"0,3-7 0,-1 1 0,5-5 0,0 0-1639,-5 3 1,1-2-1639,8-6 1990,-2 2 0,2 0 1287,3-3 1805,-6 7-1805,2-2 0,7-7 0,1 2 0,5-8 0,2 0 0</inkml:trace>
  <inkml:trace contextRef="#ctx0" brushRef="#br0" timeOffset="83733">18781 15477 24575,'8'21'0,"0"0"0,-1 6 0,1 5 0,-1-1-1093,1-4 1,-1-1 0,1 3 1017,-2 0 1,1 3 0,0 2 0,-1-2 0,-1-3-1121,0 8 1,0-1 1194,1 1 0,0 2 0,-1-5 658,-2-13 1,-1-2-659,1 12 0,-1-4 0,0-14 0,2 23 1625,-3-27-1625,2 4 3095,-3-11-3095,-9-18 0,3 0-656,-5-9 1,-1 1-1,5 8 1,-6-15 0</inkml:trace>
  <inkml:trace contextRef="#ctx0" brushRef="#br0" timeOffset="84622">18780 15577 24575,'-4'22'0,"-2"-3"0,1 3 0,-2 1-863,-4 10 863,1-10 0,1-1 283,1 1-283,-3-1 0,1-2 143,8-10-143,-10 18 0,12-27 0,0 1 437,7-25-437,-1 4 0,1-3 0,1-4 0,0 2 0,1 1-1135,2-11 1135,-4 14 0,0 1 0,0 1 0,0 0 0,2-10 0,-5 18 0,3-16 0,-6 21 0,3-11 0,-3 12 1135,2 5-1135,10 14 0,-3-2 0,10 16 0,-4-3 0,-4-7 0,0 6 0,-6-10 0,-4-3 0,3 5 0,-4-13 0,0 8 0,-1-9 0,-1 9 0,-1-8-3277,-7 12 0,5-11 2519,-16 10 758,12-10 0,-9 5 0,12-7 0,-1 0 0,3-2 819,1 1 0,0-2 0,2 2 0</inkml:trace>
  <inkml:trace contextRef="#ctx0" brushRef="#br0" timeOffset="85466">18667 15824 24575,'10'-4'0,"3"-2"0,-4-1 0,1-1 0,0-2 0,-1 4 0,-3 1 0,-2 7 0,-5-1 0,0 5 0,0-4 0,8-5 0,-3-1 0,2 1 0,-5 0 0</inkml:trace>
  <inkml:trace contextRef="#ctx0" brushRef="#br0" timeOffset="86581">19364 16123 24575,'15'0'0,"1"0"0,-6 0 0,7-1-3277,12-1 0,-11-1 1328,17-2 2818,-7-3-869,6 1-1639,-12 1 1,-2-1 659,2 3 979,-4-8 0,-16 10 0,1-3 0,-3 4 0</inkml:trace>
  <inkml:trace contextRef="#ctx0" brushRef="#br0" timeOffset="86947">19549 15768 24575,'4'21'0,"-1"2"0,3 6 0,-2-6 0,0 3 0,1 6 0,1 0 0,-1-9 0,-1 0 0,3 15 0,-1-4-3277,-2-14 1638,0-2 1,1 2 1602,2 12 36,0-9 708,1-1 0,0-1-708,1 2 0,2-1 0,-7-15 0,-4-5 0</inkml:trace>
  <inkml:trace contextRef="#ctx0" brushRef="#br0" timeOffset="87810">19853 16140 24575,'-10'4'0,"-4"11"0,5-10 0,-3 9 0,11-9 0,-1 0 0,2-1 0,0-3 0,0 1 0,3-2 0,16 5 0,-11-3 0,22 1 0,-26-3 0,7 0 0</inkml:trace>
  <inkml:trace contextRef="#ctx0" brushRef="#br0" timeOffset="88110">19969 16138 24575,'6'6'0,"-1"-2"0,8 6 0,-8-7 0,5 5 0,-7-3-820,-21-3 1,15 1 0,-15-3 0</inkml:trace>
  <inkml:trace contextRef="#ctx0" brushRef="#br0" timeOffset="96749">9559 13953 24575,'0'5'0,"0"16"0,2-6 0,-1 10 0,4 3 0,2 7 0,-2-13 0,0 0 0,-1-3 0,0 0 0,2 6 0,-4-16 0,-2-4 0,0-4 0</inkml:trace>
  <inkml:trace contextRef="#ctx0" brushRef="#br0" timeOffset="97842">20589 13957 24575,'0'4'0,"0"1"0,0 12 0,0-5 0,0 10 0,0 2 0,0 1 0,1-4 0,-1-1 0,1 2 0,3 2 0,-2-9 0,2 2 0,-2-8 0,-1-6 0,-1 2 0</inkml:trace>
  <inkml:trace contextRef="#ctx0" brushRef="#br0" timeOffset="113126">23028 12953 24575,'5'0'0,"6"-2"0,-6 2 0,13-1 0,6-1 0,6 0 0,6 1-820,-5-1 1,5 1 0,0 0 0,-2 0-274,-1-1 1,-2 1 0,5 0 545,-6 0 1,5 1 0,2-1 0,-1 1 0,-4-1 0,-6 1 396,1 0 1,-2 0 149,3 0 0,6 0 0,2 0 0,-3 0 0,-8 0 0,10 0 0,-3 0 0,5 0 0,-7 0 1926,-2 0-1926,-3 0 0,8 0 0,4 0 0,-3 0 0,-8 0-2281,9 0 2281,-12 0 0,6 0 0,4 0 0,0 0 0,-1 0 0,-1 0 0,0 0 0,1 0 0,-2 0 0,-2 0 232,4 0 1,-1 0 0,4 0-233,-6 0 0,5 0 0,2-1 0,2 1 0,-1-1 0,-2 1 0,-3-1 0,2 1 0,-3-1 0,0 0 0,4 0 0,-2 0 0,3 1 0,3-1 0,0 1 0,0 0 0,-1-1 0,-4 1-520,0-1 0,-3 0 1,-1 1-1,0-1 0,3 1 520,-2 0 0,3 0 0,0 0 0,0 0 0,0 0 0,-2 0 0,-4 0 0,12 0 0,-6 0 0,3 0 0,-3 0 0,2 0 0,0 0 0,-3 0 0,1 0 0,-2 0 0,-1 0 0,3 0 0,-1 1 0,1 0-473,2 0 0,1 1 0,-1-1 473,-3 0 0,0 0 0,1 0 0,-2 0 0,1 0 0,0 0 0,-2 0 0,1-1 0,-1 0 0,-3-1 0,3 0 0,0 0 0,3 0 0,2 0 0,-5 0 651,-10-2 0,-1 0-651,2 0 0,-2 1 0,1-2 3172,2-3-3172,-14 6 3276,3-3-1270,-1 2 1270,-3 2-3058,2-1 337,1 1-555,8 0 0,-5 0 0,6 0 0,-15 0 0,1 0 0</inkml:trace>
  <inkml:trace contextRef="#ctx0" brushRef="#br0" timeOffset="120321">23444 15961 24575,'-3'18'0,"-3"8"0,2-15 0,-6 21 0,3-21 0,-4 17 0,5-16-3277,-3 11 0,5-16 1328,-3 9 1949,3-8 1719,-3 1-1719,4 0 0,1-9 0,2 1 0,1-4 0</inkml:trace>
  <inkml:trace contextRef="#ctx0" brushRef="#br0" timeOffset="120723">23286 15970 24575,'-7'34'0,"4"-11"0,1 2 0,1 1 0,1-3 0,2-2 0,0 0 0,-1-7 0,8 14 0,-2-10 0,6 6 0,-4-9-3277,6-1 0,-12-11 3047,9 6 230,0-5 0,12 4 0,-6-6 0,2-1 0,4-2 0,0-1 0,10 0-1639,-12-4 1,-3 0 1323,-11 2 0,9-2 0,-17 4 0</inkml:trace>
  <inkml:trace contextRef="#ctx0" brushRef="#br0" timeOffset="121501">23681 16009 24575,'-5'0'0,"-1"0"0,-2 1 0,0 3 0,-10 15 0,7-5 0,-7 15 0,10-15 0,0 5 0,5-9 0,1 3 0,2-7 0,5 6 0,0-3 0,5 5 0,0 0 0,-1-7 0,-2 0 0,0-9 0,2-4 0,5-3 0,2-4 0,1-3 0,3-5 0,-11 8 0,4-5 0,-13 9 0,1 3 0,-1-1 0,7 18 0,6 11 0,6 5 0,-3-2 0,2-11 0,-12-12 0,5 5 0,-9-6 0,2 2 0</inkml:trace>
  <inkml:trace contextRef="#ctx0" brushRef="#br0" timeOffset="121967">23900 16035 24575,'19'25'0,"-3"-5"0,-6-1 0,-3-10 0,-4 0 0,0-7 0,-1-2 0,-2-18 0,1 3 0,0-5 0,2 8 0,1 9 0,4-2 0,-1 3 0,8 1 0,4 4 0,1-3 0,12 2-820,-19-4 1,4 0 0,-16 1 0</inkml:trace>
  <inkml:trace contextRef="#ctx0" brushRef="#br0" timeOffset="122267">24138 15856 24575,'5'18'0,"1"0"0,-3-2 0,6 10 0,1 0 0,-5-13-1639,5 13 1,0-1-1639,-5-12 0,9 21 3692,-8-14-415,4-1 1841,1 10-1841,-5-11 0,-1 0 0,0-12 0,-4-2 0,3-7 0</inkml:trace>
  <inkml:trace contextRef="#ctx0" brushRef="#br0" timeOffset="122807">24356 16049 24575,'2'23'0,"4"7"0,0-13 0,1 1 0,4-4 0,0-12 0,0 3 0,3-8 0,-1-11 0,-3 3 0,2-10 0,-8 9 0,4-4 0,-5 3 0,2 1 0,0 5 0,6 31-1639,-5-2 1,0 0-1,1-2 1,-1 1 1561,-2 6 0,-2 3 1,1-6 76,1 2 0,-2 10 0,-1 1 0,-3-17 0,0-1 0,0 2 0,-1 0 0,-6 4 0,-2-3-3277,3-6 2017,-7 7 4536,3-18-2015,-9-2-1261,3 1-1639,-3-6 1,2-1 378,9-1 1260,-16-4-1517,11-11 0,4 0 1517,0 7 1126,-2-20 1,5-1-1127,12 15 0,1-12 0,-3 20 0</inkml:trace>
  <inkml:trace contextRef="#ctx0" brushRef="#br0" timeOffset="123487">24887 15917 24575,'-11'10'0,"0"10"0,4-5-3277,5 21 0,2-27 0,4 14 4343,3-9-1066,-3-5 1756,13 13-1756,-10-14-3277,7 7 2092,-8-11 4461,5 8-2237,-7-6-4316,13 17 2289,-13-14 988,11 16 0,-13-19 3276,4 9-2065,-21-9-1061,6 1-150,-12-3 0,11-2 3276,3-2-2457,5-1 0,-1 1 0,3-2 0</inkml:trace>
  <inkml:trace contextRef="#ctx0" brushRef="#br0" timeOffset="123737">25058 15950 24575,'8'1'0,"8"1"0,6-5 0,6-2 0,-7-2 0,-4 0 0,-15 0 0,4 0 0,-6 1-820,3 0 1,-3 5 0,1-1 0</inkml:trace>
  <inkml:trace contextRef="#ctx0" brushRef="#br0" timeOffset="124036">25164 15775 24575,'0'21'0,"0"-1"0,-1 6 0,0-1 0,1 7-1639,2-2 1,0-2-1639,-1-7 1638,3 8 1,-1 1 1364,0-10 1235,0 8 1,-1 2-962,1-7 0,0-3 0,2 14 0,0-4 3276,-4-27-461,1 8-724,-2-7-2091,0-1 0,0-3 0</inkml:trace>
  <inkml:trace contextRef="#ctx0" brushRef="#br0" timeOffset="124307">25328 16104 24575,'1'9'0,"1"6"0,4 11 0,-2-6 0,4 6 0,-4-18 0,2 0 0,-3-5 0,0-7 0,2-3-3277,2-11 0,-1 8 3047,6-23 230,-13 13 0,6-5 0,-10 11 0,4 12 0</inkml:trace>
  <inkml:trace contextRef="#ctx0" brushRef="#br0" timeOffset="125306">25740 16151 24575,'3'21'0,"0"0"0,0 5 0,1 0 0,-1-5 0,0 1 0,2 11 0,-1-4 0,-2-18 0,4 23 0,-2-17 0,-1 0 0,4 8 0,-7-15 0,4 1 0,-3-8 0,-1-3 0,-6-15 0,0-3 0,1-2 0,-5-9 0,1-7 0,0 0 0,0 7 0,-1-3 0,0-2 0,2 11 0,0 1 0,0-5 0,1 0 0,-2-6 0,7 11 0,2 2 0,8 0 0,1-5 0,10 10 0,-11 10 0,18 2 0,-12 9 0,3-1 0,2 1 0,5 8 0,4 2 0,1 0 0,2 1-561,-9-3 1,0 0 560,-5-6 0,-8 3 0,-5-1 0,-4-1 0,-10 12 0,2-10 0,-11 21 0,10-15 0,-3 5 0,11-18 0,4-6 0,2-3 0,0 0 0</inkml:trace>
  <inkml:trace contextRef="#ctx0" brushRef="#br0" timeOffset="125572">26020 16086 24575,'9'20'0,"1"-1"0,-1 4 0,-1-1 0,0-4 0,0 1-1639,-1 6 1,-2-4-1639,-2-13 1328,4 15 1949,-5-14 1719,-1-4-1719,-1 1 0,-10-18 0,2 2 0,-3-7 0,7 9 0,2 3 0</inkml:trace>
  <inkml:trace contextRef="#ctx0" brushRef="#br0" timeOffset="126106">26170 16175 24575,'1'-6'0,"16"-19"0,-9 13 0,9-9 0,3-1 0,8 0 0,-12 9 0,-1 0 0,13-4 0,-17 15 0,7 9 0,-9-2-3277,7 26 0,-12-22 2511,4 27 766,-7-22 0,2 14 0,-3-14 0,4-4 0,3-13 0,5-5 0,-3 0 0,-2 1 0,-6 7 0</inkml:trace>
  <inkml:trace contextRef="#ctx0" brushRef="#br0" timeOffset="126530">26635 16045 24575,'-10'24'0,"2"-12"0,4 21 0,2-21 0,3 24 0,0-23 0,2 20 0,-5-4 0,-2 0 0,-7-1 0,-14-20 0,-11-14-3277,3-11 0,7 3 0,21-11 1787,5 18 1490,4-8 0,9 0-3034,3-1 3034,0 1 0,-4 4 0,-11 11 0</inkml:trace>
  <inkml:trace contextRef="#ctx0" brushRef="#br0" timeOffset="131060">27754 15089 24575,'21'0'0,"0"0"0,-2 0 0,1 0 0,8 0 0,4-1 0,-2 0-1639,1 1 1,0 0 1247,-4-1 1,2 1-1,-2-1 391,1 1 0,0 0 0,-1 0 0,2 0 0,-1 0-1639,6 0 1,-2 0 347,-4 0 1,-2 0 3234,6 0-1944,-25 0 0,-3 0 0,9-1 0,-10 0 0,4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2:34:37.157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11323 1495 24575,'-8'14'0,"-13"13"0,5-9 0,-2 2 0,1-2 0,-2 1 0,3-2 0,1 0 0,0-1 0,-12 8 0,-5 3 0,7-5-3277,8-5 2383,-4 1 0,-6 5 1,2-2 893,3-2 0,1-2 0,-4 3 0,0 2 0,0-3 0,1 1 0,-2 3 0,1-2 1763,2 0-1763,1 0 0,1 0 0,0 2 960,2 0-960,3-2 0,11-15 0,-6 10 0,8-13 0,-1 2 0,2-5 0</inkml:trace>
  <inkml:trace contextRef="#ctx0" brushRef="#br0" timeOffset="556">10604 2014 24575,'9'15'0,"-4"-8"0,7 13 0,2 3 0,-4-9 0,7 12 0,-1-2 0,-7-13 0,8 12 0,1 1 0,-6-8 0,4 6 0,0-1 0,-5-6 0,7 10 0,-4-9 0,-3 1 0,-2-10 0,-8-3 0,1-3 0,-11-13 0,8 9 0,-9-9 0</inkml:trace>
  <inkml:trace contextRef="#ctx0" brushRef="#br0" timeOffset="993">10599 2065 24575,'0'12'0,"-7"9"0,-1 0 0,2-4 0,-8 13 0,-1 0 0,5-16 0,-1 8 0,-1 0 0,3-3 0,-3 13 0,8-20-3277,-4 11 0,7-16 3047,-6 14 230,8-17 0,3 1 0,6-9 0,4-3 0,-4 3 0,-3 1 0,-5 3 0</inkml:trace>
  <inkml:trace contextRef="#ctx0" brushRef="#br0" timeOffset="7293">16753 2681 24575,'9'-6'0,"3"-6"0,5-3 0,0-4-1639,-1 1 1,-1 0-1639,-1 2 1638,4-4 1,2 0 1235,-5 7 1,2 1 402,7-10 0,5-3 0,-1 6 0,4-1 0,1-1 0,-5 3-92,-8 2 1,-3 2 0,6-3 91,-2 4 0,5-2 0,3-2 0,3-1 0,1 0 0,1 0 0,0-1 0,-3 2 0,-1 2 0,-5 1-793,8-4 1,-4 4-1,-1-1 1,6-2 792,-9 4 0,3-2 0,2 0 0,2-2 0,1 1 0,0-1 0,-1 0 0,0 2 0,-2 0 0,-1 2 0,4-2 0,0 1 0,-1 2 0,-2 0 0,-1 0 0,0 1 213,5-4 1,-2 1-1,-1 1 1,1 0-214,0 0 0,1 1 0,-3 0 0,-5 2 861,9-4-861,-14 5 0,-8 5 1911,-2 3-1911,-6 1 3276,6 0-2854,-6-2 0,1 2 1,-4-2-1</inkml:trace>
  <inkml:trace contextRef="#ctx0" brushRef="#br0" timeOffset="8196">18320 1604 24575,'5'11'0,"5"8"0,2 2 0,-3-4 0,1 0-1639,8 10 1,1 1 1265,-2-6 0,-1 0 373,0-5 0,1-1 622,-2 0 1,-1-1-623,1 0 0,-1-1 0,10 10 0,-4-9 657,-4-1-657,-9-14 0,-2 2 0,-2-26 0,-2-7 0,0 12 0,0-2 0,0-7 0,-2 1 0,-2-1 0,1 6 0,-1 1 0,-3-2 2121,-1 7-2121,-2-3 0,4 13 0,-3-10 0,25 9 0,14 3 0,-2 0 0,-4-1 0,1 1-765,10 0 1,3-1 0,-2 2 764,-1 3 0,-4 0 0,-12 0 0,-1 0 0,3 0 0,-3 0 0,-10 2 0,1-1 0,-15 4 0,-1 1 0,-19 9 0,-1-1-568,8-5 0,0 1 568,-15 6 0,-1-1 0,5 1 0,-1-4 1949,7 1-1949,8-6 0,-1 2 0,9-3 0,1 2 0,5-4 0,1 7 0,0-3 0,0 0 0,0-4 0</inkml:trace>
  <inkml:trace contextRef="#ctx0" brushRef="#br0" timeOffset="10402">26315 3398 24575,'7'-3'0,"-3"-1"0,-1-13 0,0-3 0,0-1 0,0-14 0,1 2 0,-2 1 0,-3 3-1639,-2-4 1,-2 0-1639,-2 1 3217,0 6 1,-2-4-1,1 5 60,-2-3 0,1 2 0,-3-2-304,-1 6 1,-2 0-1,-1 0 304,-5-1 0,-1 0 0,-1-1 0,1-2 0,-1-2 0,-4 1 0,-1 6 0,-3 0 0,-3 0 0,0 3 0,2 1-820,2 4 1,0 2 0,0 1 0,-5-2 783,8 2 1,-2 0 0,-1-1 0,-3 0 0,0-1 0,-1 1 0,-1 0 0,1 0 0,0 2-272,1 0 1,-1 2 0,-1-1 0,0 1 0,0 1 0,0-1 0,-1 1 0,2-1 0,-1 1 0,2-1 306,-1 0 0,1 0 0,1 0 0,0-1 0,0 1 0,-1 0 0,1 1 0,-2-1 0,0 1-56,0 1 1,-1 0 0,-2 0 0,-1 0 0,0 0-1,0 1 1,2 0 0,1 0 0,2 0 0,3 1-1,3-1 56,-6 0 0,6 1 0,0-1 0,-6 1-117,5 0 1,-6 1 0,-3-1-1,-2 1 1,-1-1 0,0 1 0,2-1-1,3 1 1,5-1 0,5 1 116,-9-2 0,1 0 111,5 2 1,-6-1-1,-3 0 1,-2 1-1,1-1 1,3 1-1,6 0-111,-2 0 0,5 0 0,-1 0 0,-1 1 0,0-1 0,-2 1 0,1 0 0,-3-1 0,0 1 0,-1 1 0,0-1 0,-2 0 0,-2 0 0,2 0 0,1 1 0,1 0 0,3 0 0,-5 0 0,7 0 0,-3 0 0,-2 0 0,-1 0 0,-1 0 0,2 0 0,1 0 0,-6 0 0,2 0 0,-1 0 0,2 0 0,-2 0 0,0 0 0,0 0 0,0 0 0,0 0 0,-2 0 0,5 0 0,-2 0 0,-1 1 0,0-1 0,2 0 0,4 0 0,5 1 0,-4-1 0,0 0-219,-1 1 0,-6-1 0,-2 1 0,3 0 0,9-1 219,-7 1 394,11-1 0,-6 0 1,-2 1-1,1-1-394,-2 1 0,1 0 0,-1 0 0,-3-1 0,0 0 0,-1 1 0,3 0 0,-1 1 0,2-1 0,6 0 1941,-8 0-1941,10 1 0,-4 1 0,4 0 0,3-2 0,2 1 3276,-16 3-3028,10-2 0,3-2 3028,14 0-912,-17 0-1008,16-1-1356,-3 1 2098,-11 1-2098,-6 1 0,-1-1 0,10 1 0,0-1 0,-10-1 0,1 4 0,3-5 0,10 0 0,-4 0 0,2 0 0,5-3 0,-4-4 0,6-5 0,-2 0-3277,-3-14 0,11 16 3047,-4-11-3047,8 4 2962,0 8 0,1-5 0,0 12 0</inkml:trace>
  <inkml:trace contextRef="#ctx0" brushRef="#br0" timeOffset="10987">21018 2033 24575,'5'32'0,"1"1"0,-3-13 0,0-1 0,0 9 0,-1-3 0,-2-9 0,-3 3 0,0 1 0,0-4 0,-7 16 0,8-22 0,-3 0 0,5-9 0,4-8 0,6-11 0,1-4 0,7-4-1067,0 0 1,1 1 1066,2 3 0,-6 9 0,-1 0 0,1 1 0,-7 0 0,-29 19 0,3-2 0,-7 5 0,-6 4 0,2-1-1109,3-4 1,1 2 1108,-1 0 0,-4 2 0,1-1 0,4-1 0,5-3 0,0 0 0,-11 4 0,-3 2 0,8-4 738,9-4-738,-11 4 0,0-1 0,18-4 0,11-3-3277,25-9 2517,-6 4 760,2-4 0,3-2-1639,10-2 1,0 1 1475,-6 0 1,1-1 0,6 0 0,-3 0 0,-6 1 0</inkml:trace>
  <inkml:trace contextRef="#ctx0" brushRef="#br0" timeOffset="11785">25938 902 24575,'0'34'0,"1"0"0,-1 0 0,1 0 0,-1-4 0,1-2 0,-1 3 0,0 3 0,-1 4 0,1 0 0,-1-4-1093,1-2 1,0-2 0,0 2 500,-1 2 0,0 2 0,0 2 1,0-2 591,1-2 0,0 1 0,0-2 0,0-1 0,-1 5 0,0-2 0,1-2 0,0-6 0,0 0 0,0-6 1538,0 2-1538,0-11 942,0-7-942,0-29 0,0 0 0,2-1 0,-2 1 0,1-2 0,2-2 0,1-3 0,1 4-926,1 3 1,1 2 925,0-4 0,3 1 1352,4 9 1,1 5-1353,10 8 120,-2-2-120,9 21 0,-21-7 0,2 6 0,-2 2 0,-4 0 0,-3 9 0,-9-7 0,-11 5 0,-4-1 0,-4-4 0,-2-1-576,6-6 1,-1-1 575,-10 5 0,0-1 0,8-6 0,1-2 0,-4 1 0,0-1 0,-2-3 0,2-1 0,-8 2 2052,-4-6-2052,30-2 0,0-5 0,6 4 0,16-9 0,-8 11 0,9-5 0</inkml:trace>
  <inkml:trace contextRef="#ctx0" brushRef="#br0" timeOffset="12399">26445 1566 24575,'-26'6'0,"0"-1"0,-3 4 0,6-1 0,3 4 0,6 14 0,7-8 0,1 1 0,-2 10-3277,5 5 0,5-28 3047,3 8 230,2-13 0,6 0 0,5-11 0,1-4 0,4-1-289,-4 0 1,-1 0 288,3-3 0,-4 1 0,-1 0 0,6-6 1638,-6 7 0,-1 2 1585,-11 12-3223,3 21 0,-1 12 0,-2 3 0,6-4 0,-7-22 862,9-5-862,2-15 0,-1-2 0,1-3 0,5-7 0,0-3-1639,-2 2 1,-1 1 982,-1 0 1,-2 3-1,-3 2 1,-7 11 0</inkml:trace>
  <inkml:trace contextRef="#ctx0" brushRef="#br0" timeOffset="12667">26714 1389 24575,'10'32'0,"-1"1"0,-1-9 0,-1 2 0,0 3 0,1 6 0,0 0 0,-1-5-939,-1-6 0,0 0 939,1 5 0,2 5 0,0-1 0,-1-7 606,8 3-606,0 4 0,3-2 310,8-10-310,7-8 0,-12-10 0,9-20 0,-17 4 0,2-3 0,-10 7 0</inkml:trace>
  <inkml:trace contextRef="#ctx0" brushRef="#br0" timeOffset="13270">27209 1677 24575,'-10'-4'0,"-7"3"0,-4 8 0,0 6 0,0 2 0,-6 5 0,7-1 0,3-1 0,10-6 0,-9 17 0,16-19 0,-1 16 0,12-16-3277,16-5 0,-13-2 3162,6-9 0,0-5 115,-4-3 0,-2-3 0,1 2 0,0-1-1639,0-9 1,-4 0 378,-7 9 1260,-3-11 0,-2 14 0,-1 2 3276,0 3-2015,8 22-1261,-3-9 0,5 12 0,2 2 0,8 3 0,-1 4 0,3-4 0,-16-18 3276,3 3-2457,-1-19 0,-3 10 0,1-12 0</inkml:trace>
  <inkml:trace contextRef="#ctx0" brushRef="#br0" timeOffset="13821">27389 1606 24575,'16'18'0,"6"6"0,-7-8 0,0-1 0,9 9 0,-4-2 0,-2-2 0,-2-4 0,-3 1 0,-1 0 0,-5-2 0,-2 4 0,-4-11 0,0 1 0,0-6 0,-1-4 0,0-31 0,2 6-1148,-1-3 1,2-2 1147,4-3 0,-3 11 0,1 2 0,1 2-1180,6-5 1180,-9 19 0,5-5 0,5 28 0,-2-1 0,0-1 0,-1 2-2251,7 16 2251,-4-13 0,-3-3 0,1 1 1862,2-2-1862,7 11 0,-6-11 1153,-4-6-1153,4 6 0,-8-10 0,11 7 2711,-10-10-2711,14-3 0,-10-7 0,13-11-203,-14 6 0,0-1 0,-8 9 0</inkml:trace>
  <inkml:trace contextRef="#ctx0" brushRef="#br0" timeOffset="14104">27968 1708 24575,'-10'19'0,"-1"0"0,1 0 0,2-2 0,2 0 0,2-4 0,2 16 0,4-20 0,7 13 0,-5-15 0,16 2 0,-7-5 0,7-4 0,3 0 0,12-5-404,-9-2 0,3-3 0,0 0 404,-4 0 0,-2-1 0,0 0-1139,10-4 0,-1 0 1139,-4-1 0,-4 1 0,-9 3 0,0 2 0,-5 1 0</inkml:trace>
  <inkml:trace contextRef="#ctx0" brushRef="#br0" timeOffset="14368">28417 1701 24575,'15'27'0,"-5"-8"0,5 9 0,-8-14 0,4 8 0,-5-13 0,1 6 0,-5-22 0,-1-1 0,-2-11 0,-1-2 0,-1-1-1639,-2-2 1,-1 2-1639,0 9 3219,-2-8 1,6 18-1,1-1 1</inkml:trace>
  <inkml:trace contextRef="#ctx0" brushRef="#br0" timeOffset="14571">28258 1772 8191,'16'15'0,"0"0"0,8 3 1474,2 0 0,1-2-1474,8-5 0,-7-3 0,0-3 0,-9-2 0,0 0 1504,8 0 1,-1-2-1505,10-8 0,-11 4 0,-5-12 1957,-11 4-1957,0-5 0,3-6 0,-8 11 0,0 0 0</inkml:trace>
  <inkml:trace contextRef="#ctx0" brushRef="#br0" timeOffset="14903">28674 1707 24575,'14'18'0,"1"1"0,1 2 0,0-2 0,2 2 0,1-1 0,-7-4 0,-7-9 0,3 5 0,-4-33 0,9 1 0,-4-14-1639,5 10 1,0 3-1639,-3 8 3162,4-2 0,2 2-429,0 3 544,6 1 0,5 0 0,-14 6 0,3 3 0,-12 3 0,5 5 0,-6-4 0,2 1 0</inkml:trace>
  <inkml:trace contextRef="#ctx0" brushRef="#br0" timeOffset="15820">28761 1740 24575,'-2'17'0,"4"6"0,1-7-3277,6 14 0,-3-23 1328,2 14 1949,0-11 0,-4-1 1719,7 6-1719,-7-10 0,4 3 0,-4-6 3276,-2-2 0,9-7-3044,2-6-232,1 1 0,1-1 0,0 0 0,0-1 0,3-3 0,-2 1 0,7-4 0,1-6 0,-16 20 0,1-2 0,-11 24 0,-1 1 0,-1 4 0,4-8 0,5-10 0,3-1 0,6-5 0,-7 2 0,1-2 0</inkml:trace>
  <inkml:trace contextRef="#ctx0" brushRef="#br0" timeOffset="16114">29185 1743 24575,'9'35'0,"-1"-5"0,-1-7 0,-2-7 0,-4-11 0,0 1 0,-1-6 0,10-10 0,0-2 0,15-12 0,-4 8 0,-6 5 0,1 1 0,3-2 0,-1 1 0,-12 7 0</inkml:trace>
  <inkml:trace contextRef="#ctx0" brushRef="#br0" timeOffset="16986">25353 1412 24575,'5'21'0,"1"0"0,-2-2 0,1 7 0,0-1 0,-5-6-1639,2 2 1,-1 2-1229,-1-1 2821,1 3 0,1 0 46,-1 2 214,2-3 0,0 0-214,0 4 0,3 7 0,-2-16 0,0 3 0,-1-15 0,-5-11 2865,0-6-2865,-8-25 0,6 18 0,-3-7 0</inkml:trace>
  <inkml:trace contextRef="#ctx0" brushRef="#br0" timeOffset="18334">25392 684 24575,'33'2'0,"-4"-2"0,7 1 0,-3 0-1639,-4-1 1,4 2 1262,-8-1 1,5 0-1,4 1 1,2 0-1,1 0 1,-1 0-1,-2-1 1,-4 1-445,8 0 1,-5 0 0,1 0 0,5 1 647,-9-1 1,4 1 0,1-1 0,3 1 0,-1 0 0,1 0 0,-1 0 0,-2 0 0,-3 0-122,2-1 0,-4 1 1,-1-1-1,1 0 1,1 1-1,5 0 293,-7 0 0,3 0 0,3 0 0,0 1 0,2 0 0,1 0 0,0 0 0,-1 0 0,-1 0 0,-1-1 0,-2 1 0,-3-1-421,9 1 0,-5-1 0,-1 0 0,0 0 0,1 0 0,5 0 421,-7 0 0,2 1 0,3-1 0,1 1 0,1 0 0,1-1 0,-1 1 0,0 0 0,-2-1 0,-1 0 0,-3 0 0,-4 0-177,8 0 1,-4-1 0,-3 0 0,1 0 0,5-1 176,-4 1 0,3-1 0,2 0 0,3 1 0,0-1 0,-1 0 0,0 0 0,-3 0 0,-3 1 0,-3-1 0,5 0 0,-6 1 0,0 0 0,4-1 0,-2 0 0,4 0 0,2-1 0,1 0 0,-1 1 0,-1-1 0,-2 1 0,4 0 0,-3 0 0,0 0 0,-1 0 0,-1 1 0,2-2 0,-3 1 0,2 0 0,4 0 0,-7-1 0,3 1 0,3-1 0,1 1 0,0-1 0,-1 0 0,-2 1 0,-3-1 61,2 1 1,-4-1 0,0 1 0,1-1 0,4 1-62,-3 0 0,3-1 0,4 1 0,0 1 0,1-1 0,0 0 0,-2 0 0,-3 0 0,-2-1 0,1 1 0,-3-1 0,-2 0 0,2 1 0,2-1 0,0 1 0,3 0 0,3 1 0,0-1 0,0 1 0,-3-1 0,-4 0 0,-6 0 0,10 1 0,-4-1 0,-3 0 0,1-1 0,-8 1 2046,-10 4-2046,-3-1 0,-2 25 0,-4-4 0,-1 5 0,0-1 0,0-3 0,-1 7 0,-2 10 0,1-9 172,0-5-172,0 0 0,0 6 0,0 0-25,1-9 0,-1 0 0,1-1 25,0 0 0,0 0 0,1 2-442,0 2 0,1 3 0,1 2 0,-1-2 0,0-4 442,0 7 0,0-2 0,3 0 0,1 2 0,-2-7 2187,-1-1-2187,1-7 0,-1 0 3040,0 2-3040,2 13 0,-10-17 0,-3 9 0,-18-3 0,-2-12 0,-4-2 1049,2 0 1,-4-1-1050,8-4 0,-3 1 0,-2-2 0,3 0 0,-4 0 0,1-2 0,-3 1 0,3-1 0,-4 1 0,-2 0 0,3-1 0,3 0 487,3 0 1,4-1 0,-4 0-488,-2 1 0,-4 0 0,-2 1 0,2 0 0,3-1 0,1-1 0,3 0 0,-3 1-820,0-1 1,-3 1 0,-1-1 0,-1 0 782,3 0 0,-3 0 0,0-1 0,0 0 0,2 1 0,3-1-998,-1 0 0,3 0 0,-5 0 1035,3 0 0,-4-1 0,-3 1 0,-1 0 0,1 0 0,0 1 0,3 0 0,0 0 0,0 1 0,0 0 0,-1 0 0,1 0-250,-3-1 0,0 0 0,0 1 0,-1-1 0,-2 1 0,0 0 250,4 0 0,-3 0 0,-1 1 0,-1 0 0,0 0 0,1 0 0,1 0 0,3-1 0,3 1 89,-7 0 0,4 0 0,1 0 0,-5 1-89,8-1 0,-4 0 0,-3 1 0,-1 1 0,-1-1 0,2 0 0,3 0 0,4 0 0,6-1-243,-10 3 1,2 0 242,2-2 0,-5 0 0,-3 1 0,1 0 0,4-1 0,0 0 0,2 0 0,3 0 926,-4 0 1,-1 0-927,2 0 0,-5 1 0,0 0 0,6 0 1104,4 0 1,2-1-1105,1-1 0,-2 0 0,-1 1 0,-5-1 0,-1 1 0,-3 0 0,5-1 0,-2-1 0,-2 1 0,1 0 0,1-1-382,1 2 1,0-1 0,1 1 0,0 0 381,-6 0 0,0-1 0,0 1 0,-1 1 0,7-1 0,0 0 0,-1 0 0,2 0 0,0 0 0,0 0 0,2 0 0,-1-1 0,-1 1 0,0 0 0,-1 0 0,-1 0 0,0 0 0,3 0-337,-9 0 1,1-1 0,8 0 336,2 2-797,-10-2 1,1-1 796,22-1 2453,-9-1-2453,19 0 3276,-3 0-2884,0-1 2231,-3-1-2623,-4-3 3276,-11-1 0,-4-6-3160,10 4 0,1-2-116,-9-8 0,-2-6 0,17 4 0,0 1-933,-2-1 933,4 1 0,1-3 0,2 3 0,1 1 0,-1-1 0,-1 0-746,-1-7 0,0 0 746,-2-1 0,3-2 0,1 8 0,0-12 0,2 13 0,1-2 0,1 0 0,1 1 0,-2-1 0,0-1 0,2-1 0,1 2 0,-1 0 0,2 0 0,1-1 0,1 1 0,2 4-1639,4-3 1,2 1-1066,-2 5 2704,12-11 576,-12 17-576,3-1 0,1-1 0,-5 4 1046,0 4-1046,-3 2 0,0 2 0,1 0 0,-4 0 0</inkml:trace>
  <inkml:trace contextRef="#ctx0" brushRef="#br0" timeOffset="19749">25858 4467 24575,'14'2'0,"22"4"0,-19-5 0,4-1-410,2 1 0,6 0 1,6 1-1,3-1 1,1 1-1,0-1 0,-2 1 1,-4-2-247,3 1 1,-4-1-1,0 0 1,2 0 0,7 1 450,-14-1 0,3 0 0,2 0 0,2 1 1,2-1-1,2 1 0,0-1 0,1 0 0,0 1 1,1-1-1,-1 0 0,-1 1 0,-1-1 0,-1 0 1,-3 0-1,-1 1-160,6-1 1,-2 0 0,-2 0 0,-1 0 0,0 0 0,0 0 0,1 0 0,2 0 0,2 0 280,-6 0 1,2 0 0,1 0 0,1 0 0,2 0 0,-1 0 0,1 0 0,1 0 0,0 0 0,-1 0 0,1 0-1,-1 0 1,-1 0 0,-1 0 0,0 0 83,0-1 0,0 1 0,-2 0 0,1 0 0,-2-1 0,1 1 0,0-1 0,0 1 0,0-1 0,1 0 0,1 0 0,0 0 0,1 0-120,-2-1 1,1 1 0,1-1-1,0 0 1,1-1 0,1 1-1,-1 0 1,1-1 0,0 1-1,0-1 1,0 0 0,-1 1-1,0-1 1,-1 1 0,-1-1 0,-1 1-1,0 0 120,3-1 0,-1 1 0,-1 0 0,-1 0 0,0 0 0,-1 0 0,1 0 0,-1 0 0,0 0 0,1-1 0,0 0 0,2 0 0,-2 0 0,1-1 0,2 1 0,0-2 0,1 1 0,0 0 0,-1-1 0,0 1 0,-1-1 0,-1 1 0,-1 0 0,-3 0 0,-2 0 0,-3 1 0,12-2 0,-5 0 0,-3 1 0,-1 0 0,3-1 0,-2 0 0,2 0 0,1-1 0,-2 0 0,-2 1 0,-4 1 0,10-2 0,-2 1 129,-3-1 1,3-1-1,-1 0 1,-7 3-130,6 0 0,-5 1 0,8-2 0,0-1 0,-6 3 0,-7 1 0,0 0 0,4 0 0,3 0 0,-4 0 2155,11 1-2155,-17 0 0,0 2 0,9-1 3276,-5 0-3257,-10-2 0,-7 2 1,-1-2-1</inkml:trace>
  <inkml:trace contextRef="#ctx0" brushRef="#br0" timeOffset="21570">26070 4523 24575,'10'0'0,"-1"0"0,-3 0 0,1 0 0,3-2 0,1 2-3277,16-2 0,-13 2 1638,10-1 1,-1-2 148,-11 2 1033,17-3 0,2-2 457,-6 1-1366,11-1 1,-1 0 1365,-11 0 0,8-1 0,9-2 0,-9 3 2480,-11 2-2480,5-3 0,9-2 0,0 0 0,-9 2 3276,-5 2-3049,7-3 1,8-2 0,-9 1 1098,-11 3-1326,15-4 0,-1-2 0,-14 4 1638,2-2 0,3-2 1638,7-5-3251,-1-3-25,0 1 624,-10 6-624,9-7-3277,4-2 0,-8 3 3047,4 1-567,-9 4 797,-1 2 0,0-1 0,1-1 0,-2-1-245,14-9 245,-14 11 0,0 2 0,1 0 0,4-5 0,-5 4 0,1 0 0,3-5 0,-2 4 0,2-2 0,1-2 0,1 0 1638,-1 2 0,1 0-685,1-4 0,0 1-953,3-2 0,-7 5 0,-1 1 0,5-5 0,0 1 0,0-1 0,0 1 0,3-2 0,-1 0 0,-1 1 0,-3 5 0,2-2 0,-1 2 0,-3 1 0,0 1-599,4-2 1,3 0-1,-2 1 599,-2 2 0,0 0 0,1 1 0,3 0 0,-3 1 0,-4 1 0,1 1 0,8-2 0,3-2 0,-3 2 0,-8 4 0,0 1 0,6-3 0,4-1 0,-3 3 0,-1 2 0,2 1 0,-1 0 0,5 0 0,-1 1 0,-4 0-1406,-2 1 0,1 0 1406,9 0 0,4-1 0,-1 2 0,-1 2 0,-1 1 0,1-2 0,2 2 0,-3 1 0,1 1 0,-2 2 0,-9-1 0,-1 0 0,-1 1 0,10 2 0,0 3 0,-7-1 0,0 3 0,-3-2 0,-4-3 0,1 1 0,5 3 0,5 2 0,1 1 0,-3-2 0,6 0 0,-1 1-820,-1-3 1,3 3 0,1-1 0,-5-2 585,-5-3 1,-3-2 0,1 1 233,8 2 0,1 1 0,-2 0-509,4 3 0,-3 0 509,-5-3 0,0 0 283,-2 2 1,-3 0-284,-1 1-763,1 1 0,-1 0 763,-3-1 0,2-1 0,1-1 2126,7 6-2126,-11-10 0,2 1 816,11 8 0,1 1-816,-5-6 0,0 0 116,-4 0 0,0-1-116,-1-2 0,-1 0 3276,4 2-2124,0 0 0,2-1-1152,-3-1 0,0-1-3,6 2 1,-2-1 2,6-1 0,3-4 0,-18-2 265,3-6-265,-9 2 0,-3-1-820,-1 2 1,-7 0 0,-3 0 0</inkml:trace>
  <inkml:trace contextRef="#ctx0" brushRef="#br0" timeOffset="22418">27595 3957 24575,'-15'6'0,"-10"6"0,3-2 0,-1 1-1639,0 1 1,0 0 41,-4 3 0,-2 1 1597,6-5 0,-1 2 0,1-1 0,-4 4 0,-2 1 0,3-1 0,-3 2 0,0 0 0,6-2-1639,2-3 1,1 0 1488,-1 2 0,-2 1 1,5-1 149,-1 1 1932,6-3-1932,-7 13 0,11-9 0,6-4 2554,9-9-2554,12-15 0,13-10 638,-11 8 0,4-3 1,2-1-1,0 0-638,-2 1 0,0-2 0,1 0 0,0 1 0,0-1-820,6-3 1,0 0 0,-1 0 0,-1 1 467,-2 1 1,-1 0-1,-2 1 1,-5 4-1,5-6 1,-19 14-1</inkml:trace>
  <inkml:trace contextRef="#ctx0" brushRef="#br0" timeOffset="22688">27614 3906 24575,'-19'29'0,"0"0"0,7-9 0,0 1 0,-6 2 0,-2 1 0,4-3 0,-3 7 0,1-9 0,1-3 0,10-7 0,-10 9 0,16-13 0,17-21 0,11-11 0,-10 12 0,2 0 0,3-3-656,-1 0 1,3-3-1,1-1 1,0 0 0,0 1-1,-1 2 1,0 0-1,1 1 1,-1 0 0,1 0 609,2-2 0,0 0 0,0 0 0,-1 0 0,0 2-524,-1 0 1,-2 1-1,1 1 1,0 0 569,2-1 0,1 0 0,-2 1 0,-3 2 0,-4 3 0,-2 1 0,4 0 0,0 0 0</inkml:trace>
  <inkml:trace contextRef="#ctx0" brushRef="#br0" timeOffset="22888">28163 3678 24173,'-10'18'0,"1"0"0,-12 10 0,-1 3 0,6-8 0,-1 0 0,0 0-384,-1 0 0,0 0 0,0-1 384,-8 8 0,3-5 504,5-5-504,6-4-820,24-25 1,14-14 0,6-6 0,-3 5-177,-2 3 0,0 1 1,3-3 448,-6 5 1,2-4 0,1 0 0,1-1 0,-1 1 0,-1 2 430,6-2 0,-1 1 1,-2 2-1,-2 1 1,3-3-1,-3 3 1,-1 3-1,-1 0 0</inkml:trace>
  <inkml:trace contextRef="#ctx0" brushRef="#br0" timeOffset="23119">28634 3600 20163,'-22'29'0,"1"0"0,-1-1 0,0 1 0,1 2 0,-1 2 0,2-1 0,1-4 0,1-6 0,2-2 0,1 1 0,0 5 0,0 0 0,4-4 0,0-2 2072,3 0-2072,12-14 749,2-4-749,11-7 0,4-2 0,-5 1 0,3-1-656,7-2 1,7-4-1,4-1 1,-1 1 0,-3 1-223,2-1 1,-2 2-1,2-1 513,-6 1 1,3-2 0,0 1 0,-2 1 0,-5 2 0,5-1 0,-9 3 0,-13 2 0</inkml:trace>
  <inkml:trace contextRef="#ctx0" brushRef="#br0" timeOffset="23492">28961 3866 24575,'-17'19'0,"-1"0"0,1 0 0,-4 0 0,4-2 0,3 6 0,12-20 0,3 0 0,1-1 0,5-2 0,13-5 0,5-1 0,4 1 0,3 0-1093,1-1 1,3-2 0,-2 2 956,-6 1 0,-2 1 1,0 0 135,13-1 0,-5 0 0,-5 2 0,-11 3 0,-16 13 0,-4 17-463,2-9 463,-1-2 0,1 1 0,0-1 0,0 3 3276,2 1-2969,7-7-307,4-3-1639,16-3 1,2-3-1639,-4-1 3266,-3-4 0,8-1 0,0-1 1,-6 0-646,3-1 1,6-1-1,-5-1 1,-21 3 0</inkml:trace>
  <inkml:trace contextRef="#ctx0" brushRef="#br0" timeOffset="23647">29650 4130 24575,'-32'8'0,"0"0"0,12-2 0,1 0 0,-5-1 0,3-2 0,11 0 0</inkml:trace>
  <inkml:trace contextRef="#ctx0" brushRef="#br0" timeOffset="24313">28311 3317 24575,'-3'30'0,"0"-1"0,0 1 0,0 0 0,0 5 0,0 1 0,0-2 0,2-6 0,-1-7 0,2 0-1093,0 11 1,0 6 0,0-5-547,0-9 1,1 1 982,0 4 1,2 7-1,0 2 1,0-2 0,-1-6-624,0-3 0,-1 0 1279,2-1 0,0 4 0,1 2 0,0 0 0,-1-2-422,2 8 0,0-1 0,1-3 422,-1-7 0,1-1 0,0 3 0,2 5 0,2 5 0,0 2 0,-1-4 0,-1-7-109,-1-4 0,1-2 109,1 4 0,3 5 0,-1-1 0,-3-9 0,-4-5 0,4 0 0,-1-1 0,-4-8 0,-8 2 0,3-8 0,-6 1 0</inkml:trace>
  <inkml:trace contextRef="#ctx0" brushRef="#br0" timeOffset="24931">27925 4927 24575,'9'28'0,"-2"-6"0,-2-4 0,0 1 0,2 8 0,-1-8 0,2 0-1639,1 0 1,0-2-1639,3 13 1328,8-5 3176,-9-17-1227,1-1 0,5 0 0,-11-6 0,5-3 0,4-11 0,-1-2 0,2-1 0,0-2 0,0-1 0,4-7 0,0-3 0,-7 6 0,-1-2 0,-1 2 1638,0-4 0,-2 1-944,2-6 0,-3 3-29,-8 10-665,-3 4 0,-7 7 0,-1-1 0,-5 3 0,5 3 0,-3 1 0,-1 4 0,-9 6 0,3-3 0,-1 9 0,14-11 0,-1 7 0,7-8 0,-1 2 0,3-2 0</inkml:trace>
  <inkml:trace contextRef="#ctx0" brushRef="#br0" timeOffset="25265">28482 5086 24575,'-2'28'0,"2"-8"0,0 0 0,3 3 0,-1-3 0,1-1 0,3 2 0,-2 11 0,0-14 0,-4 10 0,2-12 0,-2 0 0,2-11 0,14-17-1254,-8 4 1254,12-11 0,-18 17 0,2-1 0</inkml:trace>
  <inkml:trace contextRef="#ctx0" brushRef="#br0" timeOffset="25708">28662 5016 24575,'5'15'0,"0"6"0,-3-12 0,1 5 0,0-5 0,0-5 0,-1-18 0,0-2 0,-2-19 0,-2 15 0,0-10-3277,-5 6 0,4 6 2962,-11-15 315,8 20 0,-8-14 0,10 18 0,3 0 0,13 9 0,1-4 0,2 2 3276,12-4 0,-8 0-3085,15-1-191,-16 1 31,-1 2 1,-13 3-1,0 1 1</inkml:trace>
  <inkml:trace contextRef="#ctx0" brushRef="#br0" timeOffset="26182">28823 5040 24575,'10'5'0,"-4"-1"0,3 7 0,-7-3 0,10 18 0,-7-11 0,1 5 0,-4-10 0,-4-4 0,-14 3 0,-12-3 0,-5-1 0,5 1 0,-3-1-1093,-3-2 1,-4-1 0,3 0-547,6 1 1,1-1 1629,0-2 1,-1 0-1,4 0-393,-7 0 402,10-1 0,3-1 0,10 0 0,-1-7 0,-6-5 0,-1-3 0,2 3 0,7 5 0</inkml:trace>
  <inkml:trace contextRef="#ctx0" brushRef="#br0" timeOffset="31305">6535 5022 24575,'9'0'0,"9"-1"0,0-1 0,14-1 0,-14 0 0,8 1 0,0 2 0,-1-2 0,8 2 0,2-1 0,-6 1 0,-3 0-1639,-5-1 1,-1 0-1,3 1 1,-3 0 2013,1 0-375,-4 0 0,8 0 0,-16 0 0,-3 0 0,-4 0 0</inkml:trace>
  <inkml:trace contextRef="#ctx0" brushRef="#br0" timeOffset="32597">8037 5061 24575,'5'0'0,"2"0"0,1 0 0,13 0 0,1 0 0,14 0-1284,-15 0 1,2 0 1283,3 0 0,2 0 0,-1 0-1386,4 0 0,2 0 1386,-1 0 0,6-1 0,0 1 0,-4-1-1093,-3-1 1,-3-1 0,4 1 857,-3 0 0,4 0 0,2 1 0,0-1 1,0 0-1,-3 0 235,7-1 0,-3 0 0,0 1 0,3-1 0,-9 1 0,3 0 0,1 0 0,0 0 0,0 0 0,-2 0 0,-1 1-656,2-1 1,-3 1-1,0-1 1,0 1 0,1-1 617,4 1 1,1-1 0,0 0 0,0 0 0,1 1 37,-3-1 0,0 1 0,0 0 0,1 0 0,-1 0 0,0 0-304,-2-1 0,0 1 1,-1 0-1,0 0 0,1 0 1,-1 0 303,1 0 0,1 0 0,-1 0 0,0 0 0,1 0 0,-1 0-157,0 0 0,1 0 1,0 0-1,-1 0 0,-2 0 1,-2 0 156,8 0 0,-5 0 0,3 1 119,-1-1 1,3 0 0,-1 1 0,-4-1-120,5-1 0,-3 1 0,5 1 0,-5-1 0,-6-2 0,2 2 0,1 0 0,6-3 0,-16 2 0,1 1 894,9-2 0,-2-1-894,-3 4 0,10-3 0,1 0 0,-3 1 0,-5 0 0,6 1 0,-2-1 0,4 0 0,0 1 193,-10 0 1,0 0-1,1 1-193,10-1 0,-3 0 0,-14 0 0,-1 1 3276,10-1-3046,3-2-230,-24 3 819,5-1 0,-9 1 0,-3 0 0</inkml:trace>
  <inkml:trace contextRef="#ctx0" brushRef="#br0" timeOffset="36599">22294 4994 24575,'32'4'0,"-10"0"0,5-1 0,6 0 0,-4-1-3277,2 1 2184,-8-1 1,4-1 0,2 1 272,-1-2 1,3 0 0,1 0 0,-1 0 212,-1 0 1,-1 0 0,1 0 0,5 0 606,-3-1 0,3 0 0,4 0 0,1 0 0,0-1 0,-1 1 0,-2 0 0,-4 0 0,0 0 0,-4 0 0,0 0 0,0 0 0,3 0 0,2-1 0,3 0 0,2-1 0,1 0 0,-2 1 0,-4-1 0,-4 0 0,1-1 0,-4 1 0,0-1 0,3 1 0,2 0 0,0 0 0,-6 0 0,-1-2 0,-3 1 0,0 2 0,-4 0 2107,-7 0-2107,0 1 0,-5 1 0,20-2 0,-5 1 14,1-3 0,0 1 0,-6 1 1,2-3-1</inkml:trace>
  <inkml:trace contextRef="#ctx0" brushRef="#br0" timeOffset="37853">24168 4140 24575,'-8'0'0,"-10"1"0,-6 2 0,-1-1 0,-5 1 0,0-1 0,2 1-1639,-6 1 1,0 0 818,6-1 1,-1 0 0,-3 0 0,0 1 163,0-1 1,-2 1-1,0 1 1,-1-1 0,-1 1 108,3-1 1,0 0 0,0 1 0,-2 0 0,-2 0 0,-2 0 512,8-1 1,-3 0-1,-1 1 1,-2 0 0,0 0-1,-1 0 1,0 0-1,0 0 1,0 0 0,2 0-1,1-1-64,-2 1 0,1-1 1,1 0-1,1 0 1,-1 0-1,0 0 0,-1 1 1,-2-1-1,-2 1 98,8 0 0,-1-1 0,-1 1 0,-2-1 0,-1 2 0,0-1 0,-1 0 0,0 0 0,0 1 0,0-1 0,1 0 0,0 0 0,1 0 0,1-1 0,2 1 0,1-1-203,-6 0 0,3 1 0,1-1 0,2-1 0,-1 1 1,1-1-1,0 1 0,-1 0 0,-1 0 0,-2 0 203,3 1 0,-1-1 0,-2 1 0,0 0 0,-1 0 0,-1 0 0,1 1 0,0-1 0,0 0 0,2 0 0,0 0 0,2 0 0,2-1 0,2 0 110,-12 2 0,4-1 1,2 0-1,2-1 0,-1 1 1,-1 0-111,1-1 0,-1 1 0,0 0 0,0 0 0,1 0 0,3-1 0,2 0 0,-9 0 0,5 0 0,-2 0 0,4 1 0,-2-1 0,3 1 0,4-2 589,-9-1 0,18 2 0,8-4 0</inkml:trace>
  <inkml:trace contextRef="#ctx0" brushRef="#br0" timeOffset="39452">21121 4439 24575,'2'4'0,"5"11"0,-2 0 0,5 10 0,-1-2-3277,1 7 0,-2-15 1328,0 5 3668,-2-9-1719,-2-1 0,4 9 0,-4-5 0,2 1 0,-3-6 3276,-3-5 0,-5-22-3044,-4 1-232,-4-14 0,1 4 0,3 8 0,-1-7 0,5 9 0,-4-4 0,5 3 0,-5 1 0,7 5 0,-9 6-3277,-20 15 0,14-3 3162,-11 4 0,-2 1-836,7 1 1,1-1 950,-10 3 0,-4 0 0,6-1 0,-2 0 0,3 0 0,0-4 0,1 0 0,-4 2 0,4-1 0,10-5 0,8-1 0,9-2 0,3-1 0,4-2 3276,10 1-710,2-2-2566,14 2 0,4 0 664,-17 1 0,1 0-664,0-1 0,2 1 0,14 2 0,-1-1 0,-2 0 0,-3 0 0,4-1 0,-3 0 0,-8-2 0,-1 0 0,15 1 0,-1 0 0,-13-1 0,-2-1 0,5 0 0,-14-1 0,-9 1 0,-7 1 0,1 2 0,-10 1 0,2 1-1639,-7-1 1,-2-1-354,5 1 1992,-7 0 0,-4 1-450,-11 0 450,14 1 0,0 0 0,2-2 0,2 0 0,-10 4 0,21-6 0,1 1 0,14-4 3276,2 1 0,3-2-2594,-3 2-682,1-4 0,1 4 0,5-7 0,-7 5 0,6-2 0,-13 3 0,4 1 0,9-5 0,-7 5 0,17-8 0,-17 6 0,3-1 0,-9 4 0</inkml:trace>
  <inkml:trace contextRef="#ctx0" brushRef="#br0" timeOffset="40749">23892 4920 24575,'0'-30'0,"0"18"-1639,0-10 1,0 1-1639,0 14 1967,0-15 1,0-2 1309,0 11 905,0-6 0,0 0-905,-1 3 0,0-3 0,-3 5 3276,2 6-55,-1 2-3221,0 0 0,3 3 0,-2-1 0</inkml:trace>
  <inkml:trace contextRef="#ctx0" brushRef="#br0" timeOffset="43355">23886 4494 24575,'3'26'0,"0"-6"0,-1 0 0,1 1 0,1 9 0,-4-14 0,1-9 0,0 3 0,0-3 0,-1-2 0,2-1 0,-2-5 0,0-7 0,-3-12 0,-1 5 0,0-7 0,2 14 0,-1-6 0,1 8 0,1-2 0,-4-4 0,5 1 0,-3-2 0,6 6 0,3 8 0,8 5 0,-5 0 0,2 0 0,-2-2 0,-6-2 0,7 2 0,-10 1 0,0 3 0,-9 8 0,0-3 0,-6 6 0,7-11 0,-4 2 0,6-4 0,-5 4 0,6-6 0,-2 4 0,5-7 0,1 0 0,-1 0 0,1 4 0,-4 4 0,3 0 0,-2-10 0,3-1 0,0-11 0,-3-1 0,3 3 0,-5-8 0,6 13 0,-2 0 0,2 14 0,0 10 0,0-1 0,0 3 0,0-13 0,0-2 0,0-13 0,0-1 0,0-9 0,0 6 0,2-3 0,-2 5 0,3 2 0,-1 5 0,-1 3 0,1 6 0,-4 16 0,2-12 0,-1 21 0,1-26 0,-2 16 0,2-14 0,-2 10 0,2-10 0,0 2 0,3-4 0,-2-2 0,2-3 0,-1 1 0,6-3 0,-2 1 0,5 0 0,1-1 0,0 2 0,5-4 0,-10 2 0,1-1 0,-6 1 0,1 1 0,-3-4 0,-3-8 0,-2-1 0,2-1 0,-3 7 0,4 2 0,-1 0 0,1-3 0,2 1 0,0-1 0,0-4 0,0 6 0,0-3 0,0 6 0,0-4 0,0 6 0,0-3 0,0 6 0</inkml:trace>
  <inkml:trace contextRef="#ctx0" brushRef="#br0" timeOffset="48168">2830 7288 24575,'11'-7'0,"9"-7"0,-1 2-930,9-10 930,-2 3 152,-10 5 1,1 0-153,5-1 0,1 0 0,-3 0 0,0 0-656,-1 1 1,-2 2-1,-2 1 1,-10 5 0</inkml:trace>
  <inkml:trace contextRef="#ctx0" brushRef="#br0" timeOffset="49005">6287 7429 24575,'15'-8'0,"-4"0"0,8-10 0,5-4 0,2 2 0,3-3-820,-5 3 1,4-3 0,0-1 0,-2 3-274,1 0 1,-1 2 0,2-2 272,0 1 1,1-3 0,0 1 0,-3 3 919,0-1 0,-1 2-100,3-3 0,-3 2 0,-5 5 0,-11 9 0</inkml:trace>
  <inkml:trace contextRef="#ctx0" brushRef="#br0" timeOffset="52072">5586 7484 24575,'8'-1'0,"11"-7"0,12-6 0,-7 2 0,-4 3 0,0 2 0,-3 3 0,0-2 0,-5 4 0,-11 1 0,1 1 0</inkml:trace>
  <inkml:trace contextRef="#ctx0" brushRef="#br0" timeOffset="52847">5967 9560 24575,'5'-2'0,"16"0"0,-7-2 0,6 2 0,-12 0 0</inkml:trace>
  <inkml:trace contextRef="#ctx0" brushRef="#br0" timeOffset="57112">11291 10002 24575,'3'30'0,"-1"-11"0,0 5 0,1 1 0,0-3 0,-2-2 0,1-1 0,-1-6 0,2 12 0,-1-1 0,-2-6 0,2 7 0,0 0 0,-1-7 0,3 17 0,-3-20 0,4 8 0,-3-15 0,1 0 0,6-1 0,-5-2-3277,16 4 0,-13-5 3200,18 2 0,13 0 1,0-1 76,-10-3 0,0-2 0,3 1-547,-2 1 1,3 1 0,2 0 0,1 1 0,-1-1 0,-3-1 231,2 0 0,-2 0 0,1-1 0,2 0-191,-1 1 0,4 0 1,1-1-1,-1 1 1,-2 0-1,-5 0 506,-2 0 0,-5 0 0,7 0-254,-1 0 0,6 1 1,5 0-1,2 0 1,0 0-1,-3 0 1,-5-1-1,-7 0 254,4 0 0,-1 0 0,-1 1 0,9 1 0,4 1 0,2 0 0,-2-1 0,-6 1 0,-9-2 0,-4 1 0,-1-1 41,3 1 1,7 1-1,1 0 1,-1-1-1,-6 0-41,1 0 0,-2 0 0,4-1 0,4 1 0,0 0 0,-7-2 0,6 1 0,-6-1 0,7 0 0,-1 0 0,-8-1 2008,0 0-2008,1-2 0,8 0 0,5 0 0,-4 0 0,-9 0 0,6-1 0,-4-1 0,7 0 0,0-1 0,-11 1 2600,-8 0-2600,16-5 3276,-24 0-2779,-6-5-497,-6-7 0,-3-2 0,-2-2 0,1 0 0,0 1 0,-3 1 3276,2 1-269,-5-9-3007,4 11 186,3 2 0,0 0-186,-2-2 0,1 2 0,-4-11 570,4 10 1,1 2-571,3 1 0,0 2 0,2 2 0,3 18 0,0 3 0,0 5 0,0-3 0,0-8 0,4 8 0,-2-7 0,3 8 0,-4-11 0,-1 1 0</inkml:trace>
  <inkml:trace contextRef="#ctx0" brushRef="#br0" timeOffset="57748">13549 10167 24575,'-4'28'0,"-1"8"0,-2-14 0,2 5 0,4-20 0,1 2 0,0-11 0,3-11 0,0-6 0,2-2 0,0 5 0,-2 5 0,-2 4 0,23 3 0,1 7 0,3-1 0,2 1 0,7 2 0,0-3 0,-49 4-1639,-15-4 1,-3-1-1,8 2 1,1 0 1523,-14-2 0,3-3-705,1-3 1,15 2 0,-5-3 0</inkml:trace>
  <inkml:trace contextRef="#ctx0" brushRef="#br0" timeOffset="58935">11345 9981 24575,'-9'24'0,"-4"2"0,2-6 0,-7 3 0,13-17 0,-15 14 0,11-15 0,-6 8 0,13-11 0,4-4 0,10-8 0,-3-1 0,8-13-3277,-5 4 0,-1 3 3047,-3 4 230,-3 6 0,-4 3 0,5-2 0,-2 10 0,8 4 0,13 9 0,-7-6 3276,5 1 0,-18-8-3044,1-1-232,-3 1 0,0-1 0,0 2 0,-4 0 0,-10 1 0,5-4 0,-6 4 0,-2-2 0,8-2 0,-10-4 0,14-17 0,1 0 0,1-1 0,0-4 0,1-3 0</inkml:trace>
  <inkml:trace contextRef="#ctx0" brushRef="#br0" timeOffset="65367">11469 10584 19455,'2'25'0,"-1"0"0,0-3 0,1 1-1639,3 14 1,-1-2-1,-2-15 1,1-1 1201,1 0 0,1-2 3387,-2-2-2950,5 8 1863,-4-5-1863,13 7 951,-13-11-951,8 3 0,1-2 0,-6-4 0,6 2 0,2 1 0,-1 2 0,2-3 0,0 0 0,2 1 0,-1-1 0,-1-1 0,-2-4-1639,7 4 1,0 0 378,-9-6 1260,22 8 0,-17-6 0,4 1 0,3 2 0,-5-4 0,-1-1 0,9-1 0,-7 1 0,-2-1 0,-2-4 0,20 6 3276,-23-5-2961,9 1 0,-17-2 0,-8-1 1</inkml:trace>
  <inkml:trace contextRef="#ctx0" brushRef="#br0" timeOffset="66068">12042 11160 24575,'-6'30'0,"-3"3"0,7-8 0,-3-5 0,5-8 0,0-8 0,0-1 0,0-2 0,3 0 0,3-10 0,12-12 0,-6 7 0,0-1 0,7-10 0,2 1 0,-5 11 0,-5 1 0,3 1 0,-9 10 0,-1 8 0,4 9 0,4 5 0,3 3 0,4-3 0,-1-11 0,1-1 0,12 0-812,-10-3 0,0-2 812,1-4 0,-4 2 0,-13-2 0,-4 1 0,-8 2 0,1-1 0,-4 1 1624,3-2-1624,-2 0 0,4 0 0,1-1 0,1 0 0,0 0 0,1-1 0,0 0 0,1 0 0,0 1 0</inkml:trace>
  <inkml:trace contextRef="#ctx0" brushRef="#br0" timeOffset="67270">12764 11128 24575,'12'22'0,"-3"-5"0,1 11 0,-5-10 0,1 7 0,-3-5 0,2 0 0,-1 3 0,-2-12 0,2 10 0,-3-11 0,0-1 0,-9-4-820,1-4 1,-2-1 0,5 0 0</inkml:trace>
  <inkml:trace contextRef="#ctx0" brushRef="#br0" timeOffset="67532">12652 11295 24575,'31'0'0,"6"-2"0,-10 1 0,-6-1 0,0-1 0,2-1 0,1 2 0,0 1-684,-4-1 684,15 2 0,-19 0 0,2 0 0,4 0 0,-11 0 0,-1 0 0,-9 0 0</inkml:trace>
  <inkml:trace contextRef="#ctx0" brushRef="#br0" timeOffset="67998">12713 11585 24575,'16'0'0,"11"3"0,4 0 0,0 2 0,-5-1 0,-1-1 0,-7 1 0,17 1 0,-30-3 0,4-1 0,-7-4 0,9-16 0,-9 10 0,8-9 0</inkml:trace>
  <inkml:trace contextRef="#ctx0" brushRef="#br0" timeOffset="72484">7888 7806 24575,'5'0'0,"-1"0"0,1 0 0,4 0 0,-2 0 0,9 0 0,2 0 0,4 0 0,-2 0 0,8-3 0,2 1 0,-4-1 0,-3 1 0,0 1 0,-6 1-1639,17-2 1,2 1-1639,-15 0 3162,7 1 0,1-1-203,-9 1 1,1 0 317,11 1 0,5 1 0,-1 0 0,-10 0 0,0 0 0,2 0-656,1-1 1,4 0-1,1 0 1,-3 0 0,-5 1 130,-3 0 1,1 1 524,5-2 0,8-1 0,2-1 0,-3 1 0,-9 0-1404,10 0 1404,-9 0 0,6 0 0,0 0 0,-6 0 1638,-7-1 0,-3 0-1461,3 1 1,1 0-178,4-1 0,-1-1 0,5 2 0,-10-1 0,0 0 0,6 1 266,1 1 0,2-2-266,-4 1 0,0-1 0,-1 1 0,0 0 1638,0-1 0,-2-1 780,-2-3-2418,-2 3 819,-3-2 0,-11 4 0,2 0 0</inkml:trace>
  <inkml:trace contextRef="#ctx0" brushRef="#br0" timeOffset="74267">9165 8738 24575,'14'-11'0,"6"-4"0,-5 3 0,6-3 0,-5 1 0,-1 3 0,1-3 0,1 0 0,-4 3 0,2-3 0,-1 0 0,-6 5 0,6-7 0,-10 12 0,-2 1 0,-1 3 0</inkml:trace>
  <inkml:trace contextRef="#ctx0" brushRef="#br0" timeOffset="74714">9477 9442 24575,'2'2'0,"2"0"0,23-23 0,-4 5 0,-4 1 0,4-4 0,-3 4-3277,4-5 3127,1 0 1,-1 0 149,-5-2 1116,0 3-1116,-3-2 0,-2-1 0,-8 6 0,9-11 0,-14 18 0</inkml:trace>
  <inkml:trace contextRef="#ctx0" brushRef="#br0" timeOffset="81772">13773 8639 24575,'6'0'0</inkml:trace>
  <inkml:trace contextRef="#ctx0" brushRef="#br0" timeOffset="83178">9088 9998 24575,'16'-2'0,"0"1"0,10 1 0,-2 0 0,9-1 0,-6-1 0,10 0 0,-14-1 0,-4 2 0,0 1 0,0-2 0,12 0 0,-17 2 0,22 0 0,-16 0 0,-1 1 0,1 0 0,1-1 0,8 1 0,-15-1 0,-1 0 0,-12 0 0</inkml:trace>
  <inkml:trace contextRef="#ctx0" brushRef="#br0" timeOffset="87645">1713 7146 24575,'-26'9'0,"0"-1"0,5-2 0,2 0 0,-3 1 0,2-1-1793,-8 4 1793,8-5 0,0 2 0,-11 5 0,0 1 0,8-1 0,4 2 0,5-3 0,-6 18 0,6-6 0,5-1 0,-1 0 579,1-1-579,0 11 0,1 0 297,5-17-297,-3 19 0,2 2 0,8-10 0,3 10-1639,1-15 1,3-3-1565,1-7 2003,9 11 0,1-2 1200,-5-12-200,2 3 1,6 3 0,1-3 199,5-5 0,1-5 0,-2 2-881,2 5 0,1-1 881,2-4 0,4-2 0,-3-1 0,-1 1 0,-1-2 0,-4 1 0,1 0 0,3 0 0,-5 0 0,3 1 0,3-1 0,-1 0 0,-1 0 0,-3-1 175,1 1 1,-2 0 0,-1-1 0,3 1-176,0-1 0,3 1 0,0 0 0,-3 0 0,-5-1 0,4-2 0,-6-1-644,-2 0 0,-3-1 644,-4-1 460,4-10-460,-13 6 1735,-3-16-1735,5-6 0,-6 4-387,-2 2 0,0 1 387,-1 8 0,-1-3 0,-2-1 3276,-6 0-2015,-12-8-1261,7 13 0,-2 2-408,-4 2 0,-1 2 408,-1 1 0,1 2 0,-4 0 0,3 3 0</inkml:trace>
  <inkml:trace contextRef="#ctx0" brushRef="#br0" timeOffset="98718">533 9914 24575,'5'0'0,"12"-4"-3277,7-5 0,-4 3 1638,8-2 1,-1 1-1639,-13 3 4112,8-1 1,4-1-836,5 2 0,2-1 0,-5 1 0,2 0 0,-1 0 0,8 0 0,0-1 0,-4 1 0,1 0 0,-11 2 0,-13 2 0,24-2 0,-30 1 0,0 1 0,-3-2 0</inkml:trace>
  <inkml:trace contextRef="#ctx0" brushRef="#br0" timeOffset="99683">1072 9792 24575,'0'16'0,"0"5"0,0 10 0,0-8 0,1 2 0,-1-16 0,2 1 0,-1-10 0,2-30 0,-1 7 0,2-2 0,-1 1 0,-2 6 0,3-17-2884,-4 27 2884,0-13 0,0 14 0,0 1 0,0-3 0,2 5 0,0 1 0,1 8 2884,1 1-2884,4 7 0,0-1 0,5 6 0,-4-6 0,1 3 0,-5-8 0,0 0 0,-1-2 0,2 4 0,2 0 0,-3 0 0,2-4 0,-5-2 0,-3 0 0,-7 1 0,-6 2 0,-7-2 0,-2 4 0,4-1 0,-3 0 0,14-2 0,-2-1 0,32-10 0,-1-1 0,9-4 0,1 1 0,-22 8 0,5-4 0,-12 8 0,-2-2 0,0 2 0</inkml:trace>
  <inkml:trace contextRef="#ctx0" brushRef="#br0" timeOffset="103461">24897 5458 24575,'-7'8'0,"-6"5"0,6-4-1639,-11 5 1,0 0-1639,5-3 1638,-6 3 1,-2 1-1639,-9 3 2909,4-2 75,4-2 0,-4 1 0,4-3 293,1 0 0,-6 5 0,-2 1 0,9-7 0,0-2 0,3 2 0,0-1 1517,-4 1 0,2-2-1517,-8 6 0,19-11 3276,-3 2-2015,9-2 2015,-4 0 0,1 3-3044,-3-2-232,-1 7 0,4-9 0,0 5 0,4-8 0,1 2 0</inkml:trace>
  <inkml:trace contextRef="#ctx0" brushRef="#br0" timeOffset="103955">24405 5708 24575,'8'18'0,"0"0"0,-1 1 0,0-5 0,4 14 0,1 2 0,-4-13 0,1 3 0,-2-3 0,-2-9 0,0-1 0,-4-4 0,1-1 0</inkml:trace>
  <inkml:trace contextRef="#ctx0" brushRef="#br0" timeOffset="107711">26198 8081 24575,'19'-1'0,"1"0"0,16 0 0,-5 1 0,-3 0 0,-7 0 0,0 0 0,0 1 0,5-1-1639,7 2 1,0-1-1639,-14-1 2241,5 1 0,7-1 0,-4 1 1036,1-1 0,-2 0 0,6 0 0,-4 0 0,-9 0 0,1 0 0,10 0 0,5 0 0,-3 0 0,-6 0 0,0 0 0,4 0 0,2-1 0,-3 2 0,-5 0 0,-1 0 0,4 0 0,1 1 0,-3-1 0,7 2 0,-6-1 0,4-1 0,-6 0 0,-4 0 0,6-1 0,-1-1 0,-7 0 0,8-7 0,-12-3 0,-2 1 809,-5-1 1,-5 8-1,-1 2 1</inkml:trace>
  <inkml:trace contextRef="#ctx0" brushRef="#br0" timeOffset="108610">26071 7341 24575,'1'28'0,"0"-1"0,0 0 0,0 5 0,0 3 0,1-3 0,-1-6-1639,-1-1 1,1 0 982,0 1 1,1 7-1,0 1 1,1-2 0,0-6 590,1-2 0,1-3 650,2 6 0,0 1-585,2 0 0,0-3 0,3 4 610,-4-7 1,0 1-611,-1 0 0,0 1 0,-2-5 0,0 1 0,1 5 0,-1-2 0,-2-7 0,7 16 0,-9-22 3276,7 10-3017,-7-17 499,0-3-758,-4-14 0,1 4 0,0-14 0,0-4 0,1 4 0,1 3 0,-1 2 0,1 7 0</inkml:trace>
  <inkml:trace contextRef="#ctx0" brushRef="#br0" timeOffset="109461">26256 7366 24575,'13'-1'0,"8"-3"0,5-1 0,0 0 0,1 1-1639,3-2 1,5 0 1472,-8 1 0,5-2 0,1 1 0,-1 0 0,-7 1 166,-1 1 0,1 0 0,3-1 0,9-2 0,4-1 0,0 0 0,-4 0 0,-7 3-1072,0 0 0,-1 1 1072,2-1 0,5-1 0,3-1 0,-2 2 0,-6 0 0,2 1 0,-2 0 0,2-1 0,4 0 0,1-1 0,-7 2 0,-2 2 0,-1 0 0,4-3 0,4-1 0,-7 2 0,2 3-183,-5-1 1,0 0 182,6 1 0,3 1 0,0 0 0,-12 0 0,0 0 0,5 0 0,2 1 0,-2-1 0,-6 0 0,0 0 0,5 0 0,3 0 0,-6 0 0,-3 0 1641,15 0-1641,-34 2 2713,2 1-2713,3 18 0,1 2 0,3 6 0,-2-2-18,0-1 1,1 1 17,0 3 0,2 4 0,-1-1 0,-2-6 0,3 4 0,0 2 0,2 7 0,-4-9 0,-4-12 0,5 16 0,-1 1 0,-5-6 0,0 4 0,-3-4 0,1 1 0,0 2 0,0-9 0,0 3 0,1-3 0,4 7 0,2-2 0,1-2 0,-2-6 0,2-2 0,1 0 0,-4-3 0,5 7 0,-9-16 0,-2-2 2297,-2-1-2297,-1-2 0,-4 1 0,-17 1 0,-9-1 0,-5-1-1639,3 2 1,-5-1 1507,8-2 0,-6 0 0,-3-1 1,-1 1-1,3-1 0,6 0-962,2 1 1,4 0 0,-6 0 1004,7-1 0,-6 0 1,-3 0-1,-3 0 1,-2 0-1,-2 0 1,0-1-1,0 1 1,2-1-1,1 1 1,4-1-1,4 1-568,-8-1 1,5 0-1,2 1 1,-2-1 0,-6 0 594,9 1 0,-4-1 1,-3 1-1,-2-1 1,-1 1-1,-1 0 0,0 0 1,0-1-1,2 1 1,3 0-1,1-1 0,4 1-266,-9-1 0,5 1 0,2-1 0,0 0 0,-3 1 327,-1-1 0,-3 1 0,-1-1 0,0 1 0,1 0 0,5-1 0,4 1 0,2 0 0,4 0 0,-1-1 0,-5 1 0,-4-1 0,3 0 0,8 1-1069,6 0 1069,2 0 1926,5 0-1926,11 0 0,3 0 0</inkml:trace>
  <inkml:trace contextRef="#ctx0" brushRef="#br0" timeOffset="109932">27090 7209 24575,'9'0'0,"12"-7"0,9-6 0,3 0-1639,-16 5 1,1 1 835,8-5 0,4-2 0,1-1-17,-6 2 1,1 0 0,-1-1 0,-1 1 194,0 0 0,-2 1 1,4-2 624,3-1 0,5-3 0,2 0 0,-2 0 0,-5 2 394,-3 2 1,-4 1-1,3 0-394,4-3 0,3-1 0,-1 0 0,-4 2 0,0-1 0,-4 1 0,4-3 0,-5 4 0,-15 6 0,0 1 0</inkml:trace>
  <inkml:trace contextRef="#ctx0" brushRef="#br0" timeOffset="114837">18418 10256 24575,'6'0'0,"0"0"0,0 0 0,20 0 0,-12 0-1639,19 0 1,3 0-1639,-17 0 2302,15 0 1,2-1 1099,-7 1-125,-6-3 0,1 1-399,-2 1 1,0 1 398,-2-2 0,1 0 0,4 2 0,2 0 0,6-1 0,1-1 0,-8 2 0,0 0 0,2 0-795,4-2 0,0 0 0,0 0 795,-3 2 0,0 0 0,0 0 0,-4-2 0,1 0 0,0 0 657,7 2 0,2 0 1,-3-1-658,3 0 0,0 0-187,-4 0 1,1 1 0,-2 1 186,1-1 0,0 1 0,3-1 0,0 0 0,-6 1 0,0 0 0,7-1 0,1 0 0,-5 0 0,1 0 0,-3 0 0,3 0 0,-1 0-675,-2 0 1,0 0 0,2 0 674,-1 0 0,3 0 0,1 0 0,1 0 0,0-1 0,2 1 0,1 0 0,-1-1 0,-2 1-153,-2-1 0,-3 1 0,1-1 0,2 0 153,-2 1 0,3-1 0,1 0 0,0 1 0,-3-1 0,-3 0 0,2 0 0,-3 1 0,1-1 0,1 0 0,1 1 0,0-1 0,-1 1 0,-2 0 0,-1 0 0,0 0 0,9 0 0,-1 0 175,-1 0 1,-1 0-176,-7 0 0,1 0 0,-3 0 0,3-1 0,-2 1 0,3 0 0,1-1 0,4 1 0,4-1 0,-5 1 0,-7 0 0,-1 0 0,7 0 0,3 0 0,0 0-354,-4 0 0,-1 0 1,2 0 353,4 0 0,2 0 0,3 0 0,-9 0 0,3 0 0,2 0 0,0 0 0,1 0 0,-1 0 0,1 0 0,-1 0 0,1 0 0,0 0 0,0 0 0,-1 0-128,-1 0 0,0 0 0,0 0 0,-1 0 0,0 0 0,0 0 128,5 0 0,1 0 0,-2 0 0,-2 0 0,-3 0 0,-3 0 0,-2 0 0,-1 0 212,-1 0 1,1-1 0,-4 1-213,12-2 1173,-7 0-1173,-22-1 3005,-3 3-3005,1-2 3276,8 1-1085,9-2-2191,3 0 0,3 1-1058,-6-1 0,0 1 1058,8-2 0,-2 0 0,9 0 0,-15 0 0,-6 2 0</inkml:trace>
  <inkml:trace contextRef="#ctx0" brushRef="#br0" timeOffset="115740">26531 10301 24575,'6'0'0,"6"0"0,16 0 0,5 0 0,-1 0-1093,-4 0 1,4 0 0,-1 0-547,0 0 1,0 0 1452,-4 0 0,2 0 0,0 0 186,0 0 0,0 0 0,0 0 0,-2 0 0,-1 0 0,0 0 0,5 0 0,0 0 0,-2 0 0,0 0 0,1 0 0,3-1 0,7 1 0,-1-1 0,-8 1 0,-9 0 0,0 0 0,11-1 0,10 0 0,-2 0 0,-11 0 0,-10 0 0,3 0 0,7 0 0,-4 0-541,-3 1 0,-2-1 541,15 1-79,2-1 0,-2 0 79,-9-1 0,-1 0 0,-2 1 0,-5-1 2883,-4-1-2883,-7 1 0,11-2 0,-1-1-1557,11-2 1,1 1 1556,-3-1 0,-5 2 0,-3 0 0,-14 4 0</inkml:trace>
  <inkml:trace contextRef="#ctx0" brushRef="#br0" timeOffset="116614">30682 8152 24575,'-5'0'0,"-3"0"0,-23 5 0,7-2-1495,-4 0 0,-1 1 1495,5 0 0,-2 0 0,-3 0 0,-4 0 0,3 1 0,2 0 0,-1 0 0,2 0 0,-6-1 0,-1 1 0,2 0 0,7-1-1639,3 2 1,0 0 1046,-3-2 1,-4 0-1,-1 1 1,1 0 591,-2 3 0,1 1 0,3-2 0,6-3 0,-1 0 0,-7 3 0,-4 2 0,6-1 1737,1-1-1737,-1 4 0,-1 0 0,-4 0 0,9 0 0,3 1 0,7 0 0,1 7 0,5-9 0,6-2 0</inkml:trace>
  <inkml:trace contextRef="#ctx0" brushRef="#br0" timeOffset="117364">30327 9713 24575,'9'20'0,"1"0"0,1 0 0,-3-3 0,0 1 0,0 12 0,-1-4 0,-3 1 0,1 5 0,-1-4-3277,-1 2 3126,0-4 0,0 5 1,0-3-1283,-1-2 0,0-2 1433,0 5 0,0 1 0,0-1 0,1 2 0,-1-4 708,0-7 1,0-1-709,-1 7 0,1 3 0,-1-5 0,1-3 0,-1 3 0,1-1 0,-2-9 0,3-1 1618,-2-9-1618,2 0 3276,1-21-2992,1-2-284,0-5 0,-1 0-2901,1-1 2901,0 4 0,-1 5 0,-3 11 0,2-3 0</inkml:trace>
  <inkml:trace contextRef="#ctx0" brushRef="#br0" timeOffset="118349">30471 9726 24575,'6'-1'0,"2"0"0,-1 0 0,1 0-3277,10-4 0,-11 3 2816,10-4 1,3 0 460,2-1 0,10-2 0,3 0 0,-15 3 0,2 1 0,4-2 0,6 0 0,-1 0 0,-5 1-974,-5 1 0,0 1 974,10-3 0,5-1 0,-6 0 0,-8 1 0,-1 2 0,1 0 0,4 0-820,0-1 1,4-1 0,0 0 0,-5 1 626,-4 2 1,-1 0 1087,7-1 1,2-1 0,1-1-896,-3 2 0,1 0 0,-2 0 0,5-1 0,3 0-597,-7 2 1,5-1 0,1 1 0,-1-1-1,-3 2 597,-3 0 0,-3 0 0,2 1 0,7-2 0,3 0 0,-1 1 0,-5 0 374,-3 2 1,-2 0-375,11-3 0,-3 0 3276,-12 4-2665,-2-2 525,-11 2-1136,6 0 3276,-6 0-176,-2 0-1868,4 0-1232,-1 5 0,3 2 0,1 6-3277,5 14 0,-9-10 2858,1 1 0,0 2 419,-2 8 0,3-5 0,1 2-599,-1-2 0,0 1 599,-1 0 0,1 0 0,1 1 0,-1-2 0,-1 2 0,-1-3 0,-2 0 0,-2-3 0,0 2 0,-2 1 0,0 2 0,-2 2 0,0 0 0,0 5 1638,1-3 0,2 0-1512,1 3-1765,2-8 1,1-2 325,-1-3 1313,7 14 984,-7-20-984,1 4 0,-1-1 0,-5-7 0,1-1 0,-1-5 1901,-1 4-1901,2-3 3276,-2 5 0,-3 0-2935,-7 4-341,-7-2 0,0-2 0,-5-1 0,-3-2 0,-4-2 0,3 0-1639,3 1 1,-1-1 1612,-5 0 1,-4 1-1,1-2-1067,4-1 1,1 0 0,-1 0 578,-2 1 0,-1 0 0,-4-1 514,4 1 0,-5-1 0,-1 1 0,-1-1 0,2 1 0,3-1 0,4 0 0,2-1 0,0 1 0,-3 0 0,-3 1 0,-6 0 0,-1 0 0,0 1 0,3-1 0,4 0 0,-2 1 0,4 0 0,-2 0 0,0 0 0,-2 2 0,0-1 0,3 0-448,5 0 0,1 0 0,3-1 448,-8 3 0,4-1 0,0 0 0,4 0 2146,18-4-2146,-4 2 3276,7 7-1418,-3 1 379,-3 6-2237,-2-6 0,4-4 0,1-4 0,5-1 0</inkml:trace>
  <inkml:trace contextRef="#ctx0" brushRef="#br0" timeOffset="120718">18342 11714 24575,'9'0'0,"18"0"0,-1 5-901,-3-3 1,3 0 900,4 1 0,4 1 0,-3 0-1639,-6-1 1,2 0 1153,1-1 0,5-1 0,1 0 0,0 1 485,-2 1 0,0 0 0,1 0 0,2-1-547,-2-1 1,2 0 0,1-1 0,1 0 0,0 1 0,-2 0 508,1 1 1,0 0 0,-1 0 0,0 0-1,1 0 38,-1-1 0,1 0 0,1 0 0,-1 0 0,-3-1 0,-4 1-371,-2 0 1,-3 1 0,3 0 370,3-1 0,5 1 0,1 1 0,-2-1 0,-6-1-602,-1 1 0,-2 0 602,3 0 0,4-1 0,0 1 0,-5 0 0,-3 0 0,-2 0 850,6-2 0,1 1-850,-2 1 0,1 0 0,-3-1 0,1 0 0,-2 0 0,2 0 0,1 0 0,4 0 0,0-1 0,-7 0 0,3 0 0,-1 0 0,4 0 0,1 0 0,-2 0 0,3 0 0,-2 0 0,3 0 0,-3 0 0,1 0 0,2 0 0,0 0 0,-2 0-478,2 0 0,0-1 0,-1 0 0,-1 0 478,6 1 0,-1 0 0,-1 0-474,-5-1 1,-1 0 0,-7 0 473,-4 1 431,10 0-431,-20 0 3211,18-2-3211,4-5 1174,-8 3-1174,6-5 3276,-3-7-2337,-1 4-939,1-4 0,-1 0 0,3 1-1639,1-2 1,-2 0-81,-11 7 1719,5-2 0,-1-2-667,1-3 667,1-2-740,-1-3 0,0 0 740,-7 6 0,3-3 0,-1-2 4,-3-9-4,3 0 0,-7 6 0,-1 1 0,1-2 0,-3 2 0,-2-1 0,0-2 0,-2 4 0,-1 1 0,-2-3 3276,-2-6-2800,-4 11 352,2-5-828,-1 12 3276,-7-7-348,-5 2-2928,-8-2-234,7 7 0,0 1 234,-11-3 0,0 1 0,-1 0 0,11 4 0,-1 1 0,-11-5 0,0 1 0,13 5 0,0 1 0,-8-2 0,2 1 0,-2 3-1639,-2-2 1,2 0-942,12 5 2580,-5-2 0,-3 0-200,2 3 0,0 0 200,-13 0 0,-2-1 0,12 1 0,0 0 0,-2 0-981,-6-1 0,-1 1 0,2-1 981,-3 1 0,0 0 0,-2 0 0,-2 0 0,3 0 0,3 0 0,-3 0 0,7 0 0,-6-1 0,-3 1 0,0-1 0,1 1 0,6-1-597,-3 1 1,5 0 0,-5 0 596,5-1 0,-6 1 0,-2 0 0,-1-1 0,1 1 0,3-1 0,5 1 0,-5 0 0,6 0 0,-4 0 0,2 0 0,-5 0 0,0 0 0,3 0 0,4 0 0,1 0 0,3 0 0,-4 0 0,-1-1 0,3 1 2669,-10-2-2669,17 1 0,-1 0 0,-8 0 0,2-1 0,1 2 0,-4-1 0,-1-1 0,2 2 0,4-1 0,-5 0 0,0 1 0,1-1 0,1 1 0,-1 0 0,1 0 0,-1-1 0,0 1-525,-5 1 0,0-1 0,2 1 525,0-1 0,1 0 0,-6 1 0,2-1 1358,12 0 1,0 0-1359,-8 2 0,3-1 0,11 0 0,-13 4 0,15-3 0,-5 5 3276,-9 0-2384,1 2-892,-4 3 0,6-1 0,2 2 0,-3 3 0,-3 4 0,1 0 412,0-1 1,0 1-413,5-3 0,-1 2 0,3-2 0,3 2 0,1-1 1224,2-4 0,1 0-1224,-9 15-457,13-16 457,-3 3 0,-5 13 0,5-5 0,1 1 680,5-10-680,7-4 1229,-1-5-1229,1 4 506,0-3-506,0 3 0,0 4 0,0-1 0,4 6 0,1-7 0,8 9 0,-1-10 0,-1 3 0,-4-10 0,-4-2 0,0-2 0,1 0 0,-1 0 0,0-1 0,11-5 0,-1-1 0,2 0 0,-6 3 0,-8 4 0</inkml:trace>
  <inkml:trace contextRef="#ctx0" brushRef="#br0" timeOffset="124760">30303 10937 24575,'7'13'0,"3"6"0,-5-6 0,7 13 0,0-1 0,0 5 0,1 1 0,-2-9 0,-1 0-1093,0 3 1,1 3 0,-1-3-37,0-1 0,0 0 1129,-1 1 0,-1 2 0,0-1-645,1 0 1,-2-2 644,1 3 0,0 0-331,-1-4 1,0-2 330,-2-3 0,1 1 0,-1-1 0,0 0 0,-1-2 0,1-7 0,-3-6 3276,2-5-3230,-4-8 1,2 4 0,-2-4 0</inkml:trace>
  <inkml:trace contextRef="#ctx0" brushRef="#br0" timeOffset="125544">31108 10945 8191,'36'0'0,"0"0"0,-10 0 0,4 1 0,2-1 0,3 0 0,1 0 0,0 0 0,-1-1 0,-3-1 0,2 0 0,-1 0 0,1-1 0,0 0 0,0 0 0,0 1 0,1 0 0,2 0 0,0 2 0,1-1 0,0 1 0,0 0 0,0-1 0,-1-1 0,0 0 191,1-1 1,2-2 0,-1 0-1,-1 0 1,-1-1 0,-2 1-1,-4 1-191,2 0 0,-3 1 0,-2 0 0,0-1 0,9-1 0,-1-1 0,-3 0 0,0-1 0,-7 0 0,-10 4 2060,18-5-2060,-24 7 3276,14 0-2839,-14 1 2839,7 13-1000,-4-2-2276,2 5 0,0 4 0,-4-1 0,-1 0 0,1 0 0,0 1 0,-2 5 0,-2-1 3276,-3 2-3161,-4 6 1,0 1-116,-4-3-1639,-5 3 1,-2-3 129,0-7-130,-9 2 1,-1-1-213,8-8 1851,-2-2 0,-1 2-1183,-12 7 1183,8-6-26,-7 1 1,-3 1 25,10-6 0,-1 0 0,-1-2 0,-1 0 0,0 0 0,2-1 2944,3-4-2944,-4 2 0,1 1 3276,6-4-1927,-13 6 1,-2 0-1350,8-2-1639,-7 0 1,0-1 495,10-2 162,-12-2 0,-2 0 981,3-3-1093,-3 1 1,-8 0 0,5 0 799,14-2 1,-1 0 292,-1 1 0,-7-1 0,-5 0 0,-2 0 0,-1 1 0,2-1 0,4 0 0,7 0-1291,-9 0 0,0 0 1291,8 0 0,-5 0 0,-4 0 0,-2 0 0,-2 0 0,0 0 0,1 0 0,2 0 0,0 0 0,1 0 0,1-1 0,-1 1 0,1 0 0,-2 0 0,0 1 0,3 0 0,-1 1 0,-1 0 0,1 1 0,-1-1 0,0 1 0,0-1 0,1 0 0,0 0-140,1-1 0,-1 0 1,0-1-1,1 0 0,1 1 1,0-1-1,0 1 0,2 1 140,-7 1 0,0 0 0,1 1 0,2 0 0,4 0 0,5-1 573,0 0 0,3 0-573,-2-1 0,0-1 1298,-3 2 1,8-1-1299,17-1 0,18 0 0,2-1 3276,13 0-2669,-3 0-607,-8 0 0,0 0 987,-1 0 0,1 0-987,17-1 0,-2 1 0,-15-1 0,3 1 0,0-1 0</inkml:trace>
  <inkml:trace contextRef="#ctx0" brushRef="#br0" timeOffset="126512">29335 11328 24575,'7'-6'0,"2"1"-3277,6-10 0,-4 8 1638,7-5 1,2-1 1538,3 2 100,9-5 0,1 0 0,2 3 0,-4 3 0,-2 0 0,-3 5-1111,0 0 0,-1 1 1111,-6 2 0,3 0 0,9 1 0,2 0 0,-5 0 0,-4 1 0,3 0-460,1 0 0,8 0 1,3 0-1,2 0 0,-3 0 1,-6 0 459,0 0 0,-5 0 0,4 0 0,1 1 0,6-1 0,2 1 0,0-1 0,-4 1 0,-7-1 0,3 0 0,-3 1 185,4 0 1,1 0-1,-13-1-185,-18 0 3034,-9 0-3034,-5 0 0,4 0 0,3 0 0</inkml:trace>
  <inkml:trace contextRef="#ctx0" brushRef="#br0" timeOffset="127061">30251 11115 24575,'-7'20'0,"1"0"0,-3 7 0,0-3 0,1-3 0,-6 13 0,7-16 0,-2 0 0,4-5 0,6-22 0,1 0 0,4-27 0,-3 9 0,-10-7 0,2 15 0,-8 2 0,12 19-3277,18 10 0,-8-3 2184,12 2 1,7 2 0,-6-4-398,-5-3 573,11 2 0,9 3 1,-8-4 916,-10-5 0,11 4 0,-6 0 0,-22-4 0,-34 4 0,14-4 0,-8 1 0,-12 1 0,0 1 0,7-2 992,10 0 1,-1-1-993,-4 1 0,-8 1 0,-2 1 0,3-1 0,7 0 0,5-1 0,1-1 0,-13 3 0,-5-1 0,6 0 0,2 0-75,5-1 1,3 0 0,12-3-1,9 0 1</inkml:trace>
  <inkml:trace contextRef="#ctx0" brushRef="#br0" timeOffset="128661">17983 12164 24575,'5'19'0,"1"8"0,-2 0 0,0 1-1575,3 8 1575,-4-9 0,1 3 0,-1-2-1441,2-4 1,0-1 1440,-1 8 0,1 3 0,-1-4 0,2-4 0,1 0 0,-1 5 0,2 3 0,-1-6 0,1-1 0,2 5 0,-1-2 227,-5-13-227,4 11 0,-1 0 0,-2-10 663,0-4-663,-2-12 0,8-24 0,-3 3-656,0-6 1,-1-1-1,-2 8 1,1-8 0</inkml:trace>
  <inkml:trace contextRef="#ctx0" brushRef="#br0" timeOffset="129344">18183 12036 24575,'36'-1'0,"0"1"0,0 0 0,0 0 0,0-1 0,0 1 0,0 0 0,0 0 0,0 0 0,1-1 0,0 1 0,0 0 0,1 0 0,0 0 0,0 0 0,-1-1 0,1 1-365,-1 0 1,1 0 0,0 0 0,1 0 0,-1 0 0,-1 0 0,0 0 0,-1 0 0,-1 0-105,3 0 1,-2 0 0,0 0 0,-1 0 0,0 0 0,-1 0 0,0 0-79,1 0 1,2 0 0,-1 0 0,-2 0 0,-3 0 0,-4 0-901,9 1 0,-3 0 1704,-6 0 0,1-1 0,-2 1-257,3 1 0,-1 0-47,4 1 0,-1 0 47,0 0 0,-1 1 0,-5 0 0,1 0 0,11 5 0,-3 0 0,-3-1 1091,-8 3 0,-2 0-1091,-7-3-390,4 11 0,-1 1 390,-5-8 0,1 4 0,2 3 408,-4 1 1,0 3-409,2 2 0,1 1 0,-1 1 0,1 1 0,0 0 0,1 1-607,-1-1 0,1 2 1,0-1-1,-2-2 607,1-4 0,-2-1 0,1 1 0,3 4 0,0 1 0,0-1 626,2 0 1,-1-2-627,0-1 0,-2-2 0,1-1 3276,-6-10-1858,-7-6-420,-2-1-998,-5 0 3276,0 4-1854,-9-1-1422,-6 2 0,-2 1 0,-4 1-156,0-1 1,-2-1 155,3-3 0,2-2 0,-7 2 0,1-2 0,-5 0 0,1-1-1639,-1-2 1,-3 0 1310,9-1 0,-4 2 0,-2-1 0,0 0 0,1 0-492,-1-1 1,0 0 0,-1 0 0,-3 0 737,7-1 1,-4-1 0,-1 0-1,-2 1 1,1-1 0,1 0 0,2 0-1,4 1-738,-3 0 1,4 0 0,0 1 0,-3-1 780,0-2 0,-5 1 1,-1-2-1,-1 0 0,2 1 1,3 0-1,5 1 39,-1 0 0,5 1 0,-1-1-142,-2 0 0,-2-1 1,0 0-1,2 1 142,0 0 0,1 1 0,3 1 0,1-1 0,2 0 1311,-11-1-1311,20 1 2900,0-1-2900,8 1 0,3 2 0,-2-2 0</inkml:trace>
  <inkml:trace contextRef="#ctx0" brushRef="#br0" timeOffset="130960">26633 12974 24575,'24'6'0,"-1"0"0,6 1 0,-6-3 0,4 0 0,-2-1-1639,-5-1 1,1 0 1344,6-1 0,6 1 1,0 0-1,-4 0-1345,-2 0 1,2 1 1608,1-2 1,7 0 0,3-1 0,-1 1 0,-3 0 29,-5-1 0,-3 1 0,1-1 0,6 1 0,-7-2 0,4 1 0,3 0 0,2-1 0,2 1 0,0-1 0,-1 0 0,0 0 0,-3 0 0,-2-1-515,7 0 0,-3 0 1,-1-1-1,0 1 0,0-1 1,2 1 514,-3 0 0,2 0 0,1 1 0,1-1 0,-2 0 0,-1 0 0,-4 0 0,-4-1-175,9-3 0,-6 0 0,-3-1 175,-2 0 0,-3-1 0,8-10 0,0 5 0,-2-5 1172,-12 9-1172,4-4 0,0-1 2776,-2 4-2776,7-5 0,0-1 0,-11 6 0,2-2 0,-1 0 0,-3 1-13,-4-7 1,0-3 12,-2-2 0,-2-4 0,0-2 0,2-4 0,-5 3 0,0-1 0,4 1 0,-3 4 0,-1 1 0,2 4 0,-3-12 0,-1 13-53,-9-15 53,2 21 0,-11-9 0,5 12 0,-7-2 0,-4 0 0,-7-1 0,14 8 0,-3 0 0,-13-4 0,-2 0-774,7 3 1,-1 1 773,2 0 0,-1-1 0,3 2 0,3 1 0,1 0 0,-5-1 0,-3 0 0,2 0 0,3 2 0,-1 0 0,-1-1 0,-3 0 0,-2-1 0,3 2 0,-8 0 0,0 1 705,1-2 0,-2 0 1,1 1-706,9 2 0,2 0 0,-3 1 0,-3-1 0,-2 1 0,-2 1 0,2 0-820,1 3 1,0 0 0,0 1 0,1 0 661,2-3 1,1 0 0,-1 1 0,-1 2 157,-1 3 0,-3 2 0,0 1 0,2 0 0,4-1-645,-6 1 0,0 1 645,6-2 0,-5 1 0,-3 2 0,0 0 0,3-1 0,6-2-988,-1 1 1,0 0 987,1-1 0,-5 0 0,-1 0 0,1-1 0,3-1 0,0 0 0,0-1 0,0 0-58,1 1 1,1-1 0,-1 0-1,-1 0 58,-4 1 0,-3 1 0,-1-1 0,1 1 0,4-2 0,-3 2 0,2-1 0,1 0 0,1-2 0,0 0 0,5 0 2987,-5 3-2987,9-4 0,4 0 1456,15-1-1456,-4 1 0,7-2 0,2-1 0</inkml:trace>
  <inkml:trace contextRef="#ctx0" brushRef="#br0" timeOffset="135362">28903 12732 24575,'9'0'0,"5"0"0,5-3 0,3 0-1639,-2 2 1,2-1 1281,8-2 1,4-1 0,-1 0-495,-1 3 0,3-1 851,-4-2 0,7-1 0,1-2 0,-1 1 0,-6 2 0,5 1 0,-1-1 0,-5 0 0,5-3 0,1 0 0,-4 1 0,-6 2 0,-7 1 0,-1 0-1639,18-3 1,-4-1 1017,-15 5 621,9-3 0,-14 6 0,10-2 0,-4 2 0,1 0 0,11 2 1334,5-2-1334,-23 3 0,-2-3 0,-10 1 0</inkml:trace>
  <inkml:trace contextRef="#ctx0" brushRef="#br0" timeOffset="135945">29909 12603 24575,'-2'30'0,"1"-6"0,0-3 0,1-6-3277,-1 19 0,0-26 1328,0 3 1949,-2-22 1719,0 0-1719,-5-10 0,0-2 0,-1-2 0,0 7 0,2 2 0,2 2 0,11 9 0,16-1 0,-6 6-764,11-2 0,-1 0 764,-11 1 0,5-1 0,-2 1 0,-11 3 0,-1-1 0,-5 8 0,3 7 0,3 2 0,6 7 0,-6-14 0,1 0 0</inkml:trace>
  <inkml:trace contextRef="#ctx0" brushRef="#br0" timeOffset="137336">27129 4477 24575,'34'-7'0,"0"0"0,-1 0 0,3-1 0,-6 0 0,9-2 0,2 0 0,-8-1-1639,0-1 1,-4-1 644,-3 3 0,1 0 0,-1-1 994,10-5 0,-5 2 0,-3 3 0,3-6 0,-21 14 1838,7-6-1838,-12 5 1007,10-3-1007,1-3 0,1-1 0,-1 3 0,12-7 0</inkml:trace>
  <inkml:trace contextRef="#ctx0" brushRef="#br0" timeOffset="137571">27980 4119 24575,'10'11'0,"-1"-4"0,5 9 0,-4-12 0,0 1 0,-2-5 0,3-1 0,-3 1 0,8-9 0,4-4 0,-1 0 0,3-1-1093,3-3 1,3-2 0,1 0 438,-5 4 1,0 0 0,2 0 0,2-2 653,-3 2 0,2-1 0,2-1 0,1-1 0,0 1 0,-2 1 0,-1 0-820,6-3 1,-1 1 0,-1 1 0,2-1 559,-6 2 1,3 0 0,0-1 0,-1 1-1,-2 1 1,-4 2 259,11-7 0,-7 4 0,-1 3 0,-10 0 0</inkml:trace>
  <inkml:trace contextRef="#ctx0" brushRef="#br0" timeOffset="137759">28943 3647 24575,'10'4'0,"4"1"0,0 3 0,3-2 0,5 0 0,3 0 0,4 0 0,2 0-1093,0 0 1,1 0 0,4 0 545,-6-2 1,2 0 0,3 0 0,-1 0 0,0 0 0,-3-1 506,2 0 0,-2 0 0,-1-1 0,2 1 40,2 0 0,3 0 0,0 0 0,-2 0 0,-5 0-469,0 0 1,-4 0 0,-1 0 0,5 0 0,-5 0 0,-1 1 0</inkml:trace>
  <inkml:trace contextRef="#ctx0" brushRef="#br0" timeOffset="145516">30031 14183 24575,'8'0'0,"2"1"0,-6-1 0,10 5 0,2-3 0,3 1 0,2 1 0,15-1-1093,-7 0 1,6 0 0,-3 0 373,0 0 0,-1 0 719,3-1 0,4 0 0,-4 2-520,-5 2 0,0-1 520,-4-3 0,2-1 0,-4 0 0,14 7 0,-4-7 0,-1-1 0,-12 2-3277,14-1 1676,-25 1 1601,-2-2 0,-5 1 0,0-1 0,-2 2 0</inkml:trace>
  <inkml:trace contextRef="#ctx0" brushRef="#br0" timeOffset="148021">26098 14742 24575,'-21'12'0,"1"-1"0,1-2 0,-4 0-820,-3-1 1,-5 1 0,-2 0 0,1-1-274,-3 1 1,0-2 0,-4 0 545,6 0 1,-4 0 0,-2 0 0,-1 0 0,2-1 0,3 0-217,0-1 0,3-2 1,-1 1-1,-5-1 763,9 0 0,-3 1 0,-3-1 0,-1 1 0,-2 0 0,0-1 0,1 1 0,0 0 0,3-1 0,2 0-182,-3 1 1,3-1 0,2 0 0,-1 1 0,-2-1 0,-5 1 181,7-1 0,-3 1 0,-3 0 0,-2 0 0,-1 0 0,-2 0 0,1 1 0,0-1 0,1 0 0,2 0 0,2 0 0,4-1 0,2 0-432,-6 1 1,5-1 0,2 0-1,-1 0 1,-4 0 431,4 0 0,-4 1 0,-1-1 0,-3 1 0,0 0 0,0 0 0,1 0 0,1 0 0,2-1 0,3 0 0,-7 1 0,4-1 0,1 1 0,1-1 0,-3 0 0,2 0 0,-1 0 0,0 0 0,-1 0 0,-1 0 0,-3 0-26,7-1 0,-2 1 0,-1 0 1,-2-1-1,-1 1 0,1 0 0,1 0 1,0-1-1,2 1 0,3-1 26,-4 0 0,2 0 0,2 0 0,1 0 0,-3 0 0,-1 0 0,1 0 0,-4 0 0,0 0 0,-2 1 0,0-1 0,1 0 0,2 0 0,3 0 0,4 1 0,-5-1 0,5 1 0,2 0 0,-1 0 507,-3-1 0,-2 1 1,4-1-1,7 0-507,4 2 3034,-2-3-3034,26-1 0,-4 0 0,0 0 0</inkml:trace>
  <inkml:trace contextRef="#ctx0" brushRef="#br0" timeOffset="148865">22805 15079 24575,'13'31'0,"-4"-11"0,1-1 0,1-3 0,0-1 0,10 15 0,1-6 0,-14-15 0,0-1 0,-8-10 0,-4 1 0,-4-7 0,-14 1 0,-5 1 0,1 1 0,-3 1-820,-4 1 1,-6-2 0,0 1 0,5 1-820,-1 1 1,0 0 1019,7 1 1,-2 0 0,-2-1 0,2 2 618,-6-1 0,1 1 0,1 1 0,7-1 0,0 0 0,-2 0 0,-3 0 0,-2-1 0,0 1 0,6 1 0,2-1 0,6 1 0,0-2 0,26 2 0,9-4 0,17-3 0,-9 0 0,4-1 0,-2 0 1219,-4 2 1,2 0-1220,1 0 0,4-1 0,2-1 0,-2 2 0,2 0 0,0 2 0,2-1-557,2 1 1,4 1 0,1-1-1,-1 0 1,-3 0 556,3-1 0,-4 0 0,3 1 0,1 2 0,4 0 0,-4 1 0,-8-1-1026,-2-3 1026,-8 5 0,0 0 0,7-4 0,-28 5-1771,-16 3 1771,-9-3 0,-7 5 0,-5 0 0,9-3 0,-2-2 0,-1 2 0,-1 0 0,-1 1 0,-2 0 0,-1-1 0,6 0 0,-2-1 0,-1 0 0,0-1 0,1 1 0,-1 0 0,2-1 0,0 1 0,1-1 0,-1 0 0,1 0 0,0 0-388,-4 0 0,1 0 0,0 0 1,1 0-1,0 0 388,2-1 0,-1 0 0,1 1 0,1-1 0,3-1-102,-12 1 1,4-1 101,-5 1 0,5 0 3057,12 0-3057,16-1 3276,26 2-1981,8-2-1295,2 0 0,1-1 3276,4 1-2814,-4 0 1,6 0 0,0 0-1556,-9-1 1,-1 1 0,3-1 829,3 1 0,3-1 1,3 1-1,-2-1 0,-4 0-147,3 1 0,-4-1 1,0 0-1,6 0 1,1 0-1,-12 1 0,-16 0 1</inkml:trace>
  <inkml:trace contextRef="#ctx0" brushRef="#br0" timeOffset="155731">24184 13360 24575,'15'-8'0,"12"-3"0,-4-3-1093,2 2 1,6-1 0,-4 0-547,-8 3 1,2 0 1091,2-1 1,8-2 0,2-2 0,1 0 0,-3 2 0,-6 3-1032,-1 0 0,1 0 1578,4-2 0,6-3 0,2 0 0,-1 1-263,-4 2 1,1 1 0,0 0-1,-3 1 263,1 0 0,-1 1 0,4-2 0,-5 2 0,5-2 0,2-1 0,2 1 0,0-1 0,-1 2 0,-3 0-427,3 1 0,-2 2 0,-2-1 1,1 1-1,-1 0 427,-2-1 0,0-1 0,0 1 0,-1 0 0,0 1 209,9 0 1,1 1-1,-4 1 1,-9 1-210,-4 1 1084,4 1 1,-4 1-1085,-16 1 0,-2 0 0,-6 0 0</inkml:trace>
  <inkml:trace contextRef="#ctx0" brushRef="#br0" timeOffset="156495">25660 12792 24575,'2'16'0,"0"6"0,1 5-1639,-1-5 1,2-1-1639,-1-1 2149,1 3 1,1-1 1127,0-11 1761,3 18-1761,-4-21 0,1-3 0,-1-16 3276,-1-16-1638,-2 7 0,0 0-1536,-1-8-102,0-4 394,-1 21-394,-1-2 0,-4-5 0,1 9 0,-1-1 0,11 6-3277,22 3 0,-10-1 2845,11 1 0,1 0 432,-5 4-1639,-1-1 1,-2 1 588,-4 1-1843,9 10 2893,-20-11 2893,14 11-2893,-11-4 424,-2-2-424,5 3 3276,-10-5-2015,-2-1 2015,-23 6-1638,-4 0 0,-3 1-1522,1-3 0,-1 1-565,3-1 0,-3 0 0,0 1 0,1-1 449,1 0 0,0-1 0,1 0 0,2-1 0,0-1 0,1 1 0,-7 4 0,5 0-160,7-1 160,0 0 0,8 0 0,17-3 0,8-3 0,-2 2 0,-2-4 0,-7-2 0</inkml:trace>
  <inkml:trace contextRef="#ctx0" brushRef="#br0" timeOffset="157330">23095 12729 24575,'-23'9'0,"-11"6"-1639,13-2 1,1 0-1639,-9 4 1638,12-5 1,3 0 2966,8-4-1328,0 0 1719,9 1-1719,5-6 0,13 0 0,6-4 0,-2-4 0,2-2 0,-1-1 0,0 0-503,2-2 1,-1-1 502,-6 3 0,-2-1 0,5-7 0,-10 9 3276,-7-1-266,-6 10-3010,2 11 0,4 21-1639,0-1 1,2 4 1462,0-9 1,0 1 0,0 0 175,-2-1 0,0 0 0,0-1 0,3 3 0,1-1 0,-2-4 0,-1 6 0,0-11 0,-3-2 0,-4-8 0,0 0 0,-8 4 0,4-8 1202,-7 3-1202,-9-6 0,1-2 0,-13-1 0,9-4-1340,3-2 0,2-1 1340,2 1 0,-15-8 0,22 10 0,-1-2 0,0 1 0,5-4 0,0-1 0,6-11 0,-1 11 0,3-3 0</inkml:trace>
  <inkml:trace contextRef="#ctx0" brushRef="#br0" timeOffset="158531">28119 13084 24575,'-22'22'0,"0"0"0,8-5 0,2 0 0,-6 13-529,9-12 1,2-1 528,1 8 346,8-2-346,9-3 176,19-2-176,1-13 0,2-5 0,-9 0 0,1-3-1043,0-1 0,1-3 0,-4-1 1043,8-9-408,-6 1 1,-2-1 407,-1-5 0,-8 0 0,-2-1 0,-4 1 0,-6-9-1639,-13 11 1,-2 2-386,5 1 2024,-9-3 0,-3 1-1199,-6 5 1199,-6-1-983,4 8 1,1 1 982,5 3 0,1 3 0,2 1 596,10 1-596,-5 7 3276,3 4-2524,8 11-752,-2-6 0,9 6 200,-1-20 0,1 3 0,-2-7 0</inkml:trace>
  <inkml:trace contextRef="#ctx0" brushRef="#br0" timeOffset="158780">28501 13189 24575,'24'-7'0,"6"1"0,5 1 0,-4 0 0,1 0 0,0 1-1086,0 0 0,0 1 0,2 0 1086,-4 1 0,2 1 0,-1-1 0,-6 1 512,-5 1 0,-1 0-512,18-2 0,-5-1 0,-24 0 0,13-3 0,-20 5 0</inkml:trace>
  <inkml:trace contextRef="#ctx0" brushRef="#br0" timeOffset="159417">29129 13135 24575,'16'5'0,"-5"-2"0,-1-2 0,-6-1 0,0-1 0,2-11 0,-1-3 0,3-8 0,-1 2 0,-2 6 0,0 4 0,-2 5 0,0 11 0,3 29 0,-3-15 0,-1 2-1193,0 9 0,1 1 1193,-2-9 0,0 0 0,-1 3 0,0-1 0,0 1-474,1 12 474,-1-24 0,2 3 0,-1-11 0,1-2 0,1-6 2323,-1-2-2323,0-13 0,1-2 0,0-2 0,1-15-1639,0 6 1,0 2-1332,-3 6 2477,-4-7 0,-2 0 493,-3 9 0,1-3 0,-2 2 0,-2 7 0,-4 0 0,2 6 0,-7-1 0,4 6 0,-14 2 0,10 3 0,-7 3 0,0 1 0,10 0 0,-7 1 0,1 1 840,10 1-840,-9 2 0,12-2 0,5-4 0,5-3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2:37:39.365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11977 4590 24575,'17'-12'0,"6"-4"0,3-1 0,1 0 0,0 1 0,-7 4 0,5-2 0,5-3 0,-5 3 0,1 0 0,-4 3 0,4-2 0,-2 1 0,-4 1 0,-1 1 0,15-5 0,-6 1 0,-22 10 0,0 1 0,-4 2 0</inkml:trace>
  <inkml:trace contextRef="#ctx0" brushRef="#br0" timeOffset="1652">12145 4538 24575,'0'0'0</inkml:trace>
  <inkml:trace contextRef="#ctx0" brushRef="#br0" timeOffset="383138">8540 6465 24575,'14'-28'0,"-1"0"0,1 1 0,-3 1 0,2-1-1639,-2 10 1,-1 1 1268,-1-1 1,0 0 0,9-12 0,-8 11 0</inkml:trace>
  <inkml:trace contextRef="#ctx0" brushRef="#br0" timeOffset="391280">13619 7131 24575,'22'-23'0,"-9"7"0,9-8-547,-5 2 1,-1 1 0,-4 6 0,2-2 0,0 0 0</inkml:trace>
  <inkml:trace contextRef="#ctx0" brushRef="#br0" timeOffset="392685">2389 8254 24575,'23'0'0,"8"1"0,4 0 0,-1-1 0,3 0-656,-9 0 1,3 1-1,2-1 1,0 0 0,-3 0-438,5 0 1,-2 0 0,7 0 727,-13 0 1,5 0 0,2 1 0,2-1 0,1 0 0,0 0 0,0 0 0,-2 0 0,-3-1-183,4 1 1,-3 0 0,0-1 0,-1 1 0,2-1 0,4 1 509,-5 0 0,4-1 0,1 1 1,2 0-1,1 0 0,-1 0 0,-1 0 1,-2 0-1,-2 0 0,-4 0 204,3 0 1,-5-1 0,-1 0 0,1 1 0,2-1-168,4 1 0,5 0 0,1 0 0,-2 0 0,-4-1 0,-7 0 0,-3-1 0,-2-1 0,8 2 0,4 1 0,-6-2 0,-1-4 0,5 5 2940,-19-1-2940,9-1 3276,-6 1-1411,-1-1-1865,9-2 0,-14 3 0,-4 0 0</inkml:trace>
  <inkml:trace contextRef="#ctx0" brushRef="#br0" timeOffset="393370">5396 8273 24575,'4'0'0,"8"0"-3277,20 0 0,-15 0 1638,5 0 1,3 1-1,-1 0 1,-1 0 1270,11 1 148,-5-2 0,9 1 1,-1-1-1,-9 0 220,2 0-229,-5 0 1,7 0-1,0 1 1,-6-2 228,10-2 0,-11 3 0,3 0 0,11-2 0,-3-1 0,-3 2 0,-9 0 0,-2 0 2360,3-1-2360,-9 1 0,19-2 0,-18-1 0,5 1 0,-13 2 0,1 1 0</inkml:trace>
  <inkml:trace contextRef="#ctx0" brushRef="#br0" timeOffset="395286">8230 8136 24575,'11'-2'0,"4"-1"0,-5 3 0,4-1 0,-1 1 0,1-2-1639,8 1 1,0-1-1639,-5 0 2302,5-1 1,1 0 1235,6-1-261,0 1-1639,0-1 1,-1 2 861,-7 1 383,8-1 1,0 0 393,-4 0 1608,4 0 0,5 1-1608,1 1 0,0 0 55,-10 0 0,0-1-55,12 0 0,-1 1 0,-14 0 0,-1 1 0,3-2 0,1 1 0,7 0 0,2 1 0,-4 0 0,7 1 0,-8-2 0,5 0 0,-5 0 1497,-10 0 0,0 0-1497,11 0 0,4 0 0,-2 0 0,2 0 0,-4 0 0,-7 0 0,0 0 0,4-1 0,6 1 0,-1-1 0,-5 0 0,-6 0 0,0-1 0,8 1 0,4-1 0,-3 1 0,-6-1 0,1 0 0,4 0 0,3 1 0,-3-1 0,-3 1 0,-1 0 0,1 0 0,2 0 0,-2 1 0,-3-1 0,0 2 0,14-1 0,-2-1 0,-1 1 0,-9 0 0,4 0 0,-4 0 0,-6-1 0,0 1-122,12 0 0,3 1 122,1-2 0,1 1 0,-10 0 0,0 1 0,1-1 0,6 1 0,3-1 0,-1 1 0,-4-1 0,0 0 0,0 0-543,2 1 0,1 1 0,-1-1 543,-3-1 0,0 0 0,0 0 0,-1 0 0,0 1 0,0-1 0,-2 0 0,4 0 0,1 0 0,0 0 0,6 1 0,-2-1 0,-6-1 0,-6 1 0,-1-1 0,11 1 0,5 0 0,-3 0 0,-6-2 0,1 1 0,0 0 0,3 1 0,-2-1 0,1-1 0,0 0 0,-4 1 0,1-1 0,-3 0 0,-3 1 0,-1 0 0,7-2 0,-2 1 0,-5 2 0,-3-1 0,1 0 549,11 0-549,4-1 0,-5 1 0,0-1 0,-7 0 0,0 0 0,3 2 0,2-1 0,-1 0 0,2 0 0,-1-1 84,-1 2 0,0 0 0,-1 0-84,-1-2 0,0 1 0,6 0 0,2 0-1040,-8 0 0,0-1 0,-2 1 1040,2 0 0,-1 0 0,10-1 0,-1 0-987,-11 1 1,-2-1 986,12 0-736,-1-2 1,6-1 0,-8 1 735,-9 2 64,3-2 0,6-1 1,-4 1-65,4 3 0,-11-1 0,3-1 0,12 0 0,0 1 0,-4-2 0,-1 2 0,4 0 0,-3 0 990,-10 0 0,0 1-990,7 0 0,4 1 0,-5-1 0,9 0 0,-2-1 0,6 0 0,-5 1 0,-13 0 0,0-1 667,11-1 0,5-1 1,-4 0-668,-12 3 0,0 0 0,11-2 0,-1 1 0,4 2 0,-2 0 0,0 0 757,-7 0-757,-1 0 0,-1 0 0,1 0 0,7 0 0,2 0 0,-14-1 0,-1 0 0,13 0 0,-2 1 0,-6-2 521,-3-1 1,-3 0-522,-5 1 2049,15-3-2049,-18 4 326,-5 1-326,3 0 3276,1 0 0,2 0-3044,4 0-232,-4 0 0,-1-2 0,-9 2 0,1-1 0</inkml:trace>
  <inkml:trace contextRef="#ctx0" brushRef="#br0" timeOffset="396439">15271 7841 24575,'-16'24'0,"1"-1"0,-1 1 0,-1 2 0,0-2 0,-6 4 0,0-3-573,8-10 1,-1-1 572,-9 8 0,1-1-3277,-3 1 2346,7-7 1,-1 0 930,4-4 0,-1 0 319,2-2 1,-1 1-320,-8 5 0,0 0 0,-4-1-1639,5-2 1,1-1 0,3-2 1638,-2 1 0,-4 0-332,0-1 0,-3-1 332,1 0 0,-3 0 0,-4 0 0,7-2 0,-3 0 0,-3 0 0,-1 0 0,0 0 0,0-1 0,3 1-268,-5 1 0,2-1 0,1 0 1,-2 1-1,-2-1 268,6-2 0,-3 1 0,-1-1 0,0 1 0,-1-1 0,1 0 0,2 0 0,1 0-365,-4 0 1,3-1 0,1 1 0,-1-1 0,-3 0 364,7-1 0,-3 0 0,-1 0 0,0-1 0,-2 1 0,1-1 0,1 1 0,1-1 0,2 0 0,-3 0 0,1 0 0,2 0 0,0 0 0,-1 0 0,-1-1 0,-2 1 0,-3 0 0,-1 0 0,1-1 0,0 1 0,3-1 0,4 1 53,-8-1 1,4 0-1,1 0-53,3-1 0,0 0 0,5 0 0,-9 0 0,11-1 0,3 0 3100,9-2-3100,-8-1 0,2-3 0,0 2 0,-16-8 0,2 3 0,6 4 0,0-1 0,-3-2 3276,-3 2-3165,15 2-111,8 4 3276,-3-1-2517,11 4 0,-1 0 1,2 0-1</inkml:trace>
  <inkml:trace contextRef="#ctx0" brushRef="#br0" timeOffset="397362">12412 8359 24575,'0'13'0,"0"8"0,0-9 0,0 22 0,0-24 0,0 13 0,0-17 0,0-4 0,0-11 0,-4-14 0,3 7 0,-3-7 0,2 16 0,2 2 0,0 1 0,3 1 0,1 3 0,3-2 0,9-2 0,-3 1-3277,17-4 0,-19 5 3047,14-4 230,-18 6 0,7-3 0,-4 3 0,-4 1 0,3 1 3276,-5 0 0,-7 2-6553,-10 5 2,3-3 3275,-7 7 0,5 0 0,1 2 0,0 0 0,5-5 0,5-4 0,-2-4 0,1 5 3276,6-5 0,3 3-3044,8-2-232,-5-2 0,8 1 0,-12-2 0,1 1 0,-9-1 0,-4 3 0,1-1 0,0 0 0,4-1 0</inkml:trace>
  <inkml:trace contextRef="#ctx0" brushRef="#br0" timeOffset="400240">12472 8445 24575,'-8'11'0,"3"-4"-3277,-5 6 0,6-9 1328,-4 6 1949,2-2 1719,4-3-1719,-5 5 0,5-6 0,-1 3 3276,1-2 0,1 1-3044,1-1-232,-2-1 0,2-3 0,0-9 0,-1-13 0,-1 1 0,-1-10 0,1 9 0,1 3 0,1 1 0,0 6 0,0-2 0,0 5 0,0-6 0,4 5 0,-2 1 0,4 2 0,0 3 0,-1 3 0,12-2 0,-7 2 0,15 2 0,-13-1 0,13 5 0,7 2 0,-9-2 0,11 3 0,-25-6 0,4 3 0,-7-5 0,-2 2 0,-7 2 0,-6 0 0,-9 7 0,-7 2 0,8-1 0,0 0 0,-5 0 0,3 4 0,2-2 0,5-8 0,-12 11 0,17-13 0,2-2 0,9-2 0,3-3 0,4-2 0,1 1 0,-3 0 0,-1 1 0,0-2 0,-1 1 0,1-1 0,-4 3 0,-2-1 0,4-4 0,-4 1 0,2-3 0,-2 3 0,-2-1 0,-2 0 0,0-2 0,0 0 0,-2-3 0,1 4 0,-4-9 0,1 4 0,0-1 0,0 3 0,4 6 0,-2-2 0,3-1 0,-1 1 0,1-1 0,0 4 0,2 1 0,8-1 0,-4 3 0,11-3 0,-4 3 0,7-2 0,15 4 0,-1-2 0,2 4 0,-6-2 0,-17 3 0,1-4 0,-10 1 0,-1-2 0,-5 4 0,-9 8 0,1 3 0,-6 4 0,3-4 0,4-7 0,3-2 0,4-5 0,1-1 0</inkml:trace>
  <inkml:trace contextRef="#ctx0" brushRef="#br0" timeOffset="407877">9799 11565 24575,'-28'-5'0,"12"2"0,-5 0 0,5 0 0,-1 1 0,-14-1 0,14 1 0,-10 1 0,13-1 0,-15-1 0,13 1 0,-10-1 0,15 2 0,-12 1 0,-1-2 0,3 2 0,-12 3 0,16-1 0,-8 2 0,-2 1 0,-8-1-322,11-1 0,-1 1 322,-11 1 0,11-2 0,3-1 0,1 0 0,1 2 0,-4-2 0,-1 0 0,4 1-1639,-4 1 1,0 0-1639,5-2 1638,-12 5 1,1 0 504,17-5 1278,-9 3 0,-1 2-144,3 2 0,8-2 0,-4 1 0,0 0 3276,5-2-2015,-12 8 2015,2 1-1638,5-4 0,1 1-1406,-3 3-232,-12 6 0,20-8 0,-4 1 0,1 3 0,2 5 0,6-11 0,-3 11 0,7-11 0,-2 9 0,2-5 0,1 11 0,1-3 0,1-1 0,4-1 0,1-7 0,5 6 0,-3-6 0,5 3 0,-4-6 0,7 3 0,-4-3 0,20 8 0,-18-10 0,6 1 0,4 0 0,4-2 0,-1-1 0,8 5 0,0-4 0,-2-1-462,-11-5 462,0 1 0,0 0 0,-1-1 0,8 0 0,0-1 0,-7-1-817,9 1 0,0-1 817,3 0 0,-9-1 0,0 0 0,-5-1 0,0 0 0,9-2 0,0-1 0,7-1 0,-8 0 0,0-1 0,3 1 0,-12 1 0,2-1-23,-3 1 0,1 1 23,4-2 0,-1 0 0,-1 1 0,0 1 0,6-4 0,-1 1 0,5 2 0,-11-1 0,0 0 0,11-1-3277,-4-1 2478,-5 3-1936,8-5 2735,-17 7 939,19-13-939,-19 7 0,14-11 0,-15 7 31,7-5-31,-10 6 3276,4-7-2609,-4 1-667,0 1 0,1-6 0,-8 14 3276,5-14-2652,-6 12-484,3-6-140,-4 5 0,1-5 0,-1 2 0,-1-1 0,1-4 0,-2 7 0,-1-14 0,0 11 0,-2-5 0,-1 11 0,1-4 0,-3 6 0,2-3 0,-3 2 0,3 3 0,-19-8 0,13 9 0,-22-7 0,16 8 0,-10 1 0,4-1 0,-8 1 0,6 1 0,-4 1 0,2 1 0,4 0 0,-12-1 0,20 0 0,-10-1 0,22 0 0,-2 0 0,5 1 0</inkml:trace>
  <inkml:trace contextRef="#ctx0" brushRef="#br0" timeOffset="412135">12622 12119 24575,'4'-2'0,"5"-1"0,-1 2 0,9-3 0,-8 3 0,11-1 0,2 1 0,-2 1 0,3-1 0,2 0 0,9 1 0,-2 0 0,-4 0 0,2 0 0,7 0 0,-9 0-2042,-13 2 2042,15-3 0,2 0 0,1 2-1093,-6-1 1,4 0 0,-3 0-323,-4 0 0,0 0 322,10 0 1,5 0 0,-10 0 284,-13 0-558,16-2 1,-2 0 1365,-17-1-710,12-1 1,0-1 709,-12 2 892,11-1 0,0 0-892,-12 3 2912,19-6-2912,-24 5 3276,2-3-2197,-3 1-1079,-1 0 3276,3-1-40,-1-3-2415,0 0-821,10-14 0,-7 9 0,9-11 0,-11 11 0,7-10 0,-4 1 0,-1 1 0,-1 1 0,-6 11 0,0 3 0,0 0 0,0 4 0,-1-1 0,-1 2 0</inkml:trace>
  <inkml:trace contextRef="#ctx0" brushRef="#br0" timeOffset="414390">1562 13381 24575,'8'3'0,"2"2"0,1 0 0,19 8-1639,-11-6 1,0 0-1639,11 7 2302,-11-7 1,-2 0 1778,8 5-804,1 0 0,-3-1 0,1 0 0,-6 0 0,0 0 0,15 5 0,-16-3 0,-2-2 0,-4-6 0,9 9 0,-14-10 0,4 0 0,-7-2 3276,3-1-221,-2 0-2713,5 0 0,-7-1 0,2 0 0</inkml:trace>
  <inkml:trace contextRef="#ctx0" brushRef="#br0" timeOffset="415147">2052 13557 24575,'-5'2'0,"-4"2"0,5 0 0,-2 2 0,6-4 0,7 0 0,-1-1 0,10 0 0,-8-1 0,9 0 0,-12 1 0,-4 9 0,-14 5 0,-1 2 0,-4-2 0,8-8 0,2-2 0,2-1 0,2 0 0,2-3 0,-1 1 0</inkml:trace>
  <inkml:trace contextRef="#ctx0" brushRef="#br0" timeOffset="418357">10335 14165 24575,'6'0'0,"-1"0"0,9 3 0,1-1 0,6 4 0,1-3 0,4-1 0,1 0 0,3-1 0,-2 1-1458,9 0 1,0-1 1457,1-1 0,2 0 0,-6-1 0,-12 1 0,0-1 0,5-1 0,2 0 0,-5 1 0,2-2 0,2 1 0,2-1 182,-8 1 1,0 0-183,5-3 0,2 0 0,-1 3 0,1 1 0,-2 0 0,-1-2 0,-2-1-1639,8 3 1,-2 1 1444,-6 0-479,5 0 1,0 0 672,-3 0 0,3 1 0,-2 1 0,-7-1 800,0 1 1,0 0-801,4 1 0,2-2 264,-2 1-264,-8-2 0,2 0 3276,8 0-2955,-2-2 280,-5 2-601,0-1 0,-4-1 0,-1 0 0,7 1 0,-12-1 0,5 1 0,9-1 0,-8 0 0,14 1-820,-12 0 1,-4 0 0,1 0 0</inkml:trace>
  <inkml:trace contextRef="#ctx0" brushRef="#br0" timeOffset="420118">2926 14832 24575,'26'3'0,"-1"0"0,9 0 0,-9-1 0,6 0 0,1 1 0,-2-2-1093,-2 0 1,-2 0 0,4-1 545,-2 1 1,4-1 0,3 1 0,0-1 0,-1 1 0,-4-1-274,-1 0 1,-2 0 0,0 0 0,5 0 518,-4 0 1,5 0-1,2 0 1,3 0-1,0 0 1,-1 0-1,0 0 1,-4 0 0,-3 0-4,8-1 1,-6 1 0,1-1 0,6 0 303,-10 0 0,5 1 0,2-1 0,2 0 0,2 1 0,-1-1 0,-1 0 0,-2 1 0,-3-1 0,-4 0-314,6 0 1,-5 0 0,0 0 0,4-1 313,-2 1 0,5-1 0,2 0 0,2 0 0,-1 0 0,-2 0 0,-3 0 0,-7 1 0,3 0 0,-6 1 0,3-1 0,3-1 0,6-1 0,0 0 0,-4 0 0,-7 1 2714,9 0-2714,-3-1 0,-1 1 0,-7 0 0,4 2 0,1 2 453,0 1 1,-2-1-1,-14 1 1</inkml:trace>
  <inkml:trace contextRef="#ctx0" brushRef="#br0" timeOffset="420827">4966 15108 24575,'10'10'0,"-1"6"0,4 14 0,-4-11 0,-2-11 0,-4-27 0,-1 0 0,-7-15 0,0 10 0,-1 6 0,1 1 0,13 7 0,6-1 0,6 1 0,13-2 0,-6 7 0,4-4 0,-3 2 0,-11 4 0,1-1 0,-16 7 0,-3 1 0,-13 10 0,4-3 0,-7 4 0,0-1 0,2 2 0,0-3 0,2 0 0,6-2 0,5-1 0,2-4 0,0-3 0,0-2 0</inkml:trace>
  <inkml:trace contextRef="#ctx0" brushRef="#br0" timeOffset="427914">24893 3969 24575,'1'34'0,"-1"1"0,1-1 0,-1-10 0,0-2 0,0 7 0,-1 3 0,0-4-1639,0-5 1,-1-3-1,-2-1 1,1 2 1120,1 4 1,1 3 0,-1-2-1122,-2-2 1,0 0 1369,3-1 1,-1 2 268,0 1 0,-2 2 0,2-5 2086,-1-6-2086,0 15 0,0 10 0,0-9 0,-1-14 0,2 7 0,1 8 0,-1-7 0,-1-12 0,1 11 0,0 7 0,0-6 3050,0-4-3050,-1 7 0,0 6 0,1-8 3276,2-13-2190,-2 10 0,0 1-1086,2-9-1639,-1 12 1,1 1-1427,0-6 3065,-1 4 0,2-3 0,1-9 0,0 3 0,-1 2 0,2 10-976,-2-3 0,0-1 976,0-3-15,-1 3 0,1 0 15,-1 1 0,-1-5 0,1 0 0,-1 0 3276,0 2-1657,0-13-4896,-1 9 1348,-1-12 3820,1 6-1891,1-4 902,1 10-902,-2 10 0,2-6 0,-4 5 0,3-21 98,-3 8 1,3-12-1,0 1 1</inkml:trace>
  <inkml:trace contextRef="#ctx0" brushRef="#br0" timeOffset="428785">24665 5650 24575,'5'23'0,"0"8"0,-1-1 0,0 3 0,-3-19 0,-1 6 0,0-10 0,1 5 0,1-6 0,1 0 0,0 1 0,-1-4 0,-1-9 0,-2-2 0,-4-21 0,3 13 0,-2-5 0,0-1 0,1 6 0,-1-16 0,2 20 0,2-10 0,0 8 0,0-2 0,3 6 0,-1 4 0,4 1 0,0-1 0,1 3 0,7-4 0,-5 1 0,6 3 0,-4 4 0,-4 2 0,3 10-3277,-6 5 0,0-5 0,-3 20 1787,-2-28 1442,-1 10 1,1 1 47,-1-9 0,-2 16 0,3-17 0,0 8 0,1-1 0,0-4 3276,0 1-2669,12-26 0,3-8-607,0 2 0,3-5 0,4-5 0,-4 5 0,-2 1 0,0 2 0,-4 4 0,-11 14 0</inkml:trace>
  <inkml:trace contextRef="#ctx0" brushRef="#br0" timeOffset="434556">24716 5756 24575,'24'1'0,"4"0"0,3-1 0,-8 1 0,1 1-1564,14-2 1,-1 0 1563,-3 1 0,-2-1 246,-12 0 0,-9 0 1,-6 0-1</inkml:trace>
  <inkml:trace contextRef="#ctx0" brushRef="#br0" timeOffset="440057">26566 7161 24575,'14'0'0,"5"0"-3277,12-1 0,-13 0 0,10 0 3906,0-1-629,4 0 0,-4 2 0,2-2 0,-10 0 0,1-1 0,8 0 0,5 0 0,-3 0 0,-4-1 0,0 0-138,5-1 1,3 0 0,-2 0 137,1 1 0,1-1 0,-8 1 0,3 0 0,-1 0 0,-3 0-1079,5-1 1,-1 1 1078,2-1 0,4 0 0,-3 0 0,3 0 0,-2 0 1268,0 0 0,2-1-1268,-2 2 0,2-1 0,-4 1 0,-9 1 0,-1-1 0,4 0 0,2-1 0,-6 1 0,-3 1 0,4-1 0,0-2-468,2-6 468,-4 2 1810,9-10-1810,-4 1 0,1-7 807,-4 6 0,1-1-807,-4 3 0,-1-2 0,6-3 0,0-3 0,-3 3 0,0-1 0,-3 2 152,-3 5 0,-1 0-152,3-5 0,3-1 0,-3 1 0,-2 1 0,-2 1 0,5-6 0,1-4 0,-4 4 0,0-4 0,1-1 0,-2 4 0,-3 5 0,0 1 0,0-3 0,0-5 0,1-6 0,1-4 0,0 1 0,-2 1 0,-1 5-1093,1-1 1,-2 4 0,0-5 1077,-2 3 1,2-4 0,-1-4-1,1-1 1,-1 1 0,-1 2-1,0 5 15,-1 0 0,-1 3 0,0 1 0,0-3 0,-1 2 0,1-4 0,-1 0 0,0 0 0,1 1 0,-2 3 0,2-8 0,0 3 0,0-3 0,0 3 0,0-4 0,1-1 0,-1 3 0,-1 3 0,0 3 0,0 4 0,-1-3 0,2-4 0,0-4 0,0 0 0,0 1-820,-2 6 1,0 1 0,-1 0 0,1 3 732,0-10 1,1 0 86,-1 7 0,1-3 0,0 1 0,0 6 640,4-6-640,-1 9 0,0 1 0,6-5 0,1 5 0,0 1 0,3-3 0,-3 7 0,0 2 0,2 0 1113,4-3-1113,-3 4 3276,0 1-3098,-8 6 0,-4 5 0,-5 1 0</inkml:trace>
  <inkml:trace contextRef="#ctx0" brushRef="#br0" timeOffset="441064">29033 4203 24575,'-7'6'0,"-13"13"0,8-10 0,-7 10 0,7-8 0,2 0 0,1 0 0,2-4 0,7-8 0,1-5 0,10-27 0,1 5 0,-5 9 0,0 1 0,3 0 0,-4 8 0,-1 6 0,-2-1 0,0 3 0,0 1 0,2 2 0,7 2 0,1 4 0,10 3 0,-1 2 0,3 0 0,-9-4 0,0-1 0,-9-2 0,-1 4 0,-2 5 0,-4-2 0,3 4 0,-3-5 0,-2 7 0,-11 5 0,-1-1-3277,-7 3 0,10-14 3047,-4 1 230,7-5 0,-1-1 0,4 0 0,4-7 0,5-2 3276,3-10 0,-2 6-3044,-1-2-232,-6 7 0,-1 2 0,2 0 0,-1 0 0</inkml:trace>
  <inkml:trace contextRef="#ctx0" brushRef="#br0" timeOffset="446806">18081 8127 8191,'26'1'0,"0"0"0,0 0 0,-4-1 0,2-1 1092,9 2 0,5 0 0,-3 0-903,-8-2 1,-2 0-190,-2 1 0,0 0-742,7 0 0,-2 0 742,-6 0 0,1-1 0,0 0 1753,1-3-1753,7 1 0,-6 1 0,1 1 0,9 1 0,-10 0 0,7 0 0,0 0 0,-2 0 466,-4 0 1,-1 1 0,4 0-467,1-1 0,5 1 0,1-1 0,0 1 0,-3-1 0,-2 1 0,-2-1 0,0 1 0,3-1 0,-2 0 0,2 1 0,3-2 0,0 1 0,-1 0 0,-2 0 0,-4-1 0,8 1 0,-5-1 0,5-1 0,-5 0 0,6 0 0,3-1 0,0 0 0,-3 0 0,-4 0 0,-9 1 0,-3-1 0,-2-1 0,11 0 0,8-2 0,1 0 0,-6 0 220,-3-3 1,-2 0-221,-2 2 0,0 0 0,0 0 1638,3-2 0,-2 1-1387,-6 1 0,-2 1 439,8 2-690,-2 1 0,6 2 0,2-1 0,5 1 0,-2 0 611,-7 0 1,-1 1-1,3 1-611,0-1 0,4 0 0,1 0 0,-3 0 0,-5 0-827,-1 0 0,-1 0 827,9-1 0,4 1 0,-8-1 0,-2-2 445,-10 2 0,1 0-445,0-3 0,-2 1 0,-1 0 0,-3-1 0,-12 2 0</inkml:trace>
  <inkml:trace contextRef="#ctx0" brushRef="#br0" timeOffset="451534">18541 8819 24575,'34'0'0,"1"1"0,-4-2 0,2-2 0,1 2 0,1 0 0,0 1 0,0-1-1093,1-2 1,0-1 0,-5 0-516,-8 2 0,-1 0 1608,2-4 0,-1 1 1896,2 2-1896,-4-2 0,0-1 0,-5 1 0,12-4 0,-7 2 0,-11 4 0,5-2 0,-13 3 0,4 1 0</inkml:trace>
  <inkml:trace contextRef="#ctx0" brushRef="#br0" timeOffset="453031">20010 8766 24575,'17'0'0,"0"0"0,9 0-1639,2-1 1,0 1-1639,-1-1 2184,-1 1 1,4-1 0,-7 1 2420,-8 0-1328,13-1 0,9 1 0,-4-1 0,-13 1 0,1 0-563,11 0 0,6-1 0,-5 1 563,-11 0 0,-1 0 0,11 0 0,4 0 0,-6 0 0,6 0 0,-4 0 0,6 0 0,-6 0 0,-3 0 0,-2-1 0,4 1 0,-6-1 0,-2 1 0,9-1 0,9 1 0,-9-1 3009,-7 1-3009,0 0 0,6 0 0,-3 0 0,-2 1 0,-1 0-1639,8-2 1,0 1 1074,-6 0 0,-1 1 2037,-2-2 0,0 0-1473,-1 2 0,-2 0 0,11-1-1639,2 1 1,-2 0 994,-10-1 728,11-1 0,2 0-84,-7-1 0,4 1 0,0 1 0,-9-2 0,-1 2 0,0 0 0,-7 0-1339,19 0 0,0 0 1339,-15 0 266,4 0 0,6 0 1,-6 0-267,-2 0 204,8 0 1,-1 0-205,-6-1 3276,9 0-3275,-4-1 3275,-5 1-1652,13-1-1624,-16 0 0,17 0 0,-20 1-952,10 0 0,1 2 952,-9-1 0,3 0 0,1 0 264,0 0-264,0 0 0,6 0 0,-13 0 0,-3 1 0,-4-1 3276,6 2-37,1-2-3239,12 1 0,-8-1 0,13 2 0,-17-2 813,11 0-813,-16 0 0,-1 0 0,-5 0 0</inkml:trace>
  <inkml:trace contextRef="#ctx0" brushRef="#br0" timeOffset="454451">26641 8658 22008,'37'0'0,"-15"0"0,3-1 0,10 0 0,1 0 0,-10 0 0,-2 0-870,7 0 0,-3 1 870,-2 0 0,-7 0 0,1 0-1639,2 0 1,0 0-1025,2 0 2663,-5 0 0,3 0-326,10-3 0,1 0 326,-12 2 0,2 0-592,6-1 1,9-2 0,3 0 0,-3 0 0,-9 1 591,-6 1 0,0 1 0,4-1 0,8-1 0,1 0 0,-2 0 0,-9 1-315,8 0 315,1 1 0,3 1 0,-9-1 0,-3 0 0,11 1 0,-2 0 0,0 0 0,-1 0 0,-1 0 0,-1 0 0,-2 0 0,-3 0 0,-2 0 0,-7 0 807,4 0 0,-1 0-807,-4 0 0,6-1 0,2 0 0,-12 0 3276,6 1-3114,-11 0 0,-2 0 0,-3 0 0</inkml:trace>
  <inkml:trace contextRef="#ctx0" brushRef="#br0" timeOffset="458479">22510 11593 24575,'31'0'0,"1"0"0,-1 0 0,0 0 0,0-1 0,-1 1 0,0 0 0,0-1 0,0 0 0,1 1-656,5-1 1,0 1-1,0 0 1,1-1 0,-1 1-1,1-1 1,1 0-1,-1-1 1,0 1 0,-4-1-114,-1 1 0,-3-1 0,-1 0 0,1 1 769,1-1 0,0 1 0,0-1 0,0 0 0,1 1 0,0-1 0,-1 0 0,-3 1 0,1-2 0,0 1 244,6 1 1,3 1-1,-3-1-244,-3 0 0,-1 0 887,4 1 0,-1 0-887,-6 0 0,-4 0 0,-5 3 0,5-1 0,0-1 3276,-7 3-2990,16 1 0,0-1 0,-20-2 1,11 2-1,0-1 0</inkml:trace>
  <inkml:trace contextRef="#ctx0" brushRef="#br0" timeOffset="459786">29086 10717 24575,'9'23'0,"-2"-3"0,3 1 0,-2-1 0,-1-3 0,3 14 0,-1 2-1043,-3-14 1,0 1 1042,1 2 0,-1 1 0,-2-1 0,0 0-42,2 8 1,0 3 41,-4-7 0,-1 2 0,1-2-828,2-2 0,-1 1 828,0 1 0,-1 3 0,0-5 0,2 4 0,-2-5 0,1 1 0,0-2 0,-1-2 0,-1 0 0,2 0 0,0-1 0,-3-7 0,2 8 1397,-2-20-1397,0-11 0,0 4 0,0-4 0</inkml:trace>
  <inkml:trace contextRef="#ctx0" brushRef="#br0" timeOffset="461480">29479 10664 24575,'10'-5'0,"1"2"0,10-3 0,0 2-1639,3 0 1,0 0-1639,-1 0 2184,0 1 1,6 0 0,-2 0 779,-7 0 0,0 1 313,17-1 0,0 0 0,-11 0 0,1 1 0,0-2 0,3 0 0,-1 1 0,0 1 0,0-1-17,1-1 0,2 0 1,-3 0 16,-3 2 0,-1 0 0,0-1 0,1 1 0,1-1 0,2 1 0,1 0 0,-1-1 0,-2 1 0,0-1 0,0 1 0,3-1 0,1 0 0,-5 0 0,4-1 0,5 1 0,-1-1 0,-7 0 1638,2 2 0,0-1-1106,-3 1 1419,5 0-1951,-4 2 0,9-2 0,-5 2 0,-4 2 0,2 0-1030,-3-1 0,2 1 1,-2 0 1029,1 0 0,0 0 0,0 0 0,2 1 0,-5-2-896,2 1 896,-5-1 0,2 0 482,-4-1 0,0 1-482,12 2 0,-6-1 0,-7 3 0,-5-2 0,22 8 0,-9-3-450,-4 0 1,0 0 449,3 0 0,-2 0 0,1 0 0,2-1 1638,-5-1 0,0 1 498,4-1-823,7 2-1313,-14-4 0,0 1 0,16 3 0,-16-4 0,1 1 0,7 1 0,-2 0 918,2 1-918,0-1 0,-2 0 0,-12-4 497,7 4-497,-9-2 0,-1-1 0,-5 2 0,11 3 0,-1 2-1639,4-1 1,1 0-1341,-3-1 2838,4-1 0,-1 0 141,-6-1 0,9 1 0,-10-1 0,0 6 0,4 16 0,-2-2 3276,4 7-426,-6-12-2850,-1-2 0,-1-1 410,-2 1-410,-4-2 0,-2 1-1639,-3 1 1,-1 1-1639,1-5 3068,-2 6 1,-1 0 208,1-4 345,-4 15-345,4-10 0,1 1 0,1 0 0,1 0-184,-1-4 0,0-1 184,4 2 0,0-2 0,1-2 3276,3 9-135,0-4-3141,-1-4 0,-3-4 541,0-1-541,-3-7 0,-1 5 0,-5 1-3277,-7 9 336,4-9-336,-17 14 2017,18-19 1260,-17 12 0,8-9 0,4-2 0,-13 1 0,-4 0 0,11-4 0,-1-1 445,-6 2 0,-3 1 0,0-2-445,-3 0 0,-1-1 0,6-1 0,-4 1 0,1 0 0,4 0 0,0-1 0,1 1 0,-2-1 0,-2 2 0,0-1 0,-5 2 0,-1 0-585,0 0 1,-3-1 584,7-1 0,-4 1 0,-1 0 0,0-1 0,5 0 0,-1-1 0,1 0 0,0 0 0,3 0-760,-4 1 1,3-1 0,-2 0 759,-3 1 0,-3 0 0,0 0 0,5 1 0,-5 0 0,1 0 0,6-1 0,-1 0 0,-3 1 0,0 1 0,-4-1 0,2 1 0,2-1 0,8-1 0,1-1 0,-1 0 130,-1 2 1,-3-1-1,1 0 1,3 1-131,-5-1 0,1 1 0,1-1 0,-1 0 0,2 0 0,-1 0 0,-1 1 0,-2 0 0,-3 1 0,0-1-342,4-1 1,-1 0 0,-4-1 341,5 1 0,-3 0 0,-2 0 0,-2 0 0,-2 0 0,-1-1 0,8 0 0,-3 0 0,-2 0 0,-1 0 0,-1 0 0,1 0 0,-1 0 0,2 0 0,2-1 0,1 1-11,-1 0 0,2 0 1,1-1-1,0 1 1,1-1-1,-2 1 1,-2 1 10,2-1 0,-3 0 0,-2 1 0,-2 0 0,1 0 0,1 0 0,2 0 0,4 0 0,5 0 0,5-1 0,-3 1 0,3 0 0,-9 3 0,-2 0 0,8-2 1154,10-1-1154,9-3 3276,7 0-2776,-6 0-500,-16 4 0,12-1 0,-12 1 0,22-2 0</inkml:trace>
  <inkml:trace contextRef="#ctx0" brushRef="#br0" timeOffset="462604">18510 13085 24575,'32'-5'0,"-3"4"0,4 1 0,2-1 0,3-1 0,-1 1-469,-8 0 1,-1 1 0,0 1 0,11-1 0,-6 0 0,-17 0 0</inkml:trace>
  <inkml:trace contextRef="#ctx0" brushRef="#br0" timeOffset="466813">20467 14573 24575,'0'0'0</inkml:trace>
  <inkml:trace contextRef="#ctx0" brushRef="#br0" timeOffset="470910">25139 14489 24575,'33'-5'0,"-11"3"0,0-1 0,-2 1 0,1 0 0,6-1 0,3 1 0,-4-1 0,8-1-492,-1 1 0,-3 0 492,-11 3 0,0 0 322,4 0-322,-3 0 0,15 0 0,-5 3 0,3-1 0,2 1-885,-10 1 0,2-1 885,-1-1 0,3 0 0,-2-1-1169,0 1 1,-2 0 1168,1-1 0,-2-1 0,-3 1 0,-1-1 30,9 1-30,-5-1 0,-1 0 0,10 0 0,-9 1 0,1 0-898,5-1 898,6 1 0,-11-1 0,1 0 0,9 2 0,-8-2 0,-1 0-1639,-6 1 1,-2-1 1062,2 0 2211,9 0-1635,-3 0 0,6 0-430,-13 0 0,1 0 430,15 2 0,-2 1 319,-5-1-319,5 2 0,-10-2 0,-2 2 0,-10-2 0,-2 1 0,-6-4 0,-1 0 0,-1 0 0</inkml:trace>
  <inkml:trace contextRef="#ctx0" brushRef="#br0" timeOffset="473496">19004 15724 24575,'0'35'0,"1"1"0,-1-10 0,0 1 0,1 0 0,-2 9 0,1 1 0,-1-1-1093,1-1 1,0 0 0,0-3-547,0 0 1,0 3 982,0-3 1,1 7-1,-1 3 1,1-4 0,-1-7-260,1-4 1,0 0 914,0 3 0,0 8 0,1 2 0,0-4 0,2-8 487,2-6 0,2-3-487,0 7 0,2 0-1622,12 5 0,1-4 1622,-4-6 0,1-4 0,3-2 1543,-5-7 0,3-2-1543,8 0 0,5-2 0,-1 1 0,-5-1 0,-1 1 0,2-2 0,6 0 0,2-1 0,-2-2 0,-7 1 0,-1-1 0,-2-1 640,2 0 0,-1 1-640,7 0 0,0 0 0,-11 0 0,-1 0 1155,12 0-1155,-6 0 0,-18-3 0,-4 1 0,-8-1 0,3 1 0</inkml:trace>
  <inkml:trace contextRef="#ctx0" brushRef="#br0" timeOffset="474027">19705 16853 8191,'2'25'0,"0"-10"1638,2 7 0,0-1-1432,-1-8-206,2 10 2977,-4-17-2977,-1-7 1902,0-14-1902,0-4 3276,-3-15-381,-3 2-2895,-5 1 1852,2 8-1852,-4 1 0,13 16 0,5 1 0,23 9 0,12 4 0,-12-4 0,3-1 0,0 0 0,-1 1-879,5 1 0,-1 0 0,0-1 879,-3-1 0,3 0 0,-4-1 0,-6 0 0,3 0 0,-4-1 0,-40-1 0,4 0 0,-15 2 0,-10 2 0,6-1 0,13-2 0,0 0 0,-7 2 0,-3 1 0,3-1 0,-6 1 0,18 0 0,-9 1 0,23-4 0,-1-1 0,2 0 0</inkml:trace>
  <inkml:trace contextRef="#ctx0" brushRef="#br0" timeOffset="477848">20685 16819 24575,'20'-7'0,"8"1"-3277,4 2 0,-10 2 1638,10 0 1,-2 1-1639,-17 1 4170,8-1 1,2 2-894,-2 4 0,-4 0 0,1 2 3276,-17 2-2015,-7-4-1261,-11 9 0,-1 2 0,3-3 0,-2 0 0,1-1 0,11-6 3276,12 3 0,12 5-3044,7 1-232,-3-3 0,0 0 0,1 2 0,1-1 0,-1-1 0,-10 1 0,2-1 0,-3 0 0,-7 0 0,-1 6 0,-13-2-3277,-22 3 0,12-7 3200,-7-5 0,-6 0 1,6-3 76,3-2 0,-10 4 0,-11 2 0,8-2 0,5-3-1076,-8 4 1,3-1 1075,15-4 0,-3 2 0,16-3 819,-2-4 0,7 2 0,1-1 0</inkml:trace>
  <inkml:trace contextRef="#ctx0" brushRef="#br0" timeOffset="478117">21400 17095 24575,'14'1'0,"2"0"0,5-1 0,4 1 0,2-1 0,-1 0 0,-3 0 0,1 0 0,14-2 0,-6 0 0,-16-1 0,7 1 0,-3 0 0,-14 0 0,3 2 0</inkml:trace>
  <inkml:trace contextRef="#ctx0" brushRef="#br0" timeOffset="478353">21533 17259 24575,'26'0'0,"5"-1"0,3-1 0,3 1-1093,-10 0 1,5 0 0,-2-1-547,-3 2 1,2 0 545,3-1 1,3-1 0,-2 1 895,1 0 0,-2 1 197,4-1 0,-2-1 484,2 2 0,-29 0 0,-2 0 0</inkml:trace>
  <inkml:trace contextRef="#ctx0" brushRef="#br0" timeOffset="479285">22776 16887 24575,'4'35'0,"-3"-9"0,4 4 0,0 0 0,-2-2 0,1 0 0,0-2 0,-1-9 0,0 9 0,-1-18 0,-1 12 0,-1-15 0,3 7 0,-1-8 0,1 3 0,0-2 0,3 0-820,-1-2 1,2-1 0,-5-2 0</inkml:trace>
  <inkml:trace contextRef="#ctx0" brushRef="#br0" timeOffset="479731">22800 16854 24575,'26'-5'0,"-15"4"-1639,14-3 1,0-1-1639,-15 3 1638,14-2 1,0 0 1227,-12 2-637,11-1 0,1 0 1048,-11 1-899,11 0 0,8 0 0,-7 1 899,-8 1 1348,16-1 1,0 1-1349,-15 0 254,1 0 0,-5 0 1,-9 0-1</inkml:trace>
  <inkml:trace contextRef="#ctx0" brushRef="#br0" timeOffset="482160">23456 16909 24575,'-25'2'0,"11"-1"-3277,-16 12 0,23-11 1328,-17 16 1949,26-15 1719,5 13-1719,8-8-3277,9 8 2017,-13-8 4536,10 12-2015,-13-6-1261,4 5 0,-8-4 0,-5-7 0,-15 7 0,-3-3 0,-14 5 3276,2-6-1638,12-4 0,1 0-1406,-12 4-232,6-2 0,19-4 0,12-5 0,19-6 0,-15 4 0,5-4 0</inkml:trace>
  <inkml:trace contextRef="#ctx0" brushRef="#br0" timeOffset="482438">23569 17090 24575,'8'0'0,"5"-1"0,-7 1 0,12-6 0,-10 2 0,7-3 0,-8-1 0,-3 1 0,-5-6 0,-7 2 0,2 2 0,-1 3 0,5 6 0</inkml:trace>
  <inkml:trace contextRef="#ctx0" brushRef="#br0" timeOffset="482806">23835 17066 24575,'4'8'0,"0"-3"0,3-1 0,4 1 0,9 0 0,-2 0 0,9-2 0,-14-3 0,5 0 0,-12 0 0,-1 0 0</inkml:trace>
  <inkml:trace contextRef="#ctx0" brushRef="#br0" timeOffset="483139">24111 17100 24575,'6'2'0,"-1"0"0,-4 0 0,-2 10-3277,-7 12 0,5-8 3047,-7 11 230,8-22 0,-1 4 0,2-4 0,1-2 0,0-1 0</inkml:trace>
  <inkml:trace contextRef="#ctx0" brushRef="#br0" timeOffset="485613">24350 16953 24575,'8'12'0,"5"10"0,-8-9 0,6 17 0,0-6 0,-4-6 0,6 3 0,-9-19 0,0 4 0,-2-17 0,-8-10-1488,5 2 1488,-6-4 0,1 9 0,-3-3 0,1 0 0,5 2 0,5 12 0,21-5 0,2 6 0,-1 1 0,2 1 1488,11 5-1488,-11 1 0,-1 2 0,4 10 0,-4-4 0,-11 9 0,-12-18 0,1 7 0,-2-11 0</inkml:trace>
  <inkml:trace contextRef="#ctx0" brushRef="#br0" timeOffset="485834">24838 17042 24575,'34'-3'0,"-1"-1"0,-11 2 0,1 0 0,12-2 0,-2 0 0,-8 1 0</inkml:trace>
  <inkml:trace contextRef="#ctx0" brushRef="#br0" timeOffset="486466">26049 16821 24575,'9'3'0,"-1"-1"0,6 5 0,-2-3 0,11 11 0,-9-8 0,1 5 0,-1 2 0,-2-3 0,7 7 0,-7 2 0,-8 6 0,-2-1-1639,-13 1 1,-5-1-1639,3-8 3162,-4 2 0,0 2-863,-5 1 978,4-3 0,-6 5 0,2-20 0,-5-1 0,0-1 0,1-5 0,3 3 0,1 0 0</inkml:trace>
  <inkml:trace contextRef="#ctx0" brushRef="#br0" timeOffset="487668">27882 16901 24575,'-22'6'0,"-9"2"0,-4 1 0,10-3 0,-3 1-547,2-2 1,-5 1 0,-4 1 0,-2-1 0,-1 0 0,0 0 136,4-1 0,-3-1 1,0 1-1,-2-1 1,1 0-1,0 0 0,0 0 1,1 0-60,0 0 1,1 0 0,1 0 0,-1 0 0,1 0 0,-2 0 0,-1 0 397,1-1 1,-1 0 0,-3 0-1,0 0 1,1 0 0,0-1 0,3 1-1,4-1 1,4-1-191,-11 1 1,8-1 0,-1 0 260,-6 1 0,-1-1 0,9 0 2035,6-1-2035,27-4-820,9 0 1,-3-1 0,-2 2 0</inkml:trace>
  <inkml:trace contextRef="#ctx0" brushRef="#br0" timeOffset="488117">26569 16946 24575,'3'19'0,"0"0"0,1 3 0,1-2 0,1 0 0,0 0 0,-18-11 0,-21-2 0,8-1 0,-2 0 0,6-1 0,2 0 0,-15 10 0,31-12 0,2 0 0,23-11 0,3 1 0,5-3 0,-5 4 0,-15 5 0,-3-2 0,-1 3-820,2-2 1,-4 2 0,1 0 0</inkml:trace>
  <inkml:trace contextRef="#ctx0" brushRef="#br0" timeOffset="495853">19368 3422 24575,'22'25'0,"0"-1"0,0 0 0,-8-9 0,1 1 0,1 2 0,5 5 0,3 4 0,2 2 0,1 1 0,0-1 0,-2-2 0,-3-4-820,5 4 1,-3-4 0,1 0 0,3 3 454,-6-4 1,2 1 0,1 2 0,2 1 0,0 0 0,1 1 0,0 0 0,-1-1 0,0 0-1,-1-2 1,1 1 0,1-1 0,-1 0 0,0 0 0,0 0 0,0-1 0,-1 0 0,-1 0-105,3 1 1,-2-1 0,0 0 0,-1-1 0,1 1 0,2 1 0,1 2 372,-5-6 0,1 2 0,2 1 0,1 2 0,1 0 0,1 0 0,-1 0 1,-1 0-1,0-1 0,-1-2 0,-2-1 0,-3-1 0,-2-3 96,10 7 0,-5-4 0,-2-1 0,4 3-72,-1-2 1,2 3 0,2 1-1,0 0 1,-1-1 0,-3-2-1,-5-3 72,7 6 0,-4-3 0,-1 0 0,0 1 1393,3 4 1,-1 1-1394,-6-1 0,-5-4 0,-6-2 0,1-2 0,-2-1 0,-3-5 819,3 2 0,-6-10 0,1-1 0</inkml:trace>
  <inkml:trace contextRef="#ctx0" brushRef="#br0" timeOffset="497618">21213 5080 8191,'-21'6'0,"12"-2"3276,-8 3-1489,32-14-1787,2 0 0,3-1 0,6-3 0,-1 1-1078,5-3 1,-1 1 1077,3-1 0,-1 1 1077,-10 3 1,-3 1-1078,8-3 3276,-15 5-2646,9-4 1,-1 0-631,-11 5 0,21-11 0,-21 10 0,8-3 0,-14 6 3276,1 2 0,-32 24-3044,2-2-1311,0 1 1,-1 1 1078,6-7 0,1-1 0,5-2 0,0 0 0,-14 8-778,13-4 778,-4 1 0,6-2 0,0 8 0,4-4 0,2 0 0,5-6 0,2-12 2065,2 2-2065,-7 2 870,-1 3-870,-10 3 0,3-3-3277,-15 1 0,16-7 2855,-5 1 0,0-1 422,9-3 0,-12 1 0,19 1 0,3 1 0,14 9 0,7 2 0,1-1 0,4-1 0,5 2 0,-4-3 0,1-2 0,-3-4 0,8 1 0,4-1 0,-3 0 0,-8-1-1838,9 3 1838,-7-4 0,6 1 0,2-1 0,-8 0-1639,-4 0 1,-5-2 1191,9 0 447,-3 1 0,-4-1 0,-13-1 0,3-1 3276,-14-11-2828,-9-4-448,-1 0 0,-1-1 0,-7-5 0,1 5 0,-3-2 0,3 4 2129,0 0-2129,-2 1 0,-8-4 0,0 0 0,6 3 3276,-8-2-2696,6 3 1,-7-3 0,0-1 0,6 4-581,7 2 0,2 1 0,-10-6 0,9 0 0,21 6-1093,20 4 1,13 2 0,-5 2-1916,1-2 3008,-2 1 0,5 0 0,-10 1-110,-12 3 110,7 0 680,-15 13-680,-10 5 0,-7 5 0,-10-2 0,-2-1 0,-2-1-1058,0-1 0,0-2 1058,4-6 0,-8 10 0,19-13 369,-6 7-369,21-13 0,5-4 0,18-10 0,6-2 0,-6 4 0,-1-1 929,-6 5 0,-1 0-929,4 0 0,-2-1 0,-3 1 3276,-5 5 0,-14 3-3206,0 3-70,-17 13 0,0-4 0,-1-1 0,-2 1-306,3-4 0,0 0 306,-8 2 0,1-1 475,-6-1-475,9-4 0,7 1 0,16-1 0,11 0 0,8-1 0,14-2 0,1-2 0,-9 0 313,5 0 1,-2 1-314,-16 2 0,-10 9 0,-9-1 0,-8 8 0,6-9 0,-2 2 0,12-6 0,22 3 0,4-3-1093,-5-4 1,5 0 0,0-1 323,7 0 1,3 0 768,-4-1 0,5 0 0,-1 0 0,-4 0 0,2 0 0,-1 0 0,3 0 0,2 0 0,-5 0-1639,-10-1 1,-2 0-274,14 1 1912,-6-3 0,-4-1 0,-18 3 0,12-5 0</inkml:trace>
  <inkml:trace contextRef="#ctx0" brushRef="#br0" timeOffset="521464">20805 2243 24575,'-27'23'0,"12"-10"0,1 0 0,-6 9 0,5-5 0,0 3 0,2 1 0,-1 2 0,2-2 0,0-2 0,0 3 0,0 2 0,-1 7 0,1-1 0,3-6 0,3-5 0,1 0 0,0 13 0,0 6 0,2-6-3277,1 3 2171,3-10 1,2 0-534,7-3 1,1-4 762,-6-2 876,5 3 0,3 0-149,1-6 0,0-1 149,11 9 0,-10-8 0,1-1 0,10 2 0,-5-8 0,0 0 2779,5-3-2779,-9-9 0,-3 2 0,5-15 0,-15 12 321,13-23-321,-14 20 0,7-15 0,-11 17 0,-1 0 0,-14-2 0,-3 1 0,-5 1 1638,-5-2 0,-1 1-1397,-1 5-241,10 1 0,-1 2-2244,-14 7 2244,9-4-252,8 3 0,1 0 252,4 2 0,-5 1 0,13-1 0,3-3 0,3-1 0</inkml:trace>
  <inkml:trace contextRef="#ctx0" brushRef="#br0" timeOffset="523547">20209 3456 24575,'32'-5'0,"2"-2"0,-4 0 0,6 0-820,-4 1 1,3 1 0,2-1 0,-1 1-1,-3 1 1,-2 0 0,1 1 0,3-1 272,-2 1 1,2-1 0,1 1 0,1 0 0,-1 0 0,-2 0-110,1 0 1,-1 0-1,-1 1 1,-1-1 0,0 1 500,5 0 1,-1-1 0,-1 1 0,0 0 154,-4 0 0,0-1 0,-1 0 0,0 1-100,2 0 0,0 0 1,-2 0 99,-3 0 0,-1-1 0,0 1 0,8 0 0,-3 0 0,-6-1 0,-1 0 0,10-3 0,-1 2-18,-7-1 1,-1-1 0,-5 3 0,8-4 0</inkml:trace>
  <inkml:trace contextRef="#ctx0" brushRef="#br0" timeOffset="524639">21687 3209 24575,'3'9'0,"1"9"0,0-3 0,-1 6 0,1 1 0,1 3 0,-2-1 0,0-1 0,2-4 0,-2 6 0,1-12 0,-2-3 0,1 0 0,-1-8 0,-2-2 0,1-8 0,-2-18 0,1-3 0,-2 3 0,1 3 0,-1 13 0,0 0 0,-1-3 0,3 3 0,-1 2 0,1 0 0,1 6 0,19 8 0,1-2 0,-3 2 0,2 0-1639,4-1 1,-3-2-1639,3 3 3162,-5-3 0,2 0-136,13 1 251,-8 0 0,6 0 0,-25-2 0,-4-2 0,-1 1 0,-1 1 3276,-4 2 0,0-1-6553,-17 10 253,10-10 3024,-10 11-512,-9 0 512,7-2 0,2-1 0,0 0 0,0-4 0,0 4 0,13-10 0,1 5 0,8-7 0,4-1 0,-1 0 0,8-5 0,-17 7 0,7-2 0,-11 3 0,5 1 0</inkml:trace>
  <inkml:trace contextRef="#ctx0" brushRef="#br0" timeOffset="528006">27476 1608 24575,'19'19'0,"1"0"0,-1 1 0,3 2 0,1 2 0,-2-2 0,3 2 0,-1 0 0,1 1-820,-1-1 1,2 1 0,-1 0 0,-3-5-820,-2 0 1,-1-2-1,7 5 1,0 0-1,-7-7 1,0 0 1558,2 1 0,-1-1 2230,5 4-2150,-13-29-1551,6-10 1,1-3 1550,2-7 0,-6 4 0,-2 3 0,-5 15 0</inkml:trace>
  <inkml:trace contextRef="#ctx0" brushRef="#br0" timeOffset="528304">28148 1606 24575,'-5'13'0,"-12"15"0,1-15 0,-2 0 0,2 3 0,-2 1-1639,-12 4 1,-2-1 761,11-6 0,0 0 877,-5 2 0,-3 1 0,2-2 0,1 2 0,0-1 0,3-2 0,-2 0 0,2-1 761,2 1 0,2-1-761,-10 10 817,13-10-817,21-9-820,4-8 1,1 1 0,-5 2 0</inkml:trace>
  <inkml:trace contextRef="#ctx0" brushRef="#br0" timeOffset="529118">28323 1741 24575,'-12'12'0,"-2"7"0,2 4 0,-1 4 0,5-8 0,4 3 0,11 8 0,3 0 0,-8 7 0,18-7 0,2-6 0,-9-17 0,4 0 0,2-1 0,10-3 0,2-4 0,-8-6 0,-1-1-480,-3 0 480,11-12 0,-19 10 0,-2-4 0,1-3 0,-8 2 0,-1-7 0,-3 9 0,-2-6 0,1 12 480,-2 1-480,6 8 0,1 5 0,8 10 0,3 3 0,2 3 0,1 2 0,1 2 0,-7-9 0,-2-2 0,5 8 0,-3 2 0,-10-1 0,-1-4 0,-3 9 0,-5 2 0,-4-7 0,-2 0 0,1 4 0,-2-1 0,-10 1 0,-1-5-986,0-5 986,4-5 0,0-3 0,-13-6 0,8 1 0,6-10 0,2-2 0,3-2-542,-10-12 542,14 5 0,3-10 0,6 6-547,11-7 1,2 0 0,-5 9 0,5-1 0,0 1 0</inkml:trace>
  <inkml:trace contextRef="#ctx0" brushRef="#br0" timeOffset="529701">28821 1421 23103,'3'36'0,"2"-2"0,0 4 0,-2-9 0,0 3 0,0-3-1639,1 8 1,1-2 949,0 1 1,0-4 688,-2-2 1805,1-4-1805,-2-4 0,-1-2 0,-1-3 986,1 2-986,1-15 323,0-15-323,6-21 1757,-3 10-1757,0 2 0,1-1 0,6 1 0,6-6-1639,-1 11 1,2 2-1453,0-1 2595,9 7 0,1 4 496,-8 4-332,1 1 0,0 1 332,-8 3 691,1 13-691,-10-2 0,1 12 0,-6-9 0,-6 9 0,2-19 0,-5 7 993,-4-4-993,-3-6-1639,-3 2 1,0-1 1158,0-4 480,-18 2-449,16-5 449,-5-2 3276,-3 1-2253,15-8-1023,2 0 0,17-10 0,0 4 0,0 1 0,-1 8 0</inkml:trace>
  <inkml:trace contextRef="#ctx0" brushRef="#br0" timeOffset="530206">29468 1730 24575,'-16'23'0,"0"3"0,10-14 0,0 16 0,5-15 0,2 13 0,1-15 0,5 3 0,-3-8 0,5 2 0,-6-6 0,3 1 0,2-4 0,8-12 0,-3 2 0,10-13 0,-14 12-3277,7-15 0,-11 17 3047,3-8 230,-8 2 0,2 4 0,-9-16 0,3 18 0,-9-6 0,6 12 0,-12 1 0,-12 9 3276,11-5-347,-11 10-2929,13-3 0,1 2 0,-8 5 0,17-8 0,0 0 0,8-5 0</inkml:trace>
  <inkml:trace contextRef="#ctx0" brushRef="#br0" timeOffset="530686">29824 1681 24575,'-8'6'0,"-5"8"0,7-7 0,-11 21 0,12-22 0,-4 23 0,8-22 0,5 19 0,6-4 0,1-3 0,12 2 0,5-12-444,-9-3 444,9-2 0,-14-4 0,7-5 0,13-7 0,-13 2 0,4-6 0,-18 9 0,-4-10 0,-5 8-3277,-8-19 0,3 19 3004,-6-6 0,-2 1 273,-2 6 0,-4-1 0,0 1 0,3 3 0,-2 1 0,19 4 0</inkml:trace>
  <inkml:trace contextRef="#ctx0" brushRef="#br0" timeOffset="531118">30235 1719 24575,'-13'14'0,"8"7"-1639,20-1 1,6-1-1639,-1 3 1638,8-3 1,6-1 47,1-7 0,1-1 1591,-9-1 0,2 0-7,-1-2 0,5 1 0,-1-1 0,-5-1 7,-6 0 0,-1-1 0,14 2 0,-7-1 0,-21-2 3276,-3-2-2867,-28 4-409,5-4 0,-12 3 0,10-4 3276,6-1-1822,4 0-3612,-2-3 2158,9 1-92,-8-14 0,12 12 1,-5-9-1</inkml:trace>
  <inkml:trace contextRef="#ctx0" brushRef="#br0" timeOffset="531634">30759 1502 24575,'7'37'0,"-3"-13"0,0-1 0,0 4-1639,1-3 1,-1-2-1639,-2-6 288,5 16 2989,-5-25 0,5 22 0,-4-21 1857,4 14-1857,-1-5 0,-1-3 0,7 17 0,-9-18 0,2 10 0,-5-12 819,-4-1 0,3-4 0,-3-5 0</inkml:trace>
  <inkml:trace contextRef="#ctx0" brushRef="#br0" timeOffset="532471">22429 2662 24575,'7'18'0,"8"13"0,-6-7-1639,3 4 1,1 0-1639,-4-11 1638,0 5 1,1-1 2381,0-1-743,3 5 0,-4-6 0,0 0 0,1 1-1286,0 0 1,0-2 1285,-3-10 0,3 14 0,-5-19 0,-4 3 3276,5-24-2182,-6-5-1094,0 2 0,-1-2 0,0-12 0,0 13 0,-1 1 505,2-6-505,0 1 0,0 1 3276,0 7-445,0-17-3028,0 21 197,0-3 0,3-5 0,0 4 0,6 4 0,0 3 0,26 7 0,1 2-1477,-5 2 0,1-1 1477,-6 1 0,0-1 0,4 2 0,-3-1 0,0 0 0,-2 0 0</inkml:trace>
  <inkml:trace contextRef="#ctx0" brushRef="#br0" timeOffset="533027">22964 2650 24575,'0'13'0,"1"1"0,1-5 0,5 4 0,-3-7 0,8 2 0,-7-4 0,12 0 0,4-1 0,1-1 0,6-1 0,-16-1 0,18-5 0,-17-1 0,10-2 0,-15 2 0,0-1 0,-7-2 0,2-2 0,-12 0 0,-4 3 0,2 3 0,-3 2 0,0 5 0,-1 2 0,-2 5 0,1 1 0,1 1 0,-3 16 0,2 2 0,10-6 0,-2 9 0,2 2 0,13 2 0,-2 0 0,9-10 0,-7-17 0,10 0 0,-10-5 0,13-1 0,5-9 0,0-1 0,1-1-416,7-1 416,0-3 0,-5 2 0,-21 7 0,17-5 0</inkml:trace>
  <inkml:trace contextRef="#ctx0" brushRef="#br0" timeOffset="533606">23378 2758 24575,'-8'7'0,"-4"10"-1373,8-10 1373,-5 10 447,7-5-447,2-3 227,3 8-227,8-8 0,-1-2 0,8-2 0,10-11 0,-11 4 699,12-11-699,-22 7 0,5-7 0,-7 7 0,0-11 0,-5 7 0,-3-9 0,-1 8 0,2 2 0,9 16 0,3 5 0,9 15 0,0 2-2271,-4-6 2271,4 6 0,0 1 0,-6-8 0,2 4 0,-5-7 0,-2-1 0,-1-3 0,0 12 0,-7-18 0,-15 9 0,-14-5 0,9-7 0,-2-1 314,-6 0 0,-3-2 0,0-1-314,2-1 0,-1-2 0,2 0-988,-10 3 0,1-2 988,0-1 0,6-3 0,10-2 0,-3-4 0,8-3 0,16-8 0,4 4 0,-1 1 0,0 7 0</inkml:trace>
  <inkml:trace contextRef="#ctx0" brushRef="#br0" timeOffset="533950">23949 2504 24283,'8'27'0,"0"-1"0,0-1 146,0 1-146,2 7 0,-1-1 0,-1-13 0,0 4 0,0 0 48,-1 0-48,6 6 25,-10-16-25,2 3 73,-2-10-73,-2-1 0,3 0 0,-2-4-820,9 0 1,-7 0 0,6 0 0</inkml:trace>
  <inkml:trace contextRef="#ctx0" brushRef="#br0" timeOffset="534243">24217 2741 24575,'0'11'0,"1"7"0,5 3 0,-2-3 0,5-4 0,7-3 0,9-2 0,5 1 0,1-5 0,-2-9 0,-14 2 0,7-6 0,-9 0 0,2-5 0,4-9 0,-10 4 0,-3-13 0,-11 13 0,-8-8 0,1 14 0,3 5 0,5 4 0</inkml:trace>
  <inkml:trace contextRef="#ctx0" brushRef="#br0" timeOffset="534957">24709 2704 24575,'-15'3'0,"-5"4"0,6-3 0,-9 6-3277,0 1 0,7-4 0,-6 11 1787,18-13 1490,-11 20 0,14-15 0,2 13 0,9-9 3276,6-3-2015,-2-4 2015,6-5 0,4-11-3044,-2 0-232,7-13 0,-16 9 0,1-4 0,-8 7 0,-2-1 0,0 3 0,-1-2 0,0 4 0,5 7 0,5 30 0,-3-10 0,0 4 0,0 0 0,-3-4 0,5 9 0,-9-16 0,2 5 0,-5-12 0,1 6 0,-1-6 0,-4 4 0,0 1 0,-11 3 0,9-4 0,-4-3 0,8-4 0</inkml:trace>
  <inkml:trace contextRef="#ctx0" brushRef="#br0" timeOffset="536922">20069 2145 24549,'4'31'0,"1"1"0,-1 0 0,0-12 0,-1 1 0,2 11 0,-1 9 0,1-1 0,-1-7-1639,0-11 1,0-1 981,-2 9 0,1 5 0,0-2 657,-1-7 0,1-1 0,-1 0 0,-1 2 0,1 0 0,2 13 0,0-8 0,-3-21 1586,6 16-1586,-6-22 855,3 1-855,-5 0 0,0-1 0,0 2 0,-1-4 0,2-2 0</inkml:trace>
  <inkml:trace contextRef="#ctx0" brushRef="#br0" timeOffset="537804">20235 2002 24575,'13'0'0,"22"0"0,4 0-3277,-8 0 2457,-6 0 1,6 1 0,3-1 0,3-1 350,-5 1 1,2-1 0,2 1 0,1-1 0,2 0 0,1-1 0,1 1 230,-8-1 1,2 0-1,0-1 1,1 1-1,1-1 1,0 0-1,1 0 1,1 0-1,0-1 1,0 1-1,0 0 154,-5 1 1,0 0 0,1-1 0,1 1 0,0-1 0,0 1 0,0-1 0,1 1 0,-1-1 0,0 1 0,0-1 0,0 0 0,-2 1 0,1-1 0,-2 0 83,6 0 0,-1 0 0,0 0 0,0-1 0,0 1 0,-2 0 0,1-1 0,-2 1 0,0 0 0,-2-1 0,0 1-322,8-1 1,0-1 0,0 1 0,-3-1-1,-2 1 1,-5 1 0,-4 1 321,8 0 0,-9 1 1584,-7-3-1584,-17 5 3034,-2 1-3034,-2 19 0,-3 13 0,0-6 0,0 5 2552,-3 3-2552,1-6 0,0 2 0,-1 2 0,4-16 0,-1 0 0,-1 8 0,-1 4 0,2-5-3277,-1 1 3188,0 0 0,-2 3 89,-1 4 0,0-2 0,0-2 0,-2 5 0,-2 7 0,2-10 0,5-12 0,-5 9 0,-3 6 0,2-4-278,0 0 278,-1 1 0,-2 7 0,2-7 2888,0 0-2888,1 1 0,1 0 0,2-9 1842,1 6-1842,-2 2 0,4-17 3276,-1 7-1234,-1-10-1415,4 1-627,-9 1 1827,7-6-1827,-17 7 0,8-4-1639,-8-2 1,0 0-1639,6-1 1638,-17 3 1,0-2 148,19-5 1392,-7 2 0,-4-1 98,-6-4 0,1-2 0,11 1 0,-3 0-594,-7-3 0,-7-2 1,-4 0-1,3 0 0,7 1 594,2 1 0,0 0 0,1-2 0,-4-1 0,-5-2 0,0 0 0,1 1 0,4 1 0,-2 1 0,4 0 0,-1 1 0,-2 0 25,2-1 0,-2 0 1,0 0-1,-2 0 0,-1 0 1,-1 1-26,6 1 0,-1 0 0,-1 1 0,-1 0 0,0 0 0,-1 1 0,-1-1 0,0 1 0,0 0-163,3 1 1,-1 0 0,0 0 0,-1 0 0,-1 1 0,0-1-1,0 1 1,0 0 0,1-1 0,1 1 0,0 0 0,2 0 162,-8 0 0,2-1 0,0 1 0,2 0 0,-1 0 0,1 0 0,0 1 0,-1-1 0,0 1 0,-3-1 0,-1 1 0,1 0 0,1 0 0,4 0 0,5 0 0,6 0 0,-5 2 0,12 0 2080,15 0-2080,1-3 2879,4 2-2879,14-4 3276,-11 1-3066,19-8 0,0 0 0,-15 4 0,7-3 1,1 0-1</inkml:trace>
  <inkml:trace contextRef="#ctx0" brushRef="#br0" timeOffset="538466">20844 1966 24575,'6'-12'0,"2"-4"0,-1 4-3277,7-13 0,-9 18 1328,9-16 1949,-1 5 0,-4 5-1409,10-9 0,-1 2 1409,-8 10 0,6-6 0,3-2-933,10-3 933,-13 12 0,1-1 0,15-7 0,1 1 0,-10 7 0,2 0 0,1 1 0,6 0 0,0 0 0,-4 1 0,6-1 0,-1 1 0,-5 1 0,3 1 0,-1 0 0,-2 0 0,7 0 0,-3 0 655,-9 3 0,-2 0 1,12-2-1,-28 4 0</inkml:trace>
  <inkml:trace contextRef="#ctx0" brushRef="#br0" timeOffset="539137">21549 1499 24575,'6'19'0,"0"0"-3277,5 12 0,-6-15 1328,6 17 1949,-6-22 1719,4 11-1719,-6-19 0,-2-6 0,-1-16 0,0 1 0,0-3 0,22 9 0,-8 9 0,14 2 0,-17 1 3276,-7 1 0,-2 1-3044,-2 2-232,-4 4 0,1 1 0,-3 0 0,4-1 0,1-3 0,1-1 0,0-2 0</inkml:trace>
  <inkml:trace contextRef="#ctx0" brushRef="#br0" timeOffset="540186">26013 3540 24575,'9'-6'0,"-1"-2"0,-2 3 0,7-17 0,-2 1 0,0 3 0,4-5 0,0 1-1093,0 0 1,2 0 0,-1 0 112,1 0 1,-1 0-1,2 0 980,1 0 0,2-1 0,-1 4 80,-2 2 1,3 2-81,2 0 0,5 0 0,1 0 0,-5 1-1243,-3 1 0,0 1 1243,3 0 0,3-1 0,2 1 0,-5 1 0,2 1 0,-1 0 0,6-3 0,3-1 0,-6 3 0,1 1 0,-2-1 0,0 1 0,-4-1 0,9-8 0,-19 11 0,-20 6 0</inkml:trace>
  <inkml:trace contextRef="#ctx0" brushRef="#br0" timeOffset="540638">26664 2824 24575,'8'19'0,"0"0"0,3 13 0,1 0 0,-5-14 0,0 0-1639,4 13 1,0-1 1100,1-5 1130,-3-8 1,1-1-593,5 6 0,1-4 624,-6-7-624,-6-18 0,-2-2 0,1-15 0,-7-2 0,2 2 2006,-10 7-2006,6 10 0,-4 3 0,6 2 0,0 1 0,0 1 0,-4 0 0,0 0 0,-5 2 0,6 0 0,1 2 0,4-3 0</inkml:trace>
  <inkml:trace contextRef="#ctx0" brushRef="#br0" timeOffset="542241">26237 3889 24575,'8'-2'0,"0"2"0,3-6 0,3 1 0,5-1 0,2-2 0,3-1 0,0 4 0,-1 1 0,-7 1 0,3 3 0,-12 0 0,-4 3 0,-3 2 0,-6 14 0,-8 0 0,0-2 0,-2 1 0,-1-2 0,0-2 0,-11 10 0,9-4 0,17-14 0,22 18 0,3-2-667,-5-5 1,2 1 666,-2-3 0,0-1 0,-3-1 0,-1-1 0,9 13 0,-12-8 0,-13 12 0,-9-12 0,-8 7-3277,-12-12 211,16-5 3085,-22-2-19,30-3 0,-14 0 0,14-2 0,-1 0 0,2-5 0,4 4 0,1-3 0</inkml:trace>
  <inkml:trace contextRef="#ctx0" brushRef="#br0" timeOffset="542597">26593 4037 24575,'-15'30'0,"5"-8"0,-1 3 0,1 0 0,0-1 0,3 1 0,6-16 0,36-16 0,-14-3 0,1-1-712,10-3 1,2-2 711,-10 0 0,1-1 0,-4 2 0,-5 4 0,-1 0 0,5-7 0,-3 0 181,-12 2-181,1-5-3277,-7-3 181,-2 13 2904,-7-6 1,-4 0 191,-1 4 0,0-2 0,-2 1 0,-4 4-3277,-10 3 2882,16 3 471,-8 3-76,12 7 0,2-5 0,0 4 0,7-5 0</inkml:trace>
  <inkml:trace contextRef="#ctx0" brushRef="#br0" timeOffset="542875">27091 4028 24575,'5'-2'0,"2"-1"0,-3 3 0,6-5 0,15 1 0,7-2 0,-2 0 0,0 0-1029,5 1 0,1-1 1029,-7 2 0,0-1 0,-7 1 0,-8 2 0,5-1 0,0 0 0</inkml:trace>
  <inkml:trace contextRef="#ctx0" brushRef="#br0" timeOffset="543423">27514 3837 24575,'7'16'0,"1"6"0,-1-3 0,0 7 0,0 1 0,-2-4 0,0 1 0,0-1-1300,0-7 1300,-2-5 317,-3-13-317,-2-9 0,-6-14 0,1 0-1639,-1 6 1,1 2-1544,2 3 3182,-9-9 0,6 13 0,-3 0 0,4 1 658,4 5-658,11-2 0,9-5 0,15-4-1025,-6 5 1,6-2-1,-3 1 1025,-4 2 0,0 1 0,4-2 0,2-1 0,-6 3 3276,-4 4-1290,-8-2-1986,-10 12 0,-5-5 0,1 5 0</inkml:trace>
  <inkml:trace contextRef="#ctx0" brushRef="#br0" timeOffset="543776">27684 3968 24575,'18'4'0,"14"0"0,-7-4 0,0 2 0,-3-2 0,-19 1 0,4 5 0,-7 8 0,2 2 0,-2 8 0,-3-2 0,-5 3 0,-8-6 0,-3-1 0,-5 3 0,1-6 0,0-1 0,4-6 0,1-1 0,-10 1 0,-1 2 0,10-9 0,13-1 0,-3 0 0,8 0 0</inkml:trace>
  <inkml:trace contextRef="#ctx0" brushRef="#br0" timeOffset="544110">28116 3899 24575,'-13'29'0,"5"-6"0,2-8 0,6-8 0,-1 4 0,2-7 0,5 2 0,8-13 0,6-6 0,-2-1 0,-1-3 0,-5 3 0,0-2 0,6-7 0,-2-2 0,-11 3 0,-1-1 0,3 2 0,-3 0-344,-6-1 0,-3 1 344,-4-7 0,-8-2 0,8 15 0,1 4 0</inkml:trace>
  <inkml:trace contextRef="#ctx0" brushRef="#br0" timeOffset="544646">25878 3947 24575,'4'33'0,"-1"0"0,1-1 0,-2 0 0,1 0 0,-2 2 0,0-2 0,-3-3 0,0 0 0,0 0 0,-1-1-1093,2 4 1,-1 0 0,0-1 842,-2 3 0,-1-1 0,0-6 1495,1-5-1245,-1 7 658,4-27-658,10-16 0,1-12 0,7-6 0,0 0 0,-4 8 0,-2 5 0,0 0 0</inkml:trace>
  <inkml:trace contextRef="#ctx0" brushRef="#br0" timeOffset="545284">28755 3469 24575,'16'-1'0,"-4"3"0,-3 23 0,-3 0 0,3 9 0,-6-7 0,1-11 0,-2 12 0,8 2 0,-3 0 0,1-9 0,0 1 0,3 8 0,-2 5 0,-7-13 0,-3-2 0,-1 1 0,-2-2 0,-3-1 0,-5-2 0,-1-2-1518,-8 11 1518,4-10 0,-1 0 0,1-3 0,-1-1 0,-3-1 0,-4 1 0,-4 0 0,-6 1 0,0 0-820,8-5 1,-1 0 0,-1-1 0,-1 1 358,-1 1 1,-2 0 0,-1 1-1,0-1 1,1 0 460,3-1 0,1 0 0,0 0 0,-1 0 0,1 0 0,-2 2 0,-1 1 0,1 0 0,1 0 0,2 0 0,-3 1 0,3-1 0,0 2 0,2 0 0,-1 1 0,0 0 0,3-1-1093,0 0 1,2-1 0,-1 0 996,-4 4 0,-1 1 0,-1 0-22,-3 1 1,-1 0 0,0 0 117,-1 0 0,1-1 0,1-1-75,-2 3 0,2-2 75,-5-2 0,9-3 3276,20-8-2668,-5 0-900,-17-6 0,19 2 0,-17-3 1</inkml:trace>
  <inkml:trace contextRef="#ctx0" brushRef="#br0" timeOffset="546116">26014 3847 24575,'24'-3'0,"6"-3"0,-12 3 0,3 0-1093,6-1 1,3-1 0,0 1-547,2 0 1,2 0 832,-2 0 1,5-1 0,1 0-1,-4 0 806,-1 0 0,-2 0 0,4 0 0,-6 0 0,3 1 0,2-1 0,0 0 0,-1 1 0,-4-1 0,3 0 0,-4-1 0,8 0 0,-8 2 0,5-1 0,4 0 0,3-1 0,2 1 0,0-1 0,-1 1 0,-3-1 0,-3 2 0,-4 0-734,4-1 1,-7 1 0,1 0 0,6-1 733,-6 2 0,3-2 0,3 0 0,3 0 0,1 0 0,1 0 0,-1 0 0,-1-1 0,-1 2 0,-3-1 0,-4 1-101,6-1 0,-4 1 1,-2 0-1,1 0 1,3 0 100,-1 0 0,3-1 0,1 0 0,1 0 0,1 1 0,-2-1 0,-1 0 0,-3 1 0,3 0 0,-3 0 0,-2 0 0,2 0 0,1 0 0,2-1 0,3 1 0,1-1 0,-1 0 0,-4 1 0,-4 1-558,0 1 0,-5 0 0,0 0 558,2 0 0,0 0 0,-5 0 2143,3 1-2143,4 1 0,-16 0 0,22 0 0,-22 0 0,-1 0 0,-11 0 0,-5 0 0</inkml:trace>
  <inkml:trace contextRef="#ctx0" brushRef="#br0" timeOffset="547243">27775 2539 24575,'25'0'0,"-1"0"0,-1 1 0,2-1 0,3 0 0,2-1 0,0 0-1093,-4 1 1,-1-1 0,5 1 665,-2 0 0,4 0 0,2 1 0,1-1 0,-2 1 0,-4-1-666,3 0 1,-3-1 0,7 1 1070,-7 1 1,6 0 0,4 1 0,2 0-1,1 0 1,-1 0 0,-3 0 0,-5 0-1,-5-1-527,-1 1 0,-5-2 0,6 2 549,-4-1 0,6 0 0,3 0 0,3 1 0,3 0 0,0 0 0,0-1 0,-1 1 0,-2-1 0,-3 0 0,-5 0 0,9 0 0,-5-1 0,-1 0 0,7 0 0,-10 0 0,3 0 0,3 0 0,3-1 0,1 1 0,1-1 0,0 1 0,0-1 0,-1 1 0,-2-1 0,-3 0 0,-2 1-526,6-2 0,-3 1 0,-2 0 0,-1-1 0,1 0 1,2 0 525,1 1 0,2-1 0,2 0 0,-1 0 0,-1 0 0,-3 0 0,-4-1 0,9-2 0,-5 0 0,-5 0 581,-10 1 1,-1 1-582,7-3 0,-4 0 2501,-7 2-2501,19-2 0,1 3 0,1 2 0,-9-1 0,1 2 99,0-1 1,3 0-1,0 0 1,-4 1-100,1 0 0,-1 0 0,4-1 0,2 0 0,-4 0 0,5 0 0,-8-1 0,-6-1 3276,-12 0-1385,2-7-5168,5-19 1387,-8 14 1234,2-10 1,-1 3-1,-5 16 1,5-14 0</inkml:trace>
  <inkml:trace contextRef="#ctx0" brushRef="#br0" timeOffset="547734">31215 2033 24575,'-3'2'0,"0"-1"0</inkml:trace>
  <inkml:trace contextRef="#ctx0" brushRef="#br0" timeOffset="549334">25916 4557 24575,'15'0'0,"5"0"0,8 0 0,-7 2 0,2 2-1639,1-2 1,1 1-1,9 3 1,4 0 1497,-4-2 1,3-2-1,0 2-952,-2 0 1,0 2 0,3-2 1071,-9-1 1,3-2-1,1 1 1,0-1 0,-1 1-1,-3-1 21,3 2 0,-3-1 0,1 1 0,3-2 0,-4 0 0,3-1 0,3 0 0,0-1 0,-1 0 0,-2 0 0,-4 0 0,12-2 0,-6 0 0,2 0 0,-4 0 0,2 0 0,-2 0 0,-5-1 0,2 0 0,-8-1 1952,-9-4-1952,-1 6 0,1-2 0,0 0-1064,8 3 1,1 0 1063,-3-2 0,6 3 0,-3 1 0,-15 0 0,6 0 0</inkml:trace>
  <inkml:trace contextRef="#ctx0" brushRef="#br0" timeOffset="550618">30263 4366 24575,'-37'2'0,"4"3"0,-1 2 0,12-3 0,-1-1-427,-10 6 1,2 1 426,11-4 0,3 0 280,-6 6-280,6-1 0,2 1-2200,6-3 2200,-6 8-263,6 0 263,3-5 0,-6 21 0,10-16 0,0 11 0,6-12 0,13 10 0,-3-9 0,7-3 0,6 2 0,-2-2 0,0-4 0,1-1-1093,5 3 1,4 2 0,-1-4 767,-2-4 0,0-2 325,-1-2 0,2 0 0,-4-2 0,-8 1 0,0-1 0,9-2 0,-4 0-820,-16 0 1,-3 0 0,0 1 0</inkml:trace>
  <inkml:trace contextRef="#ctx0" brushRef="#br0" timeOffset="551118">30590 4476 24575,'-21'5'0,"12"-4"0,-20 10 0,16-4 0,-8 8 0,6-1 0,4 7 0,6-7 0,3 5 0,2-12 0,0 3 0,1-8 0,2 3 0,7-10 0,23-8 0,-10 1 0,-2 2 0,-2 1 0,-6 2 0,0 0 0,-3 12 0,-1-1 0,9 11 0,-9-8-3277,16 5 0,-17-10 3047,15 2 230,-8-4 0,6-3-1639,-1-2 1,0-2 378,-1 2 894,0-5 0,-3 2 0,-13 6 1,7-5-1</inkml:trace>
  <inkml:trace contextRef="#ctx0" brushRef="#br0" timeOffset="551352">30823 4467 24575,'11'0'0,"2"1"0,-1-2 0,17-2 0,-16 1 0,17-7 0,1 0-1671,-15 4 1671,14-6 0,3-2 0,-14 5 0,0 0 0,1-1 0,0-2 0,7-3 0,-3 0 0,-6-2 0,1-6 0,-16 8 0,-3 7 0,0 0 0</inkml:trace>
  <inkml:trace contextRef="#ctx0" brushRef="#br0" timeOffset="551639">31052 4105 24575,'7'20'0,"-1"-1"0,1 1 0,-2 1 0,-1 5 0,-3 1-1639,0 8 1,-1 0 468,-1 1 0,0 0 1170,0-9 0,-1 0 0,0-2 0,0-1 0,0 0 0,1 4 0,0-2 0,-1-5 0,7 14 1477,-2-21-1477,4 3 949,-3-6-949,11-15 0,0-7 0,0-1 0,0-2 0,-2 1 0,0-1 0,4-8 0,0 1 0,0 0 0,-1-3 0</inkml:trace>
  <inkml:trace contextRef="#ctx0" brushRef="#br0" timeOffset="552090">31262 4324 24575,'8'21'0,"2"5"0,-6-1 0,1-4 0,0 5 0,-2-12 0,0 0 0,25-14 0,-12-5 0,3 1 0,-1-1 0,-2 0 0,-3 4 0,-3 12 0,3 16 0,-4-2 0,-4-6 0,-1 1 0,-3-1 0,-4-1 0,-5-4 0,-1-7 0,-15 6 0,7-7 0,-7 7 0,10-7 0,4 1 0,4-5 0,3-2 0,3-3 0</inkml:trace>
  <inkml:trace contextRef="#ctx0" brushRef="#br0" timeOffset="552368">31508 4577 24575,'5'5'0,"-2"0"0,-1-4 0,0 0 0,3-2 0,2-4 0,6-2 0,9-9 0,0-1 0,5-8 0,-12 9 0,-2-3 0,-9 11 0,-2-1 0,-6 9 0,0-1 0,-5 4 0,5-3 0,0 1 0</inkml:trace>
  <inkml:trace contextRef="#ctx0" brushRef="#br0" timeOffset="556776">29526 4569 24575,'12'23'0,"-4"-2"0,1 5 0,-1-3 0,-5 2 0,6 3 0,-5-7 0,4 11 0,-3-8-1585,4 10 1585,-2-6-168,-2-10 0,0 1 168,3 6 0,0 9 0,-2-13 0,1 4 0,-4-13 0,2-14 0,0-18 0,-1-3 0,0-4 0,-1 0 0,1-3 0,-1 1 0,2-7 0,-1 5 0,-4 6 0</inkml:trace>
  <inkml:trace contextRef="#ctx0" brushRef="#br0" timeOffset="557359">29731 4136 24575,'35'-6'0,"-1"0"0,-7 1 0,1 1 0,8-1-274,-10 2 1,4-1 0,4-1 0,4 1 0,2-2 0,1 1 0,1 0 0,0 0 0,-2 0 0,-1 0 0,-4 0 0,-3 1-274,6 0 1,-5 0 0,-3 0 0,2 1 0,2-1 0,7-1 363,-13 2 1,2 0 0,3-1 0,2 0 0,2 0 0,1 0 0,1 0 0,1-1 0,1 1 0,0-1 0,0 1 0,0-1 0,-1 1 0,-1-1 0,0 1 0,-2 0 0,-1 0 0,-3 0-116,8-1 0,-1 0 0,-2 0 0,-1 0 0,0 1 0,-1-1 0,0 1 0,-1-1 1,1 1-1,0-1 0,0 1 184,0 0 1,-1 0 0,-1 0-1,1 0 1,0 1 0,-1-1-1,1 0 1,1 0 0,-1 0-1,2 0 1,0-1 113,-2 0 0,2 0 0,1 0 0,2-1 0,0 0 0,0 0 0,0 0 0,-1 0 0,-1 0 0,-1 0 0,-2 1 0,-2 0 0,-3 0 0,-3 1-508,14-1 1,-7 0 0,-2 1 0,6-2 507,-7 1 0,4-1 0,2 0 0,1 0 0,-1-1 0,-1 1 0,-4 1 0,-4 0 0,6 0 0,-5 2 0,-3-1 1014,-1-1 1,-5 1-1015,-10 3 0,-7 23 0,-2 13 798,-1-1 0,0 4-798,1-1 0,0 1 0,-1-7 0,0 2 0,0 2 0,0-1 0,0 1 0,0 1 0,0-2 0,0 4 0,1-1 0,-1 0 0,0-5 0,0 0 0,0-1 0,0-4 0,1 1 0,0-5 0,-3 6 3276,2-22-2727,-3 7 2727,0-8-833,-19 19-2443,2-9-854,-1 0 1,-4 0 853,-3-4 0,-6 1-460,9-5 1,-4 1-1,-4 1 1,-1 0 0,-2-1-1,2 0 1,1 0 459,-1-1 0,1 0 0,1-1 0,-1 0 0,-3 0 0,-4 1-235,11-3 1,-1 0 0,-3 0 0,-1 1 0,-2-1 0,0 0 0,-1 1 0,-1-1 0,1 0 0,0 0 0,0-1 0,1 0 0,1 0 0,2 0 160,-3-1 0,0 0 0,1-1 1,1 0-1,-1 0 0,1 0 0,1-1 1,-1 0-1,1 1 0,0-1 1,0 1-128,-5 0 0,0-1 0,0 1 0,1 0 0,-1-1 0,1 1 1,1-1-1,0 0 0,0 0 201,-2 0 0,-2-1 0,1 1 0,0-1 0,1 0 0,4-1 0,3 1 0,6-1 0,-10-2 0,4 1 0,-6 1 0,-3 0 0,7-2 0,0-6 0,14 5 176,14 2 1,0 1 0,4 2 0</inkml:trace>
  <inkml:trace contextRef="#ctx0" brushRef="#br0" timeOffset="559520">24201 6290 24575,'-9'-20'0,"0"1"0,-11-11 0,7 9 0,-2-3 0,0 2-1639,-4 0 1,0 1 1030,-3-6 1,-2 0 607,1 3 0,0 0 0,1-1 0,-1 1 0,-1 0 0,-1-2 0,3 4 0,-2-1 0,0-1-1093,-1 0 1,0 0 0,1 1 239,4 4 1,0 2 0,2-1 852,-11-10 0,6 4 1101,10 7-1101,4-1-29,0-19 29,20 13 0,2-10-910,6 18 0,7 0 0,-4 2 910,2-5 0,1 4 0,4-1 0,-3 1 1324,-8 4 0,-2 0-1324,5 0 0,2-1-1566,1-1 1,-3 1 1565,-4 4 5,4-4 0,-19 11 1,2-4-1</inkml:trace>
  <inkml:trace contextRef="#ctx0" brushRef="#br0" timeOffset="560672">23954 5230 24575,'-7'20'0,"0"-1"0,-9 13 0,9-14 0,0-1 0,2-1 0,35-17 0,-8-10 0,9-7 0,0-2 0,-8 4 0,0-4 0,-19 13 0,-13 7 0,0 0 0,-1 0 0,6 0 0,2 0 0,9 0 0,-3-2 0,-4 2 0,0 3 0,-5-2 0,0 4 0,-8 1 0,3-2 0,-5 4 0,14-7 0,-5 1 0,-3-2 0,-4 0 0,-3 0 0,9 0 0,11 0 0,14 0 0,-4 0 0,14 0 0,-12 0 0,1 0 0,-1 0 0,-15 0 0,-11 0 0,-5 1 0,-15 2 0,9 1 0,-2 3 0,19-6 0,2 1 0,11-5 0,-5 1 0,-2 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2:47:15.661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17832 931 24575,'0'33'0,"0"0"0,-1-2 0,0 2 0,0-3-1639,1-2 1,-1 1 1061,0 2 1,-1 3 0,0-2-372,2 3 0,0-1 948,-1-3 0,0 2 0,1 0 0,-1-2 0,1 1 0,1 1 0,0 0 0,1 3 0,0-1 0,0-4 0,2 5 0,-1-1 0,-1-6 0,1 3 0,0 0 0,0-4 0,2 2 0,0 0 0,-2-2 0,-1 5 0,1-1 0,0-3 0,1-1 0,1 1 0,-2-2 0,1 5 0,0 3 0,-1-2 0,1-6 0,-1 5 0,1 0 0,1-3 0,0 5 0,1 2 0,-1-1 0,0-3 0,-1 3 0,0-2 0,0-1 0,2 1 0,1 0 0,-2-4 735,-2-2 0,-1-6-735,0-7 0,-2-9 0,0 0 0</inkml:trace>
  <inkml:trace contextRef="#ctx0" brushRef="#br0" timeOffset="2511">17464 2395 24575,'25'13'0,"-13"-7"0,16 12 0,-14-4 0,3 6 0,1 2 0,-5-7 0,0 1-1422,4 11 0,0-1 1422,-5-9 0,-1-2 0,0 4 0,-1 0 276,0-1 0,0 0-276,0 2 0,-1-1 548,1 5-548,0-5 0,0-1 0,-4-2 0,12 13 0,-11-16 0,0-6 0,-8-13 1454,0-11-1454,-5-5 0,-1-3 0,4 6 0,0 0-500,-5-10 1,0 1 499,2 10 0,1 0 0,-1-4 0,-2-1-414,-1-3 1,-1 0 413,3 1 0,0 2 0,0 4 0,-1 1 0,1-8 0,3 18 0,1-2 0,5 8 0,1 1 0,24 2 0,-3 1 0,6 0 0,-1 0-1413,4-1 0,4 1 1413,-8-1 0,5 0 0,2 0 0,0 0 0,-3 0 0,-1-1 0,-2 0 0,1 0 0,1 0 0,1 0 0,2 1 0,0 0 0,-1-1 0,-2 1 0,4-1 0,-2 0 0,-3 0 0,10 3 0,-11-1 699,-20-2-699,-5 5 0,-6 5 0,1 11 0,-2 2 0,0 2 0,-2 0 0,-4 8 829,0 1 1,-2 1-830,3-13 0,-1 0 0,-1 1 0,0 1 0,0 1 0,-3 7 0,-1 0 0,1-4 0,0 0 0,-4 4 0,1-1 0,5-11 0,0 1 0,-4 6 0,-2 3 0,2-4 0,3-4 0,1-1 0,-2 2 0,1 3 0,1-5-59,2 1 59,2 2 0,5-6 0,2-11 0,1-3 0,3-13 2575,-4-6-2575,1-8 0,-2 3 68,0-7-68,-3-3 0,1 13 0,-3-7 0,0-1 0,-3 4 0,-3-14 0,0 0-1991,1 7 1991,1 1 0,-2-1 0,2 6 0,1 1 0,0-11 0,0 11 0,1 1 0,4 0 0,-1 8 0,-3-13 0,-4 1 0,-1-1 0,1 3 0,5 11 1991,-1 10-1991,-17 8-1639,4 0 1,-2 2-1639,-10 2 2773,7-2 1,4-1 503,11-6 0,-5 1 0,12-8 0,3-7 0,4-19 3276,-3 15-1714,1-4 0,0 0-1562,-2 9 0,2-16 0,-2 18 0,0-2 1161,-2 7-1161,-1 1 0,0 2 0,-7 5 0,2 0 0,-8 6 0,4-3 0,-5 3 0,8-5 0,3 0 0,15-8 0,3-2 0,5-3 0,1 0 0,14-4-1639,-4 3 1,0 1-1639,-1 2 2857,1 0 1,-1 2 419,-11 3 0,12-2 0,-23 6 0,-27 21 0,4-9 0,-2 0-435,0 0 1,-2 0 0,-2 0 434,-1-1 0,-4 0 0,0 0 0,1-1 0,-5 3 0,0-2 0,2 0 813,1-1 1,0-1 0,4-2-814,-4 3 0,14-6 661,24-10-661,-1-2 0,23-9 0,-13 7 0,12-7 0,-13 10 0,9-4 0,-10 5 0,5 1 0,-17 9 1647,-5 5-1647,-21 16 0,4-8 1638,6-5 0,1-2-967,6-7-671,26-15 0,-1-2-1279,5-4 0,2 0 1279,2 2 0,-3 0 0,-1 0 0,2 1 0,8-4 0,-22 10 0,0-1 0,-9 9 0,-10 13 0,-3 1 0,-9 12 0,7-12 0,-1 0 0,-5 4 0,-2 6 0,25-24 2558,12-8-2558,7-6 0,8-1 0,-18 8 0,0 1 0,-19 10 0,-13 17 0,5-4-1639,0-3 1,2-1-1639,5-3 3047,-2-2 230,10-8 0,18-11 0,-6 4 0,7-5 0,2 0 0,-4 2 0,-1 0 0,2 1 0,11-1 0,-11 3 0,10-2 0,-24 6 0,7-2 3276,-14 17 0,-4 13-3044,-2 8-232,1-17 0,0 1 0,-2-1 0,0-1 0,-1 0 0,-8 8 0,12-17 0,-1 1 0,5-6 0,1-2 0</inkml:trace>
  <inkml:trace contextRef="#ctx0" brushRef="#br0" timeOffset="8239">3385 8142 24575,'16'-26'0,"0"-1"0,2 0 0,2-1 0,-2 0-1093,-4 5 1,-2 1 0,5-2 807,1 0 0,5-3 1,3-2-1,0-1 0,0 2 1,-3 3-1,-4 5-739,1-1 1,0 1 1023,-2 2 0,4-3 0,3-5 0,3-1 0,1-1 0,-1 0 0,-1 1 0,-3 3 0,-5 4-1093,5-5 1,-5 4 0,3-3 1086,-1 3 1,3-3-1,2-1 1,-1 1-1,-2 1 1,-5 4-1,4-7 1,-4 4-1,6-2 1</inkml:trace>
  <inkml:trace contextRef="#ctx0" brushRef="#br0" timeOffset="9683">10329 8094 24575,'4'19'0,"0"-1"0,-2-10 0,2-2 0,2-3 0,1-2 0,2-5 0,17-22 0,-8 6 0,3-1-944,0-3 0,3-2 944,-3 7 0,3-2 0,2 0 0,-1 1 0,-2 2-1006,-1 0 0,-2 3 1,3-2 1005,2-1 0,4-3 0,3-1 0,0 0 0,0 0 0,-1 3-656,-1 0 1,0 3-1,0 0 1,0-1 0,1 0 341,0 0 0,0-1 0,1 0 1,0 0-1,-1 0 0,-1 1-14,2-1 0,-1 1 0,-1 0 1,-1 1-1,-2 2 0,3-2 1,-3 3-1,-4 0 0,6-6 1</inkml:trace>
  <inkml:trace contextRef="#ctx0" brushRef="#br0" timeOffset="10806">17569 7888 24575,'2'17'0,"5"4"0,-4-8 0,7 1 0,-5-13 0,12-13 0,10-11 0,-1-1-820,-7 4 1,0 0 0,1-2 0,3-1 350,-1 1 1,3-2 0,2-2 0,1 0 0,0-1 0,-2 2 0,-1 1 78,1-2 0,-3 2 0,1 0 1,0-1-1,4-4 390,-6 6 0,2-2 0,2-2 0,2-2 0,1-1 0,0-1 0,0 1 0,-1 1 0,-1 0 0,-2 3 0,-2 3 0,-3 3 0,5-6 0,-5 6 0,0 0 0,3-4 0,2-3 0,0 0 0,0 0 0,-1 0 0,1 0 0,0 0 0,0 0 0,0 0 0</inkml:trace>
  <inkml:trace contextRef="#ctx0" brushRef="#br0" timeOffset="14737">12947 4433 24575,'-3'21'0,"1"0"0,-1 1 0,-2 8 0,1 0 0,2-5 0,0 6 0,1 1 0,1-11 0,0-1 0,-1 5 0,-2 2 0,1 0 0,-1 8 0,0-2-1125,-2-6 0,1 0 1125,0 1 0,2-3 0,0-8 721,1 3-721,1-11 0,0-2 0,0-6 0</inkml:trace>
  <inkml:trace contextRef="#ctx0" brushRef="#br0" timeOffset="16439">13043 4469 24575,'6'-1'0,"10"-6"0,-8 5 0,16-4 0,4-2 0,4 1-1093,-7 4 1,4-1 0,-2 0-547,-2-1 1,2 1 1608,3 2 0,6 1 1,0 1-1,-3-2 30,-7 0 0,-3-1 0,6 0 0,-1 2 0,6 1 0,3 0 0,2 0 0,-1 0 0,-1-1 0,-4 1-820,4-1 1,-4 0 0,1-1 0,5 1 776,-7 1 1,3-1-1,3 1 1,2 0-1,-1-1 1,-1 1-1,-2 0 1,-4-1-646,8 1 1,-6-1-1,1 1 1,5-1 687,-10 0 0,4-1 0,2 1 0,2-1 0,0 0 0,1 0 0,-2 1 0,-2-1 0,-3 1 0,-5 0-822,13 0 1,-8 0-1,7 0 822,-12-1 0,4 0 0,3 0 0,1 0 0,2 0 0,-1-1 0,0 1 0,-2 0 0,-2 1-84,3-1 0,0 1 0,-2 1 1,-1-1-1,0 1 0,-2-1 84,5-1 0,-3 1 0,2-1 0,6 0 0,-13 1 0,5 0 0,3-1 0,2 1 0,3 0 0,0-1 0,0 1 0,0-1 0,-1 1 0,-3 0 0,-3-1 0,-3 1 0,-5 0 0,10 0 0,-8 0 0,10 0-24,-14 0 1,5 0-1,3 0 1,4 0-1,2-1 1,2 1-1,2-1 1,1 1-1,-1-1 1,1 1 0,-1-1-1,-2 1 1,-2 0-1,-2-1 1,-3 1-1,-4 0 24,14 0 0,-7 0 0,-3 0 0,3 0 0,6 0 0,-11 0 0,4 1 0,3-1 0,1 0 0,2 0 0,2 0 0,-1 0 0,0 1 0,0-1 0,-2 0 0,-2 0 0,-3 0 0,-3 0 0,8 0 0,-6 0 0,-2-1 0,0 1 0,2 0 0,6-1 0,-10 1 0,4 0 0,2-1 0,2 1 0,1-1 0,2 1 0,-1-1 0,1 1 0,0-1 0,-1 0 0,-2 1 0,-2-1 0,-1 1 0,-4-1 0,6 0 0,-4 0 0,-2 0 0,-1 0 0,1 0 0,2 0 0,4 0 0,-6 0 0,4 0 0,1-1 0,2 1 0,2-1 0,0 0 0,1 0 0,0 1 0,-1-1 0,0 0 0,-3 0 0,-1 1 0,-3-1 0,-2 1 0,7-1 0,-5 0 0,-2 0 0,0 1 0,2-1 0,4 0 0,-7 1 0,2-1 0,2 1 0,1-1 0,1 0 0,1 1 0,1-1 0,0 1 0,0-1 0,-1 1 0,0 0 0,0 1 0,-1-1 0,0 2 0,0-1 0,0 0 0,1 1 0,-1 0 0,1 0 0,-1 0 0,0 0 0,0 0 0,-1-1 0,1 1 0,0-1 0,0 0 0,-1 0 0,-1 0 0,1 0 0,0 0 0,0 0 0,1 1 0,1-1 0,1 0 0,1 1 0,-4 0 0,1 1 0,2-1 0,1 0 0,1 1 0,1 0 0,0 0 0,1 0 0,-1 0 0,0-1 0,-1 1 0,-1 0 0,-1 0 0,-2 0 0,-2 0 0,-3-1 0,-1 1 0,10-1 0,-6 1 0,-2-1 0,-1 0 0,4 0 0,6 1 0,-12-1 0,2 0 0,3 1 0,3 0 0,2-1 0,1 1 0,2-1 0,1 1 0,0 0 0,1 0 0,0-1 0,-1 1 0,0 0 0,-2-1 0,-1 1 0,-2 0 0,-2-1 0,-3 0 0,-3 1 0,-3-1 0,15 1 0,-9-1 0,-3 0 0,3 0 0,9 0 0,-15 0 0,5 0 0,3 1 0,3-1 0,2 0 0,2 0 0,2 1 0,1-1 0,0 0 0,0 0 0,0 1 0,-1-1 0,-1 0 0,-2 0 0,-2 0 0,-3 1 0,-3-1 0,-4 0 0,-4 0 135,12 0 0,-8 0 0,-2 0 0,7 0-135,-3-1 0,4 1 0,5-1 0,2 0 0,2 0 0,0 0 0,-1 0 0,-2-1 0,-4 1 0,-5 0 0,-7 1 0,12-1 0,-6-1 0,0 0 0,3-1 0,0 0 0,-2-1 0,-4 0 0,-2 0 0,0 1 0,0-1 0,-1 0 0,2 0 0,4-1 0,0 0 0,2-1 276,4 0 1,1 0 0,-6 0-277,-11 1 0,-2 0 455,19-2 1,-3 1-456,-13 0 3159,-3 3-3159,-15 2 3276,3 0-1828,-16 8-2530,-2 14 1,-1 1 1081,-2-5 0,-5 10 0,-3 7 0,2-6 237,-4-4-237,7-4 0,-5 5 0,0 0 0,3-4 0,4-6 0,1 0 0,-4 5 0,-4 4 0,0 0 0,4-3 0,3-2 0,2 0 0,-6 5 0,-1 3 0,2-4 0,7-7 0,0 0 0,-10 13 0,1-2-3229,6-9 3229,1-1 0,-1 0-391,-4 4 391,4-4 1638,-2 1 0,-1 1-1118,2-1 1,1-1 221,-8 6-742,10-9 0,0 0-1296,-1 0 1296,4-3-3277,-19 10 2795,21-17 482,-13 5 0,1-5 0,-4-1-1259,-7 0 1,-2 0 1258,14-2 0,-1 0 0,-9 0 0,-7-1 0,-1 0 0,8 1 0,6-1 0,1 0 0,-11 0 0,-6-1 0,0 2 0,10-1 0,-1 1 0,1 0 0,2 1 444,2-1 1,1 1 0,-6 0-445,0 0 0,-7 1 0,-3-1 0,-2 1 0,1 0 0,4 0 0,7-1-832,1 1 0,4-1 0,-2 1 832,-3-1 0,-5 1 0,-1-1 0,0 1 0,4-1 0,0 0 0,3 1 0,0-1 0,1-1 125,-3 1 0,1-1 1,-5 0-126,6 1 0,-5 0 0,-2 0 0,-1 0 0,0 1 0,2-1 0,4-1 0,-1 0 0,4 0 0,0 0 0,-6-1 0,6 1 0,-4 0 0,-3 0 0,-2 0 0,-1-1 0,-1 1 0,1 0 0,1 0 0,2 0 0,3 0 0,-4 0 0,3-1 0,2 1 0,0 0 0,-3-1 0,-4 1 0,9 0 0,-4-1 0,-1 1 0,-2-1 0,-2 1 0,0 0 0,-1-1 0,1 1 0,1-1 0,1 1 0,2 0 0,2-1 0,4 1-192,-13-1 0,7 1 1,1 0-1,-2 0 0,-6 0 192,12 0 0,-4 0 0,-2 1 0,-3-1 0,-2 1 0,-2 0 0,1-1 0,-1 1 0,0 0 0,2 0 0,1-1 0,3 1 0,3-1 0,3 1 0,4-1 0,-8 0 0,8 0 0,0 0 0,-8 0 0,7 1 0,-4-1 0,-4 1 0,-3 0 0,-2 0 0,-2 0 0,0 1 0,1-1 0,1 0 0,1 1 0,4-1 0,3 0 0,4 0-90,-11 2 0,7-1 0,2 0 0,-4 1 90,2-1 0,-2 0 0,-1 0 0,-1 0 0,0 0 0,2 1 0,1 0 0,-1 0 0,1 0 0,1 0 0,2 0 0,2 0 0,-4 0 0,4 0 0,-3 0 105,-3 1 1,-4 0-1,2 0 1,7-1-106,5-2 0,2-1 212,-4 3 1,-3 2 0,2-2-213,1-3 0,-2-1 0,-1 1 0,-5 1 0,-2 1 0,-2-1 0,4-1 0,-2 0 0,2-1 0,-1 0 0,-4 1 0,9-1 0,-3 1 0,-1-1 0,-1 1 0,-1 0 0,1-1 0,1 1 0,3-1 0,-7 0 0,2 0 0,2 0 0,-2 0 0,-4 0-49,8 0 1,-2 0 0,-3 0 0,-1 0 0,-1 0 0,1 0 0,1 0 0,1 0 0,3 0-1,4 0 49,-9 0 0,7 0 0,-1 0 0,-7 0-49,12 0 1,-5 1 0,-3 0 0,-2 0 0,-2 0 0,-1 0 0,1 0 0,1 0 0,1 1-1,3-1 1,4 0 0,4 1 48,-6 0 0,6 0 0,1 1 0,-5-1 0,1 0 0,-4 0 0,-2 0 0,-2 0 0,0 0 0,2 0 0,4 0 0,4 0 0,-6 1 0,6-1 0,-2 0 87,-5-1 0,-4-1 0,1 0 0,4 1-87,-4-1 0,0 0 0,4 0 0,-4 0 0,0 0 0,2 0 0,1 0 0,2 0 0,-4 0 0,4 0 0,-4 0 0,-3 0 0,1 0 0,1 0 0,5 0 255,-5 0 1,4 0 0,-5 0-256,10 0 0,-5 0 0,-3 0 0,-2 0 0,0 0 0,0 0 0,4 0 0,3 0 0,7 0 0,-10 0 0,2 0 0,5 0 0,-6 0 0,-2 0 0,-1 0 0,2 0 0,3 0 0,-8 0 0,4 0 0,3 0 0,0 0 0,-3 0 0,7-1 0,-7 1 0,-2 0 0,-1 0 0,4-1 0,6 1 188,-2-2 1,1 0-189,1 1 0,-4 1 0,-3-1 0,3 0 0,5 0 0,-3-3 0,3-1 0,-5 2 0,-3 0 0,1-1 0,7 1 0,1-1 0,0 1 0,-1 0 0,0 0 0,1 1 0,-8-1 0,4 1 0,11 2-411,-11-1 0,1 0 411,11 1 764,-15 1 0,-3 0-764,6-1-295,3 1 0,-4 0 0,4 0 295,-4-1 613,4 0 0,-3 1 0,6-1-613,6 0 1638,-3 1 0,4 0-1324,14-1-314,24 0 0,-3-2 0,3 0-658,3-1 0,5 0 1,1-1-1,0 0 658,-2-1 0,1-1 0,0 0 0,2 0 0,-1 0 0,3 1 0,0-1 0,-1 1 0,-4-1 0,2-1 0,-2 1 0,-2 0 0,3-1 0,0 1 0</inkml:trace>
  <inkml:trace contextRef="#ctx0" brushRef="#br0" timeOffset="17022">19720 3995 24575,'1'-5'0,"1"0"0,9-12 0,-3 6 0,6-5 0,4-6 0,1 1 0,4-1 0,1 1-1093,2-2 1,2-2 0,-1 2-1,-5 7 1,-1 1 0,2 0 272,3-1 1,3 0 0,0 0 0,-2 2 311,-3 1 1,0 2 0,0-1 507,10-4 0,1-2 0,-3 3 706,-3 4 1,-3 1-707,5 1 0,-3 0 0,1-1 0,2 3 0,-5 1 0,-17 4 0,16-3 0</inkml:trace>
  <inkml:trace contextRef="#ctx0" brushRef="#br0" timeOffset="17403">20426 2827 24575,'29'-4'0,"-7"-1"0,1 1-1295,9-1 1295,-2-1 0,7-2 0,-4 1-1639,-3 1 1,3-2 1541,-6 2 1,6-1 0,3-2-1,0 1 1,-3 0 0,-4 1 96,-1 1 0,-4 1 0,5-1 0,0 0 0,6-1 0,3-1 0,2 0 0,-3 0 0,-5 2 0,-7 1 0,-4 2 0,0-1 0,4 0 0,7-2 0,5-2 0,-1 1 0,-5 1 0,-7 1 0,7-2 0,-2 0 0,5-2 0,-8 3 287,-10 3 1,1-3 0,-15 6 0</inkml:trace>
  <inkml:trace contextRef="#ctx0" brushRef="#br0" timeOffset="17939">21289 2679 24575,'-4'28'0,"-1"1"0,2-3 0,-1 1 0,1-2 0,1-3 0,0-2-1639,0 10 1,-1-1 1443,0 4 1282,-3 3-1087,-5-8 0,-2-1 0,-10-12 0,6-8 0,-11-4 0,-2-1 0,-3 3-1093,3-3 1,-8-1 0,3-1 469,0 1 1,-2 0 622,9 0 0,-2-1 0,-1 1 0,4-1 0,-3 0 0,2 0 0,-12 1 0,8 0 0,22 1 0,0 4 1320,26 5-1320,13-1 0,-12-3 0,1-1-841,9-2 0,5-2 0,3-1 841,-7 1 0,3-1 0,1 1 0,2-1 0,0 1 0,-1-1-166,0 0 0,1 0 0,-1-1 1,1 1-1,1-1 0,0 1 166,1 0 0,2 0 0,0 0 0,0 0 0,-1 0 0,-1-1 0,-4 1-262,5-1 1,-4 0-1,-1 0 1,0 1 261,3-1 0,0 1 0,-1 0 0,-6-1 0,-1 0 0,-3 0 0,5 1 0,-4 0 0,-11-2 0,-15-28 2106,-2 15-2106,1-12 0,1-2 0,-1 7 0,0-4 0,1 1 0,1 7-819,-5-16 0,5 28 0,-1-6 0</inkml:trace>
  <inkml:trace contextRef="#ctx0" brushRef="#br0" timeOffset="18356">21869 2847 24575,'17'16'0,"1"0"0,1 2 0,0 0 0,-4-1 0,0 0 0,12 9 0,-12-5 0,-9-14 0,-5-30 0,-1 3-1639,3-7 1,0 0-1639,-1 4 2159,6 1 0,1 3 1118,2 9 1759,13-13-1759,2 16 0,-9 1 0,3 8 0,0 4 0,-3 3 0,5 5 0,-2 0 0,-6-1-700,1 2 1,-2-1 699,-11-7 0,11 13 0,-10-11 0,-1 0 0,9 4 3276,-7-10-2603,18 10 0,-17-12 1,8 3-1</inkml:trace>
  <inkml:trace contextRef="#ctx0" brushRef="#br0" timeOffset="18808">23140 2413 24575,'4'28'0,"0"0"0,0 0 0,1 1 0,-2-2 0,0-1 0,0 2 0,0 1 0,0 2 0,0 0 0,0 0-1093,-1 3 1,0-1 0,-1 0 272,1-4 1,0 1 0,-1 0 0,1-1 220,1 7 1,1 1-1,-1-4 1756,-1-2 0,0-3-1157,4 1 0,1-5 1317,-2-11-1317,5 11 0,-8-27 0,-1-18 0,0-4 0,-1-1-413,0-9 0,0 2 0,0 19 0,0-2 0</inkml:trace>
  <inkml:trace contextRef="#ctx0" brushRef="#br0" timeOffset="19043">23060 2657 24575,'19'-3'0,"12"-4"0,-8 1 0,0 1 0,4 0 0,-1 0-1639,-3 1 1,2 1 909,6-1 0,3-1 0,-3 2 729,-7 2 0,-1 0 0,4-1 0,2-1 0,-5 2 1289,2 0-1289,-2-1 0,-4 1 0,-14 1 0,-5 0 0</inkml:trace>
  <inkml:trace contextRef="#ctx0" brushRef="#br0" timeOffset="19272">23277 2884 24575,'22'0'0,"1"0"0,1 0 0,1 0 0,1 0 0,2 0-1093,0 0 1,3-1 0,-4 1-547,-8 0 1,1-1 988,7 0 0,5-1 1,-7 0 649,-5-1-705,11-3 1,-21 5-1,-10-1 1</inkml:trace>
  <inkml:trace contextRef="#ctx0" brushRef="#br0" timeOffset="19446">23654 2884 24575,'25'-3'0,"-14"2"0,20-3 0,2-2 0,-11 2-1639,3 0 1,-2 0 818,-12 1 1,-5 3 0,-4 0 0</inkml:trace>
  <inkml:trace contextRef="#ctx0" brushRef="#br0" timeOffset="21472">23658 4174 24575,'-24'14'0,"1"0"0,3-2 0,5-3 0,12-8 0</inkml:trace>
  <inkml:trace contextRef="#ctx0" brushRef="#br0" timeOffset="25216">4852 9619 24575,'4'-2'0,"0"2"0,0-1 0,7 1 0,9-4 0,1 2 0,3 1 0,10-2 0,1 0 0,-6 1 0,0 0-1199,7 0 1,-3 1 1198,-3-2 0,-6 1 0,-1 0 0,0 1-113,-2 0 1,-2 0 112,-3 1 0,8 0 0,2 0 0,1 0 0,-2 0 0,-1 0 0,-3 0 0,-2 0 0,1 0 0,4-1 0,13 1 0,-10-3 0,-12 2 2367,9 0-2367,-14 0 255,8-1-255,6-1 0,-4 0 0,8 1 0,2 0 0,-9 1 0,13 1 0,-15-2 0,6 2 0,-8 0 0,8 0 0,-16-1 0,9 1 0,-15-2 0,8 2 0,-1 0 0,0 0 0,1 0 0,-4 0 0,3 0 0,-3 0 0,2-1 0,-3 0 0,2 0 0,-3 1 0,4 0 0,-4-1 0,4 0 0,-1 0 0,-3 1 0,-1 0 0</inkml:trace>
  <inkml:trace contextRef="#ctx0" brushRef="#br0" timeOffset="29217">12067 9703 24575,'7'0'0,"9"0"0,3-2 0,3 0 0,-1 2 0,3-1-1093,4-2 1,4-1 0,-4 1-547,-9 2 1,1-1 818,5 0 1,5-2 0,0 1 0,-3-1 187,5 1 1,1 0 631,-5-1 0,3 1 0,1-1 0,-2 1 0,5 0 0,-1 0 0,2 1 0,-1-1 0,3 0 0,0 0 0,-4 1-220,-4 0 0,-2 0 1,0 0-1,5 0 0,0 1 1,-8-1-1,-7 1 1</inkml:trace>
  <inkml:trace contextRef="#ctx0" brushRef="#br0" timeOffset="30536">19257 9621 24575,'19'0'0,"0"0"0,11-1 0,0 0 0,6 0-1093,-4 0 1,5 0 0,-6 0-2185,1 1 1927,0 0 0,2 0 1350,-10 0 0,0 1 0,5-1 0,3 0 0,0 1-9,-5 0 1,0 0 0,2-1 8,4 1 0,3-1 0,-1 1 0,-7 0 0,-7 0 0,-1 0 0,12 0 0,4 0 0,-8 0 0,-10-1 0,16 1 0,-3 0 0,-22-1 3276,14 0-1003,-6 0-2273,-2-2-3277,21-3 2848,-21 1 1,6-1-1,-20 4 1</inkml:trace>
  <inkml:trace contextRef="#ctx0" brushRef="#br0" timeOffset="31257">20827 8719 24575,'-11'6'0,"-13"4"0,11-1 0,-15 6 0,23-9 0,-15 13 0,10-10 0,-13 17 0,13-14 0,-8 7 0,14-10 0,0-4 0,4-1 0</inkml:trace>
  <inkml:trace contextRef="#ctx0" brushRef="#br0" timeOffset="34722">2468 11829 24575,'7'-6'0,"6"-5"0,-7 4 0,11-9 0,-8 8 0,15-16 0,-7 12 0,-2-1 0,2 0 0,5 0 0,1 1 0,0 1 0,-3 2 0,8-7 0,-1 1-746,-15 9 746,5-5 0,1-2-3277,4 2 17,-7 3 2698,8-4 0,0-1 562,-8 3 0,6-3 0,1 0 0,5-5 456,-10 6-456,10-3 3276,-21 10-346,11-1-1185,-10 3-1745,7-1 0,-8 3 0,6-2 0,-10 3 0,1 0 0</inkml:trace>
  <inkml:trace contextRef="#ctx0" brushRef="#br0" timeOffset="35556">2954 11416 24575,'5'3'0,"15"16"0,-9-9 0,4 4 0,0 0 0,-1-1-1639,2-1 1,0-1-1639,-5-2 0,9 5 4605,-6-7-1328,-5-2 1719,10 5-1719,-13-8 0,-5 0 0,-13-4 3276,1-1 0,-13 0-3044,11 2-232,-10 1 0,17 0 0,23-4 0,10 0 0,-1 1 0,6 0 0,-4 0-3277,7-1 1638,-3 3 1,1 0 1523,-13 1 0,-2 0 112,8 2 3,-2-2 0,-1 0 0,-7 0 0,-1 0 0,-13 1 0,-11 1 0,-5 2 0,-21 4 0,12-2 0,-2 1 0,0-1 0,9-3 0,-15 4-1189,19-5 1189,4-2 0,-2 3 0,10 0 0,4 0 0,7 0 0,0-1 0,-1-2 0,-4 0 0</inkml:trace>
  <inkml:trace contextRef="#ctx0" brushRef="#br0" timeOffset="37771">9996 11951 24575,'10'-7'0,"0"-1"0,-2 3 0,2-2 0,1-1 0,1 1 0,0-1 0,15-10 0,-6 3-620,-5 5 1,1-1 619,3-5-1639,-4 5 1,-1 0-1459,0-1 3097,12-8 0,-12 10 0,7-4-3277,3-2 2292,-11 6-255,3-1 0,-1 2 1240,-8 4 1517,9-4 0,2 0-1517,1 2 0,6-1-1517,-2-1 0,-2 2 1517,-1 3 918,11-6 1,0-1-919,-6 5 0,5-5 0,-1 0 0,-10 3-43,0 0 1,-4-1 42,-12 3 0,7-2 0,-11 5 0</inkml:trace>
  <inkml:trace contextRef="#ctx0" brushRef="#br0" timeOffset="38523">10618 11543 24575,'20'28'0,"1"0"0,-4-5 0,0-1 0,-4-4 0,-4-7 0,14 16 0,-15-18 0,4 6 0,-8-13 0,2-2 0,-13-21 0,-2 1 0,-9-12 0,3 14 0,-10-8 0,14 16 0,-12-11 0,20 18 0,4-4 0,15 1 0,14 1 0,-7 0 0,1 1 0,4 0 0,7-1 0,-3 1 0,-19 3 0,11-3 0,-3 2 0,-17 2 0,6 4 0,-7-2 0,1 8 0,-3-1 0,-1 5 0,-3-3 0,-9 9 0,-2-7 0,-7 8 0,9-14 0,-7 7 0,14-13 0,-1 6 0,29-17-656,-3 0 1,2 0-1,9-4 1,1-5 0</inkml:trace>
  <inkml:trace contextRef="#ctx0" brushRef="#br0" timeOffset="38959">11683 11287 24575,'11'6'0,"10"2"0,-3-3 0,1-1 0,-1 1 0,1-2-1229,4 1 0,-2-2 1229,5 1 0,9-1 0,-16-1 0,4-1 0,2-2 0,8-2 0,-7 0 0,0 0 0,-6 0 0,1-1 0,8-2 0,-2 1 0,-3-1 0,10-1 0</inkml:trace>
  <inkml:trace contextRef="#ctx0" brushRef="#br0" timeOffset="39409">12842 11029 24575,'-8'11'0,"-5"8"0,5-8 0,-7 10 0,12-18 0,-1 4 0,6-6 0,14 3 0,5-1 0,2 1 0,-3-4 0,-14 0 0,-3 0 0</inkml:trace>
  <inkml:trace contextRef="#ctx0" brushRef="#br0" timeOffset="41145">16771 11964 24575,'11'-5'0,"2"-2"0,3 2 0,7-3 0,0-1 0,12-3 0,-18 4 0,4-1 0,0-2 0,-4 1 0,0-1 0,0-2 0,-3 0 0,-2-3 0,1-2-1639,2-1 1,-1 0-1639,6-11 1638,-2 7 1,-3 4 148,-12 12 1490,18-14 0,-13 12 0,9-2 0,-6 5 0,11-3 0,-8 7 0,7-5 0,1 1 0,-5 2 1638,16-7 0,1-2-1592,-10 2-168,6-1 1,1-1 121,-8-1 0,-3 6 0,-13 2 0</inkml:trace>
  <inkml:trace contextRef="#ctx0" brushRef="#br0" timeOffset="41675">17481 11529 24575,'1'28'0,"0"-14"0,6 18 0,-5-25 0,7 12 0,-4-12 0,1 1 0,-3-6 0,0-4 0,-10-19 0,3 12 0,-15-17 0,-1 15 0,0 0 0,0 5 0,12 5 0,6-1 0,18-4 0,-5 2-1639,9-1 1,0 0-1639,-9 2 3162,10-1 0,-1 0 115,-12 1 0,12-4 0,-20-6 0,-1 7 0,0-5 0</inkml:trace>
  <inkml:trace contextRef="#ctx0" brushRef="#br0" timeOffset="44388">9066 10898 24575,'13'31'0,"-5"-13"0,-1-2 0,-2-4 0,1 9 0,-2 0-2064,-1-12 2064,2 25-3277,-3-5 785,0-14 853,-1 11 1,-1 1 726,0-15 575,0 18 1,-1 2 336,-4-8 0,3 4 0,0-1 0,-4-4 646,0 11-646,-3-7 0,3-4 0,-4 2 0,8-20 3276,-4 11-2376,4-12-81,-2 2 0,3-5 0,0-1 0</inkml:trace>
  <inkml:trace contextRef="#ctx0" brushRef="#br0" timeOffset="45840">9239 10865 24575,'8'-4'0,"5"0"0,-6 2 0,28-6-1639,-13 3 1,0 1-1,6-3 1,2 1 988,1 1 0,4 1 1,2 0-56,-4 2 1,2 0-1,0 0 1,-2 1 704,-4-1 0,-1 0 0,-1 1 0,3 0-607,3 0 0,4 0 0,-1 1 1,-1 0-1,-5 0 607,4 0 0,0 0-406,-3 0 0,5 0 1,2 0-1,-1 0 0,-4 0 406,-1 0 0,-3 0 0,3 0 0,3 0 0,5 0 0,2 0 0,-4 0 0,-5 0 0,-1 0 0,0 0 0,1 0 0,7 1 0,1-1 0,-2 1 0,-10-1 0,-11 1 0,1-1 0,9 1 0,9-1 0,6 1 0,0 0 0,-3 0 0,-7-1 0,3 0 0,0 0 116,-7 1 1,5-1 0,3 0-1,1 0 1,0 1 0,-2-1-117,-4 0 0,1 0 0,0 0 0,-1 0 0,-1 0 0,-1 0 0,3 0 0,-2 0 0,0 0 0,4 0 0,-3 0 0,5 0 0,3 0 0,-1 0 0,-2 0 0,-3 0 0,-8 0 0,3 0 0,-1 0 0,0 0 0,7 1 0,4 0 0,-1 1 0,-3-1 0,-8 0 0,-5-1 0,0 1 0,7 1 0,8 0 0,2 0 0,-3 1 0,-9-1 0,9 1 0,-3 0 0,9-1 0,-1 1 0,-9-1 0,1 2 0,-10-2 0,9 1 0,3 0 0,2 0 0,-4-1 0,-6 0 0,5-1 0,-1 1 0,-1-1 0,6 1 0,3 0 0,1 0 0,-4 0 0,-5-1 0,5-1 0,0 0 0,-9 0 0,6-1 0,3 0 0,1 1 0,-1-1 0,-4 0 0,-6 1 0,7-1 0,-2 0 0,-3 0 0,5 0 0,2 0 0,-1-1 0,-4 0 0,2-1 0,-2-1 0,-1 0 0,-3-1 0,0-1 0,0 1 0,5 0 0,1 1 0,-4-1 1187,0-5 1,-10 5-1188,-20 25 0,-4 14 0,0-16 0,-1 2-349,-6 8 1,-2 4-1,2-7 349,0 0 0,-3 6 0,0 2 0,8-14 0,2-2 0,-4 6 0,-1 12 0,1-2 0,5-21-239,0 11 1,0 7-1,1-6 239,1-3 1302,0 8 0,0-1-1302,2-13 3276,0 4-2583,-8-8-693,-12 1 0,7-3 0,-9-1 735,-3-5-735,-5 0-1639,0-2 1,-1 0 783,-1-1 855,6-1 0,-7 0 0,-1-1 0,8 1-632,-3-1 632,6 1 0,-8 0 0,-5 0 0,0-1 0,3 1 0,10 0 0,-12 1 0,13-1 0,-7 1 0,-6-1 0,-3 1 0,-1-1 0,1 1 0,3-1 0,6 1 0,-1 0 0,5 0 0,0 0 0,-4-1 0,1 1 0,-2 0 0,-3 0 0,0-1 0,0 1 0,1 0 0,2 0 0,-4-1 0,0 1 0,1 1 0,3-1 0,3 0-429,-6 0 0,-3 0 429,9 0 0,-8 0 0,-4 0 0,-2 0 0,-1 0 0,2 0 0,4 0 0,6 0 393,-2-1 1,6 1 0,-7 1-394,5-1 0,-7 1 0,-3 0 0,-3 0 0,-1 0 0,1 1 0,4-1 0,5 0 0,6 0 0,-7-1 0,2 2 0,4 0 0,-6 1 0,-3 1 0,1-1 0,4 0 0,6 0 0,3-2 0,0 0 0,-9 3 0,-8 1 0,0 1 0,6-1 0,4-2 0,1 0 0,-7 3 0,-4 2 0,8-2 0,-3-1 0,5-2 0,-4 1 0,7-1-2251,6-2 2251,-8 0 0,-6 0 0,3 0 0,-3 0 0,4-1 0,4 0 0,-2 1 0,2-1 0,-6 1 0,-3 0 0,3-1 0,5 1 0,-2 0 0,1 1 0,-4 0 0,-6 0 0,0 1 0,6 0 0,3 0 0,2-1 0,1 2 0,-5 0 0,2 0 0,6-1 0,-6 0-402,2 0 0,-6 2 0,7-2 402,2-1 0,-5 0 0,-4 1-107,4-1 0,2-1 107,-2 0 0,5 0 0,-5 0 0,6 0 0,3-1 0,-11 2 2223,18-2-2223,6 3 3276,0-3-3170,19-1-106,18-10 0,-9 5 0,14-7-263,-15 6 0,-9 3 1,5-1-1</inkml:trace>
  <inkml:trace contextRef="#ctx0" brushRef="#br0" timeOffset="46576">13382 10442 24575,'-7'28'0,"-2"-10"0,0 0 0,-9 4 0,-7 0 0,-2-1-1228,2-7 1228,-5 0 0,-8 3 0,4-3-1348,8-6 1,0-1 1347,0 1 0,-5 1 0,1 0 0,5-1 452,3-2 0,1 0-452,-6 0 0,-2-1 0,6 0 0,10 0 0,-8-2 0,4-3 0,15-3 548,2-7-548,0 4 617,0-6 1,0 10 0,0-4 0</inkml:trace>
  <inkml:trace contextRef="#ctx0" brushRef="#br0" timeOffset="47919">12887 10632 24575,'12'17'0,"0"0"0,4 5 0,-2-3 0,0-1 0,-1-4 0,7 7 0,-10-12 0,4 2 0,-7-7 0,-2-8 0,-6-10 0,-8-8 0,5 6 0,-1 4 0,-9 7 0,-1 3 0,-10 7 0,-6 4 0,4-2-1730,-3 0 1730,4 1 0,-3 2 0,9-2 0,14-5 0,10-4-3277,19-5 343,-3-2 2934,9 1-955,-4 1 955,-11 4 1069,6-3-1069,-21 8 0,-5 1 0,-5 6 3276,1-4-285,-7 4-2991,10-6 1560,-6 0-1560,10-1 0,3-6 0,7 1 0,2-1 0,5-4 0,-7 4 0,4-1 0,-11 13 0,4-5 0,-7 17 0,3-11 0,0 2 0,1-6 0,-1-6 0,-7 0 0,-4-2 0,-9 4 0,1-2 0,1 5 0,9-2 0,7 0 0,11-5 0,12-4 0,-10 1 0,18-7 0,-22 8 0,10-5 0,-15 6 0,-5 1 0,-8 3 0,2 1 0,-12 6 0,13-5 0,2-1 0,18-8 0,1-3 0,8-2 0,-11 3 0,0 3 0,-8 2 0,-4 0 0,-6 3-3277,-17 1 0,12 2 3047,-13 1-590,-8 9 1,21-9 0,-16 7 0</inkml:trace>
  <inkml:trace contextRef="#ctx0" brushRef="#br0" timeOffset="51834">4980 11373 24575,'19'-3'0,"13"-3"0,4-1 0,-18 3 0,0 0-1093,17-3 1,5-2 0,-6 1-547,-15 3 1,0 0 982,6-2 1,9-2-1,2-1 1,-3 1 0,-7 2 882,8-3-227,-10 3 0,7-2 0,5-1 0,0-1 0,-5 2 0,-8 2 0,8-2 0,-7 1 0,10-3 0,2-1 0,-3 1 0,-9 3-493,6-2 493,-2 1 0,4-1 0,-9 3 0,-15 4 0,0 2 0</inkml:trace>
  <inkml:trace contextRef="#ctx0" brushRef="#br0" timeOffset="53806">9252 15032 24575,'32'-7'0,"-11"3"0,2-1 0,5 1 0,2-1 0,-2 0 0,-4 0 0,1 0 0,3 1 0,3 1 0,-8 0 0,-8 1 0,13-2 0,-1 1 0,-16 0 0,19-7 0,-26 3 0,5-7 0,-9 3 0,0 2 0,0 4 0</inkml:trace>
  <inkml:trace contextRef="#ctx0" brushRef="#br0" timeOffset="54160">9433 14629 24575,'12'32'0,"-3"-9"-1639,0 5 1,-1-1-1639,0-7 1638,-4 0 1,1 1 1570,-1 0 1,0 0 67,-1 0 0,1 1 0,0 3 0,0 4 0,0-4 1907,2 10-1907,-1-6 0,1 5 0,-2-4 0,0 3 0,0-7 0,1 4 0,-1-3 0,-2 9-2268,1-10 2268,-3-10 3276,2 1-1523,-1-6-194,2 6-1559,2-8-820,1-7 1,-2 1 0,0-3 0</inkml:trace>
  <inkml:trace contextRef="#ctx0" brushRef="#br0" timeOffset="54758">9822 15247 24575,'0'-9'0,"-3"-1"0,-1 2 0,-5-3 0,1 0 0,-3 1 0,4 5 0,1 3 0,3 2 0,-1 1 0,-7 6 0,-1 6 0,2-1 0,0 9 0,10-14 0,-3 9 0,4-7 0,5 4 0,0-3 0,7 1 0,-5-6 0,2 0 0,-5-2 0,-1-3 0,8-4 0,1-2 0,7-4 0,-8 1 0,4-4 0,-10 7 0,4-7 0,-8 9 0,1-4 0,-1 7 0,1 2 0,-2 1 0,2 3 0,-2-4 0,0 1 0</inkml:trace>
  <inkml:trace contextRef="#ctx0" brushRef="#br0" timeOffset="55145">9935 15188 24575,'9'9'0,"10"10"0,-12-10 0,18 17 0,-17-17 0,7 11 0,-8-13 0,-3 2 0,1-4 0,-3-3 0,-7-12 0,0-9 0,-2 0 0,3-12 0,8 14 0,5-12 0,9 10 0,0 1 0,3 4 0,-6 3 0,1 3 0,-8 3 0,-2 3 0</inkml:trace>
  <inkml:trace contextRef="#ctx0" brushRef="#br0" timeOffset="55861">10257 15144 24575,'-4'-8'0,"4"3"0,-11-2 0,5 5 0,-5 0 0,3 7 0,2 5 0,0 12 0,4-9 0,2 7 0,1-1 0,2-9 0,7 24 0,-2-26 0,6 5 0,-4-10 0,3-4 0,-4-7 0,1-8 0,-4 4 0,-3-3 0,-3 7 0,-1 3 0,6 18-3277,2 13 0,1-2 3047,1 7 230,-5-18 0,3 20 0,-4-14 0,0 0 0,-2 0 0,-3-5 0,-6 9 0,-2-12-3277,-17 4 2017,16-9 1260,-16 5 3276,11-6-2030,-4 0-1246,-5 4 0,13-7 0,-1 2 0,15-12 0,2-1 0,15-12 0,-10 11 0,5-1 0</inkml:trace>
  <inkml:trace contextRef="#ctx0" brushRef="#br0" timeOffset="56413">10557 15039 24575,'0'13'0,"0"-5"0,2 2 0,2-8 0,3-2 0,6-9 0,-5 3 0,2-5 0,-10 8 0,0 0 0,-11 0 0,-6 1 0,-3 2 0,-9 7 0,16-2 0,-3 7 0,13-4 0,2 11 0,1-7 0,4 4 0,4 0 0,4 0 0,9 8 0,-5-12 0,1-1 0,-11-10 0,-1 0 0,-5-3 0</inkml:trace>
  <inkml:trace contextRef="#ctx0" brushRef="#br0" timeOffset="56652">10704 15041 24575,'28'-12'0,"0"-1"0,1 0-1639,-5-2 1,-4 2-1639,-14 9 1311,19-20 1966,-15 15 1722,12-12-1722,-10 7 0,-3-9 0,-6 8 0,-4 0 0,0 11 0</inkml:trace>
  <inkml:trace contextRef="#ctx0" brushRef="#br0" timeOffset="56931">10814 14770 24575,'9'28'0,"-4"-6"0,1 3 0,-2 2 0,-1 2 0,0-6 0,1 2 0,-3 4 0,0 0 0,3 7 0,-3-6 0,4 2 0,10-8 0,3-3 0,-6-5 0,1-1 0,12 7 0,2-3 0,-5-10 0,0-2 0,2-1 0,-1-2 0,-4 1 0,-1-1 0,8-4 0,-17 1 0,-5-1 0,-2 0 0</inkml:trace>
  <inkml:trace contextRef="#ctx0" brushRef="#br0" timeOffset="58146">11328 14981 24575,'4'9'0,"1"6"0,-3-7 0,2-8 0,-2-4 0,4-12 0,-2 2 0,-1 3 0,-2-3 0,-6 7 0,-4-2 0,-11 6 0,6 1 0,-10 12 0,16-3 0,-8 19 0,10-9 0,-3 14 0,6-9 0,4 15 0,1-16 0,3-2 0,2-1 0,5-5 0,11 10 0,1-12 0,1-1 0,1-7 0,-9-3-3277,6-7 0,-12 4 3047,2-4 230,-4-6 0,-3-7 0,1 2 0,-4-16 0,-3 23 0,-3-14 0,0 13 0,-4-3 0,2 6 0,1-1 0,6 6 3276,3 0 0,20 4-3044,-8 0-232,14 4 0,-19 0 0,10 10 0,-13-5 0,6 7 0,-5 7 0,-6-10 0,5 11 0,-9-19 0,3-2 0,-1-14 0,-2-1 0,4-6 0,-1 3 0,6-5 0,-3 10 0,5-8 0,-7 13 0,5-3 0,-6 8 0,5-2 0,-3 2 0,4 4 0,0 13 0,-3-8 0,1 12-3277,-2 1 0,-2-10 2742,4 13 535,-5-22 0,-1 4 0,5-10 0,-5 4 0,3-4 0</inkml:trace>
  <inkml:trace contextRef="#ctx0" brushRef="#br0" timeOffset="58627">11874 14981 24575,'8'26'0,"-2"1"0,-1-16 0,-2 6 0,7-1 0,-7-5 0,19 6 0,-16-14 0,14 3 0,-11-6 0,7-5 0,-4-1 0,0-1 0,4-17 0,-12 13 0,7-20 0,-12 15 0,-7-13 0,3 14 0,-9-3 0,6 12 0,-5-1 0,4 5 0,-12-1 0,14 4 0,-19 9 0,21-4 0,-6 8 0,22-2 0,-8-6 0,8 4 0</inkml:trace>
  <inkml:trace contextRef="#ctx0" brushRef="#br0" timeOffset="62766">10943 17041 24575,'8'7'0,"-2"12"0,2 3 0,-3 10 0,-2-2 0,-2 5 0,-4-12 0,1 11 0,-7-7 0,1 8 0,-1-7 0,1 6 0,3-17 0,1 1 0,0-7 0,4-7 0,0 0 0,1-3 0,5-4 0,1-5 0,1-3 0,5-20 0,-3 7-1240,-2 3 0,-1 1 1240,2 1 0,-3 1 0,0 0 0,0 2-51,5-16 51,-2 5 0,0-1 0,-3 10 0,1 0 0,1-2 0,0 1 0,1-6 0,1-1 0,-1 47 0,-6-9 0,2 8 0,1 0 2474,-1-4-2474,2 0 57,-3-11-57,-1-4 0,0-4 0,7-6 0,-1 0 0,19-13 0,-13 11 0,16-12 0,-16 10 0,-1 2 0,-4 3 0,-8 5 0,2 3 0,3 3 0,-2-1 0,12 14 0,-9-7 0,13 20 0,-14-18 0,10 15 0,-5-4 0,-1-6 0,0-1 0,6 15 0,-3-11 0,-1-3 0,-4-5 0,9 13 0,-2-8 0,0 2 0,1-2 0,-6-3 0,-5-4 0,-11 10 0,0-4 0,-3 0 0,4-11 0</inkml:trace>
  <inkml:trace contextRef="#ctx0" brushRef="#br0" timeOffset="63327">11125 17723 24575,'8'8'0,"8"22"0,-8-13 0,-1 2 0,4 5 0,1 2-1639,1 7 1,0 1-1,-3-6 1,-1-2 1559,1 2 0,0-2 1053,-3-5 1,0-3-975,4 3 0,-3-10 0,-2-1 1075,-3-11-1075,-3 2-3277,7-31 992,-4 20 3122,4-19 1,3-4-838,1 10 0,-2-4 0,1-1 0,1 6 0,0 1 0,2-7 0,2 2 0,-12 20 0,-1 4 0,2 1 0,-2 1 0,0 0 0</inkml:trace>
  <inkml:trace contextRef="#ctx0" brushRef="#br0" timeOffset="64098">11678 17211 24575,'21'7'0,"4"-1"0,1 0 0,-7-2 0,0 0-661,8 1 1,6 0 660,-3-2 0,5 0 0,0-1 0,-6-1-700,-7 1 0,1-1 700,4 0 0,6 0 0,3 0 0,-4 0 0,-7 0 644,8-1-644,-9 0 0,4-1 0,-4 1 0,4-2 0,-2-1 0,-22 1 0,-2 0 0</inkml:trace>
  <inkml:trace contextRef="#ctx0" brushRef="#br0" timeOffset="64604">12347 17211 24575,'7'30'0,"-3"-17"0,-1 7 0,0 0 0,-2-7 0,2 10 0,5-22 0,-6-2 0,9-20 0,-9 8 0,3-11 0,-9 6 0,0 4 0,-5-4 0,4 11 0,6-1 0,15 11 0,2 0 0,13 4 0,-18-5 0,0 2 0,-10-2 0,-3 1 0,-3 11 0,-1-4 0,-5 12 0,1-6 0,-3 12 0,4-11 0,2 3 0,0 1 0,3-2-820,-3 10 1,5-18 0,0-7 0</inkml:trace>
  <inkml:trace contextRef="#ctx0" brushRef="#br0" timeOffset="65396">11822 17869 24575,'16'3'0,"7"-1"0,0 1 0,5 0 0,-1 0-1639,1-1 1,2-1 936,4 1 1,4 1 0,-5-1 701,-10-2 0,0 0 0,14 0 0,-1 0 1615,-4 0-1615,-7 0 0,-2 0 0,-5 0 871,-6-6-871,-11 3 0,-4-22 0,2 13 2895,0-19-2895,1 5 0,0 10 0,0-8 0,0 12 0,1-2 0,0 2 0,4 6 0,-2 7 0,13 15 0,7 10 0,-3-1 0,-3-4 0,-2-1 0,-6-7 0,8 11 0,-13-17 0,-2-1 0,-2-3 0,0 0 0,-8-4 0,-3-3 0,-13-8 0,-2-3 0,9 5 0,3 1 0</inkml:trace>
  <inkml:trace contextRef="#ctx0" brushRef="#br0" timeOffset="70568">13096 16806 24575,'16'0'0,"10"0"0,-4 0 0,1 0-1639,-2 0 1,2 0 46,13 0 1,2 0 1591,-12 0 0,0 0 0,-2 0 0,5 0 0,-1 0 0,-1 0 0,1 0 0,-5 0 1888,-3 0-1888,4 0 0,-3 0 0,-14 0 1037,15 0-1037,-17-2 0,0 0 0,-1 1 0,-3-1 0,0 2 0</inkml:trace>
  <inkml:trace contextRef="#ctx0" brushRef="#br0" timeOffset="71221">13550 16670 24575,'1'23'0,"0"0"0,3 4 0,0 0 0,-2-8 0,0 1 0,7 12 0,-1-1 0,-2-6 0,0-6 0,0-1 0,1 2-3277,4-1 0,-4-5 1328,9 3 1949,-7-13 0,17 1 0,-9-4 0,3-5 0,0-2 0,-4 2 1719,14-13-1719,-15 3 0,0-6 0,-5 4 0,-4-6 0,-9 2 0,1 4 3276,-2-2 0,2 14-3044,-3-1-232,-3 7 0,-5 11 0,6-3 0,0 6 0,8-10-3277,18-1 0,-12-4 2855,26-3 422,-21-1 0,12-3 0,-14 6 0,2-1 0,-10 2 0,2-1 0</inkml:trace>
  <inkml:trace contextRef="#ctx0" brushRef="#br0" timeOffset="72922">13155 17163 24575,'-8'-2'0,"-2"0"0,5 2 0,-2 0 0,1 3 0,-1 1 0,-2 3 0,1 1 0,4 4 0,2-3 0,2 12 0,0-11 0,2 14 0,-1-14 0,7 9 0,-3-10 0,7 7 0,-3-9 0,12 6 0,-6-7 0,11 4 0,2-8 0,0-1 0,-1 2 0,7-1 0,-3-2 0,-19-2 0,16-2 0,-15 0 0,11-6 0,-7 0 0,5-9 0,-6 8-3277,2-7 0,-12 13 1491,10-15 1786,-12 14-3277,7-14 2532,-9 16 370,-1-12 375,-1 11 0,-2-7 0,-1 10 3276,-1-5-2716,1 6 924,-7-9-1484,3 8 3276,-17-14-82,0 4-2247,3 0-947,1 3 0,1 1 0,8 4 0,-17-6 0,16 7 0,-15 1 0,11 1 0,-13 1 0,21 0 0,-5 4 0,10-1 0,-2 1 0,5-3 0</inkml:trace>
  <inkml:trace contextRef="#ctx0" brushRef="#br0" timeOffset="76076">14481 17196 24575,'6'27'0,"-1"-1"0,1-4 0,-3-3 0,0-6 0,-3-2 0,2 1 0,-2-5 0,0-4 0,-5-11 0,-3-9 0,1 5 0,-11-20 0,8 21 0,-10-17 0,6 12 0,4 6 0,-2-6 0,8 13 0,0-10 0,1 8 0,2-9 0,-1 7 0,1-5 0,-2 7 0,3-1 0,-1 3 0,-1 0 0,-23 16 0,4-4-367,1 4 1,0-1 366,-3 0 0,1 3 0,12-11 0,2 3 0,6-7 0,0 1 0</inkml:trace>
  <inkml:trace contextRef="#ctx0" brushRef="#br0" timeOffset="78570">13260 17711 24575,'-13'11'0,"-3"0"0,5-3 0,-5 3 0,10-8 0,-8 10 0,10-9 0,-7 6 0,9-5 0,-4 2 0,4-3 0,-5 6 0,4-3-3277,-5 5 0,4-6 3047,-6 9 230,7-10 0,-4 12 0,5-5 0,0 3 0,1-5 3276,2 0 0,0-4-3044,1-2-232,0 4 0,1-5 0,0 7 0,-1-6 0,2 4 0,0-1 0,0 1 0,-1-2 0,3 3 0,-5-5 0,3 1 0,-4-2 0,4 3 0,-1-2 0,4 3 0,2-2 0,9 1 0,-3-1 0,16 1 0,-20-3 0,14 2 0,-14-3 0,9 2 0,3-2 0,-8 1 0,11-2 0,-18-1 0,15 0 0,-12 0 0,13 0 0,-14 0 0,9 0 0,-14 0 0,8 0 0,-3 0 0,2 0 0,8-7 0,-12 1 0,14-7 0,-14 3 0,7-5 0,-5 6 0,-2-5 0,-2 8 0,4-10 0,-7 9 0,10-16 0,-11 13 0,4-14 0,-4 8 0,-1-3 0,-1 1 0,-4-13 0,3 16 0,-4-13 0,5 22 0,-1-3 0,1 4 0,-3-5 0,1 5 0,-7-15 0,6 14 0,-9-12 0,9 14 0,-10-8 0,10 8 0,-15-6 0,11 6 0,-20-5 0,11 4 0,-3 1 0,-2 0 0,-4-1 0,6 3 0,0 0 0,1-1 0,-7 1 0,16 0 0,-5 2 0,12 2 0,1 5 0,1-1 0,0 1 0,0-4 0</inkml:trace>
  <inkml:trace contextRef="#ctx0" brushRef="#br0" timeOffset="79576">14437 17665 24575,'0'9'0,"1"7"0,-1 0 0,2 3 0,1 1 0,-3-3 0,3 13 0,1 0 0,0-6 0,-1 4 0,0 2 0,2 6 0,-4-15 0,1-6 0,-4-27 0,-1 3-3277,0-14 0,-1 10 2710,0-23 567,2 19 0,-1-19 0,-4 1 0,6 10 0,-8-5 0,7 17 0,-4 0 0,3 5 0,-2-3 0,2 8 3276,0-1 0,-13 1-2707,1 1-569,-15 2 0,4-1-1639,3 5 1,1 0-1639,1-2 3047,-12 5 230,20-4 0,-1 2 0,3-1 0,7-2 0,4-2 0,2-3 0</inkml:trace>
  <inkml:trace contextRef="#ctx0" brushRef="#br0" timeOffset="82167">15078 17249 24575,'19'0'0,"1"0"0,3 1 0,-1-1 0,0 1-1639,14-1 1,-1 1-1639,-3-1 1638,2 0 1,-2 0 2966,-15 0-1328,17 0 0,0 0 0,-18 0-1409,7-1 0,0 0 1409,-13 1 0,16-4 0,-20 3 3276,8-3-2961,-11 4 0,-2-2 0,0 2 1</inkml:trace>
  <inkml:trace contextRef="#ctx0" brushRef="#br0" timeOffset="82669">15555 17208 24575,'3'10'0,"5"12"0,-6-13 0,5 15 0,-7-17 0,4 7 0,-3-10 0,3 4 0,-4-8 0,2-18 0,-2 9 0,0-12 0,-3 3 0,2 11 0,-3-13 0,9 20 0,3-4 0,12 13 0,-6-2 0,5 2 0,-12-4 0,12 6-656,-2 1 1,0-1-1,3 3 1,9 5 0</inkml:trace>
  <inkml:trace contextRef="#ctx0" brushRef="#br0" timeOffset="83036">15249 17755 24575,'22'2'0,"0"1"0,10-1 0,4 1 0,-5 0-735,-10 1 1,-1 0 734,8 0 0,5-1 0,0 0 0,-9 0 0,1 2 0,5-2 0,-3 1 477,-19-1-477,1-1 0,-12-2 0,-2-2 0</inkml:trace>
  <inkml:trace contextRef="#ctx0" brushRef="#br0" timeOffset="86576">16688 17047 24575,'8'0'0,"6"1"0,3 1 0,-2-1-3277,16 4 0,-23-5 1328,24 3 1949,-23-2 1719,9 0-1719,-14 3 0,3 26 0,-5-14-1639,1 8 1,-1 0 378,-2-12 4536,0 13-2015,0-13-1261,0 5 0,0 1 0,0-5 0,0 5 0,0-6 3276,0 4 0,1 7-3044,0-11-232,2 9 0,-3-17 0,-3-2-820,-4-2 1,2-4 0,-1 4 0</inkml:trace>
  <inkml:trace contextRef="#ctx0" brushRef="#br0" timeOffset="86843">16703 17290 24575,'26'-3'0,"-6"0"0,0 2-3277,1 0 0,5 0 0,-12 1 2506,-11 0 2747,3 0-1976,3 0 0,-5 0 0,13-1 3276,-9-1-681,11-4 160,1-2-2755,4-3 0,-7 4 0,-4 1 0</inkml:trace>
  <inkml:trace contextRef="#ctx0" brushRef="#br0" timeOffset="87307">17035 17183 24575,'0'9'0,"5"9"0,-3-8 0,7 10 0,-6-16 0,7 6 0,-6-7 0,13 1 0,-6-4 0,12-4 0,1-3 0,1-3-3277,3 1 0,-13 2 1712,6-4 1565,-17 6 0,-6-22 0,-27 8 0,14 7 0,-2 0 0,-8 4 0,1 3 0,-2 2 0,6 3 0,13 0 0,8 0 0</inkml:trace>
  <inkml:trace contextRef="#ctx0" brushRef="#br0" timeOffset="87577">17580 17174 24575,'0'6'0,"0"4"0,-5 21 0,2-9 0,-5 8-3277,3-17 0,2-10 2457,-3 1 1,6-2 0,-1-2 0</inkml:trace>
  <inkml:trace contextRef="#ctx0" brushRef="#br0" timeOffset="87757">17392 17247 24575,'15'-5'0,"-7"3"0,4-3 0,-10 5 0</inkml:trace>
  <inkml:trace contextRef="#ctx0" brushRef="#br0" timeOffset="89506">16755 17803 24575,'8'-1'0,"12"1"0,-6-3 0,11 2 0,-15 0 0,-3 2 0,0 5 0,-3 1 0,6 4 0,3 4 0,0-5 0,4 9 0,-9-12 0,8 12 0,-12-16 0,8 14 0,-10-9 0,1 7 0,-3-4 0,-13 15-2496,10-16 2496,-11 8 0,-3-8 0,-8-2 0,3 0 0,-1 0 0,-7-1 0,2 2 0,21-16 0,4 2 0,3-3 0,2 4 0</inkml:trace>
  <inkml:trace contextRef="#ctx0" brushRef="#br0" timeOffset="89937">17001 17916 24575,'1'9'0,"2"2"0,5-1 0,-4-2-3277,9 2 0,-9-7 1328,10 0 1949,-3 0 1719,10-4-1719,13-8 0,-1-2 0,-14-1 0,-1 0 0,0 2 0,-10-10 0,-15 10 0,-3 0 3276,-17-5-1638,8 12 0,-1 2-1522,0-2 0,0 0-116,-3 3 0,1 1 0,-4 2 0,13 1 0,9-2 0,12 1 0,-2-3 0,1 1 0</inkml:trace>
  <inkml:trace contextRef="#ctx0" brushRef="#br0" timeOffset="90201">17484 17848 24575,'19'6'0,"-5"-2"0,-7 4 0,-5-2 0,1 4 0,-3-2 0,1 4 0,-1-2 0,-7 9 0,3-8-820,-14 6 1,13-12 0,-5 0 0</inkml:trace>
  <inkml:trace contextRef="#ctx0" brushRef="#br0" timeOffset="90382">17404 17982 24575,'5'-2'0,"4"-1"0,2-4 0,1-2 0,-2-1 0,-5 4 0,-4 5 0</inkml:trace>
  <inkml:trace contextRef="#ctx0" brushRef="#br0" timeOffset="91127">16608 17203 24575,'-21'23'0,"10"-8"0,-3 11 0,14-14 0,-1 4 0,2-8 0,10 23 0,-4-20 0,3 7 0,3 1 0,6-1 0,2-2 0,-5-4 0,3 0-820,4 1 1,6 0 0,0 0 0,-5-3-820,-6-4 1,1-1 1150,13 4 1,8 1 0,1 0 0,-10-3 239,4-4 248,-12-1 0,9 1 0,5 0 0,4 0 0,0 0 0,-1 0 0,-5-1 0,-6 0-706,0-1 1,-6-1 0,6 1 705,-1-1 0,6 0 0,3 1 0,2-1 0,0 1 0,-3-1 0,-5 0 0,-6-1 0,4 0 0,-4-2 0,5 0 0,1-3 0,-6-3 3276,-2-18-2533,-12 10 0,-3-3-743,-6-6 0,-2 0 0,1-12 0,-2 10 0,-3-2 0,-4 2 0,-3 1 0,0 1 0,-3 0 330,-4 0 0,-2 4-330,4 10 0,-1 4 0,-3 0 0,-5 2-923,-9 2 1,-7 1 0,5 1 922,4-1 0,-1 1 0,2 2 0,-8 1 0,-1 1 0,2 0 0,8 1-497,5 1 0,2 1 497,-5 0 0,-4 2 0,-1 1 0,6 1-1639,-3 11 1,4 1 1409,1-7 1,2-1 228,0 6 0,6-3 0,12-12 0,2-1 0</inkml:trace>
  <inkml:trace contextRef="#ctx0" brushRef="#br0" timeOffset="91902">16966 17654 24575,'-29'2'0,"1"1"0,-8-1 0,12 2 0,-4 3 0,3-1-1639,2-1 1,1 0 1367,-3 3 1,0 1 270,5-3 0,3 0 0,3 1 1140,1 13-1140,11-10 0,1 6 0,2 4 0,-1-8 635,4 14-635,0-8 0,3 9 0,4 3 0,5 3 2003,-5-11-2003,4-6 0,2-2 0,6-4 0,0-3 0,6 0 0,2-1-820,-1-3 1,2-1 0,1-1 0,-1 0-1,-3 0 1,0 0 0,0 0 0,1 0-1,3-1 1,0-1 0,0 1 0,-3-1 716,-3 0 1,-2 0 0,0-1-991,6-1 1,0-1 0,-2 1 1024,1 0 0,0-1 68,-4 1 0,1 0 0,-5-1 0,0-1 0,4-4 3276,-8-13-3139,-1-8-137,-7 3-572,-4 5 1,-1 2 571,-2 9 0,4-23 0,-7 28-288,-6-29 288,0 23 0,-2-5 0,-2 0 0,-5 3 0,-9 0 0,-4 0 0,10 7 0,-2 1-735,-8-2 1,-6-1-1,-3 0 1,2 2 734,0 1 0,1 2 0,-3-1 0,3 0 0,-2 0 0,-2-1 0,2 1 0,3 0 730,0 2 1,4 0 0,-2 0-731,-1 1 0,-2 0 0,3 0 0,6 1 3276,0 1-2902,-7 0 0,4 1-374,20-1 395,-3 4-395,12-3 0,15 5 0,-10-6 0,8 3 0</inkml:trace>
  <inkml:trace contextRef="#ctx0" brushRef="#br0" timeOffset="92382">18067 17479 24575,'19'0'0,"0"0"0,15-1 0,-6-3 0,4 0 0,-5 0 0,-8 1 0,-1 0 0,8-3 0,6-1 0,0-1 0,-6 2-1639,-4 0 1,-3 0-1,12-2 1,-1-2 663,-8 1 1,-5 0 974,-12 1 0,12-4 0,-17 7 0</inkml:trace>
  <inkml:trace contextRef="#ctx0" brushRef="#br0" timeOffset="93220">18629 17247 24575,'1'20'0,"1"5"0,0 0 0,4-5 0,-3 6 0,0 0 0,3-6 0,-1-2 0,0 0 0,1-2 0,6 6 0,-9-16 0,0-6 0,0-16-3277,-1-9 0,-1 2 3047,1 1 230,-8 2 0,-11-12 0,6 6 0,-5 2 0,0 4 0,7 14 0,-9-12 0,43 18 3276,-16-2-1638,23 3 0,4 0-1406,-10-3-1469,6 3 0,0-1 1237,-5-2 0,-2 2 0,-17 9 0,-7-2 0,-21 25 0,3-16-1639,-8 3 1,-1-2-1050,8-8 2688,-5 0 0,0 0 0,3-2 1655,-14 0-1655,26-6 0,10-9 0,17-2 0,-1 0 0,-4 1 0,-7 6 0,2-3 0,-11 4 0,-6 5 0,2-2 0,-9 4 0,11-4 0,-3 0 0,5-1 0,1 0 0</inkml:trace>
  <inkml:trace contextRef="#ctx0" brushRef="#br0" timeOffset="98573">19625 17082 24575,'26'-3'0,"1"0"0,-7 2 0,5-2 0,-7 0 0,-16 3 0</inkml:trace>
  <inkml:trace contextRef="#ctx0" brushRef="#br0" timeOffset="100034">9319 14504 24575,'-11'15'0,"-3"5"0,-1 2-2219,-4 6 2219,8-3 0,-1 2 0,0 0 0,0 2 0,4-5 0,-1 3 0,2-5 711,1-4-711,0 14 0,1 0 0,3-12 183,1 10 0,2 3-183,4-7 0,1-1 0,-2 0 0,2 0-1639,7 6 1,1-2 738,6 0 900,-3-8 0,5 4 0,3 2 0,3-1 0,-4-7 0,2 1 0,3-1 0,1 1 0,1-1 0,-1 1 0,0-1-469,-3 1 1,0 0 0,-1 0 0,1 0 0,1 0 0,2 1 0,2-1 372,-6-4 1,3 0-1,1 0 0,2 1 1,0 0-1,1-1 1,0 0-1,0 0 1,-1 0-1,0-2 1,-2 0-1,-1-1-373,7 2 1,-2-1 0,-2-1 0,0-1 0,2-1 0,1 2 0,5 0 449,-12-3 0,2-1 1,1 2-1,2-1 1,1 1-1,0 0 0,1 0 1,1 0-1,0 0 1,0-1-1,0 0 0,0 0 1,0 0-1,-1-1 1,-1-1-152,2 0 0,0 0 0,-1-1 0,1 0 0,0-1 0,0 1 0,0-2 0,0 1 1,-1 0-1,1 0 0,0-1 0,-1 1 0,0 0 0,0 1 170,1 0 0,-1 0 0,1 0 0,-1 1 0,0-1 0,0 1 0,0-1 0,0 0 0,0 0 0,0 0 0,0-1 0,0 0 0,1-1-55,1-1 1,1 1 0,0-1 0,2-1-1,0 1 1,-1-1 0,0 0 0,-1-1-1,-1 0 1,-2 0 0,-2 0 0,-3-1-1,-2 0 55,14 1 0,-8-1 0,0-2 0,3 0 0,-2-2 0,4 0 0,2-2 0,0 1 0,-1-1 0,-6 0 0,-5 0 0,4-1 0,-2-2 128,-1-1 1,5-2 0,-2 0 0,-11 0-129,-9-6 1080,0-5 1,-1-4-1081,-4-9 0,-2-1 0,1 5 0,-2-3 621,-1 6 1,-2-3 0,0-1-1,-2 1-621,-1-3 0,-1 1 0,-1 0 846,2 0 1,-1 0 0,-1 0-847,-2 3 0,-2 0 0,-1 0 0,1 5 0,-2-1 0,-3 1 0,-5-4 0,-4-2 0,-4 3-330,3 12 1,-4 2 0,0 1 0,1 0 329,-2-4 0,2 1 0,-5 1 0,1 6 0,-3 1 0,-2 1 0,2 1 0,3 2-675,-6-1 1,-3 2 674,11 0 0,-4 1 0,-4 0 0,-2 0 0,1 0 0,2 1 0,5 0-455,-1 1 1,3 0-1,1 0 1,-4 1 454,0-1 0,-4 1 0,-2-1 0,-1 1 0,1 0 0,3 0 0,4 1 0,-7 2 0,5 0 0,-2 0 0,1 1 0,-3 0 0,2 0 0,4-1 0,4 0 0,2-1 0,1 2 0,0-1 0</inkml:trace>
  <inkml:trace contextRef="#ctx0" brushRef="#br0" timeOffset="100554">13040 16307 8191,'26'0'0,"0"0"0,0 0 0,4 0 0,-3 1 0,6-1 0,4 1 0,0 0 0,-2 0 0,-5 0 0,-1 0 0,-3 0 0,4 1 163,-3-1 0,4 0 0,2 0 1,1 1-1,-1 0 0,-1 1-163,2 1 0,-1 0 0,0 1 0,0 0 0,0 1 0,1 0 0,0 1 0,1 0 0,-1 0 0,0-1 0,1 0 0,0-1 0,0-1 0,0 2 0,-1 1 0,0 2 0,1 1 0,-1 1 0,-4-1 0,-5-1 0,-4-3 0,-2 1 0,12 7 0,5 3 0,-6-3 0,3-1 0,-8-1 0,4 1 0,-5-2 0,1 0 0,6 0 0,0-1 1254,-5-2-1254,-5-2 3135,3-1-3135,-21-3 0,1-1 0,-5-1 0</inkml:trace>
  <inkml:trace contextRef="#ctx0" brushRef="#br0" timeOffset="113945">3931 13872 24575,'4'-2'0,"2"1"0,-5 1 0,6 0 0,-3 0 0,7 1 0,-1 0 0,8 0 0,5-1 0,-7 0-820,3 0 1,-15 0 0,0 0 0</inkml:trace>
  <inkml:trace contextRef="#ctx0" brushRef="#br0" timeOffset="114833">3598 14399 24575,'14'-9'0,"2"-2"0,4 0 0,-6 3-1639,9-8 1,-1 0-1639,-7 4 1638,4-3 1,1-1-1639,3-6 2909,-9 10 1445,1-3 1,1-1-1078,7-5 0,-4 2 0,2 0 0,-2 2 0,-7 7 0,7-6 0,6-4 0,-3 2 0,5-3 532,-7 4 1,4-4-1,-4 4-532,3-3 1483,-1-1 0,0 1-1483,-3 5 0,-3 1 0,-3 3 0,-6 8 0,-6 1 0,-4 5 0</inkml:trace>
  <inkml:trace contextRef="#ctx0" brushRef="#br0" timeOffset="115449">4111 13872 24575,'20'26'0,"-8"-7"0,0-2 0,-2 0 0,-1-2 0,12 15 0,-12-17 0,11 14 0,-11-15 0,0-1 0,-2-1 0,-9-16 0,0 2 0,-19-22 0,7 10 0,-11-11 0,14 19 0,0-1 0,11 7 0,25 0 0,13 1 0,-7-1 0,3 0 0,-1 0-823,-4 1 0,1 0 0,0 0 823,2-1 0,2 1 0,-2-1 0,-6 1 0,7 1 0,-4 0 0,0 0 0,-4 0 0,-30 0 0,-12 4 0,-14-1 0,6 2 0,1 0 0,-6 1 0,-2 0 0,1 0 0,3-2-656,7-1 1,4 0-1,9-3 1,5 0 0</inkml:trace>
  <inkml:trace contextRef="#ctx0" brushRef="#br0" timeOffset="132226">19338 12526 24575,'6'-2'0,"-1"-1"0,11-6 0,-5 3 0,15-7 0,-8 5 0,2 1 0,2 0 0,3-1 0,0 1-1639,-4 2 1,1-1 473,3 0 0,2 0 1165,1 2 0,3 0 0,-1 0-1115,5-2 1,3 0 1114,-12 2 0,3-1 0,3 0 0,1 0 0,2-1 0,0 1 0,-4-1 0,2 1 0,1-1 0,1 0 0,0-1 0,0 1 0,-1 0 0,-2 0 0,-3 1-615,7-1 0,-4 0 0,-1 0 0,1 0 1,3 0 614,-4 1 0,5-2 0,1 1 0,1-1 0,-1 1 0,-5 0 0,-4 0 0,-7 2 0,7-4 0,0 2 0,-8 0 0</inkml:trace>
  <inkml:trace contextRef="#ctx0" brushRef="#br0" timeOffset="134282">16417 14074 24575,'6'0'0,"4"0"0,8-2 0,3-1 0,15-6-1093,-7 1 1,4-1 0,-4 1-547,-9 1 1,0 0 545,10-2 1,5-2 0,-4 1 1449,-12 3 0,1-1-357,11-3 0,6-2 0,-3 0 0,-5 2 0,0 0 124,-3 0 1,1-2 0,-3 3-125,-3 2 0,0 1-349,10-8 0,2 1 349,-6 4 0,0 2 0,0-3 0,1 0 0,-1 3 0,-3 2 3276,-11 1-2180,17-3 0,2 0-1096,-12 3 0,5 0 0,-1 0 665,-9 2-665,1 0 0,-10 1 0,1 1 0</inkml:trace>
  <inkml:trace contextRef="#ctx0" brushRef="#br0" timeOffset="135347">17376 13755 24575,'5'11'0,"0"-1"0,5 10 0,-4-10 0,3 7 0,-5-12 0,-1 0 0,2-1 0,-3-9 0,-4-2 0,-3-11 0,-1 2 0,-9-10 0,-1 2 0,-3 0 0,4 7 0,9 8 0,4 6 0,11-2 0,5-1 0,3 1 0,1 0 0,-4 4 0,-3 1 0,1 1 0,-4 2 0,-2-1 0,1 8 0,3 1 0,-2 4 0,3-1 0,-2 9 0,-3-8 0,1 9 0,-5-2 0,-2-8 0,-2 11 0,1-11 0,-2 8 0,3-10 0,1-2 0,4-7 0,-3-5 0,4-1 0,-7 2 0,0-1 0,-6 2 0,-7 3 0,1-2 0,7-1 0,12-8-3277,12-2 0,-5 1 3005,10-1 272,-16 8 0,8-4 0,-12 4 0,-2 1 0</inkml:trace>
  <inkml:trace contextRef="#ctx0" brushRef="#br0" timeOffset="136366">17443 13737 24575,'3'8'0,"0"2"0,-1-3 0,5 16 0,-4-14 0,8 18 0,-4-11 0,1-2 0,-5-7 0,-5-13 0,-1 3 0,-10-25 0,6 16-1639,-1-7 1,0 1-1639,3 7 44,-6-15 3233,9 21 0,-2-9 0,24 9 0,16 1 0,-18 2 0,2 0 0,15-1 0,-2 0 0,-3 1-231,-5 1 0,-2-1 231,-7-1 3276,-4 3-1485,-12 0 1485,-9 6-2256,-13 12-1020,3-5 0,-8 10 0,15-14 0,-7 4 0,11-8 0,-2 1 0,8-4 0</inkml:trace>
  <inkml:trace contextRef="#ctx0" brushRef="#br0" timeOffset="137283">19192 6442 24575,'19'-25'0,"1"1"0,-1-1 0,1 0 0,-3 3 0,-1 1 0,1-1 0,3-2 0,2-2 0,0 2 0,-4 2-1388,-2 3 1,-2 2 1387,8-7 0,-2 3 0,-10 8 0,1 0 0</inkml:trace>
  <inkml:trace contextRef="#ctx0" brushRef="#br0" timeOffset="143325">23080 8430 24575,'2'-28'0,"-1"6"-3277,5-9 0,-2 20 0,3-14 4377,-2 10-1100,1-2 0,2-7 0,-2 13 0,1-9 0,-2 12 0,4-14 0,-3 15 1751,7-11-1751,1 4 0,-2 2 0,13-9 0,-11 11-1639,3-1 1,1 0 443,-5 3 2833,8-4 0,0 0-1458,-11 3 1,12-5 0,-18 10 0</inkml:trace>
  <inkml:trace contextRef="#ctx0" brushRef="#br0" timeOffset="144685">26333 8845 24575,'35'-10'0,"-17"3"0,3-3 0,8-1 0,5-2 0,-2 0-1450,-2 0 1,1-2 1449,-6 3 0,3-3 0,2 0 0,-2 0 0,-3 3-469,6-3 1,-3 0 0,-2-1 0,1-1 0,-4 4 0,-1 2 0</inkml:trace>
  <inkml:trace contextRef="#ctx0" brushRef="#br0" timeOffset="145803">23046 11375 24575,'4'-3'0,"6"-2"0,-2-3 0,9-6 0,4-1 0,-3 3 0,0-1-356,6-6 0,3 1 356,-1 4 0,2 1 0,-5 1-2358,6-5 2358,3 2 0,2 0 0,-14 5 0,-1 0-1639,3-3 1,0 0 393,-1 4 0,-1 0 1132,-2-3 0,-4 1 113,-7 8 0,9-10 0,-14 10 0,2-1 0</inkml:trace>
  <inkml:trace contextRef="#ctx0" brushRef="#br0" timeOffset="146401">23625 11009 24575,'1'10'0,"6"25"0,-4-20 0,4 13 0,0 1 0,-1-10 0,1 3 0,-1-2 0,0-9 0,1 9 0,-4-16 0,0 0 0,-4-14 0,-1 2 0,-4-10 0,2 11 0,20-11 0,-5 12 0,14-4 0,4 1 0,-4 6 0,1-3 0,-2 2-986,-6 4 986,2-2 0,-23 5 0,2-1 0,-8 1 0,6-1 0</inkml:trace>
  <inkml:trace contextRef="#ctx0" brushRef="#br0" timeOffset="147338">26563 10610 24575,'5'6'0,"-2"-2"0,4-1 0,9-14 0,5-6 0,4-3 0,4-2 0,3-5-469,-9 8 1,2-3 0,1-1 0,1-1 0,0-1 0,-1 2 0,-1 1-188,2-1 1,-1 1-1,0 1 1,0-1 0,1-2 376,-1 1 1,3-3-1,0-2 1,0 1 0,-1 0-1,-2 3 1,-4 3 467,3-3 1,-4 4-1,2-2-189,-4 0 0,2-1 0,0-2 0,-2 1 0,-1 3 0,5-8 0,-3 0 0,-2-1 0,-1-3 0,-4 7 0,-3 3 0,2-11 0</inkml:trace>
  <inkml:trace contextRef="#ctx0" brushRef="#br0" timeOffset="150519">23594 13370 24575,'8'-16'0,"-2"6"0,6-9 0,-5 9 0,0-2 0,6-4 0,-3 4 0,12-11 0,-4 8 0,-1 2 0,0-1 0,6 0 0,-1 1 0,-2 0 0,-7 4 0,7-1 0,-1 0 0,-10 7 0,23-10 0,-22 12 0,26-10 0,-21 9-3277,19-6 0,-24 7 0,19-4 1787,-22 4 1490,12-2 0,-18 3 0,1 0 0</inkml:trace>
  <inkml:trace contextRef="#ctx0" brushRef="#br0" timeOffset="156227">22239 17030 24575,'-20'-7'0,"1"1"0,-2-1 0,1-1 0,-7-7 0,-1 1 0,4-2 0,-4-3 0,3 2 0,6 4 0,-1 0-820,-6-6 1,-5-5 0,-2 0 0,4 1-274,4 3 1,2 2 0,-1-2 974,1 1 1,-1-2 0,-1 1 0,4 2 117,-7-4 0,4 2 0,-1-4 0,4 1 623,2 0-623,0-1 0,-2-1 0,8 5 0,-1 0 0,0-3 0,-2-1 0,2 1 0,2 4 0,0-1 0,-1-3 0,0-4 0,1 4 0,-4-8 0,5 10 0,-2-3 0,-1 0 0,-3-5 0,0-1 0,-1 1-587,3 5 1,-1 0 0,-1-2 586,0-1 0,-3-4 0,1 1 0,1 4 0,3 4 0,1 2 0,-2-2 0,-3-4 0,-3-3 0,-2-1 0,2 1 0,3 5 0,-2-4 0,0 1 0,3 5 0,-3-4 0,-1-3 0,-1 1 0,3 3 0,5 6 0,2 1 0,0 2 0,-6-10 0,-4-5 0,4 4-100,7 7 0,2 0 100,-2-5 0,0-1 0,1 3 0,-1-1 699,-1-5 1,0 1-700,3 9 0,1 1 0,-4-9 0,-2 0 0,-6-4 0,-1 2 0,6 5 0,0 1 0,-2 0 0,-1 2 0,0 2 0,1 1 0,1 1 0,0-1 0,-4-2 0,0-2 0,2 0 0,1 2 0,-3-2-1639,5 3 1,2 0 1102,-1 4 536,-3-8 2475,3 4-2475,7 5 201,-11-10-201,14 15 0,0 2 0,4 5 0,1 1 0</inkml:trace>
  <inkml:trace contextRef="#ctx0" brushRef="#br0" timeOffset="156832">20227 14589 24575,'2'24'0,"1"0"0,-1 1 0,0 1 0,2-3 0,1 0-1639,-1 3 1,-1-1 1486,2-2 0,1 1 711,0 2 0,1-1-559,4 8 587,-2-4-587,-5-22 0,-9-34 0,0 1 0,-2-2 0,0 0 0,-1-1-422,0 3 0,0-1 0,-1 2 422,0 4 0,-1 0 0,-1-1 0,-1-3 0,1 4 0,-7-9-1639,5 8 1,1 3-828,7 11 2466,2 1 0,5 5 0,4-2 0,14 0 0,-4-1 2101,10 2-2101,-6 0 0,-9 3 3276,0 0 0,-10 2-3044,8 10-232,-4 1 0,5 14 0,-4-6 0,-4-1 0,-1 1 0,2-1 0,-1-1 0,-1 15 0,1-9 0,-9-32 0,-7-8 0,-3-4 0,0 0 0,0-1 0,-1 0 0,2 1 0,-5-1 0</inkml:trace>
  <inkml:trace contextRef="#ctx0" brushRef="#br0" timeOffset="157937">16603 7014 24575,'21'0'0,"3"-1"0,7-1 0,-5 0-2723,-2 1 2723,0-1 0,8-1 0,1 1 0,-4-1-1639,2 1 1,-1-1 840,-4 1 1,2-1 0,2 0 797,4 0 0,3 0 0,0 0 0,-3 1 0,-5 0 0,-3 0 0,4 0 0,1 0 0,5-1 0,2 0 0,0-1 0,-4 2 0,-5 0 0,6 0 0,-1 1 0,0-2 0,5-2 0,-3 0 0,-13 2 1703,-14 2-1703,25-5-3277,-19 6 1986,-3 0 641,14-1 0,-21 0 0,9 0 1</inkml:trace>
  <inkml:trace contextRef="#ctx0" brushRef="#br0" timeOffset="160082">17184 7072 24575,'0'13'0,"0"7"0,0 1 0,0 8 0,0-4 0,3-1 0,-1-6 0,4-1 0,3-3 0,0-3 0,9 3-3277,11-7 0,-9 0 3047,15-2-534,-14-4 764,6-1-205,1 0 0,4 0 205,-7 0 0,1-1 0,0 1 0,2 0 0,-1 0 0,2-1-1093,3-1 1,0-2 0,-1 2 811,-5 1 1,-2 0 0,2 0 280,6-4 0,1-1 0,-1 0 610,-6 4 0,0 0 0,0 0-610,0-1 0,1-2 0,-4 2 302,0 1 0,-3 0-302,2-1 0,0 0-3277,10-3 3202,-4 1 3351,-14 1-2884,-6 1 2150,6-2-2542,2-2 0,8-2 0,-5 1-1639,0 1 1,0 1 378,-1 1 2898,14-5 0,1-1-1426,0 3-247,-11 1 0,4 0 0,-2 0 35,1-1 0,-2 1 0,-4 0 0,0 1 0,10-5 0,-18 3 0,4 3 3276,-8 1-339,4 5-1382,-3 21-1555,-2 1 0,3 12 170,-4-12-170,2 2 0,-5-13 0,7 18 0,-7-20 0,5 14 0,-1-13 0,-2-5 0,0-4 0,-4-16 0,2 4 0,-2-24 0,1 14 0,0-1 0,0 2 0,-1 3 0,2-5 0,13 16 0,5-3 0,15 4-476,0 2 476,0 2 0,-8 0 0,-2 0 0,-17 1 0,-5 3 0,-10 0 0,-7 6 0,-3-2 0,-1 1 476,2 1-476,8-7 0,3-1 0,0-3 0,3-2 0,-2 2 0</inkml:trace>
  <inkml:trace contextRef="#ctx0" brushRef="#br0" timeOffset="161006">18699 7052 24575,'0'10'0,"0"7"0,0 0 0,0 1 0,0 7 0,0-13 0,0 14 0,0-15 0,0 4 0,0-12 0,0-2 0,11-8 0,3 0 0,8-3 0,-4 4 0,0 2 0,-9 2 0,3 0 0,-9 2 0,0 5 0,-1 0 0,-2 1 0,0 0 0,-3 3 0,-2 1 0,-2 1 0,1-2 0,1-3 0,-1-1 0,3 0 0,-3-1 0,4-1 0,0-1 0,2-1 0</inkml:trace>
  <inkml:trace contextRef="#ctx0" brushRef="#br0" timeOffset="162138">18697 7092 24575,'1'7'0,"2"8"0,1-3 0,4 21 0,-2-16 0,2 16 0,-3-16 0,0 13 0,1-7 0,-1-4 0,-2-3 0,0-7 0,-1-5 0,0-1 0,-2-10 0,-5-11 0,1 2 0,-5-18 0,5 22 0,-1-8 0,-1 1 0,1 12 0,-8-28 0,9 26 0,-7-21 0,5 12 0,-2-3 0,2 4 0,4 8 0,26 1 0,-12 4 0,18 2 0,4 2 0,0 0 0,-2 0 0,1 0 0,-11 0 0,-3 0 0,9 2 0,-12-1 0,-15 2 0,-5 0 0,-17 9 0,-9 1 0,0 2 0,8-4 0,2 1 0,5-1 0,-13 8 0,21-9 0,-7 3 0,10-3 0,-4 4 0,16 3 0,-7-8 0,15 4 0,-14-11 0,7 0 0</inkml:trace>
  <inkml:trace contextRef="#ctx0" brushRef="#br0" timeOffset="166135">30293 16174 24575,'-23'-16'0,"0"0"0,0 0 0,1 3-1328,-1-1 1328,7 6 0,-2-1-1639,-12-6 1,1-1-1639,-5 1 2895,8 2 1,-4-2-1,3 1 873,6 6 1,-1 0-492,-5-4 0,-4-2 0,4 2 0,4 3 0,0-1 0,-6-4 0,-2-1 0,6 3-2021,8 1 2021,-3 0 0,-1-2 0,1-1 0,2 0 0,-1 0-1607,-8-7 1,2 1 1606,14 9 835,-5-1 0,0 0-835,8 6-2553,-13-10 2553,14 11 306,-5-3 1,10 7-1,-1 0 1</inkml:trace>
  <inkml:trace contextRef="#ctx0" brushRef="#br0" timeOffset="167219">29309 15557 24575,'7'28'0,"0"0"0,1 7 0,-2-10 0,1 3 0,-1-4 0,0 5 0,2-2 0,2 4 0,-1-4 0,4 6 0,-3-11 0,1 4 0,-1-5-1752,3 4 1752,1-3 567,-6-10-567,-7-15 0,-9-12 0,1-5-1639,-2-2 1,-1 0-1283,2 3 2124,-1-3 1,-2-6 0,1 5 796,-2-3 12,-1 0 1,-1-6-1,0 3-12,1 3 0,1 1 0,-1 0 0,0-1 0,0 1 0,1 3 0,1 0 0,0 0 0,3 4 0,3 8 0,9 5 3276,18 14-2253,11 4 1,3 3-1024,-14-6 0,1 1-485,4 2 0,3 1 1,-6-4 484,-3-1-686,7 4 0,-1 0 686,-8-7 0,2 4 0,-1-1 0,-13-6 0,10 14 0,-12-12 0,5 11 0,-7-7 3276,-6 11-2631,-3-4 0,-4 3-2284,-8 6 1,-2 0 1220,7-6 1,-1-1 417,-3 1 0,-2 0 0,2-1-1306,3-4 0,2 0 1306,-3 1 0,1 0 0,-5 9 0,16-22 0,3-2 0,4-9 0,4-19 0,1 13 3276,-3-17-1062,-5 10-2214,-1 6 3276,-1-9-2646,0 18-630,-6-11 0,3 11 0,-7-5 0,8 9 0,-2 1 0</inkml:trace>
  <inkml:trace contextRef="#ctx0" brushRef="#br0" timeOffset="168171">30439 15324 24575,'-7'0'0,"-1"2"0,-8 6 0,5 0 0,-2 4 0,1 4 0,4 4 0,2 1 0,-8 10 0,11-8 0,2-3 0,1-12 0,5 3 0,-4-7 0,2-1 0,6-3 0,-2-1 0,8-6 0,-6 3 0,2-4 0,-4 1 0,-2-7 0,-2-3 0,-1 2 0,2 1 0,1 7 0,2 2 0,-5 1 0,4 6 0,1 18 0,-3-1 0,1 2 0,-1 2 0,-5 5 0,0-1-1511,1 5 1511,-2-7 0,-3-2-134,-10 3 134,2-1 0,-4-1 0,1-8 0,11-14 0,-4-7 0,9-10 0,1 0 0,0 1 0</inkml:trace>
  <inkml:trace contextRef="#ctx0" brushRef="#br0" timeOffset="168793">30602 15351 24575,'10'27'0,"0"3"0,-5-13-3277,5 16 0,-7-22 0,3 12 3051,-1-5 226,-3-8 1917,5 14-1917,-6-14 0,2-2 0,-2-2 3276,-9-33-440,1 10-2836,1-4 0,-1 0 0,-1-9 2028,1 4-2028,-2-6 0,7 18 0,-2-20 0,5 24 0,1-11 0,1 18 0,-2 4 0,5 7 0,-5-3 0,4 4 0,-4-6 0,0-1 0,-1-1 0</inkml:trace>
  <inkml:trace contextRef="#ctx0" brushRef="#br0" timeOffset="169052">30693 15350 24575,'7'15'0,"0"-3"0,-2-3 0,8-3 0,-1-6 0,13 2 0,-11-2 0,19-6 0,-26 5 0,12-5 0,-18 6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2:50:13.276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12160 1273 24575,'-22'21'0,"-1"1"0,1-4 0,-3 1 0,3-2 0,-2 0 0,1-2-1639,-6 3 1,1 0 1618,3-5 1,2 0 19,4-3 0,1 0 0,-7 3 0,-1 0 0,-4 1 0,1 1 0,4-3 0,-3 1 0,1 0 0,-7 3 0,-3 2 0,0 0 0,2-1 0,7-3-1093,4-2 1,4-1 0,-5 1 951,0 0 1,-5 2-1,-4 1 1,-1 1 0,-1 0-1,1-1 1,4-1 0,4-1 140,-7 3 0,5-2 0,-1 1 0,0-2 0,0 0 0,-1 0 0,3 0 0,1 0 0,2 0 0,6-3 1601,7-1-1601,7-4 0,4-3 0,1-1 0</inkml:trace>
  <inkml:trace contextRef="#ctx0" brushRef="#br0" timeOffset="1733">10928 1752 24575,'19'18'0,"-7"-6"0,6 4 0,-5 3 0,-8-10 0,7 15 0,-10-12 0,6 8 0,-4 0 0,3-5 0,-4-2 0,1-6 0,-3-2 0,0-4 0,-1-7 0,-3-4 0,2-5 0,-3 2 0,2 1 0,-2-3 0,0 3 0,1-3 0,-1 2 0,2 2 0,-3 0 0,4 5-1639,-15 17 1,-3 6-1639,9-7 2591,-12 10 0,-9 9 0,4-5 686,12-10 0,-1-1 0,-6 7 0,-3 4 0,3-4 0,2-4 0,3-2 0,2-1 0,1 1-110,-4 3 1,2-1 109,-1 2 0,-5 4 0,16-10 3276,5-12-782,3 3 190,5-11-2684,9-7 0,3-2 0,-4 5 0,0 0-1068,14-9 0,1-1 1068,-9 8 0,-1 0 0,3 2 0,1-1 0,-3 1 0,9-8 0,-1 5 0,-1 1-404,-9 2 404,9-3 0,-5 1 0,-12 6 0,-1 1 0,-8 3 0,-3 8 0,-10 12 0,-3 4 0,-3 3 0,-8 5 0,14-17 2456,-11 10-2456,16-15 461,-2 2-461,-3 0 0,8-10 0,1-8 0,5-4 0,0-5 0,-1 10 0,-2-6 0,0 6 0,0-8 0,0 7 0,0-3 0,0-1 0,0 2 0,0-6 0,0 6 0,0-1 0,0 1 0,0 7 0,0-4 0,0 6 0,-2-1 0,1 4 0,-15 16 0,-5 7 0,-5 1-1093,8-7 1,-2 2 0,3-3-2185,-4 1 2844,4-6 0,1-1 433,3 1-8,-16 8 8,9-3 0,6-6 0,-6 5 0,13-9 0,-5 5 3276,8-6-88,3-3-2238,1-1-950,3 0 14,9-8-14,17-9 0,-4 0 0,-3 3 0,3-1 0,-1 1-1396,-4 3 0,0 1 1396,9-7 0,1 1-298,-8 7 1,-2 1 297,-1 1 0,5-2 0,-16 8 0,-6-2 0,-3 2 0,-3 2 0,-5 5-3277,-11 12 2696,9-6 581,-6 5-111,15-13 1,0-3-1,1 0 1</inkml:trace>
  <inkml:trace contextRef="#ctx0" brushRef="#br0" timeOffset="19835">5108 7152 24575,'13'-15'0,"-1"0"0,8-12-820,4-2 1,-12 13 0,-11 15 0</inkml:trace>
  <inkml:trace contextRef="#ctx0" brushRef="#br0" timeOffset="23695">10507 6420 24575,'7'-7'0,"-1"1"0,-1-3 0,-2 6 0,-2 0 0</inkml:trace>
  <inkml:trace contextRef="#ctx0" brushRef="#br0" timeOffset="28708">4507 9931 24575,'0'0'0</inkml:trace>
  <inkml:trace contextRef="#ctx0" brushRef="#br0" timeOffset="29500">4566 9846 24575,'11'1'0,"-1"4"0,2 0 0,0 4 0,0 1 0,0 0 0,5 8 0,-7-10 0,8 10 0,-7-9 0,2 5-3277,-1-4 0,-5-4 2875,6 5 402,-8-8 0,5 5 0,-10-6 0,3-2 0,-13-10 3276,5 3 0,-11-10-2872,7 9-404,-5-1 0,5 5 0,-9-1-3277,1 6 0,2-2 3047,-1 7 230,8 0 0,-4-1 0,2 1 0,2-1 0,7-6 3276,-1 2 0,10-6-3044,-3-1-232,5 1 0,-2-3 0,-2 3 0,-3 2 0,-2 2 0</inkml:trace>
  <inkml:trace contextRef="#ctx0" brushRef="#br0" timeOffset="30660">4873 9835 24575,'21'19'0,"-2"0"0,1 1 0,-2-3 0,-1 1-860,5 4 0,-3-1 860,1-4 0,-1 2 0,-6-9 557,4 4-557,-3-7 284,0 2-284,1-3 0,-6-5 0,-4-1 0,-1-2 0</inkml:trace>
  <inkml:trace contextRef="#ctx0" brushRef="#br0" timeOffset="30905">5139 9894 24575,'-6'12'0,"-9"6"0,2 0 0,-2-2 0,-6 5 0,3-2 0,1-2 0,-8 7 0,11-11 0,-13 11 0,12-9 0,1 0 0,-7 3 0,5-1 0,13-16 0</inkml:trace>
  <inkml:trace contextRef="#ctx0" brushRef="#br0" timeOffset="35240">583 14896 24575,'8'-9'0,"-2"1"0,5-6 0,-3 5 0,7-4 0,1-1 0,-3 5 0,15-11 0,-4 6-1639,-5 3 1,0 0-1639,2-1 2808,5-1 0,-1 0 469,-4 1 0,1 1 0,1-1 0,4-3 0,-8 6 0,3-1 0,-9 5 0,3-1 3276,-4 2-119,3 1-2098,-4 2-1059,-3 1 0,-2-2 0,-2 2 0,-3-1 0,2 1 0</inkml:trace>
  <inkml:trace contextRef="#ctx0" brushRef="#br0" timeOffset="43243">2219 13604 24575,'0'0'0</inkml:trace>
  <inkml:trace contextRef="#ctx0" brushRef="#br0" timeOffset="43876">2628 12229 24575,'0'-24'0,"0"-8"0,3 10 0,0 0 0,-1-5 0,4 7 0</inkml:trace>
  <inkml:trace contextRef="#ctx0" brushRef="#br0" timeOffset="44119">2852 11062 24575,'0'0'0</inkml:trace>
  <inkml:trace contextRef="#ctx0" brushRef="#br0" timeOffset="46600">9264 15653 24575,'18'0'0,"13"0"0,1 0 0,-2 0 0,1 0 0,-11 0 0,1 0-1639,10 0 1,-1 0 1267,6 0 371,-15 0 0,-2 0 1137,3 0-1137,-2 1 0,0 0 0,-2 0 0,14 1 598,-15-1-598,-3 1 0,-4-2 0,0 2 0,-2-2 0,-3 0 0,1 0 0</inkml:trace>
  <inkml:trace contextRef="#ctx0" brushRef="#br0" timeOffset="52252">12539 14425 24575,'3'12'0,"0"4"0,-1-7 0,3 13 0,-2-13 0,1 10 0,-1-11 0,-1-2 0,1 0 0,0-4 0,0-1 0,7-2 0,7-7 0,7-3 0,0 0 0,-8 0 0,0-2 0,9-9 0,-2 0 0,-9-1 0,-3 1 0,-5 2 0,5-12 0,-10 22 0</inkml:trace>
  <inkml:trace contextRef="#ctx0" brushRef="#br0" timeOffset="59440">11931 11392 24575,'-27'-1'0,"-1"0"0,9 1 0,-8 0 0,3-1 0,14-1 0,-5 2 0,4-2 0,-6 2 0,1 0 0,-4 0 0,2 0 0,-4 0 0,15 0 0,-14 0 0,9 0 0,-4 0 0,-8 3 0,15-2-1639,-10 2 1,0-1-1639,10-1 3047,-25 5 230,12-3 0,-5 5 0,0-3 0,7 2 0,0 1 0,-2-1-3277,-7 4 2017,13-5 1260,-8 4 0,6-2 0,-2 3 0,-4 1 0,10-2 3276,-2 0-2015,4-1-1261,-9 8 0,4-2 0,1 1 0,3 1 0,11-11 0,-4 17 0,4-13-3277,-1 20 2017,2-19 1260,-1 21 0,2-16 3276,0 4-2015,1 3-1261,3-9 0,-1 8 3276,8 7 0,-2-6-3044,2-1-232,3 6 0,1-5 0,4 8 0,-3-9 0,-3-8 0,0-2 0,1-1-1639,5 3 1,-1 0-1639,-4-4 3047,12 4-142,-7-7 0,2 0 372,-1-2 0,1 1 0,1 0 0,2 0 0,4-3 0,1-1 0,-4 0-1057,-3 0 1057,4-1 0,6 0 0,-3 0 1638,-8 0 0,-1-1-1503,9 0 0,2-2-135,-1 0 0,2 0 0,-4 0 0,-7 1 0,-1-1 0,13-2 0,5-1 0,-6 0 0,-13 3 0,-1 0 0,8-3 0,4 0 0,-3 0 133,-3 1 0,-3-1-133,15-5 0,-13-1 0,-13 5 1395,7-6-1395,-4 4 0,6-5 0,-10 9-3277,16-13 2626,-18 14 1173,18-15-522,-12 8 0,3-6 0,6-3 0,-9 6 0,7-3 0,-8 3 0,2-2 0,0-2 3276,-2 1 0,2-5-3044,-6 2-3509,2-3 0,-8 11 2674,5-12 603,-6 17 0,2-13 0,-2 10 0,-1-1 0,2-9 0,-2 12 0,0-8 0,0 8 3276,0-3 0,-2-6-3228,1 6 509,-3-5-557,0 4-3277,-5-12 0,4 11 3047,-5-8 230,5 12 0,-3-6 0,0 2 0,1-2 0,-2 4 3276,-1-2 0,1 4-3044,-2-2-232,-2 0 0,-2 0 0,1 2 0,-15-7 0,7 11 0,-5-9 0,1 8 0,7 2 0,-11-3 0,8 4 0,-1 0 0,-2 0 0,1 1 0,-11 0 0,1 0 0,3 2 0,12-1 0,-3 0 0,-1 0 0,6 0 0,-9 0 0,11 0 0,-10 1 0,18-1 0,-6 2 0,10-2 0,-3 0 0</inkml:trace>
  <inkml:trace contextRef="#ctx0" brushRef="#br0" timeOffset="65313">11862 6856 24575,'-10'-2'0,"-1"0"0,-1-1 0,-1 0 0,0 1 0,-3 1 0,-6 1 0,-2 0 0,-3 0 0,10 0 0,-20 0 0,15 0 0,1 0 0,0 0-3277,-7 0 2038,9 0 1239,-7 0 0,9 0 0,-15 0 0,-2 1 0,3 0-3277,1 1 1266,18-1 5031,-1 2-3020,5-2 0,-2 2 0,-9-1 0,8-1 0,-13 5 0,13-3 3276,-16 8 0,8-7-3044,-1 3-232,1 1 0,5-4 0,-10 7 0,13-8 0,-9 8 0,14-8 0,-13 12 0,9-5 0,-9 9 0,9-7 0,0 4 0,4-5 0,2 3 0,0-6 0,1 2 0,2-3 0,-1 2 0,2 6 0,-2-7 0,2 10 0,0-10 0,6 20 0,1-8 0,4 15 0,-3-16 0,2 1 0,-2-5 0,0-2 0,2 1 0,5 7 0,3-4 0,2 4-3277,-1-4 0,-12-10 3047,11 7 230,0-1 0,1-1 0,11 8 0,-6-6 0,0-3 0,2 0 0,-4-3 0,-1 0 0,-3-1 0,1 0 0,9-1 0,-2-1 3276,-9-1-1843,7 1 0,3-1-1433,-4-2 0,0 1 0,-1 0 0,0 1-1639,5-1 1,-1-1-1639,-2 3 3260,12-4 17,-17 0 0,1 0 0,12-1 0,-3 1 0,-2-1 0,-9 0 429,14 0-429,-12 0 0,0 0 0,9-1 0,2 0 0,1 0 0,-13-1 0,0-1 0,18 1 0,0-1 1638,-17 0 0,0-1-346,13 2 0,0-1-1292,-8 0 0,-1-1 0,-5 3 0,0 0 0,3-2 0,-1 0-1639,2 0 1,-2 0-1563,4 0 1562,3-3 1,-2 1 1199,-17 4 439,22-8 0,-22 6 0,3-1 442,4-8-442,1-3 0,-2 2 3276,2-8-1695,-9 9 1695,5-6-733,-1-2-2543,-1 1-3277,1-3 0,-6 8 3047,2-6 230,-3 1 0,1-2 0,-1 1 0,-1-3 0,-4 3 0,2-6 0,-2 1 0,0 5 0,0 8 0,-4-5 0,1 6 0,-6-10 0,4 4 0,-4-3 0,1 6 3276,-4-3 0,0 4-3044,-6-7-232,4 8-3277,-11-4 0,12 7 3047,-13-4-507,-4 0 737,11 5 0,-1 1 0,-9-3 0,-1-1 0,1 2 0,16 7 0,-20-7 0,-4-2-1088,1 3 1088,2 2 0,-2 0 0,5 1 0,1 1 0,6 2 0,2 0 0,-4 0 0,-1 1-602,-8 1 0,0 0 602,9-1 0,-1 0-359,-10 1 1,2 1 358,7 2 912,5 1-912,8-1 0,-1 0 0,10-2 3276,-5 4-1172,5-2 757,-3 3-2861,0-1 1377,-4-2-1377,2 6 0,0-8 0,4 4 0,4-5 0</inkml:trace>
  <inkml:trace contextRef="#ctx0" brushRef="#br0" timeOffset="67839">11117 7436 24575,'-6'20'0,"1"-5"0,-3 4 0,1-2 0,0 2 0,-2 10 0,4-13 0,-6 18 0,2-1 0,-1 2 0,4-14 0,-1 2-1093,-1 5 1,0 2 0,2-5-2185,1-7 3047,-5 16-127,8-16 357,-7 13 0,6-9 0,-1 0 0,-4 9 0,2-1 0,1-2 0,1-9 0,-2 7 0,1 3 0,0 0 0,-1 0 0,0 5 0,-1 3 0,3-9 0,-1 3 0,1-1 0,1-2-647,-2 5 0,1-1 647,1-3 0,-1 1 0,2-5 0,0 4 0,-1-10 0,0-1-381,0 8 381,-1-8 0,1 1 0,-5 17 0,3-18 0,1 1 0,-3 10 0,0 1 0,1-7 0,0 0 0,-1 12 0,1 0 0,0-8 0,0 0 1351,0 4 0,1-1-1351,0-5 0,0-1 0,0 1 0,-1 0 192,4-6 0,-1 0-192,-1 6 0,-1 1 0,3 6 0,1-1 600,-2-10 0,1 0-600,1 11 0,1-1 522,-3 1-522,2 2 0,-1 8 0,1-6 0,-1-15 0,0 2 0,2 4 0,-1 6 0,1 3 0,0-3 0,0-8 2646,0 6-2646,1-6 0,0 7 0,0-1 0,0-4 0,0-6 0,-1 0 0,1 5 0,1 3 0,-1 2-1093,-1 2 1,1 1 0,-1-2-436,1 1 0,0 1 1528,-1-2 0,0 3 0,0-4-1069,0-8 1,1 0 1068,1 4 0,0 2-121,-1 4 0,1 0 121,2-2 0,0-1 0,-1-3 0,-1-1 239,1-2 1,1 0-240,0-2 0,-1-2 0,3 15 3276,0-3-1733,-2 2-2939,0-14 1,0 0 1395,-2 7-109,3 5 0,1-1 109,0-3 0,0 8 0,-1-17 0,0-1 0,3 9 463,0-2-463,-1-4 0,-1 0 0,-1-7 0,6 22 0,0-9 0,-5-9-1639,8 13 1,0-1 916,-8-14 378,10 14 1,0 1 343,-6-15 0,1 0 0,1 0 0,0 0 0,0-2 3276,4 5-2816,-3-4 1,-1 0-461,-3-3 0,2 3 1027,0-1-1027,-5-5 0,5 3 0,-6-4 0,0-3 0,-4-5 0,0-3 0,-2-2 3276,-3-3 0,1 4-3044,0 4-232,1 4 0,2 5 0,0-1 0,0-2 0,4-1 0,0-5 0,7-3 0,-7 0 0,1 1 0</inkml:trace>
  <inkml:trace contextRef="#ctx0" brushRef="#br0" timeOffset="76528">16562 5749 24575,'28'-11'0,"-3"-2"0,-19 11 0,4-4 0,-4 1 0,7 1 0,-7 0 0,5-3 0,-4 3 0,5-8 0,-4 2 0,4-7 0,-3 0 0,0-1 0,0 0 0,5-9 0,-3 4 0,0 1 0,1-1 0,-3 4 0,0 0 0,1-2 0,0 1 0,0 0 0,1 0 0,3-10 0,-8 21 0,3-8 0,-3 8 0,9-9 0,3-3 0,-4 5 0,9-5 0,-8 6 0,4-2 0,-1 2 0,-2 4 0,-8 4 0,5 0 0,-5 1 0,5 1 0,0-4 0,-4 5 0,2-1 0,0 1 0,6-1 0,-1-1 0,0 1 0,-3-1 0,-6 5 0,3-3 0,-6 4 0,-1-3 0,-2 3 0,-1-2 0</inkml:trace>
  <inkml:trace contextRef="#ctx0" brushRef="#br0" timeOffset="77768">17164 5037 24575,'3'12'0,"0"10"0,2-6 0,-3 2 0,2-1 0,-1-1 0,0 3 0,2 5 0,-1 3 0,1-7 0,-1-1 0,3 1 0,-6-14 0,4 9 0,-3-12 0,0-3 0,-1-5 0,-1-1 0,0-5 0,-1-7 0,0-1 0,-2-3 0,2 1 0,-1 3 0,1-7 0,1 5 0,-2 3 0,2 7 0,-2 1 0,2 3 0,-1-1 0,1 3 0,-2 0 0,2 0 0,0-2 0,2 3 0,-1 0 0,4 1 0,5 1 0,0 1 0,1-2 0,-1 1 0,-3 1 0,0-2 0,0 2 0,-1 0 0,2 0 0,4 1 0,-3 0 0,0 0 0,-5-1 0,-2 2 0,-1-1 0,-1 8 0,3 2 0,-1 11 0,1-10 0,-2 22 0,-1-17 0,0 2 0,0 1 0,0 1 0,0-1 0,0 10 0,0 5 0,-1-25 0,1-2 0,-3-7 0,-2-4 0,0-2 0,0-1 0,2 2 0</inkml:trace>
  <inkml:trace contextRef="#ctx0" brushRef="#br0" timeOffset="86420">23925 4666 24575,'0'5'0,"-6"8"0,3-5 0,-17 19 0,8-7 0,-1 0-767,-9 7 767,2 1 0,0 0 0,-1-6 0,-1 3 0,0 0-1639,5-7 1,1-1 74,2-1 1,0 0 1563,0-1 0,1 0-620,-5 7 620,5-6 0,-1 0 0,-9 12 0,11-13 0,0-2 0,-5 4 368,6-3-368,7-13 0,7-2 0,0-1 0</inkml:trace>
  <inkml:trace contextRef="#ctx0" brushRef="#br0" timeOffset="87168">23612 4920 24575,'11'29'0,"-4"-10"0,5 0 0,2 0 0,4 0 0,5 9 0,-7-13 0,-8-11 0,-3 2 0,-2-3 0,-6 11 0,-1-5 0,-5 24 0,0-9 0,1-6 0,-1 2 0,-2-1 0,0-1 0,0-2 0,0 0 0,-5 6 0,7-31 0,9-22-910,1 1 910,0 6 0,0 2 0,0 0-1639,-2-3 1,0 0-1568,-1-2 3206,0 5 0,0 1 0,-7-13 0,5 15 0,1-1 0,-2 1 0,0 1 0,1-3 0,2 8 609,1 15-609,-2-3 3276,-1 16 0,-5 1-3160,1 2 0,-2 2-116,-5 9 0,4-10 0,0 1 0,-2 5 0,5-12 0,2 2 0,4-15 0,4 1 0,5-10 0,-2 4-820,10-10 1,-12 11 0,6-4 0</inkml:trace>
  <inkml:trace contextRef="#ctx0" brushRef="#br0" timeOffset="89863">23527 4996 24575,'-1'32'0,"0"0"0,-1 6 0,0-5 0,-4-13 0,2 1 0,1-1 0,-2 4 0,2 0 0,0-6 0,2-8 0,-1 2 0,1-7 0,4-16 0,1-3 0,5-16 0,-5 11 0,2-4 0,-2 8 0,2-7 0,0 1 0,-2 8 0,1-7 0,-1 9 0,3-11 0,0 5 0,-1 2 0,-3 4 0,-3 26 0,-2-8 0,0 13 0,0 5 0,-4 4 0,-2 1 0,3 0 0,-1-1 0,-1 3 0,0-2 0,-2 0 0,9-25 0,-1 0 0,7-22 0,3-8 0,-1 2 0,0 1 0,-4 15 0,-2 1 0,4-2 0,-4 1 0,2 2 0,-4 4 0,0 2 0</inkml:trace>
  <inkml:trace contextRef="#ctx0" brushRef="#br0" timeOffset="95544">19127 7185 24575,'12'-6'0,"2"-4"0,-2-2 0,10-15 0,-9 7 0,2-2 0,-1 1 0,2 0 0,-2 0-1284,-1 1 0,-1 1 1284,7-7 0,-1 3 0,-6 8 818,9-12-818,1 3 0,-10 8 0,-1 5 0</inkml:trace>
  <inkml:trace contextRef="#ctx0" brushRef="#br0" timeOffset="96808">19026 8125 24575,'7'-2'0,"1"1"0,-3 0 0,4-3 0,-2 0 0,-1 0 0,3-4 0,4-1 0,12-17 0,4 3-1165,-2-2 1165,-12 12 0,1 1 0,10-5 0,-10 5 0,2-1-1639,4-1 1,-1 1-1483,4-1 3121,-5 1 0,-1 1 0,-3 5 0,8-9 0,-12 10 0,-4 0 0</inkml:trace>
  <inkml:trace contextRef="#ctx0" brushRef="#br0" timeOffset="98066">18950 9925 24575,'4'-4'0,"0"-1"0,8-3 0,2-3 0,2-1 0,8-6-766,-5 4 0,1 0 766,5-5 0,-7 6 0,1-2 0,0-1 0,0 0 372,8-7-372,-3 2 0,-1 1 0,-6 5-1639,9-8 1,-1 0-1485,-10 9 3123,3-2 0,-1 0 0,-5 5 0,5-5 776,-6 7-776,-4 1 0,-2 6 0,-3-2 0</inkml:trace>
  <inkml:trace contextRef="#ctx0" brushRef="#br0" timeOffset="99813">19141 11748 24575,'8'-5'0,"9"-7"0,9-5 0,-4 2 0,2 0-1639,2-1 1,2 1 1324,1 0 1,1-1 313,-2 0 0,-2 1 0,-5 4 0,-2 1 0,7-7 0,-15 10 0</inkml:trace>
  <inkml:trace contextRef="#ctx0" brushRef="#br0" timeOffset="101838">19001 14638 24575,'5'-2'0,"-2"0"0,-1-1 0,3-1 0,0-3 0,10-8 0,-2 1 0,1-1 0,2-2 0,0 4 0,-5 3 0,4-3 0,-7 8 0,-1-1 0,3 1 0,-1-1 0,3 3 0,7-8 0,2 4 0,0-2 0,3-1 0,-8 5 0,2-4 0,-8 5 0,3-1 0,-6 1 0,2 2 0,3-3 0,-1 1 0,5-4 0,-1-1 0,-6 3 0,-2 1 0</inkml:trace>
  <inkml:trace contextRef="#ctx0" brushRef="#br0" timeOffset="104619">22336 14198 24575,'-31'-11'0,"5"4"0,0 0 0,-6-2 0,-2 1 0,-2 0-569,15 2 1,0 0 568,-6 1 0,2-1 372,3 0-372,-11-1 0,1 0 0,5 2 188,-9-4-188,3 6 0,13-2 0,-6 3 0,-3 1-1639,10 0 1,1 0 1198,-6 1 1,0 0 439,-6-1 0,-1 1-570,5-1 1,-1 2 569,-7 1 0,1 1 0,9-2 0,1 0 0,-6 2 0,1 2-846,-2 0 846,9-3 0,-1 1 0,-8 1 0,-6 2 0,15-5 0,1 0 3276,-9 4-3098,1-4 0,1 0-178,0 1 0,1-1 0,0 0 0,-6 0 0,-4 2 0,16-1 1899,-1 3-1899,9-2 0,1 0 1187,1 1-1187,-11 5 0,-7 8 0,5-5 0,-3 4 0,15-5 0,-1-3 0,-6 10 0,1-2 0,5-2 0,-10 13 0,18-21 0,-10 15 0,8-11 0,-3 19 0,4-4-1639,2 1 1,0-1-1639,1-3 3047,2 13 230,3-19 0,6 18 0,-4-12 0,2-1 0,1 0 0,-2-6 0,8 6 0,-2-5 0,3-5 0,2-1 0,11 11-235,-11-10 1,1-1 234,9 5 0,-1-3 0,4 1 0,-4-2 3276,9 2-1638,-11-6 0,1-1-1638,-6-1 0,0 0-470,12 2 0,1-1 470,-7-4 0,1-1-1639,4 2 1,1-1 156,-7-1 1,1 0 1481,5 0 0,2 0-1093,-2-1 1,1 0 0,-2 0 793,2 0 0,2-1 19,0 1 0,4-1 0,2 0 0,-2-1 280,-3-1 0,-1 0 0,-1-1 0,0 1 0,3 0 0,-2 0 0,4 0 0,-4 0 0,5-2 0,0 1 0,-3-1 0,-8 2 0,-7 0 0,-2 0 0,16-1 0,5 0 0,-9 0 0,-15 1 0,10-1 0,1 0 224,-1-4-224,1-1 0,4-6 0,-14 4 0,-4-1 3276,4-3-2675,4-5-601,5 1 0,-3-3 3276,0 7-754,-9 4-2522,-1 1 0,2-3 0,-9 9 2577,6-8-2577,-2 6 400,5-8-400,-4-2 0,-2-3 0,-4 7 0,-3-3 0,-1 4 0,0 2 0,-4-7 0,0 3 0,-1 2 0,-2-6 0,5 9 0,-4-2 0,-2-6 0,-3 1 0,-4-1 0,-1-1 0,-3-5-1639,1 6 1,0 2 793,6 3 845,-11-4 0,0-1 0,5 7 0,1 0 0,-6-4 0,-7 0 0,18 10 0,-11-5 0,3 4 0,-5-4 0,12 5 3276,-2 0-2430,10 3-846,-1 0 0,0 0 0,2 0 0,0 3 0,-1-1 0,3 1 0,-1-2 0</inkml:trace>
  <inkml:trace contextRef="#ctx0" brushRef="#br0" timeOffset="115078">31981 6705 24575,'8'20'0,"0"1"0,0-2 0,-2 2 0,1 11 0,-2 2 0,0-9 0,-2 2-1093,-4 7 1,-1 3 0,1-4-547,1-11 1,0 0 545,-3 8 1,-1 3 0,0-5-547,0-8 1,1-3 1270,-4 19 1372,-2-6 1,0 1-1005,2-4 0,0 0 0,-2 2 0,0 2 0,0 2 0,1 0 0,4-11 0,0-2 0,-1 7 0,3-6 0,1-3 3276,1-11-2087,0 21 2087,5-10 0,-2-1-2826,4-2-450,-3-7 0,-1-2 0,4 19 0,-3-10 0,1 5 0,-1 3 0,0 10 0,-1-2 0,1 1 0,0 3 0,-2-5 0,0-1 0,4 4 0,-5-12 0,0 0 0,3 9 0,-1-8 0,2-9 0,-3 0 0,4-1 0,-5-3 0,2-5 0,1 5 0,-3-6 0,-1 0 0,0 0 0,-2-3 0</inkml:trace>
  <inkml:trace contextRef="#ctx0" brushRef="#br0" timeOffset="115936">31532 6752 24575,'20'-12'0,"-5"3"0,3-5 0,1-2 0,5-2 0,1-4 0,3-2-1639,-5 7 1,-1 0 1538,2-2 1,-2 1 643,-5 5 0,-1 2-544,1-1 0,-2 1 569,-3 1-569,8-2 0,-14 6 0,-3 6 0</inkml:trace>
  <inkml:trace contextRef="#ctx0" brushRef="#br0" timeOffset="116689">31893 6479 24575,'2'27'0,"1"1"0,0 9 0,0-10 0,0-21 0,-3-6 0,-1-14 0,-3-1 0,-3-2 0,0-1 0,-2 1 0,-7-7 0,8 14 0,-7-10 0,8 10 0,-4-6 0,11 10 0,-2-2 0,2 1 0,5-3 0,8-2 0,-3 1 0,10-2 0,-9 6 0,1 4 0,-9 32 0,-1-15 0,-5 13 0,-1 3 0,2 4 0,-2-2 0,3-4 0,1-21 0,0 0 0,0-4 0,0-1 0,0-1 0</inkml:trace>
  <inkml:trace contextRef="#ctx0" brushRef="#br0" timeOffset="119307">28456 10022 24575,'15'-9'0,"-6"2"0,11-3 0,6-5 0,-7 1 0,1-1 0,-4 5 0,1-1 0,9-11 0,0 1 0,1-2 0,-1 2 0,0-1 0,-9 7 0,-1 1 0,3-2 0,-3 2 0,0-1 0,-2 0 0,-6 7 0,-1 3 0,9-8 0,-6 6-3277,7-5 0,-8 5 3047,4 1 230,-6 2 0,6-2 0,-6 4 0,0-2 0,-5 4 0,1-2 0</inkml:trace>
  <inkml:trace contextRef="#ctx0" brushRef="#br0" timeOffset="131716">29928 11633 24575,'35'0'0,"2"1"0,-2 0 0,-15 0 0,5 0 0,5 1 0,-6-1 0,-5 0 0,10-1 0,5 1 0,2 1 0,0-1 0,-8 0 0,-1-1 0,9 2 0,-1-1 0,-2-1-1639,-12 2 1,0 0-1639,7-1 1328,7 4 1949,-25-5 1719,7 0-1719,-7 0 0,0 0 0,-6 0 0,-3 0 0</inkml:trace>
  <inkml:trace contextRef="#ctx0" brushRef="#br0" timeOffset="136734">24932 14288 24575,'32'1'0,"1"-1"0,0 1 0,0 0 0,-1-1 0,1 1 0,0 0 0,-2-1 0,-3 1 0,9 0 0,-2-1-1093,-1 1 1,3 0 0,-2-1 1017,-5 1 0,-1-1 0,0 0 75,-3 0 0,0 0 0,-3 0 0,0 0 0,-1 0 0,5 0 0,1 0 0,1 1 0,2 0 0,4-1 0,1 0 0,-2 1 0,0 0 0,-4-1 0,1 1 0,2-1 0,-1 1 0,1-1 0,2 0 0,1 0-656,-4 0 1,2 0-1,0 0 1,0 0 0,-2 0-128,5 0 0,-2 0 0,0 0 0,-1 0 783,5-1 0,-2 1 0,-5-1-1115,-8 1 0,-3 0 1115,13 0 0,-5 0 0,1 0 0,-10 0 0,0 0 0,0 0 0,2 0 0,8 0 0,-2 0 0,5 0-309,-9 0 1,1 0 308,8 0 1559,1-1 1,3-2-1560,-12 1 0,0 0 0,12-2 0,-2 1 0,-1 0 0,-17 2 0,-14 1 0</inkml:trace>
  <inkml:trace contextRef="#ctx0" brushRef="#br0" timeOffset="137199">28876 14180 24575,'35'-2'0,"1"0"0,-3 1 0,-8-1 0,5-1 0,2 0 0,-2 1-734,-1 0 0,-1 0 1,2 0 733,-2-1 0,2-1 0,0 1 0,-1 0 0,2 0 0,-1 1 0,-2-1 0,7-1 0,-6 0 706,-10 3-706,-6-2 0,-9 2 0,-3 0 0</inkml:trace>
  <inkml:trace contextRef="#ctx0" brushRef="#br0" timeOffset="137750">26639 15084 24575,'0'0'0</inkml:trace>
  <inkml:trace contextRef="#ctx0" brushRef="#br0" timeOffset="142606">1044 11909 24575,'7'-11'0,"9"-10"-1639,-3 6 1,2 0-1639,6-8 2017,-2 4 0,-1 3 1260,-4 6 0,3-3 0,-11 8 0</inkml:trace>
  <inkml:trace contextRef="#ctx0" brushRef="#br0" timeOffset="143204">937 12600 24575,'11'-8'0,"18"-11"0,-13 10 0,1-1-404,10-5 0,2 0 404,-5 2 0,0 1 0,-5 3 0,-2 1 0,7-3 0,-17 8 0,-1 2 0,-4 1 0</inkml:trace>
  <inkml:trace contextRef="#ctx0" brushRef="#br0" timeOffset="143592">998 13488 24575,'13'-4'0,"6"-1"0,5-3 0,7-1 0,4-1 0,-2 1-1639,2 0 1,2 0 1192,-11 2 1,4-1-1,2-1 1,1 0-1,-1 1 1,-2 1-375,5 0 1,-2 0 0,0 1 0,-1 0 387,-1-1 1,0-1-1,-1 1 1,0 0 431,1 1 0,2-1 0,-4 2 0,-9 1 0,-7 1 0,3 1 0</inkml:trace>
  <inkml:trace contextRef="#ctx0" brushRef="#br0" timeOffset="154399">23653 4934 24575,'10'26'0,"1"0"0,0 0 0,3 6 0,1 3 0,0-2 0,-3-8-1585,1-1 1585,-1-1 0,2 5 0,-4-4 0,-2-3 0,-2-6 514,0 4-514,-2-9 0,-1-1 263,-3-4-263,-4-4 0,0-5 0,-10-3 0,1-7 0,-1-1 0,-5-3 0,2-3 0,0 0 0,2-6 808,-2-1-808,3-1 0,2 2 0,4 8 0,-3-6 0,2 1 0,7 15 0,-4 1 0,4 6 0,-11 20 0,-1-3 0,-2 2 0,-2 3 0,-1-5 0,0 1 0,-3 2 0,0 1 0,1-5 0,2 0 0,-9 10 0,12-12 0,26-2 0,-2-8 0,23-1 0,-13-2 0,10-1 0,-13 0 0,4 1 0,7-6 0,-5 1 0,9-5 0,-38 28 0,-2-5 0,-5 6 0,-3 1 0,1-4 0,1-1 0,1 1 0,0-2 0,-9 9 0,8-7 0,13-12 0,5-4 0,-2-2 0,19-27 0,-14 20 0,5-8 0,1-1 0,-4 5 0,1-4 0,2 2 0,-5 6 0,2 0 0,-2 4 0,-3 4 0,0 7 0,-2 1 0,-2 8 0,-2 2 0,2-5 0,-3 3 0,2-4 0,0-1 0,-2 5 0,2-4-3277,0 4 0,1-6 3047,-2 6 230,3-9 0,0 4 0,2-9 0,9-6 0,5-5 3276,4-3-1638,-3 3 0,1 0-1406,0 1-232,0-1 0,0 0 0,2 1 0,-3-2 0,-4 4 0,-21 11 0,4-1 0,-10 5 0,9-5 0,2-1 0</inkml:trace>
  <inkml:trace contextRef="#ctx0" brushRef="#br0" timeOffset="156363">539 7889 24575,'6'-26'0,"2"-2"0,-4 9 0,0-3 0,3-2 0,-1 1 0,-1-2 0,1 0 0,1 1 0,1-5 0,-3 10 0,2 1 0,5-17 0,-4 18 0,4-8 0,3 4 0,-1 2 0,4-3 0,1 5 0,0 0 0,0-1 0,4-2 0,0 1 0,2 1 0,-4 7 0,-1 2 0,11-9 0,-8 8 0,3 0 0,-1 1 0,0 0 0,-1 0 0,4 0 0,-2 0 0,-5 2 0,-4 0 0,-7 3 0,-2 2 0,21-7 0,5 2 0,1-1 0,-11 3 0,-3 0 0,-5 1 0,8-1 0,-15 4 0,-5 1 0,8-4 0,-9 3 0,7-3 0</inkml:trace>
  <inkml:trace contextRef="#ctx0" brushRef="#br0" timeOffset="157337">1348 7129 24575,'0'6'0,"1"-1"0,-2 9 0,1 1 0,0 0 0,-1 9 0,0-12 0,0 7 0,1-4 0,0 1 0,0-6 0,0 4 0,0-10 0,0 4 0,0-8 0,0-5 0,0-3 0,0 0 0,0-5 0,-3-9 0,1 8 0,-1-12 0,1 20 0,4-4 0,1 4 0,10-4 0,-5 5 0,16-5 0,8 7 0,-9-1 0,1 3 0,-1 2 0,-2 2 0,9 3 0,-15-1 0,-4 4 0,-8-5 0,5 4 0,-5-3 0,1 3 0,-1-2 0,-3 3 0,1-3 0,-5 5 0,-12 1 0,3 0 0,-13 3 0,4-1 0,6-7 0,-13 9 0,20-12 0,-8 8 0,12-9 0,-3 3 0,5-3 0,-2 0 0,-4 3 0,5-3 0,-5 1 0,4-3 0,3 0 0,0 0 0</inkml:trace>
  <inkml:trace contextRef="#ctx0" brushRef="#br0" timeOffset="162703">1359 7300 24575,'7'4'0,"-2"-3"0,8 2 0,0-1 0,3 1 0,1 0 0,-5-1 0,2-2 0,-3-2 0,-1 0 0,-2 1 0,3 1 0,-3-2 0,4 1 0,-9-3 0,2 1 0,-3 2 0,0-2 0,-1 1 0,-1-3 0,-1 3 0,-2-2 0,-5-3 0,2 1 0,-1-3 0,1 3 0,2 1 0,-5 0 0,0-4 0,3 5 0,-8-8 0,9 5 0,-4 1 0,2 4 0,3 3 0,-1 3 0,0-4 0,4 3 0,-8 0 0,3 5 0,0-3 0,-1 1 0,3-2 0,0-3 0,-1 3 0,2-3 0,2 0 0,-1 0 0,-1-2 0,3 1 0,-3-7 0,3 5 0,0-2 0,4 10 0,0-2 0,3 2 0,-1 0 0,-1-4 0,0 4 0,-2-6 0,-3 0 0,1-2 0</inkml:trace>
  <inkml:trace contextRef="#ctx0" brushRef="#br0" timeOffset="173207">979 6865 24575,'7'25'0,"1"5"0,-3-14 0,3 6 0,1 3 0,-1-12 0,3 10 0,-5-12 0,6 10 0,-4-8 0,4 2 0,-1-4 0,-4-3 0,-1-4 0,-6-2 0</inkml:trace>
  <inkml:trace contextRef="#ctx0" brushRef="#br0" timeOffset="173727">1112 6868 24575,'-1'6'0,"-6"8"0,-2-2 0,-4 10 0,-6 5 0,10-12 0,-8 14 0,16-23 0,-7 8 0,6-9 0,-2-2 0,3 0 0,1-1 0</inkml:trace>
  <inkml:trace contextRef="#ctx0" brushRef="#br0" timeOffset="177914">23597 4948 24575,'-7'15'0,"-6"7"0,4-5 0,-11 15 0,9-12 0,1-1 0,-7 8 0,3-1 0,2-1 0,0 2 0,-1 0 0,-1 4 0,9-16 0,-2 0 0,5-3 0,0-7 0,1 1 0,-1-3 0,-1 0 0,0 3 0,1-1 0,1 2 0,6-24 0,-1 4 0,2-7 0,0-2 0,1-7 0,-2 10 0,0 0 0,2-16 0,-1 12 0,-1-5 0,5-7 0,-6 16 0,6-14 0,-8 27 0,-1 3 0,-1 4 0,-4 15 0,-4 14 0,1-7 0,-2 2 0,1 0 0,0 2 0,-1 0 0,-2 2 0,-2 1 0,1-2 0,3-8 0,1-1 0,-3 4 0,0-2 0,3 0 0,2-10 0,10-9 0,-1-3 0,17-11 0,-3 3 0,1 0 0,13-9 0,-3 1 0,-1 0 0,4-4 0,-6 5 0,0 0 0,-4 3 0,-2 2 0,10-7 0,-3 5 0,-15 3 0,3 5 0,-7-2 0,8-2 0,-6-3 0,5-5 0,-2-16 0,-8 12 0,-4-15 0,-4 14 0,-2 5 0,-7-15 0,3 14 0,0 0 0,-1-1 0,2-1 0,-12-10 0,11 15 0,-7-3 0,7 9 0,6 5 0,1 5 0,3-1 0,0 8 0,5 13 0,-1-3 0,2 3 0,0 1 0,2 4 0,-2-5 0,0 0 0,5 13 0,-2-13 0,-1-1 0,1 8 0,3-6 0,-11-15 0,-9-18 0,4 8 0,-17-23 0,1 8 0,2-1 0,2 4 0,-2 0 0,-6-4 0,0-1 0,-1-2 0,20 15 0,12 19 0,3 1 0,2 2 0,0 3 0,-1-1 0,-1 1 0,-1 0 0,0 0 0,1 1 0,0 2 0,-1 0 0,0-1 0,4 9 0,-5-10 0,0-2 0,5 5 0,3 6 0,-11-20 0,-1 2 0,-6-10 0,1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2:53:30.991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8650 5111 24575,'13'-5'0,"-4"3"0,2-2 0,-5 4 0,7-2 0,0 1 0,-1 0 0,5-3 0,-4 4 0,3-3-3277,7 3 0,-12 0 2895,12 0 0,2 0 382,-1 0 0,2 0 0,1 0 0,0 0 0,5 0 0,-2 1 0,-7-1 0,4 1 0,6 0 0,-4 1-1023,7 1 1023,-7-2 0,6-1 0,-5 1 0,-6 1 0,0-1 0,5 0 0,2-1 0,-2 1 0,-4 0 0,-1 0 1638,10 0 0,-1 1-1508,-8-1 0,0 0-130,9 0 0,-1-1 0,1 0 0,-5 0 0,5-1 0,-4 0 0,3 1 0,-5 0 0,4 0 0,-1-1 0,2 2 0,-2-1 0,0 1 0,-1-1-572,0 0 1,-3 0 571,4 0-1639,-7 0 1,0 0 102,-3 0 1903,-1 0 0,1 0-367,-5 2 0,5-2 0,4 1 0,-11-1 1652,12 0-1652,-13 0 1481,7 0-1481,-6 0 0,16 2 0,-16-2 0,23 4-1198,-13-3 1198,-4 1 0,-1 0 0,4-1 0,-4 1 0</inkml:trace>
  <inkml:trace contextRef="#ctx0" brushRef="#br0" timeOffset="2338">15768 5055 24575,'13'1'0,"1"0"0,8 0 0,3 0 0,-7 0 0,3-1-547,5-1 1,7-1 0,5 1 0,0-1 0,-2 0 0,-7 0-1093,7 1 1,0 0 1091,-5-1 1,7 0 0,3-1 0,0 0 0,-3 1 0,-6-1-172,-3 0 1,-5 1-1,3-1 718,1 1 0,4-1 0,-1 1 0,-1-1 0,4 0 0,-2-1 0,-1 1 0,-2 0 0,-1 0 0,2 0 0,6 1 0,2 0 0,-2 1 0,-8-1 0,-1 0 0,1 0 0,9 1 0,2 0 0,-3 0 0,0 0 0,0 0 0,-3 1 0,2 1 0,-4-1 0,-6 1 0,-1 0 0,8-2 0,4 0 0,-7 1 1940,-5 2-1940,2-3 0,0 0 0,-5 2 0,0-1 0,-8 0 3276,-3 0-1383,0-1-1074,-5 0 0,-2 0 0,-2 1 0</inkml:trace>
  <inkml:trace contextRef="#ctx0" brushRef="#br0" timeOffset="3929">16785 4314 24575,'10'-8'0,"0"-1"0,2-3 0,0 0 0,6-5 0,-5 6 0,4-3-1639,5 2 1,1 2-1639,-5-2 2723,15 0 0,-1 0 554,-11 5 0,-2 3 0,1 0 0,6-5-82,-2 7 82,0-4 0,3 3 0,1 0 0,-3-1 819,-5 3 0,-11-1 0,-7 2 0</inkml:trace>
  <inkml:trace contextRef="#ctx0" brushRef="#br0" timeOffset="4447">17216 4075 24575,'1'7'0,"5"10"0,4 4 0,1 0 0,0 2 0,-2-11 0,-4 3 0,1-8 0,-3-1 0,-2-5 0,1-1 0</inkml:trace>
  <inkml:trace contextRef="#ctx0" brushRef="#br0" timeOffset="5166">17521 5022 24575,'3'-3'0,"3"0"0,2 3 0,9 0 0,17-1 0,-7-1 0,2 0 0,-19 1 0</inkml:trace>
  <inkml:trace contextRef="#ctx0" brushRef="#br0" timeOffset="9937">5725 6898 24575,'6'-2'0,"7"-7"0,-7 8-1639,15-10 1,2 0-1639,-3 4 2457,5-1 1,9-3 0,2-1 0,-5 2-820,2 1 1,0 0 1592,-5 2 0,4-1 0,-2 0 0,-5 2 0,-4 0 0,-5 2 0,0 2 0</inkml:trace>
  <inkml:trace contextRef="#ctx0" brushRef="#br0" timeOffset="11421">15800 14389 24575,'0'0'0</inkml:trace>
  <inkml:trace contextRef="#ctx0" brushRef="#br0" timeOffset="16288">14747 8138 24575,'25'0'0,"1"0"0,1 0 0,7 0-1093,-11 0 1,4 0 0,-2 0-409,3 0 1,1 0 1500,2-1 0,4 0 0,-3 0 0,-1 0 0,-1 1 0,-5-1 0,2 0 0,-4 0 1843,6 1-1843,-6 0 1009,-13 0-1009,1 0 0,-9 0 0,3 0 0</inkml:trace>
  <inkml:trace contextRef="#ctx0" brushRef="#br0" timeOffset="18971">13154 9248 24575,'6'0'0,"2"0"0,25 3 0,-9 1 0,12-2 0,1 1-3046,-12 0 3046,7-1 0,5-1 0,-8 0 0,1 0 0,0-1 0,0 1 0,0-1 0,1 1 0,5-1 0,2 1 0,0-1 0,-4 0 0,1 0 0,-7 0 0,8 0 0,-5 0 0,0 0 0,-2 0 961,-9 0-961,10 0 0,-3 0 101,-15 0-101,10 0 0,3 0 0,7 0 0,-5 0 0,-4 0 0,5 0 0,-4 0 0,-3 0 0,0 1-898,3-1 1,3 1 0,-2-1 897,-1 0 0,-1 1 0,11 0 0,0-1-1639,-8 0 1,-1 0 1102,-2 0 0,-1 0-1103,3 0 1,-5 0 1121,-11 0 682,21 0-165,-6 0 0,-4 2-851,10-1 1,0 1 850,-10 0 0,9-1 0,2 1 1506,-9-1 1,0 0-1507,7 0 0,1-1 0,-4 1 0,-1 1 1638,-3-2 0,-3 0-1001,-2 0-637,13 0 0,-11 0 0,0 0 3276,9 0-2102,-8 0 1,1 0-1175,16 0 0,-7 0 0,4 0 0,1 0 0,-11-1 0,-1 0 0,2 1 0,1 0 42,10-3-42,-19 3 880,-6-2-880,7 2 0,-9-1 0,3 1 882,-9-2-882,-3 2 0,-3 0 0</inkml:trace>
  <inkml:trace contextRef="#ctx0" brushRef="#br0" timeOffset="20470">14981 10300 24575,'22'0'0,"5"0"0,1-1 0,9 0-1639,0 1 1,0 0-706,0 1 2344,-11 0 0,-3-1 1677,-3-1-1677,12 0 227,-20 0 0,3 1 0,-8 0 1</inkml:trace>
  <inkml:trace contextRef="#ctx0" brushRef="#br0" timeOffset="22021">15452 11528 24575,'13'3'0,"9"-1"-1639,3 0 1,0 0-1639,2 0 1638,-3-1 1,-1-1 818,-7 2 1,-2-2 0,-1 2 0</inkml:trace>
  <inkml:trace contextRef="#ctx0" brushRef="#br0" timeOffset="27608">15109 12520 24575,'22'7'0,"2"3"0,-17-9 0,8 7 0,-8-7 0,10 6 0,-2-6 0,3 2 0,9-10 0,-10-1 0,10-6 0,-16 6 0,1 2 0,-11 4 0</inkml:trace>
  <inkml:trace contextRef="#ctx0" brushRef="#br0" timeOffset="34864">18732 13706 24575,'0'0'0</inkml:trace>
  <inkml:trace contextRef="#ctx0" brushRef="#br0" timeOffset="41698">18685 13710 24575,'0'0'0</inkml:trace>
  <inkml:trace contextRef="#ctx0" brushRef="#br0" timeOffset="47372">26641 8579 24575,'21'-7'0,"-1"1"0,3-3 0,3 0 0,4 0 0,4-1 0,-4 1-1639,-4 1 1,-2 0-1,5-1 1,-4 3-311,-6 3 1949,-2-5 0,4 4 0,-8-2 0,-10 6 0,-1 0 0</inkml:trace>
  <inkml:trace contextRef="#ctx0" brushRef="#br0" timeOffset="56982">23158 14831 24575,'0'0'0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2:54:34.808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7940 1386 24575,'4'0'0,"6"0"0,6-6 0,-2 3 0,8-6 0,1-2 0,3 0-1639,4-3 1,0-2-1497,0 1 3135,-9 3 0,4-2 0,-4 3-3277,1-1 3036,1 1 0,2-1-366,-5 2 0,-1 1 607,4-2 0,0 2 0,5-2 0,-5 1 0,0-2 0,4 4 0,-4 1 0,-14 2 0,4 2 0</inkml:trace>
  <inkml:trace contextRef="#ctx0" brushRef="#br0" timeOffset="4220">11355 5242 24575,'33'9'0,"0"0"0,-1-1 0,-2-2 0,-9-3 0,-2-1-1845,17 2 1845,-6-2 0,7-1 0,-5 0-1295,-6 0 1,1 0 1294,3-2 0,4 0 0,1-1 0,-5-1 0,-1 0 0,0-1 0,0 0 0,5-1 0,0-1 0,-5 0 0,3-1 0,-2-2 0,3 1 0,3-1 0,-4 0-1639,1-3 1,-5 0 956,-8 4 0,-2 0 280,10-5 1,-4 0 401,-12 3-1585,7-2 1,0 0 1584,-8 3-1739,20-11 1739,-25 15 2359,22-12-2359,-22 13 610,12-9-610,-14 12 0,1-3 0,-4 4 0</inkml:trace>
  <inkml:trace contextRef="#ctx0" brushRef="#br0" timeOffset="9967">12345 6999 24575,'5'-1'0,"13"-9"0,5-5 0,5-1 0,1 0 0,-13 4 0,1 2-1639,14-7 1,-2 3 1000,-9 3 11,9-2 1,3 0 626,-7 1-1639,3 0 1,-2 1-157,-12 7-1482,19-8 3162,-25 10 349,18-9 0,-23 10 0,6-4 1</inkml:trace>
  <inkml:trace contextRef="#ctx0" brushRef="#br0" timeOffset="11249">13744 7493 24575,'9'0'0,"-3"0"0,25 0 0,-12-1-1639,10-1 1,2 1-77,7-3 1715,-8 2 0,5 0 0,-5 0 0,-10 0 0,0 0 0,11-1 0,9 0 0,-1 1 0,-9-1 0,-1 0 0,-1 1 0,9-1 0,-1 1 0,-10 0 0,-9 1 0,9-2 0,13-1 0,0 1 0,-7-1 0,-13 2 0,-1-1 0,9-1 0,5-1 0,1 0 0,-7 2 0,9 0 0,-12-1 0,3 0 0,0 1-1093,-1 2 1,1 1 0,-1-1-43,4-2 0,1 1 1135,8 1 0,-4 2 1969,-16 0-1969,11 1 0,0-1 0,-7 1 0,7 1 0,-1-2 0,-18 0 1786,17 0-1786,-24-1 0,-2 0 0,1 0 0</inkml:trace>
  <inkml:trace contextRef="#ctx0" brushRef="#br0" timeOffset="13674">8320 7948 24575,'25'2'0,"6"-1"0,4 1 0,1-1-1825,-1 1 1825,0-1 0,6 0 0,-9 0 0,-12-1 0,3 1 0,9-1 0,1 0 0,-8 1 0,7-1 0,-4 0 0,4 0 0,-1 0 0,-2-1 0,-2 2 0,2-1 0,-1 1 295,0 0 0,0 1-295,-6 0 0,-2-1-3277,11 4 2680,-1-3-1369,4 0 1966,-11 0-656,8-1 1,0 0-1,-13 0 1,11-1 0</inkml:trace>
  <inkml:trace contextRef="#ctx0" brushRef="#br0" timeOffset="14154">10280 7951 24575,'22'-2'0,"-9"2"0,13-1 0,2 0 0,-10 1 0,3 0-656,8 0 1,9 0-1,4 0 1,-1 0 0,-9 0-984,1 0 1,1 0 1091,-5 1 1,9-1 0,2 0 0,-1 1 0,-5-1 0,-11 0 1874,0 1-1328,9 0 0,7 0 0,-10 0 1719,-15-1-1719,19 1 0,0 0 0,-18-1 0,14-1 0,4-1 0,0-2 0,-11 3 0,-1-1 0,1-2 0,-17 3 0,-2 0 0</inkml:trace>
  <inkml:trace contextRef="#ctx0" brushRef="#br0" timeOffset="16922">4178 8743 24575,'27'1'0,"-1"0"0,8-2 0,-3 3 0,5 0 0,-6 1-1498,2-2 1498,-6 0 0,8 0 0,-1 0 0,-7 0 0,0 1 0,2-2 0,9 0 0,0 0 0,-7 0-508,-11 1 1,1 0 507,11-1 0,9 0 0,0 0 0,-8 0 0,-12 0 0,0 0 0,8 0 0,6 0 0,0 0 0,-9 1 0,-2 2 0,10-2 0,10 0 0,-9 0 0,-11 4 0,4-4 0,10-1 0,2 0 0,-6 0 0,1 1 0,2 1-547,-7-1 1,6 0 0,3 0 0,2 1 0,1-1 0,-1-1 338,-6 1 1,1-1 0,0 1 0,1-1 0,1 0 0,-2 1 0,0-1 0,-2 1 207,3 0 0,-2 0 0,-1 0 0,0 0 0,2 0 0,1 0 0,-2-1 0,2 0 0,3 0 0,0 1 0,0-1 0,-2-1 0,-1 1 0,-5 0 0,-4 0 0,5-1 0,-6 0 0,4 0 0,-1 0 0,3 0 0,4 0 0,0 1 0,1-1 0,-2-1 0,-3 1-656,2 0 1,-3-1-1,0 1 1,-1-1 0,0 0 395,5 0 0,-1 0 0,1 0 0,1 0 260,-3 0 0,2 1 0,1 0 0,-1 0 0,-2 0 0,-6 0-591,5-1 1,0 1 590,-3 1 0,7-1 0,5 1 0,1-1 0,-1 1 0,-3 0 0,-7 0 0,1 0 0,-6 0 0,6 0 0,0-1 0,6 1 0,3 0 0,0-1 0,-3 1 0,-6 0 0,-3 0 0,-4 0 0,2-1 0,1 0 0,4-1 0,1 0 0,-2 0 0,-5 1 0,5 0 0,-2 0 0,6-1 0,2-1 0,-7 1 0,-4 2 233,5 0 1,4 0-234,-5 0 0,-2 0 0,-7 0 0,-1 0 655,4 0 0,-5 0 1,-14 0-1,-1 0 0</inkml:trace>
  <inkml:trace contextRef="#ctx0" brushRef="#br0" timeOffset="17687">6689 9045 24575,'0'31'0,"0"4"0,0-12 0,0 0 0,0 2 0,1 3 0,2 9-1639,3-18 1,1-2-1639,0-8 3047,17 15 230,2-11 0,-2-1-1639,4-2 1,-1-1 378,-12-5 543,17 4 1,2-1 716,-9-3 0,12 0 0,1 1 0,-12-3 0,6 0 0,-1 0 0,-11-2 3276,5-7-3139,-18-2 1,-12 0 0,3 2 0</inkml:trace>
  <inkml:trace contextRef="#ctx0" brushRef="#br0" timeOffset="19632">7183 9332 24575,'9'23'0,"0"0"0,-1 2 0,2 6 0,-9-23 0,1 10 0,0 1 0,-2-9 0,0 22 0,0-24 0,0 7 0,1-11 0,1 0 0,1-11-3277,-1-11 0,-1 6 0,-4-22 1787,1 26-27,0-14 0,0 1 1517,0 11 0,-1-16 0,0-2 0,1 18 3034,-2-19-3034,3 25 3276,1 1-2015,16 8-1261,-7-2 0,23 8 0,2 0 0,-15-6 0,8 1 0,7 1 0,-8-2 0,-11-4 0,12 2 0,-3 0 0,-16 0 0,10 15 0,-15-12 0,-2 14 0,-11-6 0,0-2 1638,-2 1 0,-2 1 1638,-11 7-3044,1 1-232,-4-3 0,19-12 0,-2-3 0,9-7 0,2-1 0,-3-2 0,-1 3 0,1 0 0,-6 1 0,5 1 0,-12 1 0,1 4 0,1-3 0,0 9 0,12-12 0,-3 6 0,4-9 0,-2-1 0,-1 4-3277,-3-9 0,3 9 473,-5-11 2804,6 12 0,-2-3 0,5 5 0,4 2 0,3-2 3276,2-6-1044,1-3 1044,0-12-2702,-3 7-574,2-7 0,-7 9 0,1-2 0,-3 4 0,0 2 0,0 2 0,0 5 0,2 10 0,0-6 0,3 7 0,-1-10 0,0 0 0,13 5 0,-11-4 0,16 7 0,2-1 0,-1 1 0,-3-2 0,-1-1 0,0 1 0,4 1 0,-17-4 0,-1-2 0,-16-5 0,-6-1 0,-3-1-1639,-1 1 1,1 1-1639,5 2 3162,-6-1 0,1 0 115,11 2 0,-3 0 0,15 0-1639,15-5 1,3-2 1386,0 2 0,-1-2 0,-4 1 0,-10 4 0</inkml:trace>
  <inkml:trace contextRef="#ctx0" brushRef="#br0" timeOffset="27812">29959 6955 24575,'24'-13'0,"4"1"0,7-3 0,-4 1-1639,-11 3 1,2 0 1217,0 0 1,8-3 0,4-1 0,1-2 0,-1 2 0,-4 1 0,-7 3 420,-3 0 0,1 0 0,2 0 0,6-3 0,6-3 0,2 0 0,0 0 0,-3 1 0,-4 2 0,-8 4 0,-3 0 0,-1 1 0,14-6 0,8-3 0,-2 0 0,-13 5 1828,-15 4-1828,8-5 250,-13 8 0,-1 1 0,-6 5 1</inkml:trace>
  <inkml:trace contextRef="#ctx0" brushRef="#br0" timeOffset="29160">18803 8013 24575,'29'0'0,"1"1"0,-1-1 0,0 0 0,0 0 0,-3 0 0,-2 1 0,-1 1-1279,-1-2 0,-1 1 1279,3 1 0,0 1 0,6-2 0,0 0 0,-7 1 0,-1-1 0,5-1 0,0 0 0,9 0-1639,2-1 1,-1 0-1639,-2 1 3174,-4-1 1,7 1-1,1-1 1,-5 1-548,-1 0 1,1 0 649,-5 0 0,5 0 0,2 0 0,0 0 0,-3 0 0,-2 0 0,-2 0 0,1 0 0,2 0 0,-2 0 0,4 1 0,1-1 0,-1 0 0,0 1 0,-3-1 0,1 0 0,-3 0 0,1 0 0,0 0 0,1 1 0,3-1 0,-1 1 0,-2-1 0,-4 0 0,8 0 0,-4 0 0,1 0 0,-4 0 0,4 2-572,-11-2 0,-13 1 0,-5-1 0</inkml:trace>
  <inkml:trace contextRef="#ctx0" brushRef="#br0" timeOffset="30765">24546 7915 24575,'16'0'0,"-3"0"0,9 0 0,-7 0 0,9 0 0,3 0 0,-2 2-1639,3-1 1,-1 1 955,-8 0-2594,12 2 413,-18-2 3480,6 0 1,2 0-617,-5 0 0,5 0 0,1 0 0,-3-1 0,7-1 0,1 1 0,0-1 0,4 1 0,1-1 0,-1 1-1639,0-1 1,-2 1 1069,-8-1 435,9 0 0,-1 0 134,-13 0 0,7 0 0,0 0 0,-8 0 1638,4 0 0,2 0-1472,-1 0-166,0 0 0,0 0 0,2 0 0,-1 0 0,0 0 0,7 0 0,1 0 0,-14 0 0</inkml:trace>
  <inkml:trace contextRef="#ctx0" brushRef="#br0" timeOffset="33083">19240 8613 24575,'25'-3'0,"0"1"0,0-1 0,-3 0-984,4 0 1,5 1 0,1 0 983,-4 2 0,0 0 0,-2 0-972,3 0 1,2 0 971,-2 0 0,3-1 0,1-1 0,-6 2 550,-1-1 1,-2 1-551,10-4 0,-3 1 0,-1 3 0,-2-3-820,-8 3 1,-15 0 0,6 0 0</inkml:trace>
  <inkml:trace contextRef="#ctx0" brushRef="#br0" timeOffset="35381">22971 8553 24575,'26'1'0,"0"-1"0,0 1 0,-3-1 0,0 0 0,14 2 0,-2 0 0,-12-2 0,-3 1 0,-2-1 0,-5 0 0,18 0 0,-22 0 0,16 0 0,-18 0 0,3 0 0,-7 0 0,1 0 0,-3 0 0</inkml:trace>
  <inkml:trace contextRef="#ctx0" brushRef="#br0" timeOffset="36379">24111 8560 24575,'29'-1'0,"-15"-1"-1093,8 1 1,8 0 0,-6 0-2185,-7-1 1638,11 1 1,2 1 2966,-3 0-1328,-11 0 1719,12 0-1719,-17 0-3277,13 0 2017,-11 0 1260,14 0 0,0 0 0,-13 0-686,17 0 1,1 0 685,-17 0-24,9 0 0,-1 0 24,-10 0 3276,5 0-3137,-16 0 1,-1 0-1,-2 0 1</inkml:trace>
  <inkml:trace contextRef="#ctx0" brushRef="#br0" timeOffset="37515">24350 8634 24575,'5'28'0,"-3"-16"0,2 10 0,0 0 0,-1-11 0,5 25 0,-6-26 0,7 16 0,-7-13 0,10 13 0,-7-14 0,14 11 0,7-5 0,0 0 0,-5-8 0,-1-2 0,0-3 0,6 2 0,3 0 0,3-3 0,-7 0 0,4 1 0,-2-1 0,7-2 0,-1 0 0,4 1 0,-1 0 0,-10-2 0,-4-1 0,5-1 0,-19-3 0,0 1 0,5-11 0,-4 5 0,13-21 0,-2-1 0,-2 0 0,-2-2 0,-13 21 0,5-11 0,-2 11 0,6-11 0,2 4 0,-3 3 0,6-2 0,-9 9 0,5-1 0,-4 2 0,-1 6 0,-3 0 0,1 5 0,-3-3 0,1 1 0</inkml:trace>
  <inkml:trace contextRef="#ctx0" brushRef="#br0" timeOffset="38030">25174 8670 24575,'15'2'0,"0"-2"0,-4 1 0,-2-1 0,-7 0 0,-1 0 0</inkml:trace>
  <inkml:trace contextRef="#ctx0" brushRef="#br0" timeOffset="49009">29614 14108 24575,'7'0'0,"11"1"0,1-1 0,-8 1 0,21 1 0,4 1 0,-1-2-1093,-11 1 1,4 0 0,-4 0-2185,12 0 2302,-10-1 1,-3 0 2693,0 1-1719,-4-3 0,2 0 0,8 1-1639,-6-1 1,-2 1 378,-7 0 1255,22-3 5,-24 2 3276,13-2-2962,-13 3 1,-5 0-1,-4 0 1</inkml:trace>
  <inkml:trace contextRef="#ctx0" brushRef="#br0" timeOffset="50595">3522 14869 24575,'28'-1'0,"-7"0"0,2 1 0,1 0 0,2-1-1639,7-1 1,-2 0 1356,-11 3 0,0 0 282,6-4 0,3 0 0,-3 0 0,-3 1 0,0 0 0,14-1 0,0 0 0,-1-1 158,-1 5-158,-9-1-3277,1 0 1561,-14 0 1716,10 0 0,1 0 0,0 0 0,7 0-755,-5 0 0,8 0 0,0 0 0,-4 0 755,-2 0 0,0 0 0,-1 0 0,3 0 0,0 0 0,-1 0-60,-3 0 0,-2 0 0,2 0 60,4 0 0,2 0 0,-2 0 0,6 0 0,-1 0 1638,3 1 0,-2 0-1145,-7-1 0,-4 0-493,3 2 0,3-2 0,-2 0 0,-15 0-13,11 0 0,8 0 0,-6 0 13,-5 0 0,12 0 0,0 0 869,-12 3-869,3-2 0,1 0 0,-3 0 0,-1 1 0,6-1 0,-3-1 0,-1 0-3277,4 0 2017,-20 0 4536,13 0-2015,-7 0-2900,9 0 1,2 0 378,-3 0 1260,6 0 0,-6 0 0,-18 0 0,6 0 0</inkml:trace>
  <inkml:trace contextRef="#ctx0" brushRef="#br0" timeOffset="51095">7287 14909 24575,'25'0'0,"-14"0"-1639,18 0 1,1 0-1639,-16 0 1638,9 1 1,5-2-1,5 0 1,-1-1 1270,-1 1 526,0 0 1,5-1 0,-7 1-159,-5-1-375,6 0 1,0 1 374,-2-1 0,-1 0 0,-1-1 0,-7 3 0,3-2 0,0 0 3228,-4 2-3228,9 0 0,7 0 0,-10 0 0,-4 0 0,-10 0 0</inkml:trace>
  <inkml:trace contextRef="#ctx0" brushRef="#br0" timeOffset="52272">10184 15203 24575,'12'-4'0,"-6"3"0,9-5 0,22 1-1639,-11 1 1,1-1-1,-4 2 1,0 0 663,3-1 1,1-1-435,-1 1 0,-2 1 1409,7 0-39,-3-1 1,0 0 38,6-2 0,-6 3 0,-4-2 0,1 0-1505,-5 2 1,-2 0 1504,10-2 700,2-2 1,-2 1-701,-11 3 0,13-4 0,-2 1 0,-14 3 0,18-2 64,-13 0-64,17-3 3241,-13 2-3241,5-2 2318,-8 4-2318,15-5 0,-12 5 0,2-2 0,7-1 0,-1-1 1638,-11 3 0,1 0-33,13-4 1,-3 1-1606,-13 4 0,5-2 0,7 0 0,-5 1 0,-1 1-1093,7-2 1,6-2 0,-6 3-1519,-4 1 1518,3-1 1,7-1 0,-7 2 884,-8 2-264,8-3 0,-1 1 472,-13 1 0,8-1 0,-9 2 0,-4 1 0,-4 1 0</inkml:trace>
  <inkml:trace contextRef="#ctx0" brushRef="#br0" timeOffset="53550">14072 14803 24575,'33'0'0,"-4"1"0,6 0 0,-3-1-1639,-1 1 1,3-1 1359,-7 0 1,6 0-1,2 0 1,2-1 0,-1 1-1,-2 0-377,0-1 1,-1 0-1,-1 1 1,1-1 0,-1 0 81,6 0 0,-1 0 1,0 0-1,-1 0 726,-2 0 0,0 0 0,-2-1 0,-3 1-152,4 1 0,-1 0-334,0-2 1,3 0 0,2 1 333,-2 1 0,2 0 0,0 0 0,-2 0-231,-5 0 0,-2-1 0,-1 0 1,2 0 230,4 2 0,0-1 0,0 1 0,-3-1 0,7 0 0,-1 0 0,-5 0 0,3 0 0,0 0 0,-4 0 0,4-2 0,-3 1 0,0 1 0,2 0 0,-7-1 0,-5-1 3276,3 2-2270,-14 0 656,1 0-1662,16 0 0,-16 0 0,12-1 0,9 1 0,-3 0 371,-10 1 0,0-1-371,8 1 0,4 1 0,2 0 0,-6-1-384,2 1 1,-4 0-1,5 2 1,-4-1-1,-6-2 1</inkml:trace>
  <inkml:trace contextRef="#ctx0" brushRef="#br0" timeOffset="54501">15534 14839 24575,'13'31'0,"-5"-14"0,2 8 0,0 0 0,-3-8 0,4 4 0,2-1 0,-3-4 0,6 4 0,4-1 0,-1-5 0,0-2 0,11 10 0,-6-11 0,3 0 0,-3-3 0,7-2-1093,0 2 1,6 1 0,-4-2-547,-10-3 1,2 0 1593,5 0 1,6 0 0,2 0-1,-6-1 45,3 1 0,0-1 0,-3-2 0,4 0 0,4 1 0,-1-2 0,-2 1-820,0-1 1,-1 0 0,-1 0 0,1 0 563,-4-2 1,1 1 0,-1-1-1,1 1 1,0-1 255,0 0 0,1 0 0,-1 0 0,-2 0 0,-3 0-195,11-4 0,-4 0 195,-1 1 0,0-1 0,-4-1 0,-6-2 0,-2 0 0,0 2 0,0-1 0,4-11 0,-18 1 0,-1 3-33,2-13 33,-6 18 3276,4-16-2275,-2 19-423,2-15-578,-2 13 0,-1 1 0,-1 1 0,-2 7 0,-1-3 0</inkml:trace>
  <inkml:trace contextRef="#ctx0" brushRef="#br0" timeOffset="55154">17188 14892 24575,'-3'8'0,"-2"-1"0,3-1 0,-1-5 0,3-1 0,25-2-3277,9 2 0,0 1 3162,-2 2 0,-4 1 115,-15-3 0,18 4 0,-41 1 0,-4-1 0,-5 5 0,-1-3 0,11-2 819,-1 0 0,7-4 0,1 1 0</inkml:trace>
  <inkml:trace contextRef="#ctx0" brushRef="#br0" timeOffset="57857">27222 14598 24575,'-2'20'0,"0"0"0,1 4 0,-5 10 0,4-17 0,0 3 0,-5 12 0,2 0-1553,-2-6 1553,2-2 376,-3-6-376,-9 4 0,5-3 0,-15-2 0,-2-3-2490,15-8 2490,-14 5 0,-4 0 0,9-4 0,2-2 0,-2 1 0,-3 0 0,-2 0 0,-6 2 0,0-1 0,6-1 0,5-1 0,-1 0 0,-4 0 0,-8 1 0,-2 0 0,3 0 0,7-2 0,6-2 0,1 0 0,-8 1 0,-5 1 0,-1-1 0,5 0 0,5-2 0,1 0 0,-3 0 0,-4 0 0,0-1 0,2 1-1455,-5 0 1,-4-1 1454,9 0 0,-6 0 0,-5 0 0,-2-1 0,-1 0 0,2 1 0,4-1 0,6 1-1093,-4 0 1,6 0 0,-10-1 1020,15 0 0,-3 0 0,-5 0 1,-2-1-1,-3 0 0,-2 0 0,-2-1 1,-1 1-1,-1 0 0,-1-1 0,1 1 1,1-1-1,0 1 0,2 0 1,2 0-1,3 1 0,3-1-275,-8 1 1,4 0 0,1 1 0,2-1 0,1 1 0,-1-1-1,0 0 1,-2 0 0,-2 0 346,4-1 0,-2 0 0,-1 0 0,-1-1 0,-1 1 0,0-1 0,0 0 0,0 0 0,0 1 0,1 0 0,1 0 0,1 0 0,2 1-163,-6 0 1,0 1 0,0 1 0,0-1-1,2 1 1,3 0 0,2 0 0,4-1-1,5 1 163,-8-1 0,3 1 314,-5 0 0,-5 1 1,0 0-1,8 0-314,9-1 0,3 1 0,-12 2-35,10-1 0,2-1 35,4-1 1423,-12 1 0,-5 0-1423,0 0 0,0 0 0,0-2 0,-3 0 1092,0 1 0,-3 0 0,2 0-877,1 0 1,1-1-216,7 0 0,-2 0 0,4 0 0,1 1 0,3 0 226,-1-1-226,18 0 3276,-8 0-213,-3 0-3063,3 0 0,-5 0 0,14 0 0,-3 0 0</inkml:trace>
  <inkml:trace contextRef="#ctx0" brushRef="#br0" timeOffset="59519">23342 15001 24575,'13'27'0,"0"-4"0,0 1 0,-4-5 0,1 0 0,4 7 0,1-3 0,-1-3 0,-5-6 0,-1-1 0,-18-38 0,1 1 0,-3-1 0,-1-2 0,2 0-1639,-2 6 1,2 3-1639,7 8 2928,-15-17 349,15 22 0,-4-7 0,4 12 0,1 3-1639,-11 9 1,-2 2 418,3-3 1742,-8 3 1,-8 4 0,5-5-523,-2-2-820,3-2 1,-9 2 0,1 0 0,5-3 631,-6 0 87,9-2 0,-3 1 0,2-1 101,0-1 0,0-1 0,-1 2 0,0 1 0,-1-1 0,1 0 0,-1 0 0,10-1 3276,21-2-3144,30-4-132,-17-1 0,3-1-506,11-2 1,5 0 0,-4-1 505,-9 0 0,1-1 0,4 1 0,7-1 0,0 1 0,-8 0 1318,-9 0 0,-2 1-1318,10 0 0,3 0 0,-5 0-633,2-1 633,-5 2 0,9-2 0,-32 9 3276,4 0-1214,-23 10 351,2-3-2413,-1-2 0,-1 1-1639,1-3 1,1-1 85,-14 5 1553,8-5 0,28-5 0,-2 0 0,24-7 0,2-2 0,-1-3 0,-5 5 0,-23 4 3276,-12 6-1638,-10 4 0,-1 1-1406,-2-2-232,-9 7 0,4-1-434,21-10 434,-19 11 0,33-11 0,21 6 0,-8-5 0,11 2 0,-1 0 0,-10-4 0,13 4 0,-30-3 0,-23 4 0,3-1 0,-9 1 0,-1 1 0,-1 1 0,11-3 0,3 0 434,3-2-434,12-3-3277,16 2 0,-9-1 2729,18 3 1,4 1 547,-7-2 0,5 1 0,-1-1 0,-9-2 0,-2 0 0,-11-1 0,-4 0 0,-4-1 0,-11-4 0,0 0 0,-5 0 0,0 1 0,3 0-568,-6 0 0,3 1 568,14 2 0,-1-6 0,23 3-3277,16-6 2680,-11 6 597,3-2 3276,-13 5-2881,-1 0-395,0 0 491,-6-1 0,-1 2 1,-1-1-1</inkml:trace>
  <inkml:trace contextRef="#ctx0" brushRef="#br0" timeOffset="60817">15065 12483 24575,'7'18'0,"2"6"0,0 1 0,-1-2 0,0 2 0,-4-2 0,1-1 0,2 2 0,0 1 0,-1 3 0,-1 1 0,0-6 0,-1-2 0,3 15-1639,-4-13 1,0-4-1639,-2-8 3047,4 21 230,-3-14 0,2 6 0,1 0 0,1-14 0,-2 2 0,0-10 0</inkml:trace>
  <inkml:trace contextRef="#ctx0" brushRef="#br0" timeOffset="61370">15450 12885 24575,'15'27'0,"-6"-12"0,2 1 0,3-2 0,9 2 0,-2-3 0,6-4 0,-17-8 0,19-4 0,4-9 0,-6 0 0,0 0 0,-7 2 0,-1 0-1639,4-6 1,-3 0-1639,-10 7 2671,5-19 606,-17 16 0,-11-21 0,-1 15-1639,-17 2 1,-2 1 502,10 5 865,-1 5 0,-5 0 0,5 2 271,5 5 1623,-1-1 0,1 2-1623,6 2-3277,-3 7 3012,11-6 265,-3 4 3276,3 3-2690,-3 10-586,1-6 1173,-3 14-1173,8-17-3277,2 2 3177,2-4 1,2-11 0,-2 1 0</inkml:trace>
  <inkml:trace contextRef="#ctx0" brushRef="#br0" timeOffset="62071">16034 12787 24575,'-27'15'0,"1"0"0,8-2 0,2 2 0,-3 13 0,8-8 0,12-1 0,14-2 0,14-4-3277,-6 2 2382,5-11 213,-4-4 682,-9-2-3277,21-5 1378,-24 4 321,9-15 1578,-18 14 2025,5-26-2025,-7 20 476,-3-21-476,-3 17 3276,10 18-918,5 19-2358,6 10 0,-7-13 0,-1-1 3023,0 5-3023,1 12-3277,-7-2 220,1-6 2348,-8-8 0,-3-2 709,-2-7-1639,-7 8 1,-1-2 848,6-8 790,-15 8-1649,2-11 1649,8-3 1625,-9 0 0,-1-1-1625,-4-10 0,-3 4 0,10-14 0,21 10 1133,-4-23-1133,12 2 0,1-1 0,5 11 0,1 3 0,-4 7 0,7-5 0</inkml:trace>
  <inkml:trace contextRef="#ctx0" brushRef="#br0" timeOffset="62435">16313 12929 24575,'5'21'0,"3"9"0,-2-21 0,1 7 0,-4-12 0,-4-9 0,-7-19 0,-2-6 0,2 2 0,2 11 0</inkml:trace>
  <inkml:trace contextRef="#ctx0" brushRef="#br0" timeOffset="63052">16556 12686 24575,'-22'5'0,"2"6"0,4-2 0,-1 14 0,13-16 0,-3 18 0,13-9 0,-3-1 0,8-1 0,10-8 0,-8 1 0,13-3 0,2-1 0,-4-1 0,5-2 0,-1 1 0,-10 2 0,3 13 0,-19-8 0,1 16 0,-4-18-3277,-24 11 0,17-11 3162,-11 0 0,-2 0 115,3-2 0,-2 0 0,2-6 0,15 0 0,-4-7 0,7 7 0,-2-2 0</inkml:trace>
  <inkml:trace contextRef="#ctx0" brushRef="#br0" timeOffset="63287">16719 12763 24575,'35'0'0,"-1"1"0,-13-2 0,-1 0 0,10-1 0,-2-1 0,-11-2 0,10-2 0,-19 3 0,4-6-820,-12 1 1,2 2 0,-3 2 0</inkml:trace>
  <inkml:trace contextRef="#ctx0" brushRef="#br0" timeOffset="63586">16803 12533 24575,'7'19'0,"1"-1"0,-3-3 0,6 15 0,2 5 0,-7-9 0,0 1 0,0-1 0,0 2 0,0 0 0,-1 2 0,1-4 0,-1-7 0,0-1 0,0 4 0,1-1 0,9 7 0,-11-26 0,4 7 0,0-15-3277,8-13 0,-4 9 2625,1-7 0,-1 2 1,-6 10-1,7-10 0</inkml:trace>
  <inkml:trace contextRef="#ctx0" brushRef="#br0" timeOffset="63787">17065 12778 24575,'9'26'0,"-3"-7"0,-2-11 0,-4-9 0,0 1 0,0-3 0</inkml:trace>
  <inkml:trace contextRef="#ctx0" brushRef="#br0" timeOffset="64288">17332 12648 24575,'-6'6'0,"-3"7"0,-1 8 0,1-2 0,3 4 0,4-13 0,1 9 0,0-8 0,5 5 0,0-8 0,17 2 0,-1-10 0,0-3 0,12 3 0,-2-8 0,-1-2 0,-7 0-1639,-1-2 1,-2 0-1639,-6 3 2457,3-6 1,-14 14 0,-1-2 0</inkml:trace>
  <inkml:trace contextRef="#ctx0" brushRef="#br0" timeOffset="64508">17495 12649 24575,'-19'29'0,"8"-11"0,-2 12 0,11-21 0,-1 3 0,39-10 0,-7-4 0,4-2 0,-1 0-1093,-3 1 1,-1 1 0,1-1 545,7-1 1,1-1 0,-7 0 0,2 1 0,-21 2 0</inkml:trace>
  <inkml:trace contextRef="#ctx0" brushRef="#br0" timeOffset="65273">17705 12593 24575,'-4'14'0,"-1"4"0,-7 10 0,6-10 0,-3 10 0,9-19 0,-1 4 0,2-8 0,5-4 0,16-9 0,8-5 0,-4 1 0,5-7 0,-24 16 0,5-3 0,-11 8 0,0 16 0,3-3 0,6 17 0,7-11 0,3-3 0,14-9 0,-8-10 0,-1-1 0,-11-6 0,-13 5 0,-1 4 0,0 2 0</inkml:trace>
  <inkml:trace contextRef="#ctx0" brushRef="#br0" timeOffset="75511">19748 12578 24575,'-14'8'0,"-4"2"0,-8 3 0,-8 0 0,16-5 0,-2 0 0,-13 1 0,-7 0 0,6-1-831,12-2 0,-1 0 831,-3 0 0,-7 1 0,-2 0 0,3-1 0,7-2-2771,-9 2 2771,8-1 0,-5 0 0,-1 0 0,-3 0 0,0-2 0,-1 1 0,7-2 0,0 1 0,-1 0 0,-1 0-636,-1 0 0,-1 0 0,-2 0 1,0 0-1,-1-1 636,2 0 0,-2-1 0,0 1 0,0-1 0,1 0 0,3 0-820,-2 0 1,4 0 0,-1 0 0,-3 0 780,1-1 0,-3 0 0,-3 1 0,0-1 0,1 0 0,4 0 0,6 0 39,-9 0 0,1-1 0,6 0 0,-8 0 0,-3 0 0,1 0 0,5-1 0,9 1 0,-7-2 0,-5 2 0,-8-1 0,23-1-2678,43-2 2678,-22 2-661,25-2 0,7 0 661,-21 2 1314,26-5-1314,-14 4 0,-4-2 0,2 3 0,-13 0 0</inkml:trace>
  <inkml:trace contextRef="#ctx0" brushRef="#br0" timeOffset="76246">18307 12754 24575,'11'19'0,"5"7"0,-7-6 0,2 2 0,-2-4 0,0 2 0,-4-8 0,1 0 0,-5-9 0,-2-18 0,-5-18 0,2 4 0,-1 6 0,1 1 0,0 4 0,1-11 0,2 13 0,-1-7 0,2 3 0,-1 6 0,-16 17 0,2 8 0,-8 7 0,-7 6 0,0-2 0,9-8 0,0-1 0,-1 1-140,-4 3 0,-1 1 0,0-2 140,2-4 0,0 0 0,5-4 0,0 0 0,-2 0 0,4 1 0,14-6 0,9 0 0,21 1 0,7-1 0,-10-3 0,2 1-820,1 1 1,5 1 0,0 0 0,-4 0-820,1-1 1,0 0 1615,1 0 0,5 0 1,0 0-1,-2 0-1070,-6 0 1,-1 0 0,1 0 998,0 1 1,3 0 0,0 0 0,0-1-292,7 2 1,1-1-1,-1 1 385,-5 0 0,1 1 0,0 0 0,-3-1 0,1 0 0,-2-1 0,1 0 0,9 2 0,2 1 0,-8-2 0,-7-3 0,11 5 0,-27-6 0</inkml:trace>
  <inkml:trace contextRef="#ctx0" brushRef="#br0" timeOffset="89654">18404 12616 24575,'4'11'0,"1"-1"0,-3 0 0,3 5 0,-2-6 0,1 6 0,-2-4 0,3 7 0,-5-4 0,3 10 0,-3 1 0,1-8 0,-1 6 0,0-25 0,-8-9 0,-4-11 0,-2-1 0,-4-5 0,8 16 0,0-1 0,-2 14 0,-16 16 0,9-7-1639,-8 6 1,2-2-1639,12-8 3047,-17 11-324,15-8 554,5-3 0,-13 8 0,13-9 0,2 0 0,12-5 3276,10-6-42,9-7-2406,-3 3-828,-3 0 0,-11 10 0,-8 4 0,-5 5 0,-8 6 0,3-1 0,-2 4 0,9-10 0,10-2 0,-1-6 0,3 0 0,-4 0 0,-3 0 0,4 0 0,-3 0 0,9 0 0,-6 0 0,22 0 0,-14 0 0,13 0 0,2 0 0,0-2-726,-2 2 1,0 0 725,-4-2 0,-1 2 0,-13 0 0,-2 0 0,-2 0 0,-1-4 0,-1 0 1451,-2-9-1451,-1 4 0,-1-6 0,1 1 0,1 3 0,1-3 0,0 8 0,0-8 0,0 3 0,0 0 0,1-2 0,1 9 0,-1 0 0,2 5 0,-1 6 0,8 20 0,-1-2 0,3 8 0,1-9 0,-7-14 0,8 9 0,-4-7 0,0 1 0,-1-4 0,-6-4 0,0-1 0,0-1 0,-4-3 0,-4 0 0,0 0 0,-22 0 0,6 0 0,0 0 0,-11 0 0,-5 0 0,5 1-3277,19 1 2777,-5-2 0,-2 1 500,3 2 0,9 2 0,-3 0 0,12 1 0,4-3 0,-5-2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2:56:18.114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1787 6620 24575,'9'-30'0,"-4"11"0,2-14 0,0-1 0,-3 10 0,0-2 0,1 0 0,1 1 0,0 7 0,-1-3-3277,5 6 0,-9 9 3047,10-14 230,-4 9 0,7-9 0,-1 6 0,12-7 0,-5 5 0,1 0-3277,1 5 2017,-17 7 4536,25-5-2015,-9 4-1261,5-1 0,5-1-866,-2 1 0,2 0 1,-1 0 865,-3 0 0,-1 0 0,1 0 0,7-1 0,1 0 0,-3 0 0,-2 0 0,-1 1 0,-1 2 0,2-1 0,1 0-1093,-2 0 1,0 0 0,0 1 892,8-1 0,0 0 1746,-5 0 1,0 1-1547,6-1 0,-1 0 0,-14 4 0,2 0-526,3-1 1,6-2 0,3-1 0,-1 1 0,-4 0 525,-3 0 0,-2 1 0,2-1-258,5 1 0,3-2 0,0 1 0,-4 0 258,-5-1 0,-2 1 0,1 1 0,6-1 0,1 2 0,-3-1 0,-8 0 0,0 0 0,11 1 0,6 0 0,-6 0 968,-9 0 1,0 0-969,6 2 0,5-1 0,-3 1 0,-1-1 0,4 0 0,-5 1 0,7-1 0,1 2 0,1-1 0,-3 0-647,-2 0 0,-2 0 1,1 0-1,3 0 647,-5 0 0,2 0 0,1 0 0,2 0 0,-1 0 0,-2 0 0,-1 0-59,0-1 0,-3 1 0,0-1 0,1 1 1,4-1 58,-2 1 0,3 0 0,3 0 0,1 0 0,-1 0 0,-1 0 0,-3 0 0,-4-1 0,1 1 0,-5-1 0,0 0 0,6 1 0,-5-1 0,4 1 0,4 0 0,3 0 0,1 0 0,0 0 0,0 0 0,-3 1 0,-4-1 0,-3 0 0,-7 0 0,11 0 0,-2 0 0,-5 0 0,6 0 0,6 0 0,3 0 0,0 0 0,0 0 0,-4 0 0,-5 0 0,-8 0 0,4 0 0,-1 0 0,0 0 0,9 0 0,5 0 0,1 0 0,-3 0 0,-4 0 0,-10 0 0,-5 0 0,-1 0 0,10 0 0,10 0 0,2 0 0,-2 0 0,-9 0 0,-6 0 0,-2 0 0,5-1 0,5 1 0,0 0 0,-6-1 0,-5 1 0,-1 0 0,8-1 0,3-1 0,-6 1 0,-4 0 0,9-1 0,4 0-150,-11 1 0,-3 0 150,11-1 0,-4-1 0,8 0 0,1 0 0,-3 0-334,-6 1 1,-3 0 0,4 0 333,0 0 0,3-1 0,2-1 0,-1 1 0,-2 0 0,6 1 0,-2 1 0,2-2 0,-8 1 0,3-1 0,-1-1 0,0 1 0,-5 1 0,10 0 0,0-1 0,-8 1 0,5-2 0,1 1 0,-2-1 0,-8 2 906,-3 0 1,-2 1-907,8-2 0,3 1 0,-4 0 0,5 0-206,-5 1 0,-2 1 206,-9-1 535,19 3 1,1 0-536,-8 1-121,5 0 0,7 0 0,-7 0 121,1 0 0,-7-1 0,9 0 0,-2 0 0,-7 0-23,-3-2 23,1 1 0,5 0 0,-4 0 0,4-1 0,-5 0 1638,-5 0 0,0 0-1597,1 0-41,11 0 0,-14 0 2697,3 1-2697,-1 0 0,-1 0 0,2 1 0,-1-1 0,-5 0 0,14 1 983,-19-2-983,0 0 0,1 0 0,-5 0 0,0 0 0,-2 2 3276,0 2 0,4 6-6553,7 8 2,-6-7 3042,11 16 233,-15-18 0,11 21 0,-10-18 0,10 20 0,-6-15 0,6 11 0,-6-13-3277,6 9 2094,-10-15 1183,10 12 0,-5-8 3276,5 6-2092,2 3-951,-3-3-233,1-1 0,-9-5 0,12 6 0,-16-11 0,19 10 0,-17-12 0,11 6 0,-11-8 0,4 1 0,-5-5 3276,-1 3 0,0-1-3044,-1 1-232,0 0 0,-1-1 0,0-1 0</inkml:trace>
  <inkml:trace contextRef="#ctx0" brushRef="#br0" timeOffset="993">8190 5848 24575,'13'-9'0,"1"1"0,9-5 0,-4 5 0,12-4 0,-3 3 0,3-1 0,4-2-1639,-2 2 1,1 0 545,-10 3 1,1-1 0,-2 1-46,5-2 1,1 1 1137,0 2 0,2 0 0,-4 0 0,-5 1 0,0-1 0,11 0 0,5 0 0,-3 0 603,-3-1 1,0 1-604,0 2 0,3 1 0,-2 0 0,3-2 0,1 0 0,-3 3 0,2 0 0,-3 1 0,-6-1 0,-2 0 0,3 1 0,-2 0 0,2-2 396,-13 0 1,-7 1 0,-1-1-1</inkml:trace>
  <inkml:trace contextRef="#ctx0" brushRef="#br0" timeOffset="1925">9254 5505 24575,'4'8'0,"2"3"0,15 18 0,-3-3 0,-5-6 0,0 0-711,3 2 711,-7-3 0,-1-5 0,-2-5 176,1 3-176,2-5 0,-5-3 0,2-21 0,-6 3 0,0-20 0,0 20 0,-3-8 0,1 10 535,-1-3-535,-4 0 0,3 1 0,-6-7 0,12 11 0,9 3 0,8 9 0,3 2 0,6 2-287,-3-2 1,-2 0 286,-3 0 0,4 3 0,-12-5 0,-4 4 0,-8 1 0,-3 3 0,0 4 0,-9 7 0,9-11 573,-16 12-573,14-16 0,-5 5 0,4-7 0,4 3 0,-1-1 0,1 3 0,2-2 0,4 6 0,0-4 0,9 10 0,-1-6 0,-2-2 0,-3-4 0</inkml:trace>
  <inkml:trace contextRef="#ctx0" brushRef="#br0" timeOffset="7204">14916 8712 24575,'-27'-7'0,"0"1"0,-5-1 0,3 1 0,0 1 0,1 1 0,0 3 0,-1-1 0,-6-1 0,8 2 0,-3 0 0,1 1 0,-3-1 0,4 1-1639,6 0 1,-1 0 1397,-8 0 0,-3 0 1,4 0 240,7 0 0,2 0-226,-7 2 0,-1 0 226,1-2 0,-2 0 0,-3 3 0,-3 0 0,9-2 0,-1 0 0,2 0 0,-4 1 0,1 0 0,-7 2 0,-1 2 0,3 0 0,3 0 0,11-1 0,-1 0 0,-12 2 0,-1 2 0,7 2 0,3 1 0,3-5 0,0 2 0,-2 4 0,-3 3 0,4-2 0,-5 3 0,6-1 0,-1 0 0,2 2 0,0-2 0,-5 6 0,4-5 0,1 0 0,-5 6 0,10-8 0,0 1 0,2-1 0,0 1 0,-1 5 0,1 0 0,4 3 0,-1 7 0,9-14 0,1 5 0,4-2 0,3 3 0,1-4 0,4-1 0,1-1 0,2 2 0,1-1 0,0 0 2837,5 2-2837,0-3 0,0-1 1614,0-1-1614,2-2 0,5 2 0,-4-3 0,4-1-335,-7-2 0,4 1 0,1-1 335,-1-2 0,0-2 0,-1 1-1046,1 0 1,2 0 1045,2 0 0,3 0 0,-3-1 0,-3 0 0,0 0 0,5-2 0,3 1 0,-4 0 0,-5 0 0,1 0 0,8-1 0,6 0 0,-5 0 0,-10 1 0,0-2 0,0 0 0,5-1 0,1-1 0,0 1 0,-1-1 0,0 0 0,-1 0 0,-1 0-1093,1 0 1,-2-1 0,2 1 1072,5-1 1,0-1-1,-3 0 20,-7 0 0,-2-1-350,8-1 1,2 0 349,-6 2 0,1-1 0,0-1 0,6-1 0,2-1 0,-4 1 0,-1 1 0,-1 0 0,7-1 0,3-1 0,-8 1 0,-3-1 0,3 2 0,8-2 0,-5 1 0,-8-1 0,-2 1-243,3 0 0,2 0 0,-3 1 243,-5-2 0,-2 1-1583,2-1 1,-2 0 1582,0-2 610,1-2 0,-1-1-610,-6 1 0,12-8 559,-12 4-559,7-14 0,-5 9 0,-5 3 0,0 0 0,5-1-2877,7-12 2877,-8 14 1561,0-5 1,-1 0-1562,-3 7 0,4-12 1103,-8 10-1103,-5-11 0,0 4 0,-4-15 0,0 18-1639,-3-1 1,0 1 747,1 3 2529,-2-5 0,-1 0-746,2 7-892,-4-6 0,-1-1 0,-2 1 0,1 4 0,-1 0 0,-5 0 0,-11-5 0,0 4 0,0 2 0,-3 1-490,4 4 0,-3 0 490,1-1 0,-3 0 0,0 1-683,3 3 1,1 0 0,0 0 682,-5-1 0,0 0 0,1 0 0,7 2 0,1 1 0,-5-1 0,1 3 0,-5-1 0,-4 0 0,-1 0 0,1 1 0,1 0 0,5 0 395,-1 0 0,4 0 0,-1 0 0,-4 0-395,5 1 0,-4 0 0,-2 0 0,-2 0 0,-1 0 0,1 1 0,2-1 0,4 2 0,3-1-936,-11 2 1,6 0 0,-1 1 935,1 0 0,-1-1 0,1 1 0,3 2 0,3 2 0,2 2 0,4-2 0,-15 4 0,2 2 0</inkml:trace>
  <inkml:trace contextRef="#ctx0" brushRef="#br0" timeOffset="8398">4598 10502 24575,'25'-2'0,"-6"1"0,7 0 0,6 2 0,-4-1-3277,2 0 3165,-7 0 1,8 0-1,5 0 1,3 0-1,0 0 1,-4 1 0,-5 0-982,4 0 1,-4 1 0,4 0 749,-3-2 1,5 1 0,3 0 0,1 0 0,0-1 0,-4 1 0,-4 0 342,6 1 0,-4 0 0,2-1 0,-7 0 0,2 0 0,1-1 0,2 1 0,1-1-330,-3 0 1,2 0 0,2 0 0,0 0 0,0 0 0,-1 0-1,-2 0 330,5 0 0,-3 0 0,0 0 0,2 0 0,4 0 0,-9 0 0,3 0 0,1 0 0,2 0 0,0 0 0,1 1 0,1-1 0,-1-1 0,-1 1 0,-1 0-280,-2 0 0,1-1 0,-1 0 1,0 1-1,1-1 0,-2 0 1,0 0-1,0 0 0,-1 1 1,-1-1 279,4 1 0,-1 0 0,-2 0 0,0-1 0,0 1 0,1 0 0,2 0-179,0-1 0,3 0 0,2 0 0,-1 0 1,-1 0-1,-1 0 0,-4 0 0,-3 1 179,9 0 0,-6 0 0,0 0 355,3 0 0,-1 0 1,4 0-356,-7 0 0,4 1 0,0-1 0,-3 1 0,-5 0 0,-2-1 0,0 0 0,5 1 0,8 1 0,-2 0 0,-7 0 0,-12-1 0,1 0 0,10 2 0,7 0 0,4 0 0,-1-1 0,-8 0 0,0-2 0,1 1 0,-1 0 0,1 0 0,3 0 0,-1 0 0,1 1 0,1-1 0,1 0 0,-7 0 0,2-1 0,1 1 0,0-1 0,0 0 0,-2 0 0,-2 0 168,5-1 1,-2 1-1,0-1 1,4 0-169,-6 0 0,4 1 0,2-1 0,2 0 0,-1 0 0,-2 1 0,-3-1 0,-4 0 0,3 0 0,-5-1 0,6 1 0,-3 0 0,6 0 0,5 1 0,2-1 0,1 0 0,-2 1 0,-3-1 0,-5 1 0,-9 0 0,2 0 0,-1 0 0,2 0 0,8 0 0,3 0 0,1 0 0,-2 0 0,-5 0 0,2-1 0,-3 0 0,-1 0 144,1 1 1,-1-1 0,3 1-145,-2 0 0,4-1 0,-2 0 0,-5 1 0,-1-1 0,-1 0 0,0 1 0,1-1 0,-3 0 0,-2 1 0,0 0 0,6 0 0,2-1 0,2 1 0,-5 0 0,2 1 0,-1-1 0,-1 0 423,2 0 0,-2 0 0,1 0-423,6 1 0,0-1 0,-1-1 0,-7-1 0,-2-1 0,2 0 0,8 2 0,2 0 0,0 0 0,0-2 0,0 0 0,0 0 0,0 2 0,0 1 0,-5 0 0,-4 0 0,-1 0 0,1-1 0,1 1 0,-3-1 0,8 1 0,-7-1 0,-2 0 2499,-8 1-2499,-2-1 3276,1-1-1519,7-1-1757,-8 1 0,8 1 0,2 1-70,-3 0 1,2 0 69,3 0 0,4 0 0,1 0 0,-4 0 0,-1 0 0,1 0 0,2-1 0,8-1 0,1 0 0,-3-1 0,-9 2 883,6-1-883,0-2 0,7 0 0,-7 0 0,-2-3 0,-7 3 0,-2-2 0,-4 0 0,-11 4 0,12-5 0</inkml:trace>
  <inkml:trace contextRef="#ctx0" brushRef="#br0" timeOffset="10049">13001 10096 24575,'5'12'0,"3"9"0,1 5-1639,4 2 1,0 0-1639,-1 0 1638,4 4 1,0-2 2668,-5-12-1030,1 4 0,1 0 0,-1-1 880,-1 4 1,1 3-881,-2-9 0,-1 0-332,-1 2 1,0-2 331,5 11 3276,-8-12-531,0-2-2386,0 6-359,-3-9 0,-2 2 0,0-2 993,0 10-993,0-3 0,0 1 0,0-8 330,1-8-330,1-11 0,1-3 0,0-16 0,-2 6 0,0-1 0,-1-15-1486,-1 7 1,-1 1 1485,-2 2-1639,-1-10 1,0-1-885,2 5 2523,-1 2 0,1-1-688,5-1 688,-1 5 0,1 6 0,1 0 0,0 1-1639,1-2 1,1 1 1264,-1 9 374,5-16 1251,1 10-1251,4-2 0,-1 5 0,0 0 0,9-4 0,2 4 0,5 0 0,-1 5 0,2 1 0,1-1 597,-3 2 1,0-1 0,3 0-598,2 1 0,4-1 0,1 2 0,-3 0 0,-4 3 0,-1 0 0,5 0 0,-5 0 0,5-1 0,3 0 0,1-1 0,-1 1 0,-3-1 0,-4 2-1005,7-1 0,-6 1 1,5 0 1004,-8 0 0,3-1 0,1 1 0,1-1 0,-1 0 0,-3 1 0,5-1 0,-2 0 0,-2 1 0,0 0 378,1-1 1,-1 2-1,3-2-378,-2 2 0,5-2 0,2 1 0,0-1 0,-2 1 0,-5 0 0,4 0 0,-4 0 0,4 0 0,-6 2 0,3-1 0,3 0 0,1 1 0,-1-1 0,-2 1 0,-5 0-761,5 0 1,-4 0 0,4 0 760,-5 0 0,5 0 0,2 1 0,2-1 0,-2 0 0,-2 0 0,-5 1 0,5-1 0,-5 1 0,4 0 0,-5-1 0,4 1 0,1-1 0,1 0 0,-1 0 0,-3 0-270,3 1 1,-1-1 0,-2 0 0,0 0 269,7 0 0,0 1 0,-2-1 0,-4 0 0,-3 0 0,-4 0 0,5 1 0,-7 0 1534,12 0-1534,-25 0 0,16 4 0,-10-3 2448,22 9-2448,-13-3 0,3-1 3276,-14 1-2015,-9 13-1261,-2 4 0,1 1 0,1 1 0,-2-5 0,0 1 0,2 4 0,1 4 0,-1-5 303,1 11-303,-1-9 0,1 0 0,1 8 0,-4-13 0,2 7 0,-1 0 0,-1-7 0,1 8 0,0 0 0,-2-5-763,0 2 1,-1 0 762,-3 0 1638,0-7 0,-1-1-18,-2 0-1620,-6 8 0,3-15 0,-16 4 0,-3-3 1419,5-3-1419,-5-2 0,11-3 0,-5-2 0,-1 2 0,-1 0 0,-6 0 0,-1 1 0,1 1 0,-2-3 0,7 0 0,-3 2 0,4-2 0,-2 0 0,-5-1 0,-6 1 0,8-2-1041,9 0 1041,-14 0 0,-6-1-1093,13-1 1,-1 0 0,1 0-209,-4 0 0,-5 0 1301,10 0 0,-5 0 0,-4 0 0,-1 0 0,0 0 0,2 0 0,4 0-820,-2 0 1,4 0 0,0 0 0,-5 0 725,0 0 1,-3 0-1,-3 1 1,-1-1-1,0 1 1,2-1-1,3 1-300,1-1 1,3 1 0,1 0 0,-1-1 0,-3 1 393,2 0 0,-1 1 0,-2-1 0,-1 0 0,0 1 0,0-1 0,0 1 0,3 0 0,-6 0 0,1 1 0,0 0 0,2 0 0,-1 0 0,1 0-255,3-1 0,0 0 0,0 0 0,1 0 0,1 0 0,1 0 255,-7 2 0,0 0 0,3 0 0,4 0 0,3 1 0,2-1 606,-11-1 1,0-1-607,8 2 0,3 0 1198,2-3 1,3-1-1199,4 2-626,-20-1 626,22-1 0,-5 0 0,-1-1 2746,-4-2-2746,3 1 0,-2 0-1091,-10-1 1,0 0 1090,14 2 0,-1 0 0,-12-1 0,-5-1 0,6 1-148,-4-1 148,10 2 0,-5-1 0,5 0 0,-6 0 1638,7 1 0,-1 1-1334,5 0 1,2 0-305,-18 0 1075,9 2-1075,22 0 0,1 2 0,4-3 0</inkml:trace>
  <inkml:trace contextRef="#ctx0" brushRef="#br0" timeOffset="14163">15831 9213 24575,'30'14'0,"-10"-4"0,-1 6 0,-5 3 0,-4-7-3277,4 6 0,-10-11 1328,1 0 1949,-4-2 1719,3 0-1719,-1 8 0,1-8 0,4 20 3276,-7-18-1638,7 11 0,1 1-1406,-4-8-1871,5 8 1,-1-1-1639,-3-10 3047,7 18 230,-5-5 0,-1-3 0,0 7 0,-7-19 0,1 7 0,-1-6 0,0-1 0,0-3 0</inkml:trace>
  <inkml:trace contextRef="#ctx0" brushRef="#br0" timeOffset="16465">21092 5845 24575,'0'-5'0,"4"-12"0,1-10 0,3-5 0,0-4 0,0 0 0,-4 17 0,1 1-1093,3-10 1,1-3 0,-2 6-2185,0 1 2184,5 0 1,3-5 0,-3 4-1358,2 2 2450,4-2 0,5-4 0,-3 5 0,3-2 0,-4 9 0,6-1 0,1-1 0,-4 3 0,-3 1 0,-1 2 0,7-2 0,4-1 0,-3 2-653,2-2 0,-3 3 653,4 2 0,-5-2 0,-2 2 0,-9 6 0,6-3 0,0-1 3276,-5 2-3207,12-2 1,-1 0-70,-14 5 0,10-2 0,-1 1 0,-10 3 3276,7-3-3248,-12 4 0,0-1 0,-4 2 0</inkml:trace>
  <inkml:trace contextRef="#ctx0" brushRef="#br0" timeOffset="17264">21845 4969 24575,'5'8'0,"5"16"0,-4-4-1639,5 10 1,2-1-1639,-5-12 1984,3 7 0,-1-4 1293,-6-15 0,2 5 1806,0-2-1806,-4-16 0,-3-5 0,-5-17 0,-4 3 0,4 5 3276,2 11-40,-1 0-2414,6 8-822,-2-4 0,16 7 0,11 0 0,-5 0 0,12 0 0,-23 0 0,3 0 0,-9 0 0,-2 2 0,4 2 0,-3 5 0,2 0 0,-2 0 0,-5 1 0,-1-2 0,-4 5 0,-5 6 0,5-7 0,0 2 0,10 0 0,-1-8 0,8 14 0,0-8-3277,7 9 0,-7-10 2606,0 6 0,0 2 671,-2 1 0,2 2 0,-2-1 0,-2-3 0,-1-4 0</inkml:trace>
  <inkml:trace contextRef="#ctx0" brushRef="#br0" timeOffset="20271">26116 7608 21418,'33'-3'0,"0"0"0,0 0 0,-1 1 0,1-1 0,1-1 0,0 0 0,1-1 0,1 1 0,2-1-410,-7 2 0,2-1 1,2 1-1,0-1 1,0 1-1,1-1 0,-2 0 1,-1 0-138,5 0 1,0-1 0,0-1 0,-2 2 0,0-1 0,-2 1-110,-1 0 1,-1 0-1,-2 1 1,0 0 0,0 0 588,7-1 0,-1 1 1,-1-1-1,-2 2 222,-1 0 0,-3 0 0,1 1-155,3-1 0,-1 0 0,-1 1 0,0 1 0,0 0 0,-3 0 0,2-1 0,0 1 0,-2 0 0,0 0 0,0-1 0,-1 1 0,0-1 0,1 1 0,2 0 0,0 0 0,-4 0 0,-7 0 0,0 0-1164,17 0 1,-1 0 1163,-10-1 2656,10 0-2656,-20 0-127,-6 1 1,4 0-1,-9 0 1</inkml:trace>
  <inkml:trace contextRef="#ctx0" brushRef="#br0" timeOffset="21036">28833 7710 24575,'5'0'0,"15"-2"0,-6-2 0,9 2 0,2 1 0,8-3 0,-7 2 0,5 0 0,-3 0-1639,-2 2 1,-2-1 1358,12-1 1,-2-1 279,0 3 0,-5 0 0,-15 0-3277,12 0 340,-20 0 4854,14 0-1917,-5 0 0,3-1 0,-3 1 0,-5-2 0</inkml:trace>
  <inkml:trace contextRef="#ctx0" brushRef="#br0" timeOffset="21521">29977 7628 24575,'27'-2'0,"0"-1"0,5-1 0,2 1 0,4-1 0,-2 0-1093,-8 1 1,-2 0 0,1 0 189,8-1 0,0-1 0,-6 2 903,2 0 1687,3-1-1687,-8 1 982,-11 3-982,14-3 0,-20 2 0,25 0 3238,-20 1-3238,9 0 0,-13 0 0,-3 0 0</inkml:trace>
  <inkml:trace contextRef="#ctx0" brushRef="#br0" timeOffset="22661">18370 8235 24575,'27'-7'0,"-16"6"0,9-5 0,2 0-1639,-4 3 1,2-1 1086,11-2 1,4 0 551,-8 1 0,1 0 0,0 0 0,2 1 0,0 0 0,-1 0 0,6-2 0,0 0 0,-3 2 0,-3 0 0,-7 0 0,-2 1 0</inkml:trace>
  <inkml:trace contextRef="#ctx0" brushRef="#br0" timeOffset="23816">18416 9552 24575,'5'0'0,"18"-1"0,1-2 0,3 1 0,-1 0 0,2 0-1093,4-1 1,3 0 0,-5 0-2185,7 0 2457,-10 1 1,8-1 0,-1 1 0,-5 0 459,-7 0 1,-1 1 359,6-1 0,5 0 0,0 0 0,-3 1 0,5-1 0,2 2-329,-8-1 0,4 1 1,4-1-1,-1 1 1,-1 0-1,-4-1 329,1 1 0,-2-1 0,7 0 0,-12 1 0,5 0 0,2 0 0,4 0 0,2 0 0,2 0 0,0 0 0,1 0 0,0 0 0,-1 0 0,-2 0 0,-1 0 0,-3 0-330,6 1 1,-2-1-1,-2 1 1,0-1-1,-1 1 1,2-1-1,2 1 1,2-1 329,-10 0 0,2 1 0,0-1 0,2 0 0,0 0 0,0 1 0,2-1 0,0 0 0,0 0 0,0 0 0,1 0 0,0 0 0,1 0 0,-1-1 0,0 1 0,-1 0 0,0-1 0,1 0 0,0 1 0,1-1 0,0 0 0,0 0 0,1 0 0,-1 0 0,1 0 0,-1 0 0,1 0 0,-2 0 0,1 0 0,-1-1 0,-1 1 0,0 0 0,-1 0 0,3-1 0,-1 0 0,-1 1 0,0-1 0,-1 0 0,0 1 0,0-1 0,0 0 0,-1 0 0,1 0 0,0 0 0,0 0 0,0 0 0,0 0-88,2 1 0,1-1 1,1 0-1,0 0 1,0 1-1,0-1 1,0 0-1,0 0 1,-1 0-1,-1 1 1,-1-1-1,-2 0 1,-1 0-1,-1-1 88,10 0 0,0-1 0,-2 0 0,-3 0 0,-2 0 0,-5 1 0,-6 1 1014,3 0 1,-5 1-1015,-2-1 0,-1-1 0,0 2 3034,0-1-3034,-8 2 0,16 0 0,-15 0 0,7 2 0,-16-2 0</inkml:trace>
  <inkml:trace contextRef="#ctx0" brushRef="#br0" timeOffset="25912">29026 8899 24575,'-21'8'0,"8"-1"0,-23 3 0,21-5 0,-8 3 0,6-1 0,-3 7 0,3 1 0,4 0-3277,4 12 0,6-18 3047,-2 14-480,1 1 710,3-11 0,-2 10 0,1 1 0,11 11 0,-6-4 0,7-9 0,0-3 3276,-6-11-1698,8 9 0,2 2-1578,-3-6 0,3 1 0,1 1 0,1 0-1639,4-1 1,1-1-807,-6-2 2445,16 8-423,-5-8 1,1-1 422,-4-2 0,2-1 0,6 5 0,4 0 0,-1-5 0,3-1 0,-7-2 0,-4 1 0,5-1 0,11 0 0,0 0 0,-9-1 0,3 0 0,-11 0 0,7 0 0,3 0 0,-2 0 0,-8-1 0,10-1 0,-6 2 0,7 1 0,1 1 0,-7-2 0,-8 0 0,0 0 0,6 0 0,5 2 0,2-1 0,-2 0 0,0-1 0,-1-1 0,0 1 0,-4 0 0,0 0 0,1 0 0,0-2 0,3-1 0,-1 0 0,-7 0-1247,4 0 1247,6-1 0,1 0 0,-3 1 0,1 0 0,3 0 0,-8 0 0,0 0 0,2 0 0,3 0 0,-6 0 0,5 0 0,-6 0 0,8 0 0,-1 0 0,-6 0 0,7 0 0,-3 0 0,8 0 0,1 1 0,-10-1 0,0 1 0,1-2 0,6 1 0,-9-1 0,-10 0 0,19-2 0,0-1 0,-17 2 0,9-2 0,2 1 3276,-8 0-2452,4 0 0,7-2 0,-2 0-824,4 0 0,0 0 195,-10 2 1,1-1 0,0-1-196,3-2 0,-1-1 0,-7 2 1928,-10 3-1928,16-10 0,1-2 0,-17 9-1639,4-6 1,1 1-1639,-8 6 2786,8-7 0,0-1 491,-3 4 0,9-8 0,1-2 0,-5 4 0,-2 1 0,-1-2-1639,-4-1 1,-2 1 1085,0-1-855,0-6 0,-2 2 1408,-5 13 1247,-1-14 1,0-1-1248,-1 8 316,-2-6 1,-2-1-317,-5-2 0,-1 4 0,0 2 0,-3-2 0,-2 5 0,1 1 0,5 6 0,-12-4 0,-2 0 0,0 0 0,-10-1 0,-2 0 0,7 3 0,1 1 0,2 1 0,-1 0 0,-2 1 0,-3 0 0,4 1 3276,-6-3-3196,2 2 0,-7 0 0,3 0 1558,6-1 0,-2 1-1504,1 1 0,-7 1 0,-2 0 0,1 0 1,3 0-1198,-1 0 1,2 0 0,-5-1 1062,10 3 0,-3 0 0,-3-1 0,-2 1 0,-1 0 0,0 0 0,1 0 0,1 1-410,1 0 0,1 0 1,0 0-1,1 1 1,-2 0-1,1 0 0,-2 0 1,0-1 315,0 1 1,-1-1 0,-1 1 0,-1-1 0,0 0-1,0 1 1,0-1 0,2 1 0,0-1 0,3 1 93,-4 0 0,2 0 0,1 1 0,1-1 0,0 1 0,0-1 0,-1 0 0,-1 1 0,-3-1 0,-1 1 0,1-1 0,4 1 0,6-1 0,7 1 611,-4 0-611,-3 2 0,-8 0 0,8 0 0,8-1 0,-10 5 0,0 1 162,13-6-162,-4 5 0,2 0 0,13-5 0,-8 4 0</inkml:trace>
  <inkml:trace contextRef="#ctx0" brushRef="#br0" timeOffset="28751">31927 9981 24575,'16'17'0,"1"1"0,6 10 0,0-2 0,-7-6 0,-2 4 0,1 1 0,-1 2 0,-2-4 0,-3-3 0,0-1 0,0 5 0,3 3 0,-9-15 0,-1-9 0,-4-2 0,2 1 0,-2-2 0</inkml:trace>
  <inkml:trace contextRef="#ctx0" brushRef="#br0" timeOffset="29889">18547 12060 24575,'8'-1'0,"6"-1"0,8 1 0,7 1 0,0 0-1093,-3 0 1,1 0 0,3-1 436,2 1 1,3 0-1,3 0 1,2-1 0,2 1 290,-12 0 1,2 0 0,0 0 0,2 0 0,0 0 0,2 0 0,-1 0 0,2 0 0,0 0 90,-3 0 1,1 0 0,1 0 0,1 0 0,1 0 0,0 0 0,0 0 0,0 0 0,0 0 0,0 0 0,-1 0 0,0 0 246,1 0 0,-2 0 0,1 0 0,-1 0 0,0 0 1,0 0-1,1 0 0,0 0 0,2 0 0,0 0 1,2 0-25,-8 0 1,2 0 0,1-1 0,2 1-1,0 0 1,1 0 0,1-1 0,0 1 0,-1 0-1,1 0 1,-1-1 0,-1 1 0,-1 0-1,-1-1 1,-2 1 0,-2 0 0,-1 0 0,-3-1 50,14 1 0,-6 0 0,-3 0 0,0 0 0,3 0 0,7-1-108,-15 1 0,3-1 1,2 1-1,2-1 0,2 0 1,1 1-1,2-1 1,0 0-1,1 0 0,1 0 1,-1 0-1,-1 0 1,1 0-1,-2 0 0,-2 0 1,-1 0-1,-1 0 1,-3 0-1,-3 0 108,9 0 0,-3 0 0,-4 0 0,-1-1 0,0 1 0,1 0 0,3 0 0,4-1-2,-7 1 0,2 0 0,2 0 0,3-1 0,0 1 0,2 0 1,1-1-1,0 1 0,1 0 0,-1-1 0,-1 1 0,0 0 1,-2-1-1,-1 1 0,-3 0 0,-1 0 0,-4 0 2,10-1 0,-5 1 0,-3 0 0,-1 0 0,0-1 0,4 1 0,4-1 0,-9 1 0,3 0 0,3-1 0,2 0 0,1 0 0,1 1 0,1-1 0,0 0 0,0 0 0,0 0 0,-2 0 0,-1 0 0,-3 1 0,-1-1 0,-4 1 0,-3-1 0,10 1 0,-6-1 0,-3 1 0,1 0 0,6-1 0,-3 1 0,4-1 0,3 0 0,2 0 0,2 0 0,0 0 0,-1 0 0,-2 0 0,-3 0 0,-4 1 0,-6 0 495,8-1 0,-8 2 1,3-1-496,8 0 0,4 1 0,-1-1 0,-9 1 764,-11 0 1,0 0-765,11-1 0,6 0 0,-5 1 0,-13 0 0,-1 0 0,4 0 0,2 0 0,9 0 0,5 0 0,-5 0 0,-10 0 0,2 0 0,1 0 0,5 1 0,4 0 0,2 0 0,-2 0 0,-4 0 0,-1 0 0,-2-1 0,-1 0 0,5 0 0,-2 1 0,3 0 0,3 1 0,1-1 0,-2 1 0,-2-1 0,-5-1 0,7 1 0,-5-1 0,0 0 0,2 1 0,0 0 0,0 0 0</inkml:trace>
  <inkml:trace contextRef="#ctx0" brushRef="#br0" timeOffset="32071">30770 11991 24575,'23'0'0,"-1"0"0,-2 0 0,-1 0 0,12 2 0,-6-2 0,-6 1 0,1 1-1004,16 2 1004,-6-1 0,4-1 0,-2 1-1486,-5 1 1,1-1 1485,-1-1 0,4 0 0,0-1 0,-3 0 0,2 2 0,0-1 0,-2-2 0,2 0 0,-2 1 0,2 0 0,-1 0 0,2-1 0,-1 0 915,1 0-915,-12 0 0,0 0 0,0-3 0,0 1-3277,4-9 784,-16 6 2789,18-7-296,-7 3 0,10 1 0,4-5 0,-3 4 0,1-5 0,-16 8 1750,4-6-1750,-13 8 0,3-14 0,-3 6 3276,2-13 0,-3 9-3044,3-9-232,-3 7 0,1-12 0,-3 15-1639,1-8 1,0 2-1639,-2 10 2396,0-10 0,0 1 881,-1 11-1639,-2-11 1,-1 0 886,1 8 752,-7-19 0,2 18 0,-8-11 0,4 7 0,0 0 0,-1 2 0,-4-2 0,-3-1 0,-2-2 0,1 5 0,0 1 498,3 1 0,1 1-498,-11-6 1150,4 7-1150,-4-4 0,9 7 0,0 1 1638,-1-1 0,0 1-264,-9 2-1374,3 2 0,0 0 0,-10 0 0,2 1 0,-3 0 0,7 1 0,1 0 0,-3 0 0,-4 1 0,7 0 0,-2 0 0,-3 1 0,-1-1-656,-1 0 1,-3-1-1,-1 0 1,1 1 0,2 0 237,0 0 1,2 0 0,1 1 0,-3 0 417,1-1 0,-3-1 0,1 1 0,3 0 0,7 1 1614,6 1 0,4 0-1614,-4 0 0,1 1 0,-2-1 0,-12 3 0,18-4 0,-11 7 0,-3 2 0,-4 1 0,5 3 0,-2 3 0,11-5 0,2-1 196,2 1 0,0 0-196,-9 9 0,2 1 0,9-9 0,1 0 1638,-7 8 0,0 0 0,7-4 0,1-1-1451,-3 6-187,-4 5 0,8-8 0,-4 3 0,6-5 0,-4 8 0,7-11 136,2 5-136,5 4 0,0-10 0,4 10 0,-1-15 0,3 11 0,5 1 0,-4-4 0,10 13 0,-4-15 0,1 0 0,10 12 0,2-6 0,1-3 0,-9-9 0,1-2-1639,7 3 1,-1-1-1639,5-2 3179,-4-2 0,0-1-136,-4-1 234,0 1 0,5-1 0,-2 1 0,-7 0 0,1-1-1093,10 0 1,4 0 0,-4 1 570,-5-1 0,0 0 522,7 0 0,3-1 0,-3-1-473,-1 1 0,0 0 473,1-1 0,1 0 0,-2 0 0,-1 0 0,-3 0 0,-1 0 0,-1 0 0,2-1 0,-5-1 3276,-7 1-2892,12-2 1,-2-2-385,-18 2 213,14-3-213,-18 3 3276,0 2-672,1-4-491,0 3-2113,2-5 0,-2 5 0,11-11 0,-11 6 0,13-10 0,-11 5 0,0-1 0,-3 5 0,-3 5 0</inkml:trace>
  <inkml:trace contextRef="#ctx0" brushRef="#br0" timeOffset="33217">27344 5033 23233,'4'31'0,"0"-1"0,0 1 0,1 5 0,-2 1 0,0-2 0,0 3 0,-1-1-1093,-1-6 1,-1 0 0,0 0 9,1 3 1,-2 2 0,1-1 1082,1-4 0,-1-1 0,1 2 0,-1-2 0,1 2 0,0-1 0,0-2 0,2 2 0,-1-2 0,1 0 0,-1 2 0,0 0 0,0-2 0,3 7 0,0-5 2212,-3 4-2212,5-7-820,-10-19 1,4-2 0,-5-9 0</inkml:trace>
  <inkml:trace contextRef="#ctx0" brushRef="#br0" timeOffset="34084">27170 5981 24575,'13'14'0,"-1"5"0,0 5 0,1 3 0,-1 1-529,3 1 0,1 2 529,-4-5 0,1 2 0,-2-5 346,5 0-346,-4 1 0,-2-3 0,-5-13 176,9 15-176,-8-18 0,0 0 0,0-28 0,-6 3 0,2-3 0,-1-2 536,-1-2-536,-2 4 0,-2-1 0,-4-11 0,1 5 0,-2 8 0,-1-1 0,1 6 0,-3-9 0,7 12 0,6 12-1639,18-4 1,4 1-1639,-9 3 2711,10-1 1,7-1 0,-6 2 565,-6 4 0,4-4 0,-2 4 0,-13 9 0,-5 20 0,-7-4-1639,-6 8 1,-3 0 864,3-15 774,0 1 0,0-1 3276,1-6-2501,5-7 691,-2 10-1466,4-14 0,5-4 0,2-11 3276,1 1 0,-1-9-3044,1 5-232,-7 3 0,-2 6 0,-6 8 0,-4 7 0,1-2 0,-5 5 0,-1 2 0,-1 3 0,-8 8 0,0 0 0,7-4 0,3-1 0,2-4 0,11-14 0,5-1-820,12-21 1,-7 13 0,3-7 0</inkml:trace>
  <inkml:trace contextRef="#ctx0" brushRef="#br0" timeOffset="48048">17306 14384 24575,'25'-21'0,"0"0"0,-2 1 0,-1 1-1079,-1 2 0,1 0 1079,6-1 0,4-1 0,-6 3 0,0 1 0,-1 2 0,8-3 0,0 0 0,-6 2 0,-9 5 0,1 1 0,11-5 0,5-3 0,-7 4 0,0 2 0,-8 1 0,-4 2 0,-11 7 0,-5-1 0,2 1 0</inkml:trace>
  <inkml:trace contextRef="#ctx0" brushRef="#br0" timeOffset="48667">17859 14047 24575,'3'17'0,"2"2"0,4 13 0,-2-12 0,4 2 0,-8-15 0,5 2 0,-6-7 0,0-8 0,-4-5 0,-5-13 0,0 4-1639,-2 2 1,0 1-1639,2 3 3162,-4-3 0,1 1 115,3 7 0,-5-6 0,16 10 0,7 0 0,7 1 0,3 0 0,-1 0 0,0 0 1638,-1 0 0,-1 1 0,3 0 0,-4 2-1406,-10 4-232,4-4 0,-25 9 0,-9 2 0,3 0 0,0 2 0,14-9-820,6 4 1,-1-6 0,4 3 0</inkml:trace>
  <inkml:trace contextRef="#ctx0" brushRef="#br0" timeOffset="55556">4941 17236 24575,'10'-15'0,"3"-6"0,2 2 0,5-9 0,-9 11 0,5-5 0,6-6 0,-3 2 0,-3 1 0,0-2 0,2 0 0,4-4 0,-1 0 0,-3 3-1639,-2-2 1,-2 2 545,-1 5 1,0 0 0,-2 2 650,0-3 1,-1 1-1198,3-3 1,-1 0 1188,-4 9 0,-1 0 450,5-7 0,0-2 0,-1 4-1557,2-4 1557,-1 2 0,2-2-866,3-3 1,-1 2 865,5-3 150,-8 10 0,3-2 1,-1 2-151,-2 4 0,2 2 0,12-9 0,3 2 0,-10 10 0,2 0 0,1 0 0,3-1 0,-3 2 0,-5 5 0,1 0 0,4 0 0,4 0 0,-3 0 0,-3 2 0,0 0 0,14-1 0,4 0 0,-9 0 0,2 0 0,1 0 0,-4 0 0,0 1 0,1 0 0,0-1 0,6 0 0,-1-1 0,3 0 0,-8 1 0,3 0 0,1 0 0,-3 0 0,-5 1 0,4-1 0,-2-1 0,5-1 0,2 0 0,-7 1 0,-5 0 0,0-4 0,-18 7 746,0-3 1,-4 3-1,0 1 1</inkml:trace>
  <inkml:trace contextRef="#ctx0" brushRef="#br0" timeOffset="56146">6444 16016 24575,'15'4'0,"15"0"0,-13 2 0,3-3 0,0 0 0,-6-1-1639,5 0 1,0 0-1639,-5-2 3047,17 3 230,-27-1 0,7 1 0,-14 1 0,1-2 0,-4 3 3276,1-2 0,-1 1-3044,1 3-232,0 0 0,4 0 0,21 4 0,18-6 0,-8-4 0,3 0-560,-4-2 1,1-1 559,-4-2 0,0 0 0,-3 0 0,6 2 0,-11-2 0,1 1 0</inkml:trace>
  <inkml:trace contextRef="#ctx0" brushRef="#br0" timeOffset="57111">8686 15618 24575,'37'2'0,"-6"0"0,-7 0 0,6 1 0,4 1 0,-1-1 0,-3 0-1093,3 0 1,-2-1 0,5 1 682,-8-1 0,5 0 1,3 0-1,2 1 1,0-1-1,-2 0 0,-4 0 1,-4-1-684,3 1 1,-5-1 0,6 0 1015,-7-1 1,5 1 0,3-1 0,3 1 0,2-1 0,0 0 0,1 0 0,-1 0 0,-2 0 0,-3 0 0,-3 0 76,10 0 0,-6 0 0,-1 0 0,1-1 0,4 1 0,-6 0 0,4-1 0,1 1 0,0 0 0,1-1 0,-2 1 0,-2-1 0,-3 1 0,10 0 0,-2 0 0,-5-1 0,-8 0 2025,0-3-2025,1 3 1738,-4-3-1738,8 2-517,-11-1 517,16 1 0,-11 1 0,-4 1 0,15-2 0,-27 2 0,5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2:57:26.414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16832 1884 24575,'0'5'0,"2"9"0,2 19 0,0 2 0,-2-3 0,0 1-1639,-1-14 1,0 1 1625,-1 13 0,0 0 13,0-14 0,0 1 0,0 10 0,0 0 0,-2-11 0,1 0 0,0 14 0,-1 0 0,-1-12 0,0 0 0,2 13 0,0 0 0,-5 2 0,4-5 0,-1-3 1037,-1-7-1037,-2 12 0,0-2 542,4-18-542,-5 9 0,-3 6 0,1-3 0,-2 7-1093,-3-6 1,-3 5 0,3-4-1844,-1 6 2936,-2-9 0,-6 4 0,4-6 673,-6 2-673,4-5 0,-3 2 0,3-3 0,-5 2 0,1-5 0,-5 2 0,3-3 0,9-6 0,0 0-678,-8 4 1,-3 2 0,3-2 677,5-5 0,1 0 0,-12 4 0,2 0 0,5-3 0,-7 2 0,1 0 0,11-1 1638,-1-2 0,-1 0 626,-2 4-1657,5-4-607,1-3 3149,11-1-3149,-1-3 0,7 2 0,-1-2 0</inkml:trace>
  <inkml:trace contextRef="#ctx0" brushRef="#br0" timeOffset="3625">16090 3072 24575,'8'27'0,"1"1"0,-6-9 0,1 0 0,4 7 0,2 4 0,-2-5 0,-1 4 0,2-5 0,2 3 0,-3-6-681,-1-6 681,6 16 0,1 1 0,-7-15 0,7 10-3277,-2-7 108,-6-8 3169,0-2 0,-5-10 0,-4-10 0,-5-11 0,-4-8 0,-2-2 5,2 7-5,-1 2 0,-4-7 0,9 15-183,-2-8 0,-1-1 183,3 1 0,-3-2 0,-1-2 0,0-1 328,0 6-328,6 12 3276,1 13 0,-4 4-3230,-12 15-46,8-10 0,-2 2-820,-6 4 1,-4 4 0,-1 0 0,5-3-654,2-3 1,0 0 1472,-4 4 0,-6 4 0,2-1 0,8-9-264,9-7 264,-9 7 0,-1 1 0,-5 3 0,8-7 0,0 0 0,-11 12 0,9-10 0,14-6 3276,1-4 0,1 2-2780,-1-3-496,5-1 0,3-3 0,12-6 0,-2 3 0,3-3 0,2-1 0,8 2-751,-6-1 0,1 1 751,10-1 0,-9 2 0,0-1 0,-4 1 0,0 0 0,15-2 0,-24 7 0,-25 9 0,-1 0 0,-2-1 0,0-2 0,0 0 0,0 0 0,0 0 0,-1 1 1502,2 0-1502,11-4 0,5-3 0,10-3 0,-6 1 0,19-9 0,-13 7 0,19-9 0,-22 9 0,7 0 0,-13 1 0,10-13 0,-8 8 0,8-12 0,-10 12 0,3-2 0,1-3 0,-1 2 0,5-4 0,-6 5 0,3-2 0,-3 2 0,2 1 0,-1 3 0,1-2 0,2 0 0,-2 0 0,1-1 0,-3 5 0,-1 0 0,0 6 0,-4 2 0,0 4 0,-8 7 0,0 5 0,-2 0 0,-2 8 0,3-10 0,4-1 0,-1-5 0,7-7 0,2-2 0,10-12 0,3 3 0,10-11 0,-9 9 0,11-5 0,-4 0-3277,10-8 0,-11 7 1708,4-6 1569,-18 14 0,1 1 0,-15 19 0,-5 7 0,-1 2 0,-1 0 0,7-11 3276,-1 0-431,6-7-843,4-3-2002,2-2 0,8-4 0,0 3 0,6-3 0,-6 4 0,-4 0 0,-2 0 0,-2-1 0,-1-4 0,0 3 0,0-4 0,1 6 0,4-13 0,-2 9 0,0-11 0,4-2 0,-6 10 0,4-12 0,-4 18 0,-3-2 0,1 14 0,-1-4 0,0 9 0,0-7 0,0 4 0,0-3 0,0 0 0,2-7 0,-2 1 0,3 1 0,-1 0 0,2 3 0,0-3 0,0 0 0,-2-1 0,1-1 0,0 0 0,1-2 0,4 4 0,1-3 0,-2 1 0,2-3 0,-6 0 0,2 0 0,1 1 0,-3-1 0,10 6 0,-5-5 0,9 4 0,-8-4 0,3 2 0,-9-2 0,2 4 0,-2 1 0,7 10 0,-4-7 0,4 5 0,-10-12 0,0-5 0,-6-4 0,-2-5 0,0-1 0,-3-3 0,-5-9 0,4 9 0,-4-9 0,4 8 0,6 6 0,-1-2 0,5 8 0,2 2 0,0-4 0,0 2 0,-1-1 0,-1 4 0,-1 0 0,-3-3 0,1 2 0,0-2 0,0 2 0,4 1 0,-1 1 0,1 1 0</inkml:trace>
  <inkml:trace contextRef="#ctx0" brushRef="#br0" timeOffset="17715">4621 9094 24575,'6'-4'0,"1"3"0,1-4 0,0 3 0,3-2 0,-2-4 0,2 1 0,14-19 0,-15 16 0,8-9 0,1 0 0,-6 7 0,6-4 0,0 0 0,-1 3 0,0-1 0,3-1 0,-2 2 0,0 1 0,-3 0 0,-1 0 0,5 0 0,-3 1 0,-6 1-3277,5-1 2457,-10 4 1,-1 3 0,-5 2 0</inkml:trace>
  <inkml:trace contextRef="#ctx0" brushRef="#br0" timeOffset="18564">4992 8781 24575,'10'13'0,"3"3"0,-7-5 0,12 16 0,-12-19 0,7 13 0,-1-6 0,-6-8 0,8 7 0,-13-18 0,-3-7 0,-5-3 0,0 0 0,0 4 0,5 5 0,-2 0 0,3 0 0,-1 4 0,1-3 0,0 1 0,1-1 0,8-1 0,11 2 0,3 0 0,5 1 0,-14 2 0,-2 0 0,-14 10 0,2-4 0,-7 5 0,5-3 0,1 7 0,2-6 0,0 8 0,0-15 0,0 1 0</inkml:trace>
  <inkml:trace contextRef="#ctx0" brushRef="#br0" timeOffset="23210">7139 10694 24575,'28'9'0,"6"-3"0,-7-1 0,2 0 0,-7-4 0,0 0-1639,13 1 1,-1 0-1639,3-2 2868,-9 0 1,4-1 0,-4 1 408,-7-1 0,0 0 0,8 1 0,4-1 0,-4 0 0,-6-1 0,0 0 0,10 0 0,6 0 0,-5 0 0,-7 0 0,1-1 0,-2 1 0,6-1 0,2 0 0,-1 1 0,-5-1 0,4 0 0,0 0 0,-1 0 0,4 0 0,0-1 0,-5 1 0,0-1 0,-1 0 0,-3 1 0,1 0 0,-2 0 438,-2 0 1,-2 0-1,16-3 1,-24 5 0</inkml:trace>
  <inkml:trace contextRef="#ctx0" brushRef="#br0" timeOffset="24181">3889 11444 24575,'17'0'0,"5"2"0,2-1-3277,3 0 2851,4 1 1,3 1 425,-13-3 0,0 0 0,-2 1 0,3-1 0,3 1 0,2 0 0,-3-1 0,9 1 0,-1 0 0,4 1-1639,2 1 1,-2 0 254,-14-1 1,0 0 1383,9 2 0,4 0 0,-4 0 567,-9-1 1,2 0-568,11 0 0,6 1 0,-5-1-538,-12-2 1,2 1 537,2-1 0,8 2 0,1-1 0,-2 0 0,-8-1-1304,-7 0 0,0 0 1304,4 0 0,6 1 0,1 0 0,-1-1 0,-1 0 0,1-1 0,-1 1 0,-2-1 451,6 0 1,2 0-452,-5 1 0,6 0 0,1 0 0,-3 0 0,-7-1 0,-5 0 0,-3 1 0,9 0 0,1-1 0</inkml:trace>
  <inkml:trace contextRef="#ctx0" brushRef="#br0" timeOffset="24848">2425 12170 24575,'27'-4'0,"-1"0"0,8 0 0,-2 0-3277,-4 1 1638,-9 1 1,1 0 128,10-3 1510,-12 3-1503,8-2 0,-1 2 1503,-11 2 0,21-5 0,-25 3 3276,9-1-3270,-8 3 1,-4 0 0,-3 2 0</inkml:trace>
  <inkml:trace contextRef="#ctx0" brushRef="#br0" timeOffset="28201">12343 7963 24575,'-3'30'0,"0"-1"0,1 0 0,0-9 0,1 1 0,-2 7 0,1 4 0,-1-4 0,2 7 0,1-2 0,-1-10 0,1-2 0,2-6 0,-1 12 0,1-12 0,-1-6 0,1 5 0,-2-4 0,-2-3 0,2 4 0,-1-7 0,-1 1 0,2-4 0,-1-1 0</inkml:trace>
  <inkml:trace contextRef="#ctx0" brushRef="#br0" timeOffset="29411">12559 7605 8191,'29'-4'0,"0"0"0,0 1 0,3 1 0,-2-1 1244,2-2 1,1 1-1245,-1 1 0,2-1 0,1 2 0,-7 0 0,-1 2 0,2-1 0,2 0 0,0-1 0,2-1 0,1 1 0,1-1 0,1 0 0,0 1-138,-3 0 0,1 0 1,0 0-1,1 0 1,0 1-1,1-2 0,0 1 138,-2-1 0,2 0 0,1-1 0,-1 0 0,0 0 0,0 1 0,-3-1 0,-2 1 44,2 1 1,-4-1 0,-1 1 0,2 0 0,5-2-45,-7 1 0,4-1 0,3-1 0,1 0 0,1 0 0,1-1 0,0 1 0,-2-1 0,-1 1 0,-2 1 0,-3 0 0,9 0 0,-5 0 0,-1 1 0,2 0 0,8-2 0,-15 2 0,3 0 0,4-1 0,2 0 0,1 0 0,2-1 0,1 1 0,1-1 0,0 0 0,0 1 0,-1-1 0,-2 1 0,-1 0 0,-1 0 0,-4 0 0,-2 1-177,9-1 1,-4 0-1,-3 1 1,-1 0 0,0 0-1,3 0 1,3 0 176,-6 0 0,1 1 0,2-1 0,1 0 0,0-1 0,2 1 0,0 0 0,1 0 0,0 0 0,0 0 0,0 1 0,0-1 0,-1 1 0,-2 0 0,2 0 0,-1 0 0,2 1 0,-1-1 0,0 1 0,1-1 0,-1 1 0,0 0 0,-1-1 0,0 1 0,-2 0 0,0-1 0,-1 1 0,3-1 0,-2 0 0,-2 0 0,0 1 0,-1-1 0,1 0 0,0 0 0,1 1 0,2-1 0,2 0-31,-5 1 1,1 0 0,2 0 0,2-1 0,1 1-1,0 0 1,1-1 0,1 1 0,-1 0 0,0 0-1,-1 0 1,0-1 0,-2 1 0,-1 0 0,-2 0-1,-2 0 1,-3 1 30,11-1 0,-6 0 0,-2 0 0,-1 0 0,0 1 0,3-1 0,5 0 0,-8 0 0,3 0 0,2-1 0,2 1 0,2 0 0,1-1 0,0 1 0,0-1 0,0 1 0,-1-1 0,-1 1 0,-1 0 0,-3 0 0,-3 0 0,-2 0 0,8 0 0,-5 1 0,-3-1 0,0 1 0,1 0 0,6-1 0,-6 0 0,2 0 0,4 0 0,1-1 0,1 1 0,1-1 0,-1 1 0,0-1 0,-2 1 0,-1 0 0,-4 0 0,-3 0 0,7 1 0,-5-1 0,-2 1 0,0 0 0,2 0 43,2 0 1,0-1 0,1 1 0,0-1 0,1 0-1,1 1-43,0 0 0,2 0 0,1 0 0,0 0 0,-2 0 0,-2 0 0,-3 0 0,1 0 0,-4 0 0,-1 0 0,3 0 0,6 0 0,5 1 0,0-1 0,-5 0 0,-8 0 0,8 1 0,0 0 0,-4 1 2159,-14-2-2159,-13 3 3228,3-2-3228,-8 2 3276,5 10-2601,5 21-675,-2-10 0,1 1 1638,-4-5 0,0 0-200,5 16 1,-1-1-2018,-6-15 1,0 1 578,1 5 0,0 7 0,1 1 0,-2-4-1093,-2 0 1,0-3 0,-1 2 951,0-1 0,1 1 1,-1 1-1,-3 0 141,-3 6 0,-4 2 0,0-1 0,1-4-1093,2-8 1,2-2 0,-2 2 994,-2 7 1,-2 4 0,0-1 0,2-5 97,3-2 0,0-1-475,-2 0 0,-3 2 0,2-3 475,2 1 0,-1-2 20,-5 5 1,-1-3-21,-2-4 0,-2 0 0,5-11 2535,-7 5-2535,11-14-1383,-12 5 1383,12-7-1146,-17 2 0,-1 1 1146,12-3-192,-18 2 1,-5 1 191,12-2 0,1 0 0,0 1 0,-1 0 0,-3 0-549,0-1 1,-3 1-1,-2-1 1,1 0 0,4 0 548,3 0 0,3 0 0,-6 1 0,1-1 0,-7 1 0,-3 0 0,-2 0 0,-1 1 0,2-1 0,3 0 0,5 0 0,-6 1 0,6 0 0,-7 0 0,7-1 0,-6 1 0,-3 0 0,-1 1 0,-1 0 0,3-1 0,3 0 0,6 1 438,-1 0 1,6 0-1,-6 1-438,3-3 0,-4 1 0,-5 1 0,-1-1 0,-2 1 0,1-1 0,1 0 0,3 0 0,5 0-446,-7 0 0,6 0 1,0 0-1,-5 0 446,5-1 0,-3 0 0,-3 0 0,-2 0 0,0 0 0,0 0 0,0 0 0,3 0 0,3-1 37,-6 0 0,4-1 0,0 0 1,-1 0-1,-3 0-37,7-1 0,-4 1 0,-1-1 0,-1 0 0,-1 1 0,1-1 0,1 0 0,3 0 0,1 0 0,-3 0 0,4 0 0,1 0 0,-3 0 0,-4 0 0,9 0 0,-4 0 0,-2 0 0,-2 0 0,-2-1 0,-1 1 0,0 0 0,1 0 0,0-1 0,2 1 0,2 0 0,3 0 0,3-1 0,-8 1 0,6 0 0,3 0 0,-3 0 0,-4 0 0,2 0 0,-4-1 0,-3 1 0,-1-1 0,-2 1 0,0 0 0,2-1 0,2 1 0,3 0 0,5 0-81,-8 0 0,7 1 0,0 0 1,-4 0 80,4 0 0,-3 0 0,-2 0 0,-2 1 0,1 0 0,0-1 0,2 1 0,3 0 0,-4 1 0,3 0 0,1 0 0,0 0 0,-3-1 0,2 1 0,-2-1 0,0 0 0,-2 1 0,1-1 0,-1 0 0,2 0 0,1 0 0,0 0 0,0 0 0,1-1 0,0 1 0,1-1 0,2 1-1,-2-1 1,3 0 0,0 0 0,0 0-1,-2 0 1,-3 0 0,-3 0 0,0 0 0,0 0 0,2 0 0,3 0 0,-6 2 0,4 1 0,-1-1 0,0-1 0,-1 0 0,1 0 0,2 0 0,7 0 0,3 0 0,-4 0 0,-2 0 0,-5-1 0,-1 0 0,3 0 0,5-1 0,1 1 0,0-1 0,-1 0 0,-5 0 0,-3 1 0,0-1 0,1 1 0,4-1 0,0 0 0,0 0 0,0 0 0,0 0 0,-3 0 0,0 0 0,0 0 0,-2 0 0,0 0 0,-2-1 0,-1 1 0,2 0 0,1 1-172,0-1 1,2 0 0,1 0 0,4 0 171,-7 0 0,0 1 398,-2-1 1,-3 1 0,7 0-399,1-1-64,7 1 1,-5-1-1,5 1 64,-7-1 0,0 1 0,-2 0 420,7 0 1,0-1-421,5 1 0,-1 1 0,-13-2 0,-4 0 0,6-1 0,3 1 105,-3 0 0,2 0-105,13 0 0,8 0 0,-4 0 0</inkml:trace>
  <inkml:trace contextRef="#ctx0" brushRef="#br0" timeOffset="34026">15636 10743 24575,'34'2'0,"-11"-2"0,3 0 0,2 1 0,0-1-756,-6 1 1,-2-2 755,17 1 0,-21 0 491,5 0-491,7 0 0,-15 0 0,17 0 0,-18 0-1639,12 0 1,0 0-1364,-8 0 3002,11 2 0,7-1 0,-6 1-423,-6-1 423,1 0 0,8 2 0,5 0 0,-1 0 0,-7-1-341,2 0 0,0 0 341,-2 0 0,5 1 0,2 0 0,-1-1 0,-4 0-984,-1-1 0,-3 0 0,0 0 984,0 1 0,1 0 0,-3-1 0,3-1 0,-2 0 1638,-1 3 0,-2 0-1114,-2-2 1,0-1-525,0 3 0,-2-1 0,1-2 0,-17 0 0</inkml:trace>
  <inkml:trace contextRef="#ctx0" brushRef="#br0" timeOffset="34743">17975 10862 24575,'32'-7'0,"-9"3"0,0 1 0,-4 1 0,1 0 0,9 0 0,4 0 0,-5 0-1942,4 2 1942,-5-1 0,5 1 0,-4 0 626,8 0-626,-1 0 0,0 1 0,-3-1-1639,2 2 1,-2 1-1219,-16-1 1218,15 1 1,-2 0 599,-20 1 922,18-1 1,0 0 116,-18-1-53,19 2 53,-20-4 0,-2 2 0,-3-2 0</inkml:trace>
  <inkml:trace contextRef="#ctx0" brushRef="#br0" timeOffset="35764">13797 11513 24575,'24'-3'0,"0"1"0,6 1-1775,0-1 1775,2 2 0,-12-2 0,1 0 0,1 3 0,1 0-1032,5-2 1,2 0 1031,6 3 0,-1-1 0,-13 0 0,2-2 0,6 1 0,6 0 0,1 0 0,-3 0 0,-3 0 0,-3 0 0,3 0-656,2 0 1,3 0-1,3 1 1,0-1 0,-1-1 514,-5 1 0,-1 0 0,0-1 0,1 1 1,-1-1-1,0 1 141,3 0 0,0 0 0,-1 0 0,2-1 0,3 1 0,-6-1 0,2 0 0,2 0 0,1 0 0,0 0 0,0-1 0,-1 1 0,0 0 0,1 1 0,-1 0 0,1 0 0,-1 0 0,0 0 0,-1-1 0,0 1 0,-2-1 0,-1 0 0,-1 0 0,1 0 0,-1 0 0,0 1 0,1-1 0,3 1 0,2 0 0,1 0 0,-2 0 0,-1 0 0,-4 0 0,-4 0 0,10 0 0,-3 0 0,-6 0 0,3 0 0,-1 0 0,-5 0 0,-6 0 0,-2 0 0,6 1 0,-3-1 580,1 2-580,1 0 0,0 1 0,-5 0 0,5 0 0,0 0 1528,-2 1-1528,-1-1 0,0 0 0,-1-1 0,9 2 0,-18-3 0,-5 0 0</inkml:trace>
  <inkml:trace contextRef="#ctx0" brushRef="#br0" timeOffset="36416">14888 14214 24575,'33'-2'0,"-1"0"0,6 0 0,-6 1 0,-13 1 0,5 0 0</inkml:trace>
  <inkml:trace contextRef="#ctx0" brushRef="#br0" timeOffset="37411">12945 15786 24575,'5'-1'0,"2"-4"0,1 5 0,3-3 0,26 5 0,-6 1-1093,-8-1 1,5 0 0,-3 0-547,-2 0 1,2 0 1545,8 0 0,4 0 1,-5-1 1549,4-1-1457,-7 0 0,4 0 0,-7 0 0,-9 0 0,4-2 0,-2 0 0,-5 0 0,0-13 0,-4 10-3277,16-7 1551,-14 11 1726,23 2 0,-29-1 0,9 2 0</inkml:trace>
  <inkml:trace contextRef="#ctx0" brushRef="#br0" timeOffset="38328">13632 15823 24575,'12'0'0,"8"7"0,8 4 0,-2-3 0,7 1 0,2 0 0,1 0 0,-2 0-820,1 2 1,-3-1 0,3 1 0,5 0 545,-13-4 1,3 0 0,2 0 0,2 0 0,1 1 0,2-1 0,0 1 0,1 0 0,0-1 0,0 0 0,-2 0 0,0 0-1,-1-1 1,0 0 0,1 1 0,-1-1 0,1-1 0,-1 1 0,1 0 0,-1-1 0,0 1 0,-1 0 0,0-1 0,-1 1-55,2 0 0,-1 0 0,0 0 1,-1-1-1,0 1 0,0 0 1,0 0-1,0-1 0,2 1 1,0-1 223,0 0 0,2 0 0,3 1 0,1-1 0,0 0 0,0 0 0,-2 0 1,-2-1-1,-2 0 0,-5 0 0,-4-1 0,-5-1 104,4 1 0,-1-1-301,3-1 1,9 0-1,4-1 1,-1 0 0,-5-1-1,-9 0 301,5-2 320,-2-2 0,6-2 0,-9 0-320,-11-2 1308,0-4 0,1-4-1308,-5-3 0,0 0 0,8-12 0,-9 2 0,-2 2 3276,-5 7-2959,-1-9 1,0 0-318,-2 6 0,0 0 0,-2 1 0,1 9 3276,-1-7-1626,2 12 1626,1 2-2807,0 5-469,1 4 0,5-7 0,1 0 0,19-13 0,-5 4 0,4 0 0,-15 9 0,-9 11 0,-4 0 0,0 7 0,4-11 0,15 4 0,-4-7 0,8-2 0,0 0 0,-2-2 0,11 0 0,1-1 0,4-2-1639,-2 3 1,0 0 1097,-13 0 0,1 0 541,6 0 0,5-1 0,3-2-253,-7 1 1,3-1 0,1-1 0,-1 1 0,-2 0 0,4 0 0,-2 0 0,1 0 0,-1 0 0,-1 0 0,0-1 0,0 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2:58:23.698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11249 7861 24575,'11'17'0,"-4"-6"0,5 2 0,-3-9 0,10 8 0,-6-10 0,22 5 0,-14-7 0,0-2 0,0 2 0,0-1 0,10-4 0,0-2 0,-9 1 0,-1-1 0,7-2 0,0-1 0,-9 3 0,-1-1 0,3-1 0,0 1 0,2-3 0,1 1 0,-11 5 0,-10 5 0</inkml:trace>
  <inkml:trace contextRef="#ctx0" brushRef="#br0" timeOffset="952">22133 7751 24575,'6'0'0,"12"-2"0,3-1 0,-4-2-1093,13-2 1,10-3 0,-3 0-547,-8 0 1,2-2 1318,-2 1 1,7-1 0,3 0 0,-3 0-1,-5 1 320,-4 1 0,-5 1 0,3 0 0,5-3 0,4 0 0,-1 0 0,-7 2 887,-7 3 1,-3 1-888,7-3 0,-2 0 0,3-2 0,-4 4 0,-14 3 0,-2 4 0</inkml:trace>
  <inkml:trace contextRef="#ctx0" brushRef="#br0" timeOffset="1876">15136 11716 24575,'30'3'0,"0"1"0,-3-1 0,2-4 0,9-2 0,2-1 0,-7 1-1131,-2 0 1,0-2 1130,0 0 0,6-2 0,3 0 0,-2 0 0,-6 1-1507,5-1 1,-3 0 1506,-3 1 0,2-1 0,-6 0 0,1-4 1175,-15 8-1175,-4-4 0,-4 2 0,-1 3 0,-2-3 0,0 5 0</inkml:trace>
  <inkml:trace contextRef="#ctx0" brushRef="#br0" timeOffset="2654">22450 11625 24575,'1'6'0,"0"12"0,0-7 0,-1 12 0,0-14 0,6 9 0,-5-11 0,21 18 0,-12-17 0,6 0 0,4-2-1677,9-6 1677,-5-4 0,8-2 0,0-2 0,-2 1-614,-5 1 0,-2 0 0,5-2 614,0 0 0,6-3 0,3 0 0,-1 0 0,-2 0 0,-6 2 0,-2-1 0,-3 2 0,1-1 0,6-2 0,3-2 0,-2 0 0,-6 3 0,2-3-830,-10 3 0,-2 0 830,-6 3 0,1-1 0,-9 6 0</inkml:trace>
  <inkml:trace contextRef="#ctx0" brushRef="#br0" timeOffset="3390">23387 15241 24575,'30'-7'0,"0"-2"0,-16 6 0,12-6 0,-17 6 0,5-2 0,-13 4 0</inkml:trace>
  <inkml:trace contextRef="#ctx0" brushRef="#br0" timeOffset="13909">18022 5037 24575,'17'3'0,"9"-1"0,0-1-410,-4-1 0,8 0 1,7-1-1,4 1 1,1-1-1,-2 0 0,-4 1 1,-6-1-684,1 1 1,-5 0 0,6-1 682,-4 1 0,2 0 1,4-1-1,3 1 1,1-1-1,3 1 0,0-1 1,2 1 221,-12-1 0,2 1 0,1 0 1,2-1-1,2 1 0,0-1 1,1 1-1,1-1 0,-1 1 1,1 0-1,-1-1 0,-1 1 1,-1-1-1,0 1 0,-3-1 1,-1 1-1,-2-1 58,9 0 0,-3 1 1,-3-1-1,-1 0 0,0 0 1,2 0-1,3 1 0,4-1 130,-13 0 0,3 1 0,1 0 0,2-1 0,2 1 0,1 0 0,1-1 0,1 1 0,1-1 0,0 1 0,0 0 0,-1-1 0,1 1 0,-1 0 0,-1-1 0,-1 1 0,-2-1 0,-1 1 0,-2-1 0,-1 1 0,-3-1-266,13 0 0,-3 0 0,-3 0 1,-2 0-1,0 0 0,-2 0 0,1 0 1,2 0 265,3 0 0,-1 1 0,1-1 0,-1 1 0,0-1 0,1 1 0,-1-1 0,0 1 0,1-1 0,1 0 0,-1 1 0,-2-1 0,-1 0 0,-2 1 0,3-1 0,-2-1 0,-2 1 0,2 0 220,-1 1 0,2-1 1,-1 1-1,1 0 1,-2 1-221,1 0 0,-1 0 0,-1 0 0,0 1 297,-3 0 0,-2-1 1,1 2-1,3-1-297,2 1 0,1 1 0,3 0 0,1 0 0,0 1 0,0-1 0,-4 0 0,0 1 0,1 0 0,0-1 0,-1 1 0,1 0 0,-2-1 0,2 0 0,-1 0 0,0 0 0,0 0 0,1-1 0,0 1 0,0 0 0,3 0 0,1 0 0,-1 0 0,-3 0 0,-2-1 0,-6-1 1532,7 0 0,-3-1-1532,-2 1 0,3 0 0,-8 0 1305,-1-2-1305,-3 2 0,-3-1 2467,-12-1-2467,9-1 3276,-9 0 0,5-1-4096,-8-3 1,2 3 0,-4-3 0</inkml:trace>
  <inkml:trace contextRef="#ctx0" brushRef="#br0" timeOffset="14596">22972 4689 24575,'-3'19'0,"0"1"0,-1 4 0,-1-1 0,0-1 0,2-3 0,-8 15 0,9-18 0,-3 14 0,5-20 0,-2 10 0,2-16 0,-3 2 0,-6 6 0,-1 4 0,-1 0 0,-5 6 0,3-1 0,1-3 0,8-12 0,-2 2 0</inkml:trace>
  <inkml:trace contextRef="#ctx0" brushRef="#br0" timeOffset="26721">7469 7682 24575,'3'20'0,"0"1"0,1 0-3277,-1-2 931,2 16 707,-2-12 1,-2-2-272,0-6 975,4 21 1,-1-1 934,-3-23-1292,4 19 0,-1 2 1292,-3-21 15,4 20 1,1 0-16,-4-18 0,5 21 2599,-3-18-2599,1 5 0,0-6 3276,-1 3-2665,-2-11 208,-2-2 0,1 2 0,-1-5 0</inkml:trace>
  <inkml:trace contextRef="#ctx0" brushRef="#br0" timeOffset="27756">7455 7635 24575,'2'8'0,"-1"2"0,-1 7 0,0-6-3277,-4 13 0,2-17 1638,-7 11 1,-1 0 148,5-9 1387,-6 11 1,-1 2 102,3-4 0,-1-1 0,-1 1 0,1 1 0,0-6 0,11-17 0,9-21 0,-2 6 0,0-2 0,0 1 0,-3 2 0,7-16 0,-10 24 1601,3-11 1,-2-1-1602,-2 9 139,2-6 0,-1-1-139,-2 6 0,0-3 0,1 9 3276,2 6-393,1 5-997,4 11-1886,-4-7 0,2 8 0,1-1 0,-3 4 0,5 2 0,-5-5 0,-2-4 0,-2-3 0,-5 3 0,-5 0 0,-2-1 0,-7 1 0,9-7 0,-4 5 0,7-5 0,-4 4 0,4 0 0,-2 0 0,15-6 0,0-1 0,13-9 0,-7 6 0,7-4 0,-13 6 0,4-2 0</inkml:trace>
  <inkml:trace contextRef="#ctx0" brushRef="#br0" timeOffset="28762">7839 8108 24575,'18'12'0,"1"0"0,2 1 0,-2 1 0,-2 0 0,-8-5 0,7 8 0,1 2 0,-3-2-1639,-2 1 1,-1-1-1639,-3-5 1328,4 15 1949,-7-13 1719,3-11-1719,-6-11 0,-3-12 0,-4-2 0,-3 0 0,1 3 0,-3-5 0,0 0 0,4 6 0,-3 0 0,0 0 0,0-5 0,0 0-496,2 6 496,6 13 0,7 0 0,8 9 0,1 0 0,9 9 0,-11-4 0,0 0 0,-2 7 0,-8-12 0,6 19 0,-5-16 0,5 20 0,-4-17 0,5 14 0,-7-16 3276,7 10-14,-9-13-2520,6 7-742,-1-12-820,12-5 1,-9 1 0,4-4 0</inkml:trace>
  <inkml:trace contextRef="#ctx0" brushRef="#br0" timeOffset="29175">8231 8176 24575,'-8'32'0,"4"-6"0,1-6 0,6-4 0,1-13 0,11 8 0,12-9-1639,-5 0 1,1-2-1639,9 0 1638,-8-5 1,-3-2 148,-12 3 1199,15-14 291,-16 11 0,1-15 0,-8 11 0,0-3 3276,-13-9-2159,-2 10 2159,-2-8-1638,-7 10 0,-1 4-1621,3 3-17,-6-2 0,-1 2 650,8 5-650,-9 3 0,19 0 0,-4 9 0,13-3 0,-1 0 0,3-5 0</inkml:trace>
  <inkml:trace contextRef="#ctx0" brushRef="#br0" timeOffset="29641">8759 8081 8427,'-10'8'0,"0"4"3276,1 0-1465,4 0 972,9 0-2783,1-5-2914,13 13 2914,-10-15 1636,13 5 1,3-1-1637,-7-5-300,5 4 0,-2-1 300,-8-4 0,1 1 0,-12 12 3276,0-10-628,-5 14-2648,-3-15 0,3 2 0,-16-1 0,9-3 808,-6 0 0,-4 1-808,-13 0 0,1-1 979,2-2-979,23-1 0,5-1 0,12-3 0,-4 2 0,5 0 0</inkml:trace>
  <inkml:trace contextRef="#ctx0" brushRef="#br0" timeOffset="30092">8932 8219 24575,'8'-1'0,"12"-5"0,-16 3 0,21-9 0,-16 7 0,7-7 0,-10 6 0,-3-2 0,-3 3 0,-3-4 0,-2 5 0,-1-5 0,0 6 0,0 2 0,1 2 0,-4 13 0,5-4 0,-7 20 0,12-5 0,-1 1-3277,11-3 0,-4-17 2662,11 2 1,3 0 614,4-5 0,9 1 0,2-1 0,0-2 0,-3-4 0,0-2 0,-2 1 0,1-3 0,-21 5 0</inkml:trace>
  <inkml:trace contextRef="#ctx0" brushRef="#br0" timeOffset="31259">9811 8344 24575,'0'21'0,"0"6"0,7 8 0,-3-9 0,11-2 0,-8-15 0,14 4 0,-9-6 0,20 0 0,-3-4 0,-9-7 0,0-1 0,9 0-3277,-4-16 0,-19 16 3047,1-23 230,-7 16 0,-4-19 0,0 17-3277,-18-12 2017,13 17 927,-8-4 0,-2 1 333,3 6 1638,-2-2 0,0 1-707,1 4-931,1 1 0,20 19 3276,0-11-2523,12 16 1,-14-21 0,4 5 0</inkml:trace>
  <inkml:trace contextRef="#ctx0" brushRef="#br0" timeOffset="31676">10184 8518 24575,'7'0'0,"15"-2"0,-1-3 0,1 0 0,2-10 0,-10-1 0,2 0 0,0-9 0,-8 6 0,0-2 0,-1 14-3277,1 19 0,-1-1 3047,0 8-2,3-9 232,-5-5 0,13 7 0,14-7 0,-15 0 0,10-4 0,-1-2 0,-10-1 0,13-2 0,1 1 0,-12 0 0,18-2 0,-33 4 0,1 0 0</inkml:trace>
  <inkml:trace contextRef="#ctx0" brushRef="#br0" timeOffset="36455">23657 6225 24575,'30'7'0,"0"0"0,3 3 0,3 1 0,1 0-820,-10-3 1,0 0 0,1 0 0,-1 1-1,5 1 1,0 2 0,-1 0 0,-2 0-123,-3 0 1,-2 1 0,-3-1 2198,-2-2 0,-1 1-1257,6 5 0,2 3 0,-5-3 0,-2 0 527,4 2 1,-1 1-528,-10-6 0,-6-6 0,-2 1 3276,-2-4-2781,1 3 0,-3-5 0,2 1 0</inkml:trace>
  <inkml:trace contextRef="#ctx0" brushRef="#br0" timeOffset="36759">24377 6458 24575,'-3'22'0,"-7"9"0,7-22 0,-9 11 0,8-11 0,-7 4 0,5-7 0,-8 6 0,3-2 0,4-3 0,0 0 0</inkml:trace>
  <inkml:trace contextRef="#ctx0" brushRef="#br0" timeOffset="37360">23701 7958 24575,'10'19'0,"-1"-1"0,3 8 0,-5-5 0,0-2 0,-3-2 0,2 4 0,-1 0 0,0-8 0,2 12 0,1 1 0,-4-12 0,5 6 0,1 1 0,-3-3 0,3-7 0,-10-21 0,-2-3 0,-3-6 0,4 17 0</inkml:trace>
  <inkml:trace contextRef="#ctx0" brushRef="#br0" timeOffset="37596">23641 7976 24575,'9'-4'0,"14"-7"0,-3-1 0,6-2 0,1-1 0,6 0 0,-6 2 0,4-2 0,-4 2-447,-9 6 0,0 0 447,15-8 0,-4 3 294,-17 6-294,5-1 0,-14 7 0,3-3 0</inkml:trace>
  <inkml:trace contextRef="#ctx0" brushRef="#br0" timeOffset="37895">23751 8159 24575,'18'-9'0,"-6"4"-1639,10-3 1,-1 1-1639,-7 2 0,17-3 4037,-14 2-760,-8 4 1797,21-6-1797,-9 6 0,1-1 0,-6 3 0,-11 0 0,-4 0 0</inkml:trace>
  <inkml:trace contextRef="#ctx0" brushRef="#br0" timeOffset="38244">24095 8064 24575,'10'23'0,"6"3"0,1-5 0,0-3 0,9-3 0,-15-11 0,17 0 0,-10-7 0,4-8 0,-9 0 0,-6-10 0,-8 1 0,2 5 0,-6-8 0,5 18 0,-4-5 0,3 8 0,0 1 0</inkml:trace>
  <inkml:trace contextRef="#ctx0" brushRef="#br0" timeOffset="38842">24470 8005 24575,'-8'25'0,"2"-9"0,4-4 0,11-16 0,26 3 0,-13-4 0,2 6 0,-1 4 0,-11 9 0,2 0 0,-14 6 0,-17 3 0,5-8 0,-2-2 0,-1-2 0,2-4 0,-2 2 0,23-22 0,-6 10 0,11-14 0</inkml:trace>
  <inkml:trace contextRef="#ctx0" brushRef="#br0" timeOffset="39058">24667 8030 24575,'15'31'0,"-1"-8"0,5-22 0,1-5 0,6-3-1639,3-5 1,0 0-1383,-1-2 1382,-1-1 1,-2 2 108,-8 5 1530,11-7 505,-20 9 1,-4 3 0,1-2-1</inkml:trace>
  <inkml:trace contextRef="#ctx0" brushRef="#br0" timeOffset="39514">24554 7392 16960,'33'1'0,"-1"0"0,1 0 0,-1 0 0,0 0 0,3-2 0,-3 0 0,5 0-395,-10 0 1,3 0-1,3 1 1,1-1 0,1-1-1,0 0 1,0 0 0,-2-1 394,4-2 0,0-2 0,-1 0 0,1 0 0,-1-1 0,-1 1 0,-1 1 0,0 1 0,-2 1 0,0 0 0,-1 1 0,1-2 0,1 0 0,4-2 0,2-1 0,1 0 0,-2 0 0,-4 0 0,-7 3 0,3-1 0,-6 1-607,12-1 0,-28 3 0,-6 3 0</inkml:trace>
  <inkml:trace contextRef="#ctx0" brushRef="#br0" timeOffset="40861">25638 7375 24575,'3'21'0,"-1"0"0,3 4 0,-2-2 0,2 4 0,0-1-1639,2 3 1,0-1-1,-2-5 1,0 0 545,2 2 1,3 2 0,-2-5-1117,2-3 2209,6 13 0,1-1 0,-4-15 49,4 1 0,3 2 0,-1-4-49,9 1-120,-3-3 0,5 1 1,-1-2 119,6-6 0,-1-2 0,2 2 0,0 0 0,0-6 0,-4-2 0,-8 0 1900,12-6-1900,-28 3 2083,19-11-2083,-19 6 0,9-16 0,-12 15 534,2-6-534,-7 11 3276,0 1-239,11 37-1966,-9-23-1071,6 16 0,-1 0 0,-4-13 0,1 5 351,-2-8-351,-2-15 0,5-21 0,-3 9 0,1-3 0,-1 1 0,-2 9 0,0-6 0,0 20 0,6 2 0,1 7 0,2-5 0,7-2 0,-8-5 0,15 2 0,-16-2 0,7 0 0,-9 15 0,1 8 0,-2 1 0,0 13 0,-6-25 0,2 12 0,-3-25 0,0 4 0,-1-13 0,1 5 0,-4-10 0,3 0 0,-2 1 0,-7-13 0,7 15 0,-4-4 0,6 14 0,6 8 0,-1-1 0,-1-1 0,-22-13 0,16 8 0,-18-9 0</inkml:trace>
  <inkml:trace contextRef="#ctx0" brushRef="#br0" timeOffset="41527">24999 7508 24575,'20'-4'0,"1"1"0,13-4 0,-9 1 0,2 1-1639,-2-1 1,-1 1-1639,2-3 3214,0 3 0,5-2 1,-2 2 62,-4 2 0,0 0 0,10-3 0,3-1 0,-4 1 0,-13 4 0,1 1 0,5-3 0,6-1 0,-1 0 0,-7 1 0,6 0 0,0 0 0,6-2 0,-9 1 1956,-13 2-1956,9-3 0,-20 6 0,-2-1 0</inkml:trace>
  <inkml:trace contextRef="#ctx0" brushRef="#br0" timeOffset="42771">27404 7811 24575,'2'26'0,"1"0"0,0 10 0,-2-2 0,-1-16 0,2 9 0,-1-7 0,4 8 0,-2-14 0,-2-10 0,-5-17 0,-5-18 0,-4-3 0,4 9 0,-1-1 0,0 4 0,0 0 0,1 1 0,1-1 0,1 1 0,1 1 0,1 2 0,2-5 0,2 11 0,-4 3 0,4 2 0,-4 1 0,-1 14 0,-3 1 0,-3 14 0,-1-3 0,-1 5 0,3-4 0,-2 0 0,4-7 0,2-4 0,3-5 0,2-5 0</inkml:trace>
  <inkml:trace contextRef="#ctx0" brushRef="#br0" timeOffset="43507">27232 7895 24575,'10'-5'0,"6"-8"0,-10 8 0,4-5 0,-2 1 0,-3 2 0,4-4 0,-3 3 0,0-2 0,-1 4 0,-2-4 0,-1 11 0,2-2 0,-1 18 0,8 4 0,-5-1 0,6 14 0,-6-20 0,1 10 0,1-12 0,-5 2 0,6-2 0,-5-3 0,-4-5-820,-7-12 1,1 5 0,-1-4 0</inkml:trace>
  <inkml:trace contextRef="#ctx0" brushRef="#br0" timeOffset="43978">27261 8260 24575,'24'-9'0,"0"0"0,0 0 0,4-1 0,5-3 0,1 0 0,-1 0 0,-4 3-1093,-2 2 1,-3 2 0,2-1 272,6-4 1,3-2 0,0 0 0,-3 2-274,0 2 1,-1 3 0,-5 0 1563,-7 0 0,-1 1-471,12-3 0,5 0 0,-7 2 0,-6 1 0,13-1 0,-27 5 0,-4 1 0</inkml:trace>
  <inkml:trace contextRef="#ctx0" brushRef="#br0" timeOffset="51368">6921 12480 24575,'20'26'0,"0"0"0,-4-7 0,0 3 0,2 5 0,-2-2 0,-3-7 0,-2-1 0,2 4 0,0 1 0,4 5 0,-2-3 0,-5-9 0,4 12 0,-10-20 0,0 1 0,0 4 0,-1-8 0,-7-14 0,0-13 0,-3 2 0,3 2 0</inkml:trace>
  <inkml:trace contextRef="#ctx0" brushRef="#br0" timeOffset="51716">6939 12481 24575,'18'-12'0,"10"4"0,7-2 0,-3 1-1639,-8 0 1,0 0 1579,5 2 1,6-1-1,3 0 1,-3 1-1,-8 1 59,-7 3 0,0 1 0,11-2 0,9 1 0,-1 0 0,-9 1 1115,-1 2-1115,12 0 0,-7 2 584,-29 1-584,1 4-3277,-25 9 390,7-8 2487,-12 3 1,-2 0 399,9-8-1639,-10 4 1,1-1 1057,12-4 581,-16 2 0,25-4 0,-8 0 0,11 0 0,-2 0 0</inkml:trace>
  <inkml:trace contextRef="#ctx0" brushRef="#br0" timeOffset="52015">8037 12263 24575,'21'-27'0,"-4"6"0,1-1 0,-4 5 0,0 0 0,2-5 0,1-1 0,-4 5-3277,-2 4 1638,0-3 1,0-1 818,-2-4 1,-4 11 0,2-7 0</inkml:trace>
  <inkml:trace contextRef="#ctx0" brushRef="#br0" timeOffset="61744">21674 11793 21490,'37'2'0,"0"1"0,0-1 0,0 1 0,-1-1 0,1 1 0,-4-1 0,-2 0 0,0-1 0,0 1 0,3 1 0,-3-1 0,2 0 0,1 0 0,0 1 0,0-1 0,-3 0 0,-2 0-820,4 1 1,-2-1 0,-3 0 0,-1-1-820,10 0 1,-3-1 438,-3 1 0,-2 0 3876,8-5-2676,-2-1 0,-12 2 1834,-9-2-1834,-12 2 135,4 1 0,-6 1 0,2-1 0</inkml:trace>
  <inkml:trace contextRef="#ctx0" brushRef="#br0" timeOffset="62048">23059 11764 24575,'31'-4'0,"1"0"0,-1 0 0,-2 1 0,2 0 0,-1 0 0,7 0 0,2-1 0,-1 0 0,-4 1-1093,3 1 1,-4 1 0,5-2 623,-8 1 1,3-1 0,3 0 0,1 0 0,1-1 0,-2 1 0,-2 0 229,4 1 0,-1 0 0,-1 0 0,0 0 0,2-1 239,-2 0 0,2-1 0,0 0 0,-1 0 0,-1 0 0,-4 1-469,8 0 1,-5 1 0,-4-1 0,-4-1 0,-10 1 0,-16 3 0</inkml:trace>
  <inkml:trace contextRef="#ctx0" brushRef="#br0" timeOffset="65689">7946 14699 24575,'-8'27'0,"0"0"0,4-8 0,1 1 0,-2 13 0,0 0-1456,4-12 0,2-2 1456,0 5 0,0-1 0,2 13 0,0-15 0,1 1-1639,4 7 1,1-1-1639,0 4 3176,0-6 1,1-2 1011,0-3-911,1 1-270,2-3 0,2 1 270,4 0 0,-4-4 0,4-1-1555,12-3 1,0-3 1554,-5 0 0,-2-5 0,6 0 0,1-1 0,-3 0 939,5-2 0,0 0-939,-6 0 0,3-1 0,0 1 0,-2 0 0,1-1 0,-1 0 0,1-1 0,0-1 0,3-2 0,-2 1 0,-4 0 0,0 1 0,-1-1 0,5-3 0,4-2 0,-7 0 270,-3-3-270,-6 1 0,2-4-1529,1-10 1,-1-1 1528,2 0 0,-8 1 0,-1-6 0,-3 5 3276,-3 1-3242,0-1 1,1-5 0,-2 4-35,-2-8 0,-1 10 0,1-3 0,-4 1 0,-5-5 0,-2 0 0,3-1 0,-2 0 0,-9-3 0,-3 3 657,6 14 0,-1 1-657,-5-1 0,-2 1 0,4 6 0,-2 1 0,-7-1 0,0 2 0,-3-1 0,2 5 0,-6 2 0,-3 0 0,6 1 0,1 1 0,-1 1-457,-1 0 0,-4-1 0,-1 1 0,5 1 457,-6 2 0,3 2 0,8 1 0,-1 1 0,3 0 1638,3-2 0,1 2-1074,-4 4 0,-2 3 0,7-2-676,7-2 0,-6 2 0,4-1 0,10-9 0</inkml:trace>
  <inkml:trace contextRef="#ctx0" brushRef="#br0" timeOffset="67382">12448 14546 24575,'-13'14'0,"-6"14"0,2 2 0,8-14 0,1 2 0,0 12 0,1-2 0,2-7 0,-2 11 0,2-1 0,4-16 0,-4 20 0,5-5 0,0 3 0,0-4 0,0-10 0,0 0 0,0 14 0,0 5 0,3-15 0,0-1 0,2 6 0,5 6 0,-1-14 0,0 5 0,1-10 0,7 12-3277,-9-16 3227,5 6 4,1-2 46,0-2 0,4 1 0,1 0 0,0-1 0,1-2 0,1 2 0,1-1-628,0-2 0,-2-1 628,10 3 1537,-10-6 0,2 0-1537,-1-4 0,-1 0-384,11 3 384,1-5-3277,2-4 412,-17 3 2764,17-4 0,3-3 101,-10 1-25,6-1 1,1-1 24,-14 1 0,-2-1 0,15-6 0,-8-3 0,-15 5 284,-1 2-284,-1-14 0,-3 6 0,0-1 0,1-1 0,-1-1 1638,0-6 0,0 0-620,1-7-881,-3 8 0,-1 0-137,0-10 0,-1 12 0,-1 1 0,-3-5 0,0-2 0,-6 7 0,5 2 0,-9-6 0,8 14 69,-12-19-69,10 16 0,-1-1 0,-2-1 0,0-1 0,2 0 0,-1 0-3277,-3-7 900,5 16-554,-6-10 2931,10 17 675,-14-18-675,11 16 0,-18-13 0,5 8 0,-1 3 0,-4 1 0,-7 0 0,1 3 0,9 0 0,0 1 0,-4 0 0,-2 2 0,-4-1 0,0 1 1490,5 1 0,0-1-1490,-4 1 0,-2-1 0,2 1 0,4 2 0,3 0-371,-4 2 0,3 0 371,-2 4-199,-3 2 199,17-5 3276,4 9-2709,2-4 1,4 1 0,1-6 0</inkml:trace>
  <inkml:trace contextRef="#ctx0" brushRef="#br0" timeOffset="68348">9404 14513 24575,'28'-25'0,"-1"5"0,3 0 0,1 2-1124,-3 0 1124,3 4 0,7-1 0,-9 2-3277,-9 3 2990,2 0 1,7-1 0,-4 1 286,10-3 438,-19 6 0,3-1-438,5-2 0,4 1 0,-1-1 0,-1 2 0,0 0 0,1 0-820,0 1 1,2-1 0,0 1 0,-1 0 134,0 1 0,-1 0 0,1 1 685,2 1 0,2 0 0,-2 0 0,-4 1-392,-6 2 0,2-1 392,5 1 0,8-1 0,5 0 0,0 0 0,-3 0 0,-8 1 197,-1 0 1,2 1-198,-5-1 0,6 1 0,6-1 0,1 0 0,1 1 0,-3-1 0,-4 1 0,-7-1 0,6 1 0,-3 0 0,2 0 0,6 0 0,1-1 0,-2 1 0,-8 0 95,-5 0 1,-2 1-96,5-2 0,-2 1 0,-1 5 0,-12-4 0,11 5 0,3-1 0,4-2 0,-1 1 0,6 1 0,-6-1 0,1-1 0,1-1 0,6 1 0,-8-1 0,-7-2 0,5 1 0,-2 0 0,-13-1 0,-3 0 0</inkml:trace>
  <inkml:trace contextRef="#ctx0" brushRef="#br0" timeOffset="68770">11562 14215 24575,'9'0'0,"23"-5"0,-10 3 0,2-1 0,7-1 0,-4 1-1639,-7 0 1,0 0 1442,18 0 0,-2 0 196,-5-3-3277,-1 3 243,-16-1 4943,-4 2-1909,-10 2 0,-15 2 0,-5 2 1287,2-1-1287,-3 3 3276,15-4 0,1 1-3044,10-2-232,16 1 0,-10-2 0,7 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2:59:41.439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9050 7703 24575,'23'-5'0,"-3"1"-1639,1 4 1,1 0-1639,-5 0 2184,8 0 1,8 0 0,0 0-1,1 0 1,1 0 0,0 0 969,-5 0 1,0 0-1,7 0 35,-10 0 0,3-1 0,4 1 0,3-1 0,1 0 0,1 0 1,-1 0-1,-1 1 0,-1-1 0,-4 0 88,6 1 0,-2-1 0,-2 0 0,0 0 0,1 1 0,2-1-125,-5 0 0,0 0 0,1 0 0,1 1 0,1-1 1,-1 0-1,1 0 0,-1 0 0,-1 1 125,5-1 0,2 0 0,0 1 0,0 0 0,-2-1 0,-3 1 0,-4 0 0,-6 0 0,2 0 0,-1 0 0,2 0 0,7 1 0,5 0 0,1 0 0,-2 0 0,-4 1 0,-9-1 0,-4 1 0,0 1 0,5-1 0,7 1 0,4 0 0,1 0 0,-5 0 0,-6-1 0,-2 2 0,0 0 0,6 0 0,9-1 0,3 0 0,-5 0 0,-9 0 0,3 1 0,-1 0 0,7-1 0,-13-1 2477,-18-2-2477,13 1 0,-18-1 0,1 0 0</inkml:trace>
  <inkml:trace contextRef="#ctx0" brushRef="#br0" timeOffset="856">13031 7612 24575,'11'0'0,"11"2"0,9 2 0,-5-1-3277,2-1 2844,3 1 1,8 1 0,-4 0 432,-5-3 0,-1 0 0,7 1 0,2 1 0,-3-2 0,1 0 0,-2-1 0,-4 2 0,2-1 0,1-2 0,6 0 0,0-1 0,-5 1-1513,2 0 0,1 0 1513,-5-1 0,5 0 0,1-1 0,-1 1 0,-4 0 0,-4 1 0,-3 1 0,4 0 0,-1 0 0,5-1 0,3 1 0,1 0 0,-1 0 0,-3 0 0,-6 0-1070,1 0 1,-5 0 0,5 1 1069,2 0 0,5 1 0,3 0 0,0 0 0,-2 0 0,-5 0 0,3 1 0,-4-1 0,-1 1-113,1 1 1,-1 0 0,1-1 112,2 1 0,2-1 0,-9 0 1257,-6 0-1257,0 0 656,-20-3 1,-2 0 0,0 0-1</inkml:trace>
  <inkml:trace contextRef="#ctx0" brushRef="#br0" timeOffset="2363">10719 6984 24575,'6'-9'0,"6"-15"0,-5 7 0,2-7 0,1-4 0,-6 16 0,6-17 0,-5 15-3277,6-14 0,-6 16 491,7-18 2786,-10 19 1682,7-12-1682,-7 12 0,4-11 0,-3 14 3276,3-13-200,-3 13-2006,6-13-1070,2-1 0,-1 4 0,5-4 0,-11 15 236,12-10-236,-10 12 0,17-9 0,-11 13 0,14-2 0,11-2 0,2 1 0,-10 3 0,2 1 0,2 0 0,-1 0 0,-2 0-820,2-1 1,-1-1 0,-1 0 0,3 1 163,2 0 1,2 1-1,0 0 1,-1 1 0,-5-1 578,-1 0 0,-5 0 1,3 0-813,7 0 0,2 0 0,1 0 889,-3 0 0,2 0 0,0 0 0,-4 0 0,-5 0 0,-3 0 0,3 0 0,6 0 0,3 1 0,2 0 0,-2 1-820,-4-1 1,-1 1 0,1 0 0,0-1 725,1 1 0,1 0 0,0-1 0,1 1 94,-2 0 0,2 0 0,0 1 0,0-1 0,-1-1-611,3 1 0,-1-1 0,-1 0 0,-2 0 611,0 0 0,-2 1 0,3-1 0,-1 0 0,5-1 0,1 1 0,-3-1 0,-7 0 0,-4 0 0,-1 0-209,8-1 0,6 1 0,1-1 0,-8 0 209,-9 0 0,-2-1 303,8 0 1,4 0 0,-4 0-304,-8 0 0,-1 0 0,16-1 0,-2 1 0,-8-1 546,-2 2 1,-4 0-547,-11 1 2462,21 9-2462,-23-4 0,4 9 0,2 2 0,0 0 0,2 4 0,-1 0 0,2 1 0,-3 1 0,0 1 0,1-1 955,-5-3 1,0 1-956,3 6 0,-1 8 0,-3-12 0,2 3 0,-6-17 819,-2 1 0,-1-8 0,-4-1 0</inkml:trace>
  <inkml:trace contextRef="#ctx0" brushRef="#br0" timeOffset="3371">10773 6779 24575,'10'17'0,"0"0"0,2 1 0,0 0 0,5 4 0,-2-4 0,1 1 0,-2-5 0,-1 0 0,11 14 0,0-3 0,-18-19 0,1 0 0,-7-4 0,-14-18 0,-1 6 0,-9-8 0,-1-1 0,-2-1-804,3 4 0,1 1 804,1-1 0,-4-3 0,13 9-3277,-12-14 303,18 18 2974,-9-10 0,6 6 0,3 2 0,-3-1 0,23 9 0,-6 2 0,14 3 0,3 1 0,2 1 0,0-1 0,-1 1 1075,-1 1-1075,8 4 3276,-24-8 0,3 3-3044,-11 2-232,-3 0 0,-6 10 0,2-8 0,-8 3 0,10-7 0,4-3 0,13 1 0,20-6 0,7-3-1639,-9 2 1,4-1 1459,-7 2 0,5 0 1,4 0-1,2 1 1,0-1-1,-1 0 1,-3 0-41,4-1 1,-1 1-1,-1-1 1,-1 0-1,2 1 1,-4 0-1,1 1 1,1 0-1,-2 0 1,-1 0 0,-3 0-1,5-1 1,0 0-1,0 0 1</inkml:trace>
  <inkml:trace contextRef="#ctx0" brushRef="#br0" timeOffset="4106">13429 6756 24575,'18'13'0,"1"2"0,-7-10 0,8 5 0,-7-7 0,7 6 0,-9-7 0,2 4 0,-10-4 0,2 3 0,-5 12 0,0-8 0,0 8 0,-2-7 0,2-4 0,-2 7 0,2-9 0,21-25 0,-13 10 0,6-8 0,-14 15 0,-16 15 0,11-9 0,-8 3 0,-3-14-820,0 3 1,0-5 0,7 6 0</inkml:trace>
  <inkml:trace contextRef="#ctx0" brushRef="#br0" timeOffset="5023">11034 6407 24575,'27'12'0,"-1"-3"0,-8-2 0,1 0-1639,8-3 1,0 0 779,-1 1 0,1 0 859,4-2 0,3-1 0,2 0-820,-8 0 1,2 0 0,-1 0 0,-1-1 63,0 1 0,-2-1 0,1 0 756,4 0 0,0-1 0,-2 1-481,-4-1 1,-2 0 480,3 0 0,2 0-595,8 0 0,-3 0 0,-1 0 1,-7 0-1</inkml:trace>
  <inkml:trace contextRef="#ctx0" brushRef="#br0" timeOffset="5572">13075 6380 24575,'12'25'0,"-2"8"0,-4-11 0,-5 0 0,-1-1 0,-2-3 0,-1 18 0,1-16 0,0 5 0,5-8 0,-2-5 0,26-16 0,-4-8-1536,1-1 0,2-1 1536,-7 2 0,1 0 0,2-1 0,3-1 0,-1 1-1639,4-2 1,-1 1 393,0 1 0,-2 1 1245,6-1-578,-15 9 578,-9 2 0,12-2 0,-16 4 1952,2 1-1952,-4 11 3276,-1-5-105,0 5-2153,-1-9-1018,-9 2 0,-7 0 0,-1 0 0,4-2 0,8-2 0</inkml:trace>
  <inkml:trace contextRef="#ctx0" brushRef="#br0" timeOffset="10973">9178 7965 24575,'30'10'0,"-17"-6"0,6 1 0,0 0 0,-2 1 0,10 1 0,1 5-1639,-8-4 1,1 0 756,7 1 0,1 1 882,-4-2 0,1 1 0,10-1 0,-1-1 0,-16-2 0,1 0 0,10 4 0,0 0 0,-8 0 0,-2 0 0,-1 0 0,0 0-187,14 8 187,-23-10-3277,4 2 2282,-10-7 995,2 2 0,-5-4 0,1 2 0</inkml:trace>
  <inkml:trace contextRef="#ctx0" brushRef="#br0" timeOffset="12322">9791 8109 24575,'-3'14'0,"-3"3"0,1-1 0,-3-2 0,-1 9 0,2-8 0,1 2 0,3-9 0,5-6 0,1-4 0,4-8 0,-1-1 0,4-14 0,-8 12 0,5-19 0,-5 22 0,1-13 0,0 15 0,-3-1 0,2 1 0,-2 4 0,1 1 0,35 12 0,-7-3 0,4 0-1093,-7-1 1,2 1 0,-1 0 943,8 0 0,-4-1 149,-9-3 0,-6 1 0,-10 2 0,-8 3 0,-9 12 0,-12 4 0,9-4 0,-4-8 0,0-3 0,10-3 0,-19 6 3276,-1-4-2977,-4 0-299,-3-1 0,13-2 0,17-3 0,6-1 0,17 0 0,13 1 0,-10 0 0,3-1 0</inkml:trace>
  <inkml:trace contextRef="#ctx0" brushRef="#br0" timeOffset="14225">15303 6312 24575,'-32'17'0,"0"0"0,2-2 0,-1 1 0,0-2 0,6-4 0,1-1 0,-1 1-1093,-6 4 1,-2 0 0,3-1-547,-1 0 1,2 1 1054,3-1 1,-1 1 0,3-1 583,4-3 0,2 1 1152,-13 5 0,4 0-1152,14-4 1311,-6-1-1311,15-4 0,-5-4 0,4 2 3276,-12 2-1863,6-1-1413,-6 1 0,10-4 0,4-14 0,2 6 0,2-7 0,-1 10 0</inkml:trace>
  <inkml:trace contextRef="#ctx0" brushRef="#br0" timeOffset="15063">14565 6604 24575,'19'13'0,"0"0"0,1-2 0,-2 1 0,3 5 0,0-1 0,1 0 0,-5-3 0,0 1 0,-2-2 0,-10-7 0,-2-1 0,0-2 0,-4-2 0,-1-5 0,-7-7 0,-1-2 0,-3 1 0,-2-1 0,-1 2 0,1 1-3277,-10-9 0,3 7 3047,9 6 230,6 6 0,-6-5 0,3 12 0,-13 12 0,0-1 0,2 1 0,0-2 0,-1-1 0,3 0 0,1-2 0,8-6 3276,-1 3 0,18-10-3044,4-5-232,13-9 0,-10 5-1639,8-4 1,-1 0-1639,-8 4 3047,13-5 230,-13 6 0,-6 4 0,3 1 0,-13 4 0,-7 6 0,0-1 0,2 0 0,4-2 0</inkml:trace>
  <inkml:trace contextRef="#ctx0" brushRef="#br0" timeOffset="23407">22619 8400 24575,'30'-3'0,"-3"0"0,0-1-1267,-8 1 1,1 1 1266,10-2 0,-2 0 0,-9-1-48,16-3 48,-3-3 0,2-2 0,-15 4 0,-1 0 0,4-2 613,1-4-613,-9 3 0,-4-1 0,7-7 0,-4-3-1639,-3 7 1,0 0-372,1-1 2010,3-6 95,4 0-95,-1 5 0,-2 0 0,1 0 0,4 1-1639,-2 2 1,0 1 503,-4 6 1135,2-3 0,0 0 0,3 3 3276,1-4-2140,0 5-1136,-11 3 0,-6 4 0,-2 0 0</inkml:trace>
  <inkml:trace contextRef="#ctx0" brushRef="#br0" timeOffset="23829">23218 7996 24575,'13'33'0,"0"-2"0,-4-11 0,-2-8 0,3 5 0,-6-14 0,2 5 0,-3-6 0,-1-5 0,-1-4 0,-8-14 0,3 6 0,-4 0 0,5 11 0</inkml:trace>
  <inkml:trace contextRef="#ctx0" brushRef="#br0" timeOffset="24675">24028 8179 24575,'13'0'0,"1"0"0,16-2 0,-3 2 0,-5-1 0,-1 0 0,0 1 0,-2 0 0,-1-1 0,-4 1 0,7-2 0,-12 2 0,-6 0 0</inkml:trace>
  <inkml:trace contextRef="#ctx0" brushRef="#br0" timeOffset="25696">25054 8979 24575,'15'-7'0,"3"-2"0,0 2 0,1 0 0,15-8-826,-14 7 0,0-1 826,-3 0 0,0-1 0,10-7 113,-7 1 1,-1-2-114,-3 1 0,0-1 0,-2 2 0,0-2-1639,0-10 1,-4 1-1165,-3 8 2803,-2-5 0,1-1 0,2-10 0,-3 7 557,5-4-557,0 13 0,-2 10 164,9-11-164,-2 11 0,14-8 3276,-2 5-1638,3 1 0,0 0-1406,2-1-888,-3 3 0,-1 1 656,-6 0 0,9 1 0,-18 4 0,-2 2 0</inkml:trace>
  <inkml:trace contextRef="#ctx0" brushRef="#br0" timeOffset="26419">25745 8394 24575,'5'19'0,"-3"-1"0,2 1 0,1 0 0,-3 2 0,4 4 0,-6-18 0,-6-19 0,-8-14 0,0-2 0,4 11 0,0 2 0,0 2 0,-6-8 0,8 8 0,-5-6 0,9 12 0,1-2 0,5 7 0,11 1 0,1 1 0,14 2 0,-6-1 0,10 3 0,-15-3 0,0 1 0,-24 14 0,0-4 0,-9 21 0,9-20 0,1 5 0,20-11-820,-6-4 1,8 3 0,-12-6 0</inkml:trace>
  <inkml:trace contextRef="#ctx0" brushRef="#br0" timeOffset="28517">26830 8963 24575,'11'-5'0,"23"-6"0,-9 0-1639,1-1 1,1-1 1132,-7 2 1,-1-2 505,8-10 0,-1 0 0,1 1 0,-8 4 0,-3-1 302,-5-1-302,5-2 458,-6-1 1,-1-1-459,-2-10 0,-2 15 0,-1 0 0,-3-11 0,0 18-1639,13-11 1,4 0-852,-8 10 2490,5-5 0,4 0 593,-3 7 1,1 2-594,8 0 0,1-1 0,1-3 0,1 1-147,2 4 1,-2 2 146,0-2 0,-5 6 0,-12-1 0,-4 3 0</inkml:trace>
  <inkml:trace contextRef="#ctx0" brushRef="#br0" timeOffset="29230">27456 8402 24575,'0'22'0,"-1"8"0,1-10 0,-2 2 0,2-16 0,0-6 0,-1-5 0,-1-2 0,0-2 0,-7-11 0,1 7 0,-11-8 0,-1-1 0,1 6 0,1 0 0,1 2 0,8 8 0,4 3 0,17 6 0,22-1 0,-8 3 0,-4-3 0,-1-1 0,-7 0 0,-1-1 0,-6 2 0,-15 3 0,4 1 0,-6 9 0,8-8 0,-1 2 0,5-6 0,-1-3 0,1 1 0</inkml:trace>
  <inkml:trace contextRef="#ctx0" brushRef="#br0" timeOffset="34711">5687 12479 24575,'13'2'0,"-5"-1"0,9-1 0,-4-1 0,7-1 0,-5-1 0,6-2 0,1-1 0,7-5-1639,1-1 1,3-2 1470,-6 1 0,-1-1 168,4-4 0,-1 1 0,-11 7 0,0-1 0,8-7 0,3-4 0,-6 4 0,-5 5 0,2-3 0,9-4 0,0-2 0,-5 6 0,-8 5 0,1 0 0,9-5 0,4-1 0,-3 2 838,4-1-838,-4 3 0,5-2 0,-3 3 0,-8 6 0,-1 0-1093,9-5 1,4-3 0,-5 3 569,-8 5 1,-1 1-1117,7-3 1,-3 2 482,-7 1 2558,12-5-1402,-28 10 0,8-3 0,-11 4 0</inkml:trace>
  <inkml:trace contextRef="#ctx0" brushRef="#br0" timeOffset="35441">6455 12012 24575,'14'19'0,"9"7"0,-5-4 0,8 5 0,-1-2 0,-8-8 0,9 7 0,-1-2 0,-11-16 0,17 11 0,-17-15 0,-5 2 0,-11-23 0,-6-2 0,-1-1 0,0-1 0,0 0 0,-7-3 0,0 2 0,7 13 0,-5-7 0,-4-4 0,3 3 0,-3-2 0,2 1 0,1 1 0,6 3 0,11 5 0,8 1 0,8 0-1639,4 0 1,0 2-1639,-2-1 3162,11 1 0,2 1 115,-2 6 0,-11 3 0,-1 1 0,5 5-3277,-20 21 2017,-2-18 1260,4 21 0,-4-17 3276,2 13-2015,-10 7-1261,-1-9 0,-10-1 0,-2-2 0,1-5 0,-1 0 0,0-2 0,10-8 3276,21 2-1638,13-13 0,5-5-3185,6 3 1547,-11-1 0,2-3 0,-4 1 0,-1-4 0,-4 4 0,-2-1 0,1-1 0,-10 5 0</inkml:trace>
  <inkml:trace contextRef="#ctx0" brushRef="#br0" timeOffset="37564">22667 11145 24575,'17'-1'0,"6"0"0,9 0 0,4 1 0,-1 0 0,0-1 0,1 1 0,2-1 0,1 1-547,-6 0 1,1-1 0,1 1 0,1 0 0,2 0 0,1 0 218,-5-1 0,2 1 0,2 0 1,1 0-1,1 0 0,-1 0 1,0-1-1,-1 1 0,-2 0 1,-3 0-119,3-1 0,-2 1 0,-2 0 0,-1 0 0,1-1 0,3 1 446,-1 0 0,3-1 0,1 1 0,1 0 0,-1 0 0,-3-1 0,-3 1 0,-5 0 0,4-1 0,-5 1 0,-6-1 0,0 1 0,-17 0 0,-1 0 0</inkml:trace>
  <inkml:trace contextRef="#ctx0" brushRef="#br0" timeOffset="38684">26407 11255 24575,'23'-3'0,"0"0"0,10 1 0,3 1 0,1-1-1093,-5-1 1,0-1 0,1 0 272,-3 2 1,1 1 0,1 0 0,2-1 272,-4-1 1,3 0 0,1 0 0,0 0 0,-2 0 0,-1 0-274,1-1 1,-3 1 0,1-1 0,4 0 766,-1 1 1,3 0-1,3 0 1,1 0-1,-1-1 1,-3 1-1,-4 0 271,2 0 0,-5 0 0,0 0 0,2 0-218,3 0 0,3 0 0,0 1 0,-2 0 0,-5 0 0,6 0 0,-5 1 0,8-2 0,-7 2 0,-18 2 0,-14-2 0,2 2 0</inkml:trace>
  <inkml:trace contextRef="#ctx0" brushRef="#br0" timeOffset="40106">20805 12739 24575,'10'-17'0,"-1"1"0,9-11 0,-2 8 0,3-3 0,-1 2-1639,0 1 1,0 1 1338,3-1 1,2 0-1,-1 2 300,-2 0 0,1 2 0,4-2 0,3-1 0,-1 2-1078,0-2 0,3 1 1078,-4 4 0,5-2 0,4-1 0,-1 1 0,-2 0 0,-5 3-520,-3 0 1,-3 3-1,4-2 520,2 0 0,7-2 0,3-1 0,3-1 0,0 0 0,-1 1 0,-4 2 0,-6 2 0,2 0 0,-5 2 0,5-1 0,-5 0 0,5-1 0,3-2 0,0 0 0,-1 1 0,-3 1 0,-4 1-1093,3 0 1,-4 2 0,-1 0 645,9-6 1,-4 2 446,-2 4 254,-26 4 0,4 3 0,-5-2 1</inkml:trace>
  <inkml:trace contextRef="#ctx0" brushRef="#br0" timeOffset="40674">22059 12027 24575,'14'26'0,"0"0"0,2 2 0,0-1 0,-4-5 0,1-2-1639,2 2 1,0-4 1467,-6-8 1250,9 3-1079,-13-12-3277,-5-18 933,-3 7 1810,-6-11 1,-1 0 533,-1 12 0,-3-12 0,-3-1 0,-6 7 540,2-3 0,-1 0-540,-3 2 0,1 0 0,16 10 0,32 0 0,-5 2 0,1 1 0,0 0 0,0 0 0,11-2 0,-4 0 0,-13 2-1639,13 0 1,-1 0 1554,-15 2-752,16 1 0,1 2 836,-12 1-275,9 2 1,1 1 274,2 0 0,-6 1 0,0-1 0,-1-2 0,-3 2 819,-25-5 0,6 0 0,-7 0 0</inkml:trace>
  <inkml:trace contextRef="#ctx0" brushRef="#br0" timeOffset="44583">25171 11171 24575,'27'0'0,"1"0"0,0 0 0,7 0 0,3 0 0,0 0 0,-3-1 0,1 1 0,0-1 0,-1 0-820,-4 1 1,-1 0 0,0 0 0,2-1 391,-2 0 1,2 0 0,0-1-1,-2 0 1,-2 0 427,0 1 0,-3 0 0,0-1 270,6 0 1,0-1-1,-5 1 1,3-1 0,-29 1-1</inkml:trace>
  <inkml:trace contextRef="#ctx0" brushRef="#br0" timeOffset="46434">3825 15313 24575,'11'0'0,"7"0"0,8 1 0,2 0 0,7-1-820,-10 0 1,6 0 0,1 0 0,-7 0-2458,7-1 2457,-2 1 1,9 0 0,1-1 0,-8 1 863,-7 0 0,0 0-44,5 0 0,6 0 0,3 0 0,-3 0 0,-6 0 0,-1 0 0,0 0 0,0 0-123,0 0 1,-1-1 0,0 0-1,1 0 123,5 1 0,1 0 0,0 0 0,-4 0 0,-4-2 0,-3 0 0,3 0 0,5 1 0,4 0 0,0 0 0,-6 0 0,-3-1 0,2 0 0,-1 1 0,8-1 0,3 0 0,1 0 0,-4 1 0,-7 0 0,3 0 0,1 0 0,-8 1 0,7-1 0,3 0 0,3 0 0,0 0 0,-1 0 0,-2 1 0,-6-1-820,2 1 1,-4 0 0,-1 0 0,4 0 802,0 0 0,3 0 1,3 0-1,0 0 0,-1 0 1,-1 0-1,-4 0 468,3 0 0,-3 0 1,-1 0-1,3 0-451,3 0 0,2 0 0,1 0 0,-1 0 0,-2 0 0,-1 0 0,-2 0 0,-2 0 0,0 0 0,5 0 0,-3 0 0,1 0 0,1 0 0,-1 0 0,-9-1 740,-11 0-740,13 1 0,0 0 0,-11-2-553,12 1 0,10 1 0,-4 0 553,-8-1 0,1 1 0,3 1 0,8 0 0,2 0 0,-2 0 0,-8 0 1186,-4-1 1,1 1-1187,0 0 0,8 1 0,5 0 0,2 1 0,-2-1 0,-5 0 0,-8-1-1054,-1 0 0,-1 0 1054,5 1 0,9-1 0,3 1 0,0-1 0,-6 1 0,-12-2 0,-4 0 0,7 0 0,1 0 0</inkml:trace>
  <inkml:trace contextRef="#ctx0" brushRef="#br0" timeOffset="46986">10185 14565 24575,'32'-7'0,"-1"0"0,0 0 0,-1 1 0,0-1 0,-2 0 0,2 0 0,-6 1 0,-4-1 0,11 3 0,1 2 0,-10-1-1639,10 2 1,2 0-87,0-2 1725,-4 3 0,7 0 0,-6 1-1639,-10-2 1,-1 0 1271,3 2 1,3-1-1,2 0 367,-1 0 0,3 0 0,-1 0 0,-2 0-1198,2 0 0,3 0 1198,-3 0 0,6 0 0,4 0 0,-1 0 0,-3 0 0,-8 0 0,1 0 0,-3 0 0,7 0 0,0 0 0,0 0 0</inkml:trace>
  <inkml:trace contextRef="#ctx0" brushRef="#br0" timeOffset="47287">13684 14458 24575,'32'-1'0,"4"0"0,-6 0 0,-1 1-1093,-3 3 1,6 1 0,-1 0 727,-4 1 1,0 1 0,0-1 0,-1 0 0,0 0 0,-2-1 0,3 3 0,0-1 0</inkml:trace>
  <inkml:trace contextRef="#ctx0" brushRef="#br0" timeOffset="47592">14461 15448 24575,'19'-13'0,"-1"-1"0,7-8 0,-2 3 0,4-2 0,-2 1-1449,-3 2 1,1-1 1448,2 0 0,4-4 0,0 1 0,-4 4-1639,-3 2 1,-1 1 545,2-1 1,3-2 0,-3 0 987,5-5 0,-5 3 1406,3-2-1301,-3 3 0,3-5 0,-4 5 0,1 1 0,-2-3 0,0 2 0,-9 10 0,3-7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3:00:33.829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2160 5383 24575,'-2'9'0,"16"-6"0,5-15 0,6-10 0,4-5 0,-1 3-820,-1 4 1,0 0 0,2 0 0,2-3 409,-7 5 0,2-2 1,1-2-1,0 0 1,2-1-1,0 1 0,-1 0 1,0 1-60,2 0 1,-1 0 0,0 0 0,1 1 0,1 0 0,1 0 0,2-1 170,-6 4 0,3-1 0,0 0 0,2 0 0,0 0 0,1 0 0,0-1 0,0 2 1,-1-1-1,-1 2 0,-1-1 159,2 0 1,-2 1-1,0 0 1,0 1-1,-1 0 1,1-1-1,0 1 1,1 0-1,0 0 139,1 0 0,1 0 0,1-1 0,0 0 0,1 1 0,-1 0 0,-1 0 0,-1 1 0,-2 1 0,-2 1-278,8-4 1,-2 2-1,-2 1 1,-2 1-1,0 0 278,2 0 0,0 0 0,-3 2 0,-3 0 0,0-1 0,-3 2 0,9-3 0,-24 10 0,-8 2 0</inkml:trace>
  <inkml:trace contextRef="#ctx0" brushRef="#br0" timeOffset="1036">1877 6809 24575,'6'0'0,"5"-1"0,5-9 0,4-4 0,-1 2 0,2-3-1093,2-2 1,1-4 0,0 2-547,5-1 1,3-3 1241,-11 6 0,4-3 1,1-3-1,1 1 1,-3 1-1,-2 4-696,-1 1 1,-2 2 0,2-2 1073,3-2 0,2-3 0,2 0 0,-1-2 0,0 2 19,-4 0 0,-1 1 0,0-1 0,0 1 0,0 1-325,2-1 1,0 1 0,1 1 0,2-4 324,-3 3 0,3-4 0,0 0 0,2-2 0,-1 2 0,-2 1 0,-1 2-428,3-1 0,-1 2 0,-1 1 0,1-2 428,0 2 0,1-2 0,1 0 0,-2 1 0,-4 4 0,2-1 0,-1 2 0,0-2 0,1 0 0</inkml:trace>
  <inkml:trace contextRef="#ctx0" brushRef="#br0" timeOffset="1932">1608 8511 24575,'15'-1'0,"-4"-2"0,20-15 0,-5 2 0,0-1 0,8-6 0,0 0 0,-6 4-1463,-6 5 1,0 0 1462,2-3 0,6-3 0,1-2 0,-1 2 0,-6 4-742,-2 2 0,-1 1 742,7-7 0,4-3 0,-3 3 0,-5 6 0,-2-1 0,2-4 0,1-1 0,-5 3 0,-4 5 0,-1-1 0,0 0 0</inkml:trace>
  <inkml:trace contextRef="#ctx0" brushRef="#br0" timeOffset="2759">1600 9886 24575,'28'-10'0,"-1"1"0,1-1 0,-1 1 0,6-2 0,-2 0 0,3-2 0,-3 1 0,3-3 0,1 0 0,-2 0 0,-2 2-1093,1-2 1,-4 2 0,4-1 436,-3 0 1,3-2-1,1-1 1,-2 2 0,-5 2 362,2-2 1,-2 0 292,-2 1 0,4-3 0,-1 0 0,-3 2 0,-3 1 0,0 0 0,4-6 0,3-4 0,-4 3-543,-5 3 1,-2 1 542,9-9 0,-2 2 0,-5 5 0,0 2 0</inkml:trace>
  <inkml:trace contextRef="#ctx0" brushRef="#br0" timeOffset="3953">1645 11535 24575,'34'-12'0,"0"0"0,1 0 0,-9 5 0,2-2 0,-2-1 0,5-3 0,2 0 0,-1-1 0,-3 1-1093,2-3 1,-3 2 0,4-4 623,-4 4 1,3-3 0,3 0 0,2-2 0,-1 0 0,-2 2 0,-2 0-188,0 1 1,-3 1-1,0 0 1,0-1 0,1 0 360,-2 1 1,2-2-1,0 0 1,0 0 0,0 1-1,-2 0 1,-2 1 236,5-2 0,-3 2 0,-2 0 0,2-1 58,-1 1 0,1-1 0,-1 0 0,-1 1 0,2-3 0,-2 1 0,1-1 0,0 1 0,0-1 0,-2 2 0,-1 2 0,-2 0 0,9-5 0,-4 2 0,-12 10 0,4-3 0</inkml:trace>
  <inkml:trace contextRef="#ctx0" brushRef="#br0" timeOffset="5954">1830 13069 24575,'19'-11'0,"-1"-1"0,1 0 0,2-2 0,3-1 0,7-3 0,2-2 0,-1 0 0,-4 2-1093,-2 0 1,-2 2 0,5-4 682,-6 5 0,3-3 1,3-1-1,2-1 1,0 0-1,-1 0 0,-1 1 1,-3 0-247,3-2 1,-3 1-1,0 0 1,0-1 0,4-1 325,-6 4 0,3-1 0,1-1 1,0-1-1,2 0 0,-1 0 1,-1 0-1,-2 2 0,-1 0 330,7-5 0,-3 2 0,-2 0 0,1 0 0,2-1 0,-3 3 0,2-1 0,0 0 0,1 0 0,-2 1 0,-3 1 0,-3 2 0,1-2 0,-4 2 0,1 0 0,9-5 0,1-1 0,-6 3 0,-1-1 0,-3 2 0</inkml:trace>
  <inkml:trace contextRef="#ctx0" brushRef="#br0" timeOffset="9495">1622 14540 24575,'28'-11'0,"0"0"0,-8 4 0,-1-1 0,6-5 0,1-2 0,-3-3 0,1-2-1616,-1 3 0,1-1 1616,-2-1 0,2-3 0,-3 3 0,-4 4 0,1 0 0,5-6 0,4-3 0,-5 3 0,-7 9 0,-1 0 0,8-7 0,4-4 0,-1-1 0,-5 7 0,-1 0 0,3-2 0,8-7 0,0 1 0,-7 7-2513,-2 3 2513,5-4 0,6-6 0,-8 8 0,-11 10 0,15-15 0</inkml:trace>
  <inkml:trace contextRef="#ctx0" brushRef="#br0" timeOffset="12294">1739 16014 24575,'31'-7'0,"-3"1"0,-2-5 0,5-4 0,-2 1-1639,-2 2 1,0 0 1073,1-2 0,4-2 0,0 0 0,-3 2 565,1-1 0,2-1 0,-8 3 0,4-3 0,1-1 0,2-1 0,-3 2 0,-4 1-842,2-1 0,-4 2 0,5-2 842,-3 1 0,3-3 0,4-1 0,1-2 0,0 1 0,-1 0 0,-3 2 0,-5 3 0,4-4 0,-4 4 0,4-2 0,0 0 0,6-3 0,2-1 0,0 0 0,-3 2 0,-6 4 0,1-2 0,0 1 0,1 1 0,6-2 0,1 0 0,-2 0 0,-6 4-1254,-3 2 1,-1 0 1253,2-1 0,5-3 0,2-1 0,-3 2 0,-6 4-656,11-2 1,-7-1-1,-3 1 1,-13 9 0</inkml:trace>
  <inkml:trace contextRef="#ctx0" brushRef="#br0" timeOffset="17842">29532 5637 24575,'14'-20'0,"-4"-3"0,2-7 0,-2 5-3277,3-7 3108,-7 10 1,3-9 0,0-4 0,0-3 0,0 1 0,-2 5 0,-1 6-1471,-1-1 1,0 0 1122,1-1 0,2-6 1,0-3-1,0 0 0,-2 2 516,-4 3 0,-1 0 0,-1 1 0,0 0 0,0 3-365,2-5 1,0 2-1,0-5 365,-2 8 0,-1-5 0,0-2 0,0-3 0,0 1 0,-1 1 0,1 4 0,-1 5 0,1-5 0,0 6 0,-2-4 0,-1-3 0,-1-7 0,0-2 0,-1 1 0,0 5 0,2 9-1503,1 7 0,-1 2 1503,0-7 0,-1-6 0,-1-1 0,1 4 0,-4-2 0,1 3 613,-2-7-613,0 1 0,1 0 0,0 6 0,7 9 0,0-5 0,3 20 0,2-3 0</inkml:trace>
  <inkml:trace contextRef="#ctx0" brushRef="#br0" timeOffset="18841">29440 3220 24575,'-4'19'0,"0"2"0,0 3 0,-3 2 0,0 1-1310,1 1 0,0 1 1310,-1 8 0,0 0 0,1-3 0,2-1 0,0-2 0,0-1 0,0 6 0,1-4 0,3-6 834,-3 6-834,1-19 431,2-4-431,-1-11 0,4-5 0,2-21 0,1 0 0,1-2 0,-3 10 0,1-1-113,1-14 0,-1 2 113,-2 10 0,-2 3 0,0 1 0,0 1 0,-1-1 0,2 16 0,9 11 0,9 6 0,3 2 0,5 7-883,-1-4 0,-2-2 883,-11-7 1433,-7 4-1433,-26 15 0,7-15 0,-2 1-1093,-6 7 1,-2 3 0,2-4-345,6-8 1,0 0 1436,-6 7 0,-4 2 0,5-3-137,-3 0 137,3-1 0,1-1 0,1-1 1266,7-5-1266,2-9 0,4 1 0,-2-3 0</inkml:trace>
  <inkml:trace contextRef="#ctx0" brushRef="#br0" timeOffset="22760">21270 2934 24575,'-7'0'0,"-6"0"0,-6 1 0,-2 2 0,-1 0 0,-7 1 0,2 1 0,1 0 0,7-3 0,-7 4 0,0 1 0,2-2 0,1 2 0,2 0 0,4-1 0,-8 11 0,8 3 0,4-2 0,3 16 0,9-20 0,3 9 0,0 2 0,2-2 0,3 3 0,2-2 0,0-7 0,6 2 0,5 0 0,3-7 0,0-1 0,-7 1 0,1 0 0,10-3 0,4-1 0,-7-3 0,-10-2 0,16 0 0,11 0 0,-9-2-1854,-13-1 1854,15 0 0,2-3 0,-9-3 0,-1 1-1639,0-5 1,-1 1-1255,-4 4 2092,4-10 0,-2-1 801,-10 6-656,3-7 1,-2 0-1,-8 8 1,2-5 0</inkml:trace>
  <inkml:trace contextRef="#ctx0" brushRef="#br0" timeOffset="23128">21492 2652 24575,'12'25'0,"-1"0"0,1-1 0,2 7 0,0 1 0,-2-7 0,0-2 0,-3-1 0,1 5 0,-2-5 0,-1-4 0,3 13 0,-1-1 0,-3-13 0,4 10 0,1 1 0,-2-10 0,3 6 0,0-2 0,-1-9 0,15 14 0,-17-18 0,16 9 0,-17-12 0,15 1 0,-14-5 0,11-2 0,1-1 0,-4-2-820,17-1 1,-25 2 0,-6 1 0</inkml:trace>
  <inkml:trace contextRef="#ctx0" brushRef="#br0" timeOffset="23848">22050 2892 24575,'-19'0'0,"10"1"0,-28 4 0,23 0-1639,-8 2 1,-1 0-1639,10 0 0,-14 7 4605,13 1-1328,1 7 0,1 8 0,9-6 0,7-3 0,0-12 1719,9 2-1719,-8-6 0,9 1 0,-6-2 0,6 0 0,-5-1 0,1-2 0,-2-1-3277,8-4 2017,-5 2 1260,0-4 0,0-9 0,-7 9-1517,7-10 0,1 0 1517,-8 8 3034,14-23-3034,-17 24 0,6-9 0,-6 11 3276,0-4-2015,2 21 2015,2-2 0,2 14-3044,3-6-232,-2-5 0,2 1 0,-4-6 0,6 2 0,-7-5 0,8 1 0,-7-3 0,11-1 0,11-16 0,-11 6 0,-1-2 0,1-2 0,0-2 0,-1 0 0,-3 1 0,-4 4 0,1-3 0</inkml:trace>
  <inkml:trace contextRef="#ctx0" brushRef="#br0" timeOffset="24319">22311 2777 24575,'13'13'0,"-7"-7"0,6 4 0,13 1 0,9 2 0,-7-4 0,-1 2 0,-6-4 0,-2 1 0,11 6 0,-13 7 0,-5-7 0,1 12 0,-7-11 0,-2 4 0,-5-11 0,2-1 0,-5-4 0,2-1-3277,-21 6 0,15-6 3047,-20 3 230,12-4 0,2 0 0,-8 0 0,17-1 0,-4-1 0,11-5 0,0 3 0,1-3 0</inkml:trace>
  <inkml:trace contextRef="#ctx0" brushRef="#br0" timeOffset="24617">22634 2785 24575,'4'23'0,"1"-8"0,3 15 0,4-8 0,-5-6 0,5 3-3277,-2-1 0,-5-7 1328,5 6 3668,-6-8-1719,0-2 0,2 3 0,-4-5 0,-1-2 0</inkml:trace>
  <inkml:trace contextRef="#ctx0" brushRef="#br0" timeOffset="24813">22731 2704 24575,'0'5'0,"4"15"0,-3-15 0,3 12 0</inkml:trace>
  <inkml:trace contextRef="#ctx0" brushRef="#br0" timeOffset="25271">22904 2896 24575,'21'22'0,"-6"-5"0,-1 2 0,0 1 0,3 9-722,-3-5 722,-3-6 178,-5-6-178,-1-1 0,3-1 0,-7-4 0,1-7 0,-7-5 0,-5-17 0,-2-3 0,-2-3 0,-1-3 0,3 6 0,0 1-581,0 2 0,1 0 581,2 3 0,2 3-986,2 5 986,2 0 0,1-9 0,3 13 0,6-18 0,9 3 0,0 8 0,2 0 0,-3 3 0,1 1 0,5 2 0,-1 1 1617,-4 2-1617,14 2-820,-24 3 1,10-1 0,-15 3 0</inkml:trace>
  <inkml:trace contextRef="#ctx0" brushRef="#br0" timeOffset="25548">22947 2928 24575,'9'2'0,"22"0"0,-6-1 0,1 0 0,0-1 0,2-3 0,0 0 0,1-1 0,-2-2 0,0-1 0,-2 1 0,-7 3 0,7-11 0,-14 9 0,2-22 0,-6 12 0,-1-17 0,-4 19-820,-1-2 1,-1 12 0,2 2 0</inkml:trace>
  <inkml:trace contextRef="#ctx0" brushRef="#br0" timeOffset="25757">23325 2704 24575,'16'29'0,"0"-1"0,-2-3 0,-1-4 0,2-2 0,-8-28 0,-7-17 0,-2-6 0,0 8 0,2 17 0</inkml:trace>
  <inkml:trace contextRef="#ctx0" brushRef="#br0" timeOffset="26187">23841 2620 24575,'-10'14'0,"0"7"0,5-7 0,0 2 0,4-7 0,1-1 0,1-3 0,3 5 0,0-7 0,8 5 0,-5-7-3277,24-8 0,-19 4 3047,21-12-151,-17 4 381,0-3 0,-3 3 0,-11 5 0</inkml:trace>
  <inkml:trace contextRef="#ctx0" brushRef="#br0" timeOffset="26521">23977 2650 24575,'11'18'0,"1"-1"0,-3-9 0,-2-3-3277,14 1 0,-13-6 1638,22-4 1,3-1-1639,-15 1 3235,9-2 1,6-2 0,-5 2 41,-6 0-1201,8-2 1,-1-1 1200,-16 6 2401,4 2-2401,-14 37 0,-4-15 0,2 15 0,-2-29 0</inkml:trace>
  <inkml:trace contextRef="#ctx0" brushRef="#br0" timeOffset="31550">21243 12362 24575,'0'6'0,"0"10"0,-1-4 0,-1 16 0,-2 4-1560,0-1 1560,1-12 0,0 0-1639,1 7 1,-1-2-1639,0 4 2774,1-7 1,1 0-2056,-2 1 2558,3-9-345,-3 10 1,0 0 344,2-8 0,0 12 0,1 1 0,3-4 164,0-2 0,3 1-164,3-6 0,2-1 0,1 7 3276,7-1-2371,-15-19 2371,0 2-2532,1 1 0,-5-4 0,3 2 0</inkml:trace>
  <inkml:trace contextRef="#ctx0" brushRef="#br0" timeOffset="32798">19749 13576 24575,'12'-17'0,"3"-1"0,-4 3 0,4-3 0,-1 4 0,-1 2 0,14-13 0,-15 13 0,11-7 0,1-2 0,-2 3-497,0 0 1,4-5-1,-1 2 497,-1 1 0,1 0 0,1-1 0,4-2 0,-3 1 0,-1 1 0,0 2 0,6-4 0,-3 3 0,-3 2 0,0 0 0,0 0 0,-3 3-1639,5-4 1,-1 0-1133,-10 8 2771,12-10 0,-15 13 0,3 0 0,1-1 0,2-1 0,6 0 0,-2 0 0,-10 5 0,12-4 0,1 0 0,-9 4 0,5-4 0,-1 0 0,-11 5-3277,14-8 2771,-20 10 3782,5-4-2015,-7 5-1261,2-1 0,9-1 0,-3 1 0,7-1 0,2 0 0,-1-1 3276,15-4 0,-11 4-3044,-10-1-232,-1 2 0,-12 3 0,-1-1 0,-3 1 0,0 0 0,-3 1 0,4-1 0,-2 2 0</inkml:trace>
  <inkml:trace contextRef="#ctx0" brushRef="#br0" timeOffset="34666">17122 14432 24575,'-14'1'0,"-1"2"0,-5 8 0,-5 2 0,3 0 0,3 1 0,0 0 0,2 2 0,-3 3 0,-1 4 0,5 1 0,3 1-858,0-4 1,2 0 857,-1 9 0,4-1 415,5-3-415,4 8 0,3 0 0,-1-8 0,5 1 0,4 6 0,0-5-1109,7-3 1109,-4-5 0,4 3 0,-2-3 0,-3-7 0,2-2 0,8 4 0,5 2 0,-5-3-3277,4 3 1922,1-2 1,2 0 1354,-3-6 0,-2-2 557,3 7-557,2-6 0,7 1 0,-7-2 0,1 2 0,0-4 0,8-2 0,-8-1-1141,-6 0 1141,8-4 0,-1-2 0,-10-2 0,2-5-1639,-4-2 1,-1 1 1578,-7 1 60,1-3 0,-2-2 2695,-5-1-2695,3-2-1639,-7-5 1,0 0 1468,0 8-812,-3-19 0,-1-2 982,-3 14 1088,2-6 1,-1-3-1089,-3 6 0,-1 1 0,3 3 0,-1 0 0,-4-6 0,-1-3 0,0 4-946,4 8 0,0 1 946,-4-9 0,-2 1 725,-5-7-725,7 18 0,-12-13 0,16 20 0,-1 2 0</inkml:trace>
  <inkml:trace contextRef="#ctx0" brushRef="#br0" timeOffset="35388">18690 14535 24575,'-10'21'0,"-5"10"0,1 0 0,0 1-1639,6-7 1,1-1-1639,3-2 2184,3 3 1,0 6 0,1-2-92,0-5 1,1 2 1183,3 0 0,1 4 0,1 1 0,0-3 0,-1-1 0,1-2 0,2 0 0,5 2 0,4 2 0,1-1 0,-1-2 0,1-1 0,0-2 0,2 0 0,6 4 0,1 0 0,1-4 0,2-2 0,2-3 0,-1-3 0,1 0 0,-3-3 0,-10-3 0,3-1 0,3 0 0,7 0 0,2 1 0,-1-2 0,-6-1 0,5-1 0,0-2 0,-1 1 0,7 1 0,2-1 0,-2-1 0,-4-2-446,0-3 1,-5-4-1,1 2 446,1 3 0,-1 0 0,-3-5 0,5-12 0,-9-3-48,-14 5 48,2-9 0,-3-2 3276,-5 2-3230,-4-1 1,-2-6 0,0 3-47,0 5 0,0 0-193,-2-10 0,-1-4 1,-1 1 192,-1 2 0,-2-1 0,1 9 0,-1-3 0,-1 0 0,2 4 0,-1-4 0,-1 1 0,-5 1 0,-3-2 0,-2 0 0,3 6 1638,3 5 0,-2 1-1471,-7-4 0,-6-4 1,0 0-1,2 5-167,5 5 0,3 3 0,-2 0-469,-9-6 1,-1 1 0,4 3 0,8 6 0,4 2 0,-6-1 0</inkml:trace>
  <inkml:trace contextRef="#ctx0" brushRef="#br0" timeOffset="37133">17677 15929 24575,'-28'6'0,"-1"1"0,1-1 0,-2 2 0,-1 1 0,5 1 0,7 2 0,3 0-3277,-14 8 0,10-1 1658,6 1 1619,6-8 521,-5 7 1,-1 1-522,4-4 0,-1 4 0,0 2 0,-1 13 0,2 0 1137,5-15 1,2 0-1138,1 2 1326,0-3 0,2 1-1326,2-1 0,0 0 0,2 12 0,3-10 0,1-3 0,-2-6 0,5 5 0,1-1 0,-5-2 859,18 11-859,-7-13 0,-1 0 0,5-3 0,-15-2 1344,5-2-1344,7 11 0,-3-6 0,2 1 0,3 1 0,1 0-1639,6 3 1,1-1 1281,-9-5 1,1 0 356,14 5 0,0-2-974,0-2 974,-2 1 0,-1-1 0,-5-4-1639,-1 2 1,-1-1-225,-6-2 1258,11 2 0,0 1 605,-7-3-777,6 1 1,1 1 776,-5-3-306,-2-1 1,4 0 0,-3 0 305,-5 0 0,-1 0 0,10-1 0,4 1 0,-4 0 0,-8-1 0,-1 0 0,18 1 0,-3-1 0,-11 0 42,11 0 1,-1 1-43,-12-1 0,6-1 0,-1 0 0,-10 0 331,12 0 0,1 0-331,-5 0 0,6-1 0,0 1 0,1-1 0,-1-2 0,-2 0 0,-1 1-105,8-5 1,-1-1 104,-9 1 0,0-2 0,1-1 0,-4 0 1413,-3-3 0,1-2-1413,-3 2 274,-2-2 1,-1-2-275,-4-2 0,-1 1 0,-1 0 0,-3-1 372,3-5 1,-2 0-373,-3 2-1595,0-1 0,0-1 1595,-2 5-82,0-8 0,0 0 82,-1 6 0,0-5 0,0-1 0,0 3 0,-2 1 0,1 1 0,0 3 0,-3-11 283,1 5-283,-4 5 1638,2-3 0,-3-2-1225,-4 7 1,0-1-414,3 1 0,-1-1-133,-5 0 0,-1 2 133,-2-4 0,-2 2 0,-1 1 0,4 3 0,1 1 0,0 0-335,-8-2 335,-4-5 0,9 8 0,-5 0 0,-1 1 0,0 0 0,-3 1 0,-1 1 0,3 0-939,-7-4 0,-3 1 939,10 5 0,-7-1 0,-2-1 0,-2 1 0,1-1 0,3 2 0,5 1 0,-3 0 0,5 1 0,-4 0 0,-1-1 0,-4-1 0,-4 0 0,1 0 0,2 0 0,5 2 0,-4 1 0,4 0 0,3 1 0,-8 0 0,4 0 0,11 1 0,1 1 876,-9 9-876,10-1 0,-1 2 0,-13 6 0,0 1 61,13-6 1,1 0-62,-2 0 0,4-1 184,8-7 0,4-1 1,-2 2-1</inkml:trace>
  <inkml:trace contextRef="#ctx0" brushRef="#br0" timeOffset="38926">17316 14577 24575,'2'14'0,"5"21"-1639,-4-14 1,0 0-1,1-3 1,-1 1-1,0 12 1,-1-4-1639,-1-16 4170,0 8 1,-1 1-894,0-5 0,0 12 0,0-11 0,0 4 0,0-23 3276,0 3-2015,-4-29-1261,0 12 0,-3-5 0,-1-1 0,-1 4 0,-2 1 0,0 2 0,3 6 0,-4-3 3276,9 13 0,0-1-3044,-2 6-232,-3 2 0,-2 14 0,4-11 0,-1 8 0,7-10 0,1-1 0,-1-1 0,2-5 0</inkml:trace>
  <inkml:trace contextRef="#ctx0" brushRef="#br0" timeOffset="39660">18866 14851 24575,'22'-10'0,"6"0"0,3 5 0,0-1-3277,0 0 3150,-2 2 0,0 1 127,-4 4 1104,3-2-1104,0 8 578,-17 0-578,-15 10 0,-6 3 0,-8 6-189,3-5 0,-4 2 189,0-5 0,-4-1 0,3-1 297,0 0 1,1 1-298,-4 0 0,-1 1 0,4-3 0,0 3 0,5-4 0,3 0 0,10-4 0,6 17 390,1-18-390,23 4 0,-10-10 0,1-1 0,16 1 0,-9-1 0,1-1 1242,2-1-1242,-10 7 0,-9 5 0,-14 4 0,1 3 0,0-12 0,1 0 0</inkml:trace>
  <inkml:trace contextRef="#ctx0" brushRef="#br0" timeOffset="40454">18096 16229 24575,'23'-4'0,"1"0"0,-4 0 0,1 1 0,4 0 0,2 2 0,-2-1 0,3 0 0,-1 1 0,8 0 0,-2 2 0,-13 0 0,-1 0 0,3 1 0,-3 0 0,-8 3 0,-8 6 0,-6-6 0,-11 20 0,0-13 0,0 2 0,-1-1 0,-7 1 0,5-3 0,0-2 0,3 1 0,9 7 0,37 0 0,-9-5 0,3-2 0,-2-1 0,-9-3 0,18 10 0,-23-9 0,4 20 0,-15-6 0,-2 0 0,-4 0 0,-6-3 0,-3-1 0,0-1 0,-4-1-1093,-5-5 1,-5-2 0,1-2 566,-1 0 0,-2-2 526,5-1 0,-2 0 0,-1-1 0,2-1 0,-9-1 0,0-2-1093,1-2 1,-1-2 0,5 0 55,9 3 1,1-3 1036,-5-7 0,-2-3 0,8 2-2,9 4 2,-10-15 0,2 1 0,16 18 0,-7-15 0</inkml:trace>
  <inkml:trace contextRef="#ctx0" brushRef="#br0" timeOffset="41854">16329 14030 24575,'0'21'0,"-1"0"0,0 8 0,0 6 0,0 1 0,-1-2-1093,-1-1 1,0-1 0,0 4 682,2-7 0,-1 4 1,1 4-1,-1 0 1,1 1-1,-1-1 0,0-4 1,0-3-684,-2 8 1,-1-6 0,0 8 896,3-14 0,0 5 1,0 3-1,1 3 0,-1 1 1,0 1-1,0-1 1,1-1-1,-1-1 0,0-4 1,0-3-89,0 5 1,0-6 0,-1-2-1,1 3 1,-1 6 283,2-8 0,-1 4 0,1 3 0,0 2 0,-1 2 0,1 0 0,-1 2 0,1-1 0,-1-1 0,1-1 0,0-3 0,-1-2 0,1-3-392,-2 12 1,1-6 0,-1-2 0,0 2 0,1 4 391,0-8 0,0 4 0,0 1 0,0 2 0,1 1 0,-1 0 0,0-1 0,0-1 0,-1-2 0,1-2 0,-1 6 0,-1-3 0,1-1 0,-1-1 0,1-1 0,-1 0 0,1-1 0,0-2 0,0 0 0,0 0 0,0 2 0,0 2 0,0 3 0,0 0 0,1 0 0,-1-4 0,2-5 0,-1 4 0,1-2 0,0-2 0,0 4 0,0 2 0,1 0 0,-1-5 169,1 2 1,0-3-1,1-1-169,0 9 0,0-2 1167,-1-1 1,0-4-1168,0-1 3276,0-12-2605,4-15-1123,6-21 0,1-7 452,4 6-371,-4-4 1,-1 4 0,-4 17 0,-6 1 0</inkml:trace>
  <inkml:trace contextRef="#ctx0" brushRef="#br0" timeOffset="43227">16457 14239 24575,'18'-25'0,"-4"8"-1639,0 2 1,1 2-1639,-3 6 1638,13-7 1,3-1 1021,0 4 617,6-2 0,2-1 0,-15 7 0,2 1 0,7-1 0,5-1 0,-5 2 0,-11 1 0,0 0 0,10 0 0,7-1 0,0 1 0,-9 1 0,0 1 0,0 0 0,9 1 0,0-1 0,-8 1 0,1 2 0,-3 0 0,9-1 0,4 1 0,-3-1 0,-9 1-2012,10 0 2012,-12 0 0,6 0 0,1 0 0,-2 0 0,2 1 0,-2-1 0,0 1-653,3-1 0,4 0 653,-6 1 0,8 0 0,3 0 0,0 0 0,-4 1 0,-5 0 384,-6 0 0,-5 0 0,7 0-384,-3-1 0,6 0 0,4 0 0,2-1 0,2 1 0,-1-1 0,-1 1 0,-3 0 0,-5 0-465,5 1 1,-6 0 0,1 1-1,5-2 465,-4 0 0,4 0 0,4-1 0,1 1 0,1-1 0,-1 0 0,-2 0 0,-3 0 0,-5 1 496,3 0 0,-6-1 1,0 1-1,4 1-496,0-1 0,5 1 0,2 0 0,0 0 0,-2 0 0,-4-1 0,-8 0 0,-1 0 0,-2 1 0,6 1 0,7 1 0,-3-1 0,-8 0 0,-7-2 1554,9 10-1554,6 0 0,-6 3 0,-2-7 0,6-1 0,-6-1 0,0 3 0,4-3 0,8 1 0,2-1 0,-8 0 814,-10-2 1,0 0-815,13 3 0,5 1 0,-7-2 3276,-1-1-2147,-10 1 1,-1 0 942,0 0-2072,4 4 0,-5-1 0,-4 0 1697,1-2-1697,-6-1 0,-4-3 0,3 8 0,-3 0 0,8 24 0,2-2-1093,-4-10 1,2 4 0,-2-4-547,-1-6 1,1 2 1561,7 13 0,2 5 1,-3-8-169,-4-9 245,-1 2 0,4 7 0,-1 1 0,-3-6 0,2 11-497,-5-10 0,1 5 0,1 2 0,-2 1 497,-2 4 0,-1 3 0,-1-2 0,0-1-1093,1-3 1,1-2 0,-1 3 988,-1-2 0,0 3 0,0 3 0,1-1 0,-1-2 104,2-3 0,-1 0 0,1-1 0,-1 0 0,1-2 367,1 6 1,-1-3 0,1 9-368,-2-14 0,-1 5 0,2 3 0,-1 4 0,0 1 0,1 0 0,-1 1 0,1-1 0,-2-2 0,1-3 0,-1-4-560,1 9 1,-1-5-1,-1-2 1,1 2-1,0 5 560,-2-11 0,1 4 0,0 2 0,0 2 0,0 0 0,0 2 0,0 0 0,-1-1 0,1-1 0,-1-2 0,0-2 0,0-3-89,0 7 0,0-3 0,-1-2 1,0-2-1,0 2 0,-1 1 89,0 1 0,-1 2 0,0 1 0,0 0 0,0-2 0,-1-3 0,1-4 0,0 3 0,-1-5 0,1 0 0,-1 9 0,0 0 0,-1-7 0,-1 0-191,2-3 1,0 3 190,0-8 0,-1 2 0,1 4 0,0 3 0,1-5 0,0-6 0,-1 3 0,1 2 988,3 9-988,-2-8 0,0 2 0,0-1 0,0-7 2451,-7 13-2451,2-25 0,-7 6 0,7-9 0,-13-2 0,-2-1 0,-1 0 845,-13 0 1,-4 0-846,16 0 0,-1 0 0,-4 1 0,-5-1 0,-1 0 0,2-1-800,-2-1 1,2 0 0,-4-1 799,3 1 0,-4 0 0,-2 0 0,1-1 0,2 0 58,-1-1 0,4-1 1,-3-1-1,-5 1-58,11 1 0,-4-1 0,-3 1 0,-1-1 0,-1 1 0,-2-1 0,1 0 0,1 0 0,1 0 0,2 0-333,-1 0 1,1-1 0,2 0 0,0 1 0,-1-1 0,0 0 0,-3 1 0,-1-1 332,5 1 0,-1 1 0,-1-1 0,-2 0 0,-1 0 0,-1 0 0,0 0 0,0 0 0,0 1 0,0-1 0,2 0 0,0 0 0,2 1 0,1-1-99,-5 0 0,2-1 0,1 1 0,2-1 0,-1 1 0,1 0 0,-1-1 0,-1 1 0,-2 1 99,4 0 0,0-1 0,-2 1 0,-1 1 0,0-1 0,0 0 0,0 0 0,1 1 0,0-1 0,2 1 0,1 0 0,2 0-23,-6 0 0,2 0 0,2 1 0,1-1 0,-1 1 0,0 0 0,-4-1 23,3 1 0,-4-1 0,-1 0 0,-1 0 0,-1 0 0,1 1 0,2-1 0,1 1 0,4 0 0,3 0 0,-5 1 0,5 1 0,1 0 0,-4-1 0,-2-1 0,-5-1 0,-2 0 0,2 0 0,5 0 0,10 1 1885,-7 0-1885,2-1 0,1 0 3070,-2 0-3070,10 1 3276,6 0-2948,12 2 1,1 0 0,1 0 0</inkml:trace>
  <inkml:trace contextRef="#ctx0" brushRef="#br0" timeOffset="46326">13278 2789 24575,'7'0'0,"7"-3"0,-6 1 0,17-7 0,7-3 0,-6 3 0,0-2 0,1 2-1093,-4 1 1,1 1 0,2-2 1004,3-1 1,3-1 0,2-1-1,0 1 1,-4 2-1006,3 2 1,-2 1 0,1 0 340,-4-2 0,1-2 0,0 1 0,-1 1 752,11 0 0,-1 0 0,-9 2-110,-10 1 110,5-2 0,4 0-1639,-5 3 1,-2 1 1480,0-2-747,15 0 0,-2 2 905,-23 1 1171,13-2 0,0 0-1171,-17 3 0,11-3 0,-17 4 0</inkml:trace>
  <inkml:trace contextRef="#ctx0" brushRef="#br0" timeOffset="46628">14276 2439 24575,'3'20'0,"3"11"-1639,1-12 1,0-1-1639,2 9 2084,2-9 1,1-4 1192,-4-9 1779,12 11-1779,-3-15 0,0 0 0,3-7 0,5-9 0,-13 8 0,13-13 0,-21 18 0,4-5 0</inkml:trace>
  <inkml:trace contextRef="#ctx0" brushRef="#br0" timeOffset="47078">14976 1996 24575,'17'28'0,"0"-1"0,4 6 0,0-1 0,-2-7 0,0-1 0,1 1-820,0 2 1,0 2 0,1 0 0,-1-5-274,-1-4 1,-1-3 0,0-1 10,3 3 0,-1-4 3288,11 6-2206,-12-10 0,-2-3 1402,-1 0-1402,4-2 0,2-1-3277,8-10 1463,1 5 1805,-5-11 1,-4-4 8,-8 2 0,6-7 0,7-6 0,-5 3 0,-7 7 0,-1 0-820,3-5 1,4-4 0,-1 0 0,-4 5 763,3-11 56,-7 8 0,3-6 0,-1 0 0,-4 6-2295,-5-4 2295,8-8 0,-1-1 1218,-6 0-1218,-3 13 430,1 2 1,-1 1-431,-3 6 819,1 1 0,-1 11 0,0 0 0</inkml:trace>
  <inkml:trace contextRef="#ctx0" brushRef="#br0" timeOffset="47423">15995 1774 24575,'20'0'0,"-2"0"0,2-2 0,1-1 0,8-1-1093,1-3 1,7-1 0,-6 1-547,-12 4 1,-1 0 775,7-2 1,3-1 0,0 0 862,7-1 0,-4 1 0,3-3 0,-6 3 0,4-1 0,-7 1 0,-8 1 0,7-1 0</inkml:trace>
  <inkml:trace contextRef="#ctx0" brushRef="#br0" timeOffset="47867">16378 1798 24418,'-7'32'0,"1"1"0,2-9 0,1 1 0,1 1 0,-1 1 0,0-4 78,0 12-78,1-4 0,-1-3 0,-2-4 0,2 0 0,0-2 0,0-5-3277,-10 7 0,9-15 2654,-13 4 1,-4-1 622,-2-4-1093,-1-1 1,-4 2 0,4-3 211,-10 0 407,3-3 1,-5 1 0,7-1 473,5-3 1638,-9 1 0,11 0-1435,39-3-203,2 0 0,4 0-803,7 1 0,4-1 803,-3 1 0,4-2 0,1 0 0,0 1 303,-2-1 1,0 1 0,1-1 0,2 1-304,-6-1 0,1 1 0,3 0 0,-1-1 0,1 1 0,-1-1 0,-1 1 0,2-1 0,-2 0 0,0 0 0,0 1 0,0-1 0,-1 0 0,6 0 0,0 0 0,-1 0 0,-1 0 0,-3 0 0,3 1 0,-3 0 0,-4 0 0,-4-2 0,-6 2 0,-13 2 0,-1-2 0</inkml:trace>
  <inkml:trace contextRef="#ctx0" brushRef="#br0" timeOffset="48515">17223 1889 24575,'6'24'0,"-3"-13"0,7 22 0,2-2 0,-3-4 0,5 7 0,-8-23 0,-1 0 0,-1-8 0,-1-6 0,-2-13 0,1-21 0,-4 7-1639,1-4 1,-1 2-1639,0 10 3162,0 1 0,0-1-808,-4-11 923,3 8 0,-2 0 0,0-2 0,4-3 0,1 2 0,-2 9 0,1-1 0,4-10 0,3 3 0,9 7 0,-2 2 3276,6 10-226,-12 8-6327,10 5 1151,-10 0 1635,12 12 1,2 2 490,-5-3-19,4 4 0,-1 0 19,-8-10 0,-3 2 0,-5-6 3276,-3-1-272,-2 5-1541,1-1-1463,-8 1-3277,-7-1 0,4-5 3014,-16 6 263,16-9 0,-22 10 0,17-9-820,-5 4 1,15-5 0,3 0 0</inkml:trace>
  <inkml:trace contextRef="#ctx0" brushRef="#br0" timeOffset="49285">13842 3692 24575,'7'0'0,"3"0"0,13-3 0,-5 3-1093,5-2 1,6-2 0,0 1-1,-3 1 1,1 0 0,2 0 453,-1-1 1,3 0 0,2-1 0,-1 0 0,-2 1 638,5-2 0,-1 1 0,3 0 0,-4 0 0,5 0 0,0 0 0,-2-1 0,-5 1 0,4-2 0,-1 0 0,3 2 0,3 0 0,-9-1 2579,-3-3-2579,-10 6 0,-11-2 0,-3 4 0,-4-2 0</inkml:trace>
  <inkml:trace contextRef="#ctx0" brushRef="#br0" timeOffset="50070">16028 3256 24575,'5'17'0,"1"11"0,1 8 0,0-5 0,0 0 0,2 5-1296,-3-10 1,-1-3 1295,1-4 448,-1-1-448,-1-10 514,1 1-514,-1-20 0,-1-8 0,0-3 0,-2 4 0,0-1 0,-2-10 0,0-3 0,-1 4 0,-2-4 0,-2 5 0,-1-5 0,1 6 0,-3 1 0,0-2 0,0 0-1280,3 10 1280,0 1 1229,8 15-1229,16 13 0,3 1 0,2-5 0,2-1-440,-5-4 0,2-2 440,11-3 0,6-2 0,-5 0-987,-13 1 1,1 0 986,3-2 0,6-1 0,4-2 0,0 0 0,-3 0 0,-7 1 0,1-2 0,-1-1 0,8 0 0,8-1 0,-2 0 0,-9 0 1162,2-6-1162,-10 8 0,-4-1 0,-13 3 0,3-2 1116,-14 20-1116,-1 9 0,0 2 0,-1 3 0,3-7 0,-1 0 300,-2 8 1,0-2-301,1-2 0,1 4 0,5-17 0,3 0 0,0-6 0,2-2 0,2 2 0,-3-1 0,3-1 0,-5-1 0</inkml:trace>
  <inkml:trace contextRef="#ctx0" brushRef="#br0" timeOffset="50533">16861 3059 24575,'10'28'0,"-2"-4"0,0-1 0,0 0 0,3 3 0,-1 0 0,-3-9 0,8 17 0,-8-16 0,1-5 0,-4-6 0,-3-7 0,-2-6 0,-2-19 0,0 3 0,-1-1 0,1 2 0,0 0 0,-2-5 0,0 2 0,1 10 0,-3-12 0,6 20 0,2-8-3277,28 6 0,-15 3 3162,6 1 0,5 0-1524,7 0 1,1 0 1491,-1 2 1,3 0-69,-5-2 1,4 0 0,1-1 0,-3 1 214,-1 0 0,-3 1 0,0 0-370,-2-1 0,0 0 1,-3 0 369,0 0 0,-8 1 0,-12 3 0,-1-1 0</inkml:trace>
  <inkml:trace contextRef="#ctx0" brushRef="#br0" timeOffset="51244">14392 4463 24575,'26'-8'0,"0"1"0,0 0 0,3-1 0,-1 1 0,-1 1 0,-1 2 0,4-2-656,1 0 1,4-1-1,2-1 1,-1 0 0,-6 1-984,5 0 1,1-1 1091,-4 2 1,6-2 0,4 0 0,0 0 0,-6 1 0,-9 2 512,9-2 34,-3 0 0,8-1 0,0 0 0,-11 3 0,-3 2 948,-8 0 0,-1 0-948,5 0 0,-19 4 0,1-2 0,-5 2 0</inkml:trace>
  <inkml:trace contextRef="#ctx0" brushRef="#br0" timeOffset="52354">16121 4096 24575,'11'33'0,"0"0"0,-1-8 0,-1 0 0,1 2 0,0 0 0,-2-5 0,0-4 0,-2-8 0,6 16 0,-7-20 0,1-22 0,-4-5-1639,-1-4 1,0 0-1639,0 3 1638,0-7 1,-1 2 148,0 16 696,1-12 0,1 1 794,0 16-446,8-5 446,3 9 0,18 3 0,5 0 0,-17 0 0,3-1 428,3-1 1,7 1 0,3-1 0,1 0-1,-3-1-428,1-1 0,-1 0 0,0 0 0,1 0 0,0 0 0,1 0 0,-1 0 0,0 1 0,-3-1 0,2-1 0,-5 1 0,-6 1 3276,-1 0-1961,0 2 1592,-17 0-2907,6 7-3277,5 7 1703,-3-2 1890,4-1 0,1 0-316,-5-4 0,12-1 0,9 1 0,-1-2 0,1-1 0,3-1-820,-3-1 1,5 1 0,0-1 0,-2-1 526,-3 1 0,-1-2 0,3 0 293,-6 0 0,4-1 0,3 0 0,0 0 0,0 0 0,-3 1 0,-4-1-348,5 0 0,-4 1 1,4 0 347,-2-2 0,6 1 0,3-1 0,-2 0 0,-4 0 0,-9 1 0,-5 1 0,-2 0 0,16-3 0,-8 0 3276,-25 3-3155,2-1 0,-15 1 0</inkml:trace>
  <inkml:trace contextRef="#ctx0" brushRef="#br0" timeOffset="53646">19208 899 24575,'-21'30'0,"5"-9"0,0-1 0,0 1 0,-1 0-1639,2-4 1,1 1 1576,-3 5 62,1-6 0,0 0 0,-8 8 0,1-3 0,-1-1 0,-4 2 0,9-7 0,-2 1 0,2-1 0,-7 8 0,1-3 0,2-2 1048,9-5-1048,-1 0 0,1-1 0,4-4 0,-6 4 0,0-1 0,7-3 547,-14 8-547,9-9 0,-2 3-3277,-6 1 348,13-5 4095,-21 7-1166,11-5 0,-7 5 0,10-6 0,10-4 0,1 0 0,-1 0 3276,0 0 0,2 1-3044,-7 5-232,6-5 0,-15 10 0,13-9 0,-12 4 0,16-6 0,-2-1 0</inkml:trace>
  <inkml:trace contextRef="#ctx0" brushRef="#br0" timeOffset="55197">18389 1402 24575,'9'23'0,"1"1"0,1 3 0,-1-7 0,-1-2 0,-3-8 0,5 11 0,-7-12 0,2-1 0,-17 6 0,-5 0 0,-2 0 0,-2 2 0,-1 1-185,2-1 1,-2 1 0,1-1 184,-8 3 0,2-2 0,8-4 0,1-2 0,-6 4 0,3-4 0,9-6 0,-4 3 0,14-8 0,26-11 0,-2 0 0,1 0 0,-6 3 0,1-1 0,13-4 0,6-3 0,-7 5 553,-5 2-553,0 0 0,6-2 0,-8 2 0,-8 2 0,5-1 0,-20 6 0,-5 3 0,-14 5 0,8 0 0,-18 3 0,-2 1 0,4-2 0,-4 0 0,1 0 0,12-4 0,7-1 0,24-8 0,2 2 0,3-6 0,2-3 0,9-2 0,-4-4 0,-8 8 0,-17 7 0,3-17 0,-4 7 0,2-10 0,-2 9 0,-2 9 0,0-6 0,-1 8 0,1-3 0,-7-1 0,0-1 0,-3 2 0,0 8 0,-3 15 0,-5 1 0,-2 1 0,8-6 0,-1-1-1639,-10 8 1,3-3-1639,10-11 3047,-10 11 230,17-15 0,3-2 0,24-18 0,3-3 0,1 2 0,1 1 0,-1 0 0,-4 2 0,-6 6 0,-16 15 3276,-2-1-1638,-11 8 0,-4 2-1406,-3 1-232,-6 0 0,-1 0 0,3-1 0,-4-2 0,1 0 0,13-5 0,-9 4 0,18-8 0,2 2 0,18 1 0,-11-3 0,12 2 0</inkml:trace>
  <inkml:trace contextRef="#ctx0" brushRef="#br0" timeOffset="60161">22438 17953 24575,'7'-3'0,"5"-7"0,3 0 0,10-7 0,3-1 0,-10 7 0,0-1-516,6-3 0,4-1 0,0-1 516,-2 0 0,-1-2 0,1 0-1093,3-4 1,0 0 0,0 0 177,-4 3 1,-1 1 0,-1-1 914,-1 0 0,-2-1 0,-4 3 0,3-3 0,2 0 0,-1 1 0,-7 5 0,6-3 0,-3 2 0,-10 11 0,11-11 784,2-1-784,9-6 3276,-7 1-1638,3 0 0,-3 1-1406,-13 10-232,14-12 0,-1 0 0,-14 14 0,13-17 0,-18 20 0,2-5 0,-5 7 0,2-2 0,-2 4 0</inkml:trace>
  <inkml:trace contextRef="#ctx0" brushRef="#br0" timeOffset="60965">23333 17268 24575,'14'12'0,"-2"5"0,-1 2 0,2-1 0,2 11 0,-2 0 0,-9-12-1639,4 4 1,0 0-1639,-6-12 1328,6 16 1949,-9-21 1719,-16-1-1719,0-8 0,-1-4 0,0 2 0,0-1-536,-5-2 0,1-1 536,2-5 0,1-4 0,0-2 0,7 7 0,1-1 0,-6-8 0,-2-5 0,0 1 0,4 6 0,-1 1 0,1 0 0,-6-10 0,0 1 0,-2-1 0,5 6 0,12 16 0,31 6 0,-4 11 0,6-1 0,6 0 0,-6-1 0,1 2 0,3-4 0,6 1 0,-7-3 0,-4-1 536,5 1 0,-6 2-536,-22-1 3276,-18 7 0,-5-3-3160,-3 2 0,-2 0-116,-1-3-639,3 2 0,1 0 639,-1-2 0,-2 1 0,2 0 0,12-4 0,-2 3 0</inkml:trace>
  <inkml:trace contextRef="#ctx0" brushRef="#br0" timeOffset="61999">26896 16925 24575,'-22'13'0,"8"-4"0,-2 3 0,1 1 0,-2 12 0,2 0-3277,8 9 0,9-21 1638,5 7 1,1-2 148,-3-10 1490,12 16 0,4-8 0,9-8 0,-7 0 0,1-1 0,6-4 0,-10-10 0,-4-2 0,-8 3 0,5-15 0,-2-2 0,-7 12-563,3-22 0,0-3 563,-6 12-1331,3-8 1,0 0 1330,-4 13 1056,-2-7 1,-3 0-1057,-4 7 0,-4-6 0,-1 2 0,0 10 0,-11-2 0,0 2 0,12 5 0,-4 1 0,-3 1 123,0 4 1,1 1-124,-7 4 0,-3 0 0,1-1 0,10 3 0,0-1 0</inkml:trace>
  <inkml:trace contextRef="#ctx0" brushRef="#br0" timeOffset="62397">27357 17045 24575,'7'15'0,"4"8"0,0 1 0,-2 0 0,0-3 0,-8-9 0,3-1 0,-4 4 0,0-9 0,0 4 0,18-17 0,12-4 0,-6 0 0,1 0 0</inkml:trace>
  <inkml:trace contextRef="#ctx0" brushRef="#br0" timeOffset="62897">27879 16841 24575,'5'22'0,"-3"-10"0,1 17 0,-8-4 0,4-3 0,-7 12 0,6-25 0,-7 16 0,7-41 0,1-7 0,-3 14-1093,4-16 1,2-10 0,1 6-2185,-2 7 3162,1-4 0,0-1-271,-2-5 386,-1 10 0,-2-10 0,-1 25 0,0 3-3277,-13 19 2145,10-11 1132,-11 15 620,3 2 0,1 1-620,-2 3-1055,-1 4 1,-3 8 0,4-7 1054,1 0-75,0 0 1,0 0 74,3-2 0,7-16 0,-4 9 0</inkml:trace>
  <inkml:trace contextRef="#ctx0" brushRef="#br0" timeOffset="63647">26976 17842 24575,'7'22'0,"3"5"0,-8-19-3277,8 15 0,-6-16 1328,17 21 1949,5-9 0,1 4-1409,5-10 0,0-2 1409,-5-5 0,0-2 0,6 0 0,-5-2-101,1 0 101,4-5 0,9-2 0,-9 1 0,-6-2 0,7 0 0,1-2 0,-15 0 0,-4 0 0,0 0 0,13-7 0,-2-2 3276,-17 9-2671,11-13 0,-2 2-453,-12 12-152,4-9 0,-1-1 3276,-6 8 0,-1-18-3044,-13 3-232,-1 3 0,-9 6 0,-2 1-436,2 5 436,-5 3 0,-8 0 0,-3 0 0,3 2-1093,3 1 1,3 1 0,-5 0 673,0 0 1,-4 0 0,-2 0 0,1 0 0,2 1 418,0 0 0,2 1 0,0 0 0,-2 2 0,3 0 0,-1 1 0,-1 0 0,1 1 0,3-1-820,0 1 1,1 0 0,2 1 0,0-1 290,-5 3 1,0-1 0,5 0 528,4 0 0,6 0 0,7 1 0,2 0 214,3 3-214,11-1 0,-4-6 0,2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545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Apertura. En la Clase 4, con California Housing, XGBoost subió el R² de 0.651 a 0.841. Hoy repetimos la pregunta con el banco: ¿muchos árboles juntos le ganan a la logística? El gráfico es el resultado final: ocho modelos muy distintos llegan casi al mismo AUC en 2010, incluidos los tres boostings. Ninguno de los modelos de árboles le gana solo a la logística. Anuncia también que cerramos el Módulo 2 con preguntas tipo examen.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minutos incluyen teoría y laboratorio. El notebook tarda unos dos minutos en correr completo en Colab. El notebook tarda unos tres minutos en Colab; la primera vez instala CatBoost. Si el tiempo aprieta, el Bloque 2 se puede dar solo con la slide y la demostración 2.2, y las preguntas del Bloque 5 que no alcancen quedan de tarea.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minutos para recordar la Clase 7. La Celda 0 del notebook rearma la base y la logística de la Clase 6, y ahora además deja listas las matrices Xe, Xv, Xo para XGBoost y las funciones de ganancia de la Clase 7. Pregunta a la clase: si en la Clase 4 XGBoost subió tanto el R², ¿qué esperan hoy? Anota las apuestas en la pizarra y vuelve a ellas en el Bloque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Recuerda la Clase 4: bootstrap y subconjunto de variables por corte. Lo nuevo en clasificación es qué se promedia. El experimento del Ejercicio 1.1: 25 árboles sin límite, cada uno con su bootstrap. Cada uno solo da entre 0.498 y 0.549; la votación sube a 0.559, pero no llega a la logística (0.619). Promediar 25 memorias no reconstruye una señal simple: hay que frenar a cada árbol.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 1.3. Tres lecturas. Uno: el valor por defecto de sklearn sobreajusta igual que el árbol sin límite de la Clase 7. Dos: al agrandar las hojas, la validación sube hasta 200 y empata con la logística. Tres: en 400 el OOB y la validación se separan. Antes de mostrar la siguiente slide, pregunta: ¿qué grupo de clientes no puede quedar aislado en una hoja de 400?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 1.5. El banco cambió de estrategia: empezó a volver a llamar a sus clientes. En el entrenamiento los contactados son menos del 1 %, en 2010 son más de un tercio. Por eso un error que dentro de 2008–2009 es invisible se vuelve enorme en el futuro. Conecta con la Clase 6: es la misma razón por la que el split aleatorio miente cuando hay tiempo.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 2.1. La impureza viene por columna codificada: hay que sumarla por variable original. Por impureza gana el canal y la edad sale segunda; por permutación, contactado_antes vale más de dos veces lo que cualquier otra. La diferencia sale del mismo fenómeno del Bloque 1: los contactados son pocos en el entrenamiento y muchos en validación. Los valores negativos de permutación se muestran como cero en el gráfico.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3.1. Recuerda que el boosting trabaja sobre los log-odds, como la logística: cada árbol suma una pequeña corrección. Lo importante es la forma de las curvas: el entrenamiento sube sin parar y la validación toca techo en unos 15 árboles y después baja. Con estas 12 variables no hay mucho que corregir.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Ejercicios 3.2 y 3.3. Insiste en el cuidado con la validación: la usamos para parar y para elegir la profundidad, así que su AUC ya está un poco inflado. El OOT de 2010 no se tocó. Sobre scale_pos_weight: es la receta que aparece en todos los tutoriales de XGBoost para clases desbalanceadas. Como elegimos el umbral por ganancia, no lo necesitamos.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Ejercicios 3.4, 3.6 y demostración 3.5. LightGBM: la diferencia con XGBoost es cómo crece el árbol. Con 31 hojas (el valor por defecto) sobreajusta. Las categorías nativas no cambian nada aquí porque nuestras categóricas tienen pocas categorías; conviene mencionar el código de comercio en fraude como el caso donde sí importan. CatBoost: conecta las estadísticas ordenadas con las fugas de la Clase 6. Si calculara la tasa de cada categoría con todos los clientes, cada cliente aportaría su propia respuesta a su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3.7. Los tiempos dependen de la máquina; lo que importa es la proporción. Resume la tabla: los tres empatan en validación y los tres se paran enseguida. La pregunta para la clase: ¿alguno le gana a la logística en 2010? Es el Bloque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 4.1. Dato curioso para comentar: CatBoost llama exactamente a los mismos 725 clientes que el árbol de 2 niveles y gana lo mismo; con 5 árboles, su regla es «llamar a los ya contactados». El promedio es el ensamble más simple: modelos que se equivocan de formas distintas, votando. Antes de pasar a la siguiente slide, pregunta: ¿ustedes pondrían en producción el promedio por €305? Que voten. La respuesta depende de si la diferencia es consistente, y eso es el bootstrap.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 4.2 y demostración 4.3. El bootstrap responde qué pasaría con otra muestra del mismo 2010. Los umbrales quedan fijos: solo cambian los clientes. Ojo con lo que no mide: no cambia el entrenamiento ni el año. La siguiente slide discute si el promedio de tres funciona o fue suerte.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la lección más importante del bloque y vale la pena detenerse. El riesgo de probar muchas combinaciones y quedarse con la que mejor sale en el OOT es real en la práctica: así es como se infla un modelo antes de un comité. Pregunta a la clase: ¿cuántas combinaciones de 5 modelos se pueden armar? (31). Si probamos las 31 en 2010, alguna va a ganar por azar.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Bloque 4. La pregunta que conviene dejar: ¿qué variables le faltan al banco para que un modelo más complejo tenga algo que encontrar? Ideas: el saldo del cliente, sus productos en el momento de la llamada, su historial transaccional. La macro la dejamos fuera a propósito en la Clase 6 y vuelve en la Clase 14 con el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minutos: una pregunta por clase y su respuesta. Si la fecha del parcial ya está definida, anúnciala aquí y recuerda que entran también los Módulos 1 (regresión, Clases 1 a 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 respondan en parejas, unos 2 minutos por pregunta, y comparen antes de ver la respuesta. Las preguntas 3 y 4 piden calculadora; el Ejercicio 5.1 las comprueba con código. Las que no alcancen quedan de tarea.
Respuestas:
1. No se puede saber. No llamar a nadie ya da 92.7 %, porque solo contrata el 7.3 %. Con desbalance se mira AUC, KS, PR-AUC o la ganancia.
2. Se conoce al colgar: cuando hay que decidir a quién llamar, no existe. Es una fuga.
3. p = 0.25. Gini = 1 − 0.0625 − 0.5625 = 0.375. Entropía = 0.811.
4. Gini = 2·AUC − 1 = 0.408. No es el Gini de impureza de los árboles.
5. p &gt; 20/50 = 0.40. Solo vale con probabilidades calibradas, y las nuestras no lo están: el modelo aprendió con un 7 % de éxito.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6. Cambian las probabilidades. No cambia el orden: el AUC queda casi igual y Spearman da 0.94 a 0.98.
7. No: la línea base subió de 0.398 a 0.521. El lift queda igual (1.36 contra 1.35).
8. A la validación. Las hojas de 400 no aíslan a los 342 contactados; el OOB mezcla meses y no ve que en el futuro son muchos más.
9. La logística: la diferencia no es consistente y se explica variable por variable. XGBoost queda como retador. El promedio de tres también, porque la combinación se eligió mirando 2010.
10. XGBoost crece por niveles y necesita one-hot. LightGBM crece por hojas, usa histogramas y acepta categóricas nativas: el más rápido con muchas filas. CatBoost usa árboles simétricos y convierte cada categoría en una tasa calculada solo con los clientes anteriores, sin fuga; no hay que codificar, pero es más lento.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Si la fecha del parcial ya está definida, reemplaza «fecha por confirmar» en esta slide antes de la clase. La Clase 9 abre el Módulo 3 con el mismo banco: el maestro de clientes de la Clase 6, ahora sin variable objetivo. Como LightGBM y CatBoost ya se vieron hoy, la Clase 13 queda solo para bagging y stacking, y eso libera tiempo en el calendario.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customXml" Target="../ink/ink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customXml" Target="../ink/ink7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customXml" Target="../ink/ink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customXml" Target="../ink/ink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6868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8686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CLASE 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árboles,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techo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0632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y tres boostings (XGBoost, LightGBM y CatBoost) para clasificar, y la tabla completa del Módulo 2, con el mismo caso del banco.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069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0.704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5262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en 2010 de la logística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 XGBoost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4069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de 5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45262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árboles que 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 solos a la logística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251960" y="4069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 11 árboles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45262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eligió la parada temprana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(981 en la Clase 4)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5349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Josef Renato Rodriguez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217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Programa de Especialización Data Scientist · Sesión 8 de 15</a:t>
            </a:r>
            <a:endParaRPr lang="en-US" sz="11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6583680" y="1097280"/>
          <a:ext cx="51206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6583680" y="5394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en el OOT de 2010: ocho modelos, casi el mismo techo</a:t>
            </a:r>
            <a:endParaRPr lang="en-US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B4B14BC-A7D7-6983-DDCC-4EAA59E2D017}"/>
                  </a:ext>
                </a:extLst>
              </p14:cNvPr>
              <p14:cNvContentPartPr/>
              <p14:nvPr/>
            </p14:nvContentPartPr>
            <p14:xfrm>
              <a:off x="313560" y="1619640"/>
              <a:ext cx="11398320" cy="32371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B4B14BC-A7D7-6983-DDCC-4EAA59E2D01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4200" y="1610280"/>
                <a:ext cx="11417040" cy="3255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repartimos los 120 minutos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bloques con el mismo caso del banco y el cierre del Módulo 2.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6949440" cy="3072384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Dónde quedamos y las dos preguntas del día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para clasificar: votos, hojas mínimas y el OOB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mira el bosque? Importancia por impureza y por permutación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Tres boostings: XGBoost, LightGBM y CatBoost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tabla del Módulo 2 y el bootstrap de la ganancia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 del Módulo 2: preguntas tipo examen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 y checklist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2103120"/>
            <a:ext cx="388620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22402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te llevas hoy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260604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un Random Forest para clasificar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cuándo no alcanza el OOB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entre XGBoost, LightGBM y CatBoost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importancias medidas en datos nuevos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con bootstrap si una diferencia es real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818120" y="4617720"/>
            <a:ext cx="3886200" cy="1417320"/>
          </a:xfrm>
          <a:prstGeom prst="roundRect">
            <a:avLst>
              <a:gd name="adj" fmla="val 3871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4773168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Bloque 4 es el importante. </a:t>
            </a:r>
            <a:r>
              <a:rPr lang="en-US" sz="12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Ahí se decide qué modelo va a producción, y por qué una diferencia de €300 no basta por sí sola.</a:t>
            </a:r>
            <a:endParaRPr lang="en-US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DFD0694-A228-DA81-FB9A-1815BD0158BA}"/>
                  </a:ext>
                </a:extLst>
              </p14:cNvPr>
              <p14:cNvContentPartPr/>
              <p14:nvPr/>
            </p14:nvContentPartPr>
            <p14:xfrm>
              <a:off x="6463440" y="3288600"/>
              <a:ext cx="4656600" cy="2324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DFD0694-A228-DA81-FB9A-1815BD0158B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54080" y="3279240"/>
                <a:ext cx="4675320" cy="2342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quedamos: el umbral vale más que el modelo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modelos, cada uno con el umbral que más ganaba en validación, aplicado sin tocar en 2010.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36118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088" y="222199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€14 455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2807208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con el umbral de validación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3136392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marca a batir: llama a 749 de 2 058 clientes en 2010.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88536" y="2057400"/>
            <a:ext cx="36118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9704" y="222199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€130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489704" y="2807208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logística, árbol y KNN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489704" y="3136392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su propio umbral, los tres quedan prácticamente empatados.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74152" y="2057400"/>
            <a:ext cx="36118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222199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0.651 → 0.841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807208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de la Clase 4 con XGBoost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3136392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California Housing, juntar árboles cambió todo.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4160520"/>
            <a:ext cx="54864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43068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 · ¿Muchos árboles le ganan a la logística?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654296"/>
            <a:ext cx="5120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y tres boostings: XGBoost, LightGBM y CatBoost, con las mismas variables y el mismo corte temporal.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99632" y="4160520"/>
            <a:ext cx="5486400" cy="1600200"/>
          </a:xfrm>
          <a:prstGeom prst="roundRect">
            <a:avLst>
              <a:gd name="adj" fmla="val 3429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82512" y="43068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2 · ¿Cómo sé si una diferencia es real?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382512" y="4654296"/>
            <a:ext cx="5120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2010 hay 2 058 clientes. Con otros 2 058 del mismo año, €300 de ventaja pueden desaparecer.</a:t>
            </a:r>
            <a:endParaRPr lang="en-US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5BF46EA-9BC2-FAF1-9ADE-70EBC99DD3CC}"/>
                  </a:ext>
                </a:extLst>
              </p14:cNvPr>
              <p14:cNvContentPartPr/>
              <p14:nvPr/>
            </p14:nvContentPartPr>
            <p14:xfrm>
              <a:off x="225000" y="1662480"/>
              <a:ext cx="10244160" cy="43844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5BF46EA-9BC2-FAF1-9ADE-70EBC99DD3C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5640" y="1653120"/>
                <a:ext cx="10262880" cy="4403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83464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RANDOM FOREST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clasificación, el bosque vota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árbol devuelve la tasa de su hoja; el bosque las promedia. Con hojas puras, es una votación.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4846320" cy="1828800"/>
          </a:xfrm>
          <a:prstGeom prst="roundRect">
            <a:avLst>
              <a:gd name="adj" fmla="val 3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240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000" b="1" baseline="-4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bosque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(x) = promedio de p</a:t>
            </a:r>
            <a:r>
              <a:rPr lang="en-US" sz="2000" b="1" baseline="-4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8892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pb(x) es la tasa de contratación de la hoja del árbol b donde cae el cliente x. Si 3 de cada 10 árboles dicen «contrata», el bosque da 0.3.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4069080"/>
            <a:ext cx="23317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4088" y="4233672"/>
            <a:ext cx="1929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63.2 %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04088" y="4818888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clientes distintos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04088" y="5148072"/>
            <a:ext cx="1929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muestra bootstrap: el resto se repite.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017520" y="4069080"/>
            <a:ext cx="23317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18688" y="4233672"/>
            <a:ext cx="1929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0.559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3218688" y="4818888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de 25 árboles votando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218688" y="5148072"/>
            <a:ext cx="1929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árbol suelto da 0.519 en promedio.</a:t>
            </a:r>
            <a:endParaRPr lang="en-US" sz="115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5623560" y="2057400"/>
          <a:ext cx="608076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57AD0DE-A4B9-80D4-0BC3-6F32EBD8191D}"/>
                  </a:ext>
                </a:extLst>
              </p14:cNvPr>
              <p14:cNvContentPartPr/>
              <p14:nvPr/>
            </p14:nvContentPartPr>
            <p14:xfrm>
              <a:off x="979920" y="487800"/>
              <a:ext cx="10818360" cy="57463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57AD0DE-A4B9-80D4-0BC3-6F32EBD8191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0560" y="478440"/>
                <a:ext cx="10837080" cy="5765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83464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RANDOM FOREST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Random Forest sin tocar memoriza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árboles por configuración. min_samples_leaf obliga a que cada hoja tenga al menos ese número de clientes.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2011680"/>
          <a:ext cx="69494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726680" y="2011680"/>
            <a:ext cx="39776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09560" y="215798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Hojas de 1 (el valor por defecto)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2505456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0.989 en entrenamiento y 0.572 en validación: memoriza.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26680" y="3383280"/>
            <a:ext cx="39776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09560" y="352958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Hojas de 200: la elegida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909560" y="3877056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0.621 en validación: empata con la logística (0.619).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26680" y="4754880"/>
            <a:ext cx="3977640" cy="1188720"/>
          </a:xfrm>
          <a:prstGeom prst="roundRect">
            <a:avLst>
              <a:gd name="adj" fmla="val 4615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09560" y="490118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Hojas de 400: algo se rompe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909560" y="5248656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OOB casi no se mueve (0.635); la validación cae a 0.553.</a:t>
            </a:r>
            <a:endParaRPr lang="en-US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5A2308D-11DA-A76D-489A-D117AFF81EA0}"/>
                  </a:ext>
                </a:extLst>
              </p14:cNvPr>
              <p14:cNvContentPartPr/>
              <p14:nvPr/>
            </p14:nvContentPartPr>
            <p14:xfrm>
              <a:off x="714240" y="1420560"/>
              <a:ext cx="10837080" cy="45810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5A2308D-11DA-A76D-489A-D117AFF81EA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4880" y="1411200"/>
                <a:ext cx="10855800" cy="4599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83464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RANDOM FOREST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OOB no se enteró porque el futuro cambió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ya contactados son 342 clientes en el entrenamiento. Con hojas de 400, ningún árbol puede aislarlos.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36118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088" y="222199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0.9 %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2807208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contactados en 2008–2009-S1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3136392"/>
            <a:ext cx="3209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Contratan el 40.4 %, contra 7.0 % del resto. Perderlos casi no mueve el OOB.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88536" y="2057400"/>
            <a:ext cx="36118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9704" y="222199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20.4 %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489704" y="2807208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contactados en validación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489704" y="3136392"/>
            <a:ext cx="3209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Contratan el 64.1 %, contra 33.6 % del resto.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74152" y="2057400"/>
            <a:ext cx="36118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222199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35.2 %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807208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contactados en 2010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3136392"/>
            <a:ext cx="3209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un tercio de la lista. Contratan el 74.8 %.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4206240"/>
            <a:ext cx="6949440" cy="1645920"/>
          </a:xfrm>
          <a:prstGeom prst="roundRect">
            <a:avLst>
              <a:gd name="adj" fmla="val 3333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370832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OOB es un split aleatorio disfrazado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75488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se puntúa con los árboles que no lo vieron, pero todos son del mismo período. Mezcla meses igual que el train_test_split de la Clase 6, así que no ve lo que cambia con el tiempo.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80960" y="4206240"/>
            <a:ext cx="402336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63840" y="43525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qué sí sirve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4700016"/>
            <a:ext cx="36576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comparar configuraciones dentro de un mismo período. Para elegir un modelo que se usará en el futuro, valida con el futuro.</a:t>
            </a:r>
            <a:endParaRPr lang="en-US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89B0572-21C3-43EA-E808-3D1E8C397C47}"/>
                  </a:ext>
                </a:extLst>
              </p14:cNvPr>
              <p14:cNvContentPartPr/>
              <p14:nvPr/>
            </p14:nvContentPartPr>
            <p14:xfrm>
              <a:off x="597240" y="551160"/>
              <a:ext cx="10721160" cy="62096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89B0572-21C3-43EA-E808-3D1E8C397C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7880" y="541800"/>
                <a:ext cx="10739880" cy="6228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IMPORTANCIAS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importancias, dos respuestas distintas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Random Forest (hojas de 200). Ordenadas por la importancia de permutación.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965960"/>
          <a:ext cx="42062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846320" y="1965960"/>
          <a:ext cx="42062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9235440" y="1965960"/>
            <a:ext cx="24688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418320" y="211226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Impureza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9418320" y="2459736"/>
            <a:ext cx="21031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usó para aprender. Premia a las variables con muchos cortes, como la edad.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9235440" y="3657600"/>
            <a:ext cx="24688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418320" y="38039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Permutación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418320" y="4151376"/>
            <a:ext cx="21031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le sirve para predecir. contactado_antes vale 0.041 de AUC.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5440680"/>
            <a:ext cx="11201400" cy="685800"/>
          </a:xfrm>
          <a:prstGeom prst="roundRect">
            <a:avLst>
              <a:gd name="adj" fmla="val 8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1520" y="55321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explicarle un modelo al negocio o a un validador de riesgos, usa la permutación medida en datos que el modelo no vio. </a:t>
            </a:r>
            <a:r>
              <a:rPr lang="en-US" sz="12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dia_semana y educacion dan cero: el bosque las usa, pero no generalizan.</a:t>
            </a:r>
            <a:endParaRPr lang="en-US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831A01D-16E1-6B8D-58AA-5808AB2F341C}"/>
                  </a:ext>
                </a:extLst>
              </p14:cNvPr>
              <p14:cNvContentPartPr/>
              <p14:nvPr/>
            </p14:nvContentPartPr>
            <p14:xfrm>
              <a:off x="975240" y="725760"/>
              <a:ext cx="10145520" cy="52959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831A01D-16E1-6B8D-58AA-5808AB2F341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65880" y="716400"/>
                <a:ext cx="10164240" cy="5314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XGBOOST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toca techo en 15 árboles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3 y η = 0.05. Cada árbol nuevo mejora el entrenamiento; la validación deja de mejorar enseguida.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2011680"/>
          <a:ext cx="72237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001000" y="2011680"/>
            <a:ext cx="370332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02168" y="2176272"/>
            <a:ext cx="3300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→ 500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8202168" y="2761488"/>
            <a:ext cx="3300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202168" y="3090672"/>
            <a:ext cx="3300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0.645 → 0.695. Validación 0.621 → 0.600.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01000" y="3977640"/>
            <a:ext cx="370332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02168" y="4142232"/>
            <a:ext cx="3300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981 vs 11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8202168" y="4727448"/>
            <a:ext cx="3300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árboles: Clase 4 contra hoy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202168" y="5056632"/>
            <a:ext cx="3300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parada temprana mide cuánta señal hay que exprimir. En California había mucha; aquí, muy poca.</a:t>
            </a:r>
            <a:endParaRPr lang="en-US" sz="11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83B5886-D174-4502-4892-58D81505B703}"/>
                  </a:ext>
                </a:extLst>
              </p14:cNvPr>
              <p14:cNvContentPartPr/>
              <p14:nvPr/>
            </p14:nvContentPartPr>
            <p14:xfrm>
              <a:off x="0" y="877320"/>
              <a:ext cx="10222920" cy="54853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83B5886-D174-4502-4892-58D81505B70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9360" y="867960"/>
                <a:ext cx="10241640" cy="5504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XGBOOST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parada temprana elige; scale_pos_weight no ayuda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early_stopping_rounds = 50 con el AUC de validación. Desde aquí la validación ya se usó: el OOT es el único juez.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57400"/>
          <a:ext cx="5577840" cy="16459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Árboles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entrenamiento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validación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3931920"/>
            <a:ext cx="55778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407822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max_depth = 2, con 11 árboles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425696"/>
            <a:ext cx="521208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0.622 en validación, igual que la logística (0.619). Los árboles de 6 niveles aprenden más rápido el entrenamiento y peor el futuro.</a:t>
            </a:r>
            <a:endParaRPr lang="en-US" sz="1200" dirty="0"/>
          </a:p>
        </p:txBody>
      </p:sp>
      <p:sp>
        <p:nvSpPr>
          <p:cNvPr id="6" name="Shape 7"/>
          <p:cNvSpPr/>
          <p:nvPr/>
        </p:nvSpPr>
        <p:spPr>
          <a:xfrm>
            <a:off x="6355080" y="2057400"/>
            <a:ext cx="5349240" cy="3749040"/>
          </a:xfrm>
          <a:prstGeom prst="roundRect">
            <a:avLst>
              <a:gd name="adj" fmla="val 1463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0" y="22128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 = 12.7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606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B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negativos entre positivos del entrenamiento: el class_weight de XGBoost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9052560" y="3017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8B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0241280" y="3017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8B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balanceado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58368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media 2010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9052560" y="3383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0.117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0241280" y="3383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0.554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0" y="3840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con el 0.5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9052560" y="3840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0241280" y="3840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1 743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583680" y="4297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2010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9052560" y="4297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0.708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583680" y="48920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entre los dos scores: 0.943. Mueve las probabilidades, no el orden: lo mismo que class_weight en la Clase 7.</a:t>
            </a:r>
            <a:endParaRPr lang="en-US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81E03C50-2B5A-5DCC-81D2-FD4D2A80F619}"/>
                  </a:ext>
                </a:extLst>
              </p14:cNvPr>
              <p14:cNvContentPartPr/>
              <p14:nvPr/>
            </p14:nvContentPartPr>
            <p14:xfrm>
              <a:off x="191880" y="246240"/>
              <a:ext cx="11594520" cy="52444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81E03C50-2B5A-5DCC-81D2-FD4D2A80F6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2520" y="236880"/>
                <a:ext cx="11613240" cy="5263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29184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LIGHTGBM Y CATBOOST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boostings más, dos ideas propias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se paran casi enseguida, igual que XGBoost.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548640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LightGBM: crece por hojas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603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siempre la hoja donde más baja el error, hasta num_leaves hojas. Agrupa las numéricas en histogramas: es de los más rápidos con millones de filas.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429000"/>
          <a:ext cx="5029200" cy="1316736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num_leaves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Árboles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ent.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val.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31520" y="48920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nativas: 12 columnas en vez de 46, AUC 0.626. Aquí da igual; pesa con cientos de categorías.</a:t>
            </a:r>
            <a:endParaRPr lang="en-US" sz="1200" dirty="0"/>
          </a:p>
        </p:txBody>
      </p:sp>
      <p:sp>
        <p:nvSpPr>
          <p:cNvPr id="9" name="Shape 8"/>
          <p:cNvSpPr/>
          <p:nvPr/>
        </p:nvSpPr>
        <p:spPr>
          <a:xfrm>
            <a:off x="6217920" y="2011680"/>
            <a:ext cx="5486400" cy="3931920"/>
          </a:xfrm>
          <a:prstGeom prst="roundRect">
            <a:avLst>
              <a:gd name="adj" fmla="val 1395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4652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CatBoost: categorías sin one-hot y sin fuga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446520" y="25603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cada categoría en una tasa de contratación calculada solo con los clientes anteriores (en un orden al azar). Así ningún cliente aporta su propia respuesta. Árboles simétricos: la misma pregunta en todo un nivel.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7947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4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3794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árboles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0" y="3794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val. 0.623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4297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6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955280" y="4297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árboles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9601200" y="4297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val. 0.620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446520" y="49834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8B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 pasan los datos como texto y la lista cat_features: no hay que codificar nada.</a:t>
            </a:r>
            <a:endParaRPr lang="en-US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2B03EE7-C2F3-2C29-FC6F-848E22D3A9D6}"/>
                  </a:ext>
                </a:extLst>
              </p14:cNvPr>
              <p14:cNvContentPartPr/>
              <p14:nvPr/>
            </p14:nvContentPartPr>
            <p14:xfrm>
              <a:off x="562320" y="511560"/>
              <a:ext cx="11348280" cy="57020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2B03EE7-C2F3-2C29-FC6F-848E22D3A9D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960" y="502200"/>
                <a:ext cx="11367000" cy="5720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COMPARACIÓN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boostings, la misma respuesta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parada temprana de los tres eligió muy pocos árboles: con estas variables hay poco que exprimir.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2423160" cy="39319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148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060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004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 · AUC val. 0.622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6576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Árboles: </a:t>
            </a: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niveles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Categóricas: </a:t>
            </a: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48056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Cuándo: </a:t>
            </a: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estándar, con mucha documentación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08960" y="2011680"/>
            <a:ext cx="2423160" cy="39319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0" y="2148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26060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32004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 · AUC val. 0.628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36576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Árboles: </a:t>
            </a: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hojas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Categóricas: </a:t>
            </a: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nativas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448056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Cuándo: </a:t>
            </a: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filas y poco tiempo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715000" y="2011680"/>
            <a:ext cx="2423160" cy="3931920"/>
          </a:xfrm>
          <a:prstGeom prst="roundRect">
            <a:avLst>
              <a:gd name="adj" fmla="val 226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97880" y="2148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897880" y="26060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5897880" y="32004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 · AUC val. 0.623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897880" y="36576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Árboles: </a:t>
            </a:r>
            <a:r>
              <a:rPr lang="en-US" sz="11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simétricos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Categóricas: </a:t>
            </a:r>
            <a:r>
              <a:rPr lang="en-US" sz="11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nativas, sin fuga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897880" y="448056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Cuándo: </a:t>
            </a:r>
            <a:r>
              <a:rPr lang="en-US" sz="11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categóricas, o no querer codificarlas</a:t>
            </a:r>
            <a:endParaRPr lang="en-US" sz="115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8366760" y="2011680"/>
          <a:ext cx="333756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8366760" y="512064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paga por calcular las tasas de cada categoría. Nuestra corrida, con un solo núcleo.</a:t>
            </a:r>
            <a:endParaRPr lang="en-US" sz="11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8998F4F-0CB3-2C22-92FB-EF075B8F4D83}"/>
                  </a:ext>
                </a:extLst>
              </p14:cNvPr>
              <p14:cNvContentPartPr/>
              <p14:nvPr/>
            </p14:nvContentPartPr>
            <p14:xfrm>
              <a:off x="888480" y="335160"/>
              <a:ext cx="10212840" cy="61822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8998F4F-0CB3-2C22-92FB-EF075B8F4D8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9120" y="325800"/>
                <a:ext cx="10231560" cy="6201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LA TABLA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del Módulo 2: todos llegan al mismo techo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Mismas variables y mismo corte. Umbral elegido en validación y aplicado sin tocar en 2010.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7955280" cy="404469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OOT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 OOT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 OOT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en 2010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Ganancia 2010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 logística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€14 455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Árbol (prof. 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€14 395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(k = 201)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€14 325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SVC rbf (10 000)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€11 495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€14 315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€14 170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€14 355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€14 395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Promedio de logística, RF y 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€14 760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Promedio de los cinco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€14 320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Llamar a todos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2 058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€12 930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732520" y="1965960"/>
            <a:ext cx="2971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15400" y="211226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modelo de árboles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915400" y="2459736"/>
            <a:ext cx="26060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Bosque y boostings, entre €14 170 y €14 395: debajo de la logística.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32520" y="3337560"/>
            <a:ext cx="2971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915400" y="348386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engañó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915400" y="3831336"/>
            <a:ext cx="26060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AUC de validación (0.628) y de los que menos ordenan en 2010 (0.695).</a:t>
            </a:r>
            <a:endParaRPr lang="en-US" sz="1200" dirty="0"/>
          </a:p>
        </p:txBody>
      </p:sp>
      <p:sp>
        <p:nvSpPr>
          <p:cNvPr id="6" name="Shape 10"/>
          <p:cNvSpPr/>
          <p:nvPr/>
        </p:nvSpPr>
        <p:spPr>
          <a:xfrm>
            <a:off x="8732520" y="4709160"/>
            <a:ext cx="2971800" cy="1234440"/>
          </a:xfrm>
          <a:prstGeom prst="roundRect">
            <a:avLst>
              <a:gd name="adj" fmla="val 444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15400" y="485546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 3, primero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915400" y="5202936"/>
            <a:ext cx="26060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€14 760: €305 más. El de 5, no: €14 320.</a:t>
            </a:r>
            <a:endParaRPr lang="en-US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C30CFD3-D0D2-7C58-E600-BD84BD1988A4}"/>
                  </a:ext>
                </a:extLst>
              </p14:cNvPr>
              <p14:cNvContentPartPr/>
              <p14:nvPr/>
            </p14:nvContentPartPr>
            <p14:xfrm>
              <a:off x="194040" y="458280"/>
              <a:ext cx="11337480" cy="51807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C30CFD3-D0D2-7C58-E600-BD84BD1988A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4680" y="448920"/>
                <a:ext cx="11356200" cy="5199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EL BOOTSTRAP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real la diferencia? Mil versiones de 2010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Ganancia de cada modelo menos la de la logística, en 1 000 muestras bootstrap del OOT, con los umbrales ya fijados.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7680960" cy="388620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2331720"/>
            <a:ext cx="0" cy="2926080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77440" y="5349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−€800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68189" y="2331720"/>
            <a:ext cx="0" cy="2926080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02429" y="5349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−€600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93177" y="2331720"/>
            <a:ext cx="0" cy="2926080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27417" y="5349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−€400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18166" y="2331720"/>
            <a:ext cx="0" cy="2926080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52406" y="5349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−€200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43154" y="2331720"/>
            <a:ext cx="0" cy="2926080"/>
          </a:xfrm>
          <a:prstGeom prst="line">
            <a:avLst/>
          </a:prstGeom>
          <a:noFill/>
          <a:ln w="22225">
            <a:solidFill>
              <a:srgbClr val="E6115E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5277394" y="5349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68143" y="2331720"/>
            <a:ext cx="0" cy="2926080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02383" y="5349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€200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93131" y="2331720"/>
            <a:ext cx="0" cy="2926080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27371" y="5349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€400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818120" y="2331720"/>
            <a:ext cx="0" cy="2926080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52360" y="5349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€600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235915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2 niveles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084429" y="2441448"/>
            <a:ext cx="2591834" cy="146304"/>
          </a:xfrm>
          <a:prstGeom prst="roundRect">
            <a:avLst>
              <a:gd name="adj" fmla="val 50000"/>
            </a:avLst>
          </a:prstGeom>
          <a:solidFill>
            <a:srgbClr val="A9B6D3"/>
          </a:solidFill>
          <a:ln w="6350">
            <a:solidFill>
              <a:srgbClr val="A9B6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5427" y="2432304"/>
            <a:ext cx="164592" cy="164592"/>
          </a:xfrm>
          <a:prstGeom prst="ellipse">
            <a:avLst/>
          </a:prstGeom>
          <a:solidFill>
            <a:srgbClr val="0A255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276148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159162" y="2843784"/>
            <a:ext cx="4043624" cy="146304"/>
          </a:xfrm>
          <a:prstGeom prst="roundRect">
            <a:avLst>
              <a:gd name="adj" fmla="val 50000"/>
            </a:avLst>
          </a:prstGeom>
          <a:solidFill>
            <a:srgbClr val="A9B6D3"/>
          </a:solidFill>
          <a:ln w="6350">
            <a:solidFill>
              <a:srgbClr val="A9B6D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60272" y="2834640"/>
            <a:ext cx="164592" cy="164592"/>
          </a:xfrm>
          <a:prstGeom prst="ellipse">
            <a:avLst/>
          </a:prstGeom>
          <a:solidFill>
            <a:srgbClr val="0A255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316382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305066" y="3246120"/>
            <a:ext cx="2591834" cy="146304"/>
          </a:xfrm>
          <a:prstGeom prst="roundRect">
            <a:avLst>
              <a:gd name="adj" fmla="val 50000"/>
            </a:avLst>
          </a:prstGeom>
          <a:solidFill>
            <a:srgbClr val="A9B6D3"/>
          </a:solidFill>
          <a:ln w="6350">
            <a:solidFill>
              <a:srgbClr val="A9B6D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03100" y="3236976"/>
            <a:ext cx="164592" cy="164592"/>
          </a:xfrm>
          <a:prstGeom prst="ellipse">
            <a:avLst/>
          </a:prstGeom>
          <a:solidFill>
            <a:srgbClr val="0A255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" y="356616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450064" y="3648456"/>
            <a:ext cx="3589600" cy="146304"/>
          </a:xfrm>
          <a:prstGeom prst="roundRect">
            <a:avLst>
              <a:gd name="adj" fmla="val 50000"/>
            </a:avLst>
          </a:prstGeom>
          <a:solidFill>
            <a:srgbClr val="A9B6D3"/>
          </a:solidFill>
          <a:ln w="6350">
            <a:solidFill>
              <a:srgbClr val="A9B6D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73044" y="3639312"/>
            <a:ext cx="164592" cy="164592"/>
          </a:xfrm>
          <a:prstGeom prst="ellipse">
            <a:avLst/>
          </a:prstGeom>
          <a:solidFill>
            <a:srgbClr val="0A255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396849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084429" y="4050792"/>
            <a:ext cx="2591834" cy="146304"/>
          </a:xfrm>
          <a:prstGeom prst="roundRect">
            <a:avLst>
              <a:gd name="adj" fmla="val 50000"/>
            </a:avLst>
          </a:prstGeom>
          <a:solidFill>
            <a:srgbClr val="A9B6D3"/>
          </a:solidFill>
          <a:ln w="6350">
            <a:solidFill>
              <a:srgbClr val="A9B6D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05427" y="4041648"/>
            <a:ext cx="164592" cy="164592"/>
          </a:xfrm>
          <a:prstGeom prst="ellipse">
            <a:avLst/>
          </a:prstGeom>
          <a:solidFill>
            <a:srgbClr val="0A255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5800" y="437083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 los cinco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866026" y="4453128"/>
            <a:ext cx="2538366" cy="146304"/>
          </a:xfrm>
          <a:prstGeom prst="roundRect">
            <a:avLst>
              <a:gd name="adj" fmla="val 50000"/>
            </a:avLst>
          </a:prstGeom>
          <a:solidFill>
            <a:srgbClr val="A9B6D3"/>
          </a:solidFill>
          <a:ln w="6350">
            <a:solidFill>
              <a:srgbClr val="A9B6D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5509" y="4443984"/>
            <a:ext cx="164592" cy="164592"/>
          </a:xfrm>
          <a:prstGeom prst="ellipse">
            <a:avLst/>
          </a:prstGeom>
          <a:solidFill>
            <a:srgbClr val="0A255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5800" y="477316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 los tres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022867" y="4855464"/>
            <a:ext cx="1433665" cy="146304"/>
          </a:xfrm>
          <a:prstGeom prst="roundRect">
            <a:avLst>
              <a:gd name="adj" fmla="val 50000"/>
            </a:avLst>
          </a:prstGeom>
          <a:solidFill>
            <a:srgbClr val="12B886"/>
          </a:solidFill>
          <a:ln w="6350">
            <a:solidFill>
              <a:srgbClr val="12B88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55210" y="4846320"/>
            <a:ext cx="164592" cy="164592"/>
          </a:xfrm>
          <a:prstGeom prst="ellipse">
            <a:avLst/>
          </a:prstGeom>
          <a:solidFill>
            <a:srgbClr val="0A255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743200" y="557784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barra: intervalo del 90 % · punto: diferencia media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412480" y="2011680"/>
            <a:ext cx="32918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595360" y="215798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Cruzan el cero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8595360" y="2505456"/>
            <a:ext cx="29260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modelo solo se distingue de la logística. Tampoco el promedio de los cinco: gana en el 22 %.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412480" y="4069080"/>
            <a:ext cx="3291840" cy="1828800"/>
          </a:xfrm>
          <a:prstGeom prst="roundRect">
            <a:avLst>
              <a:gd name="adj" fmla="val 3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595360" y="421538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en el 99 %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8595360" y="4562856"/>
            <a:ext cx="29260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promedio de tres: entre €105 y €500. ¿Funciona, o tuvimos suerte?</a:t>
            </a:r>
            <a:endParaRPr lang="en-US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CBE1B758-4A5C-A98A-8EBB-1650440BAB83}"/>
                  </a:ext>
                </a:extLst>
              </p14:cNvPr>
              <p14:cNvContentPartPr/>
              <p14:nvPr/>
            </p14:nvContentPartPr>
            <p14:xfrm>
              <a:off x="2061000" y="1467000"/>
              <a:ext cx="7660800" cy="387252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CBE1B758-4A5C-A98A-8EBB-1650440BAB8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51640" y="1457640"/>
                <a:ext cx="7679520" cy="3891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CUIDADO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promedio de tres funciona, o tuvimos suerte?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cosas pueden ser ciertas. Conviene separarlas.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15798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puede funcionar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05456"/>
            <a:ext cx="512064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logística, el bosque y XGBoost se equivocan en clientes distintos: al promediar, los errores se cancelan en parte. LightGBM y CatBoost se parecen al árbol chico y a XGBoost: suman votos que ya estaban.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215798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hay que desconfiar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505456"/>
            <a:ext cx="512064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Probamos dos combinaciones y miramos cuál ganaba en 2010. El bootstrap mide el ruido de la muestra, no el de nuestras decisiones. En validación, el de tres ganaba €6 085 y el de cinco €6 055: €30 no es señal.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389120"/>
            <a:ext cx="11201400" cy="1554480"/>
          </a:xfrm>
          <a:prstGeom prst="roundRect">
            <a:avLst>
              <a:gd name="adj" fmla="val 3529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52628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sana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919472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combinación se elige en validación y se anuncia antes de mirar el OOT; el OOT se mira una vez. Con lo que tenemos, la logística sigue como modelo oficial y el promedio de tres queda como retador, para medirlo mes a mes. En la Clase 13, el stacking elige los pesos con validación cruzada temporal.</a:t>
            </a:r>
            <a:endParaRPr lang="en-US" sz="12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04FC1FC-6086-F654-364F-EDA09F8D0996}"/>
                  </a:ext>
                </a:extLst>
              </p14:cNvPr>
              <p14:cNvContentPartPr/>
              <p14:nvPr/>
            </p14:nvContentPartPr>
            <p14:xfrm>
              <a:off x="1267920" y="408240"/>
              <a:ext cx="9829080" cy="50979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04FC1FC-6086-F654-364F-EDA09F8D099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58560" y="398880"/>
                <a:ext cx="9847800" cy="5116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LA LECCIÓN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complejo solo gana si hay algo que ver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algoritmos, dos problemas distintos.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544068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Housing · Clase 4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4203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señal es geográfica: costas, bahías, barrios. Curvas e interacciones.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lineal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0.651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5478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35478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0.841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9867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 que eligió XGBoost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39867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63640" y="2011680"/>
            <a:ext cx="5440680" cy="2514600"/>
          </a:xfrm>
          <a:prstGeom prst="roundRect">
            <a:avLst>
              <a:gd name="adj" fmla="val 2182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· Clases 6 a 8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54203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toda la señal está en tres preguntas: contactado antes, canal y resultado previo.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50976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0.704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5478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509760" y="35478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0.704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39867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 que eligieron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509760" y="39867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 11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2920" y="4754880"/>
            <a:ext cx="11201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4873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Oficial y retador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230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riesgos, la logística queda como modelo oficial y el de árboles como retador (challenger). Si el retador gana por mucho, hay una señal escondida que vale la pena buscar. Si empata, como hoy, se queda la logística: se explica variable por variable.</a:t>
            </a:r>
            <a:endParaRPr lang="en-US" sz="12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1AE84EE-F13E-DC01-4821-F5AB059C4B6C}"/>
                  </a:ext>
                </a:extLst>
              </p14:cNvPr>
              <p14:cNvContentPartPr/>
              <p14:nvPr/>
            </p14:nvContentPartPr>
            <p14:xfrm>
              <a:off x="643320" y="1788840"/>
              <a:ext cx="10920600" cy="44164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1AE84EE-F13E-DC01-4821-F5AB059C4B6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3960" y="1779480"/>
                <a:ext cx="10939320" cy="4435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560320" cy="347472"/>
          </a:xfrm>
          <a:prstGeom prst="roundRect">
            <a:avLst>
              <a:gd name="adj" fmla="val 50000"/>
            </a:avLst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MÓDULO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Módulo 2 en tres preguntas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entra en el parcial del caso del banco.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3611880" cy="393192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212848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2128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6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6974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arma y se mide un modelo de propensión?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47472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Pegar fuentes con control de filas. Sacar las fugas (duracion_seg). Cortar por tiempo. Logística, matriz de confusión, AUC, KS y Gini.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212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2010: 0.704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297680" y="2011680"/>
            <a:ext cx="3611880" cy="393192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2212848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26280" y="22128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7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6974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se corta la lista?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347472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y entropía a mano. Profundidad y k con validación. Desbalance y PR-AUC con su línea base. Umbral por ganancia.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5212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€3 415 → €14 455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092440" y="2011680"/>
            <a:ext cx="3611880" cy="3931920"/>
          </a:xfrm>
          <a:prstGeom prst="roundRect">
            <a:avLst>
              <a:gd name="adj" fmla="val 1519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2212848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22128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8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6974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¿Muchos árboles le ganan a la logística?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347472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XGBoost, LightGBM y CatBoost empatan. El OOB no es validación temporal. Importancia por permutación. Bootstrap de la diferencia.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5212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de 5 ganan solos</a:t>
            </a:r>
            <a:endParaRPr lang="en-US" sz="18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9E17758-371B-EF44-5E38-C56040D5246F}"/>
                  </a:ext>
                </a:extLst>
              </p14:cNvPr>
              <p14:cNvContentPartPr/>
              <p14:nvPr/>
            </p14:nvContentPartPr>
            <p14:xfrm>
              <a:off x="873000" y="678240"/>
              <a:ext cx="6271200" cy="51548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9E17758-371B-EF44-5E38-C56040D5246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3640" y="668880"/>
                <a:ext cx="6289920" cy="5173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560320" cy="347472"/>
          </a:xfrm>
          <a:prstGeom prst="roundRect">
            <a:avLst>
              <a:gd name="adj" fmla="val 50000"/>
            </a:avLst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MÓDULO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tipo examen (1 de 2)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sin mirar el notebook. Las respuestas están en las notas del orador y en el notebook de solución.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2212848"/>
            <a:ext cx="457200" cy="457200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1945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tiene 92.7 % de exactitud en el entrenamiento. ¿Es bueno?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19088" y="2212848"/>
            <a:ext cx="457200" cy="457200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19088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1945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sacamos duracion_seg, si es la variable que más predice?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383280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584448"/>
            <a:ext cx="457200" cy="457200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5661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nodo tiene 120 clientes y contratan 30. ¿Gini y entropía?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3383280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19088" y="3584448"/>
            <a:ext cx="457200" cy="457200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19088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35661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logística tiene AUC 0.704 en 2010. ¿Cuál es su Gini de riesgo?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4754880"/>
            <a:ext cx="11201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088" y="4956048"/>
            <a:ext cx="457200" cy="457200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4088" y="4956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9377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llamada cuesta €20 y cada venta deja €50. ¿Umbral teórico? ¿Por qué no usarlo tal cual?</a:t>
            </a:r>
            <a:endParaRPr lang="en-US" sz="1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2D4B256-B24B-4C77-B246-A929E9DFFFBD}"/>
                  </a:ext>
                </a:extLst>
              </p14:cNvPr>
              <p14:cNvContentPartPr/>
              <p14:nvPr/>
            </p14:nvContentPartPr>
            <p14:xfrm>
              <a:off x="2491560" y="1688040"/>
              <a:ext cx="7584840" cy="38649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2D4B256-B24B-4C77-B246-A929E9DFFFB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82200" y="1678680"/>
                <a:ext cx="7603560" cy="3883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560320" cy="347472"/>
          </a:xfrm>
          <a:prstGeom prst="roundRect">
            <a:avLst>
              <a:gd name="adj" fmla="val 50000"/>
            </a:avLst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MÓDULO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tipo examen (2 de 2)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sin mirar el notebook. Las respuestas están en las notas del orador y en el notebook de solución.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2212848"/>
            <a:ext cx="457200" cy="457200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1945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cambia y qué no con class_weight o scale_pos_weight?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19088" y="2212848"/>
            <a:ext cx="457200" cy="457200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19088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1945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PR-AUC sube de 0.540 en validación a 0.703 en 2010. ¿Mejoró el modelo?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383280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584448"/>
            <a:ext cx="457200" cy="457200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5661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con hojas de 400: OOB 0.635 y validación 0.553. ¿A cuál le crees?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3383280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19088" y="3584448"/>
            <a:ext cx="457200" cy="457200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19088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35661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gana €14 170 y la logística €14 455. ¿Cuál va a producción?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4754880"/>
            <a:ext cx="11201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088" y="4956048"/>
            <a:ext cx="457200" cy="457200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4088" y="4956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9377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se diferencian XGBoost, LightGBM y CatBoost?</a:t>
            </a:r>
            <a:endParaRPr lang="en-US" sz="1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7C43B4B-42FD-F8D7-8E51-CDB2D9867133}"/>
                  </a:ext>
                </a:extLst>
              </p14:cNvPr>
              <p14:cNvContentPartPr/>
              <p14:nvPr/>
            </p14:nvContentPartPr>
            <p14:xfrm>
              <a:off x="1377000" y="2272320"/>
              <a:ext cx="8633880" cy="32893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7C43B4B-42FD-F8D7-8E51-CDB2D986713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67640" y="2262960"/>
                <a:ext cx="8652600" cy="3308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4124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salida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9222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A2559"/>
          </a:solidFill>
          <a:ln w="19050">
            <a:solidFill>
              <a:srgbClr val="4A8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73736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clasificación, el bosque promedia las tasas de las hojas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4086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A2559"/>
          </a:solidFill>
          <a:ln w="19050">
            <a:solidFill>
              <a:srgbClr val="4A8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28600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Ajusto min_samples_leaf: el Random Forest por defecto memoriza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88950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A2559"/>
          </a:solidFill>
          <a:ln w="19050">
            <a:solidFill>
              <a:srgbClr val="4A8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283464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OOB mezcla meses: no reemplaza a la validación temporal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43814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A2559"/>
          </a:solidFill>
          <a:ln w="19050">
            <a:solidFill>
              <a:srgbClr val="4A82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338328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Impureza: qué usó para aprender. Permutación: qué le sirve para predecir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98678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A2559"/>
          </a:solidFill>
          <a:ln w="19050">
            <a:solidFill>
              <a:srgbClr val="4A82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393192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 mueve las probabilidades, no el orden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53542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A2559"/>
          </a:solidFill>
          <a:ln w="19050">
            <a:solidFill>
              <a:srgbClr val="4A82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48056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temprana en los tres boostings: cuántos árboles = cuánta señal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08406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A2559"/>
          </a:solidFill>
          <a:ln w="19050">
            <a:solidFill>
              <a:srgbClr val="4A82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502920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con muchas filas; CatBoost con muchas categóricas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63270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A2559"/>
          </a:solidFill>
          <a:ln w="19050">
            <a:solidFill>
              <a:srgbClr val="4A82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" y="557784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de la diferencia, y combinaciones elegidas en validación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498080" y="1783080"/>
            <a:ext cx="4206240" cy="1965960"/>
          </a:xfrm>
          <a:prstGeom prst="roundRect">
            <a:avLst>
              <a:gd name="adj" fmla="val 2791"/>
            </a:avLst>
          </a:prstGeom>
          <a:solidFill>
            <a:srgbClr val="13306E"/>
          </a:solidFill>
          <a:ln w="12700">
            <a:solidFill>
              <a:srgbClr val="1330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26680" y="1938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B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 · FECHA POR CONFIRMAR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726680" y="22860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1 y 2: regresión y clasificación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29260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 las Clases 1 a 8. Las preguntas de hoy son un buen punto de partida.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98080" y="3931920"/>
            <a:ext cx="4206240" cy="1965960"/>
          </a:xfrm>
          <a:prstGeom prst="roundRect">
            <a:avLst>
              <a:gd name="adj" fmla="val 2791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26680" y="4087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9 · MÓDULO 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726680" y="44348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Clustering: K-Means sobre el maestro de clientes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726680" y="50749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Dejamos de predecir quién contrata y preguntamos qué tipos de clientes hay.</a:t>
            </a:r>
            <a:endParaRPr lang="en-US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ACEB822F-994E-506A-4C5E-24BA026526BF}"/>
                  </a:ext>
                </a:extLst>
              </p14:cNvPr>
              <p14:cNvContentPartPr/>
              <p14:nvPr/>
            </p14:nvContentPartPr>
            <p14:xfrm>
              <a:off x="576000" y="323640"/>
              <a:ext cx="10116720" cy="61714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ACEB822F-994E-506A-4C5E-24BA026526B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6640" y="314280"/>
                <a:ext cx="10135440" cy="6190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4400</Words>
  <Application>Microsoft Macintosh PowerPoint</Application>
  <PresentationFormat>Widescreen</PresentationFormat>
  <Paragraphs>453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8 · Random Forest, XGBoost, LightGBM y CatBoost</dc:title>
  <dc:subject>PptxGenJS Presentation</dc:subject>
  <dc:creator>Josef Renato Rodriguez</dc:creator>
  <cp:lastModifiedBy>Josef Rodriguez</cp:lastModifiedBy>
  <cp:revision>2</cp:revision>
  <dcterms:created xsi:type="dcterms:W3CDTF">2026-10-22T01:32:45Z</dcterms:created>
  <dcterms:modified xsi:type="dcterms:W3CDTF">2026-10-22T03:03:24Z</dcterms:modified>
</cp:coreProperties>
</file>