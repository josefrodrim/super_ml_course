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ink/ink8.xml" ContentType="application/inkml+xml"/>
  <Override PartName="/ppt/notesSlides/notesSlide6.xml" ContentType="application/vnd.openxmlformats-officedocument.presentationml.notesSlide+xml"/>
  <Override PartName="/ppt/ink/ink9.xml" ContentType="application/inkml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notesSlides/notesSlide9.xml" ContentType="application/vnd.openxmlformats-officedocument.presentationml.notesSlide+xml"/>
  <Override PartName="/ppt/ink/ink12.xml" ContentType="application/inkml+xml"/>
  <Override PartName="/ppt/notesSlides/notesSlide10.xml" ContentType="application/vnd.openxmlformats-officedocument.presentationml.notesSlide+xml"/>
  <Override PartName="/ppt/ink/ink13.xml" ContentType="application/inkml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ink/ink14.xml" ContentType="application/inkml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ink/ink15.xml" ContentType="application/inkml+xml"/>
  <Override PartName="/ppt/notesSlides/notesSlide13.xml" ContentType="application/vnd.openxmlformats-officedocument.presentationml.notesSlide+xml"/>
  <Override PartName="/ppt/ink/ink16.xml" ContentType="application/inkml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ink/ink17.xml" ContentType="application/inkml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ink/ink18.xml" ContentType="application/inkml+xml"/>
  <Override PartName="/ppt/notesSlides/notesSlide16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53F63C3-151E-EB2C-C85E-9FF4206A7AED}">
          <p14:sldIdLst>
            <p14:sldId id="256"/>
            <p14:sldId id="257"/>
            <p14:sldId id="258"/>
          </p14:sldIdLst>
        </p14:section>
        <p14:section name="Bloque 1 · Datos" id="{AE7036CE-2BEB-2E23-0491-6B1500CFB013}">
          <p14:sldIdLst>
            <p14:sldId id="259"/>
            <p14:sldId id="260"/>
          </p14:sldIdLst>
        </p14:section>
        <p14:section name="Bloque 2 · Boostings" id="{7116EF81-16E4-40F5-D1F8-BA37ACB1B6C0}">
          <p14:sldIdLst>
            <p14:sldId id="261"/>
            <p14:sldId id="262"/>
            <p14:sldId id="263"/>
          </p14:sldIdLst>
        </p14:section>
        <p14:section name="Bloque 3 · Lift" id="{1C6C4626-4CDA-0F39-FBDD-BFFF4EC0EEB8}">
          <p14:sldIdLst>
            <p14:sldId id="264"/>
            <p14:sldId id="265"/>
            <p14:sldId id="266"/>
            <p14:sldId id="267"/>
            <p14:sldId id="268"/>
          </p14:sldIdLst>
        </p14:section>
        <p14:section name="Bloque 4 · Monitoreo" id="{63AB17A0-E5D8-48F4-1700-2A68516F04C5}">
          <p14:sldIdLst>
            <p14:sldId id="269"/>
            <p14:sldId id="270"/>
            <p14:sldId id="271"/>
          </p14:sldIdLst>
        </p14:section>
        <p14:section name="Cierre" id="{9EDA0D22-53BE-603B-D0B8-B48D57C6DAE7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>
        <p:scale>
          <a:sx n="230" d="100"/>
          <a:sy n="230" d="100"/>
        </p:scale>
        <p:origin x="-8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+mn-lt"/>
              </a:rPr>
              <a:t>Tasa de default a 3 meses por grupo de riesgo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 2024</c:v>
                </c:pt>
              </c:strCache>
            </c:strRef>
          </c:tx>
          <c:spPr>
            <a:solidFill>
              <a:srgbClr val="5B6B87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C9D4EA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0.2101851851851852</c:v>
                </c:pt>
                <c:pt idx="1">
                  <c:v>5.1620370370370372E-2</c:v>
                </c:pt>
                <c:pt idx="2">
                  <c:v>2.1522795649155289E-2</c:v>
                </c:pt>
                <c:pt idx="3">
                  <c:v>1.4123639731419311E-2</c:v>
                </c:pt>
                <c:pt idx="4">
                  <c:v>6.9444444444444441E-3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E-354F-9DCD-90838E27C4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2025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C9D4EA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0.21849126034958602</c:v>
                </c:pt>
                <c:pt idx="1">
                  <c:v>5.2358490566037738E-2</c:v>
                </c:pt>
                <c:pt idx="2">
                  <c:v>2.2071733132681213E-2</c:v>
                </c:pt>
                <c:pt idx="3">
                  <c:v>1.3636363636363636E-2</c:v>
                </c:pt>
                <c:pt idx="4">
                  <c:v>7.7837837837837834E-3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4E-354F-9DCD-90838E27C4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OOT 2026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C9D4EA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0.27200529450694905</c:v>
                </c:pt>
                <c:pt idx="1">
                  <c:v>6.963329213020189E-2</c:v>
                </c:pt>
                <c:pt idx="2">
                  <c:v>2.557915057915058E-2</c:v>
                </c:pt>
                <c:pt idx="3">
                  <c:v>1.5151515151515152E-2</c:v>
                </c:pt>
                <c:pt idx="4">
                  <c:v>1.5271195365982097E-2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4E-354F-9DCD-90838E27C4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4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6350" cap="flat">
              <a:solidFill>
                <a:srgbClr val="233A7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4E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4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+mn-lt"/>
              </a:rPr>
              <a:t>Tasa de default a 3 meses, por mes de la foto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mensual</c:v>
                </c:pt>
              </c:strCache>
            </c:strRef>
          </c:tx>
          <c:spPr>
            <a:ln w="25400" cap="flat">
              <a:solidFill>
                <a:srgbClr val="0A255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6">
                  <c:v>2024-07</c:v>
                </c:pt>
                <c:pt idx="12">
                  <c:v>2025-01</c:v>
                </c:pt>
                <c:pt idx="18">
                  <c:v>2025-07</c:v>
                </c:pt>
                <c:pt idx="24">
                  <c:v>2026-01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7.0559999999999998E-2</c:v>
                </c:pt>
                <c:pt idx="1">
                  <c:v>0.06</c:v>
                </c:pt>
                <c:pt idx="2">
                  <c:v>6.3890000000000002E-2</c:v>
                </c:pt>
                <c:pt idx="3">
                  <c:v>5.944E-2</c:v>
                </c:pt>
                <c:pt idx="4">
                  <c:v>5.4440000000000002E-2</c:v>
                </c:pt>
                <c:pt idx="5">
                  <c:v>5.8889999999999998E-2</c:v>
                </c:pt>
                <c:pt idx="6">
                  <c:v>6.5559999999999993E-2</c:v>
                </c:pt>
                <c:pt idx="7">
                  <c:v>7.0000000000000007E-2</c:v>
                </c:pt>
                <c:pt idx="8">
                  <c:v>6.2780000000000002E-2</c:v>
                </c:pt>
                <c:pt idx="9">
                  <c:v>5.389E-2</c:v>
                </c:pt>
                <c:pt idx="10">
                  <c:v>5.5559999999999998E-2</c:v>
                </c:pt>
                <c:pt idx="11">
                  <c:v>5.5559999999999998E-2</c:v>
                </c:pt>
                <c:pt idx="12">
                  <c:v>7.3330000000000006E-2</c:v>
                </c:pt>
                <c:pt idx="13">
                  <c:v>6.2780000000000002E-2</c:v>
                </c:pt>
                <c:pt idx="14">
                  <c:v>5.611E-2</c:v>
                </c:pt>
                <c:pt idx="15">
                  <c:v>6.5559999999999993E-2</c:v>
                </c:pt>
                <c:pt idx="16">
                  <c:v>6.7780000000000007E-2</c:v>
                </c:pt>
                <c:pt idx="17">
                  <c:v>5.2220000000000003E-2</c:v>
                </c:pt>
                <c:pt idx="18">
                  <c:v>7.1110000000000007E-2</c:v>
                </c:pt>
                <c:pt idx="19">
                  <c:v>6.2219999999999998E-2</c:v>
                </c:pt>
                <c:pt idx="20">
                  <c:v>5.611E-2</c:v>
                </c:pt>
                <c:pt idx="21">
                  <c:v>6.2219999999999998E-2</c:v>
                </c:pt>
                <c:pt idx="22">
                  <c:v>6.0560000000000003E-2</c:v>
                </c:pt>
                <c:pt idx="23">
                  <c:v>6.3329999999999997E-2</c:v>
                </c:pt>
                <c:pt idx="24">
                  <c:v>0.10263</c:v>
                </c:pt>
                <c:pt idx="25">
                  <c:v>0.1</c:v>
                </c:pt>
                <c:pt idx="26">
                  <c:v>0.10105</c:v>
                </c:pt>
                <c:pt idx="27">
                  <c:v>8.7889999999999996E-2</c:v>
                </c:pt>
                <c:pt idx="28">
                  <c:v>9.4210000000000002E-2</c:v>
                </c:pt>
                <c:pt idx="29">
                  <c:v>9.4740000000000005E-2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10-714B-B952-0A84D06DF3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2"/>
          <c:min val="0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+mn-lt"/>
              </a:rPr>
              <a:t>Gini por modelo · el eje empieza en 0.60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test 2025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Logística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0.64436245066821929</c:v>
                </c:pt>
                <c:pt idx="1">
                  <c:v>0.68248274444112234</c:v>
                </c:pt>
                <c:pt idx="2">
                  <c:v>0.68083583817252524</c:v>
                </c:pt>
                <c:pt idx="3">
                  <c:v>0.68224825273259171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F-894D-8635-1A2187C05A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Gini OOT 2026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Logística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0.63679428146338446</c:v>
                </c:pt>
                <c:pt idx="1">
                  <c:v>0.6765859062894588</c:v>
                </c:pt>
                <c:pt idx="2">
                  <c:v>0.6726858715021522</c:v>
                </c:pt>
                <c:pt idx="3">
                  <c:v>0.67288168767478962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6F-894D-8635-1A2187C05A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6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+mn-lt"/>
              </a:rPr>
              <a:t>Tasa de default por grupo · test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0.21849126034958602</c:v>
                </c:pt>
                <c:pt idx="1">
                  <c:v>5.2358490566037738E-2</c:v>
                </c:pt>
                <c:pt idx="2">
                  <c:v>2.2071733132681213E-2</c:v>
                </c:pt>
                <c:pt idx="3">
                  <c:v>1.3636363636363636E-2</c:v>
                </c:pt>
                <c:pt idx="4">
                  <c:v>7.7837837837837834E-3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B-B047-B24F-7A7CFA3B7A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+mn-lt"/>
              </a:rPr>
              <a:t>% de defaults capturados según % de clientes revisados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OOT 2026</c:v>
                </c:pt>
              </c:strCache>
            </c:strRef>
          </c:tx>
          <c:spPr>
            <a:ln w="31750" cap="flat">
              <a:solidFill>
                <a:srgbClr val="E6115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0 %</c:v>
                </c:pt>
                <c:pt idx="1">
                  <c:v>27 %</c:v>
                </c:pt>
                <c:pt idx="2">
                  <c:v>48 %</c:v>
                </c:pt>
                <c:pt idx="3">
                  <c:v>66 %</c:v>
                </c:pt>
                <c:pt idx="4">
                  <c:v>83 %</c:v>
                </c:pt>
                <c:pt idx="5">
                  <c:v>100 %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0.74524025385312787</c:v>
                </c:pt>
                <c:pt idx="2">
                  <c:v>0.89845874886672705</c:v>
                </c:pt>
                <c:pt idx="3">
                  <c:v>0.94650951949229378</c:v>
                </c:pt>
                <c:pt idx="4">
                  <c:v>0.97370806890299189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2C-CF4E-B716-8808F41BE3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 azar</c:v>
                </c:pt>
              </c:strCache>
            </c:strRef>
          </c:tx>
          <c:spPr>
            <a:ln w="31750" cap="flat">
              <a:solidFill>
                <a:srgbClr val="5B6B87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5B6B87"/>
              </a:solidFill>
              <a:ln w="9525" cap="flat">
                <a:solidFill>
                  <a:srgbClr val="5B6B8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0 %</c:v>
                </c:pt>
                <c:pt idx="1">
                  <c:v>27 %</c:v>
                </c:pt>
                <c:pt idx="2">
                  <c:v>48 %</c:v>
                </c:pt>
                <c:pt idx="3">
                  <c:v>66 %</c:v>
                </c:pt>
                <c:pt idx="4">
                  <c:v>83 %</c:v>
                </c:pt>
                <c:pt idx="5">
                  <c:v>100 %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0.26508771929824559</c:v>
                </c:pt>
                <c:pt idx="2">
                  <c:v>0.47798245614035084</c:v>
                </c:pt>
                <c:pt idx="3">
                  <c:v>0.65973684210526318</c:v>
                </c:pt>
                <c:pt idx="4">
                  <c:v>0.83342105263157895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2C-CF4E-B716-8808F41BE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7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7"/>
                    </a:solidFill>
                    <a:latin typeface="Arial"/>
                  </a:rPr>
                  <a:t>% de clientes revisados, desde Muy alto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+mn-lt"/>
              </a:rPr>
              <a:t>Captura del grupo Muy alto · OOT 2026 · el eje empieza en 60 %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Muy alto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Logística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0.71169537624660018</c:v>
                </c:pt>
                <c:pt idx="1">
                  <c:v>0.74524025385312787</c:v>
                </c:pt>
                <c:pt idx="2">
                  <c:v>0.75339981867633721</c:v>
                </c:pt>
                <c:pt idx="3">
                  <c:v>0.73980054397098827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AB-ED47-9793-23656EC280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t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+mn-lt"/>
              </a:rPr>
              <a:t>% de clientes en cada grupo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 2024</c:v>
                </c:pt>
              </c:strCache>
            </c:strRef>
          </c:tx>
          <c:spPr>
            <a:solidFill>
              <a:srgbClr val="5B6B87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0.20004629629629631</c:v>
                </c:pt>
                <c:pt idx="3">
                  <c:v>0.19995370370370372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B-6B44-9503-8C3C670930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2025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0.20129629629629631</c:v>
                </c:pt>
                <c:pt idx="1">
                  <c:v>0.1962962962962963</c:v>
                </c:pt>
                <c:pt idx="2">
                  <c:v>0.18458333333333332</c:v>
                </c:pt>
                <c:pt idx="3">
                  <c:v>0.20370370370370369</c:v>
                </c:pt>
                <c:pt idx="4">
                  <c:v>0.21412037037037038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9B-6B44-9503-8C3C670930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OOT 2026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0.26508771929824559</c:v>
                </c:pt>
                <c:pt idx="1">
                  <c:v>0.21289473684210528</c:v>
                </c:pt>
                <c:pt idx="2">
                  <c:v>0.18175438596491228</c:v>
                </c:pt>
                <c:pt idx="3">
                  <c:v>0.1736842105263158</c:v>
                </c:pt>
                <c:pt idx="4">
                  <c:v>0.16657894736842105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9B-6B44-9503-8C3C670930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59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A2559"/>
                </a:solidFill>
                <a:latin typeface="+mn-lt"/>
              </a:rPr>
              <a:t>OOT 2026 · lo que el modelo esperaba y lo que pasó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 media del modelo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0.20963208377361298</c:v>
                </c:pt>
                <c:pt idx="1">
                  <c:v>5.289909616112709E-2</c:v>
                </c:pt>
                <c:pt idx="2">
                  <c:v>2.3999147117137909E-2</c:v>
                </c:pt>
                <c:pt idx="3">
                  <c:v>1.6679814085364342E-2</c:v>
                </c:pt>
                <c:pt idx="4">
                  <c:v>1.1356332339346409E-2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D2-A344-9CB6-601CB070B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tasa observada 2026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A55"/>
                    </a:solidFill>
                    <a:latin typeface="+mn-lt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Muy alto</c:v>
                </c:pt>
                <c:pt idx="1">
                  <c:v>Alto</c:v>
                </c:pt>
                <c:pt idx="2">
                  <c:v>Medio</c:v>
                </c:pt>
                <c:pt idx="3">
                  <c:v>Bajo</c:v>
                </c:pt>
                <c:pt idx="4">
                  <c:v>Muy bajo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0.27200529450694905</c:v>
                </c:pt>
                <c:pt idx="1">
                  <c:v>6.963329213020189E-2</c:v>
                </c:pt>
                <c:pt idx="2">
                  <c:v>2.557915057915058E-2</c:v>
                </c:pt>
                <c:pt idx="3">
                  <c:v>1.5151515151515152E-2</c:v>
                </c:pt>
                <c:pt idx="4">
                  <c:v>1.5271195365982097E-2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D2-A344-9CB6-601CB070B7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16:41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4538 13732 24575,'33'7'0,"0"0"0,0 0 0,-1 0 0,1 0 0,0-1 0,0 1 0,-4-2 0,1 0 0,1 1 0,2-1 0,0 0 0,2 1 0,1-1 0,0 0 0,1 1 0,1-1 0,0 0 0,0 0 0,0-1 0,1 1 0,-1-1 0,-1 0-164,-3-1 0,0 0 0,0 0 0,0-1 0,1 0 0,-1 0 1,1 0-1,0 0 0,0 0 0,1 0 0,-1-1 0,2 1 1,-1 0-1,1-1 0,-1 1 0,2 0 0,-1 0 0,1 0 1,1 0-1,0 0 46,-6 0 1,1 0 0,1 0 0,0 0 0,1 1 0,0-1 0,1 1 0,0-1 0,0 1 0,1-1 0,-1 1 0,1-1 0,0 1 0,0-1 0,0 1 0,0-1 0,0 1 0,-1-1 0,1 0 0,-1 1 0,0-1 0,-1 0 0,0 0 0,-1 0 0,0 0 0,0 0 0,-2 0 0,0-1-56,6 1 1,0 0-1,-1-1 1,-1 0-1,0 1 1,0-1-1,-1 0 1,0 0-1,0 0 1,-1 0-1,0 0 1,0 0 0,0 0-1,-1 0 1,0-1-1,0 1 1,1 0-1,-2 0 1,1 0-47,6 0 1,0 0-1,0 0 1,1 0-1,0 0 1,0 0-1,-1 0 1,-1-1-1,0 1 1,-2 0 0,-2 0-1,-1-1 1,-2 1-1,-3-1 1,-2 0 213,9 1 1,-5-1 0,-3 0 0,-1 0-1,2-1 5,7 1 0,1 0 0,-2 0 0,0 0 0,4 0 0,-1 0 0,-8 0 0,-1 0 0</inkml:trace>
  <inkml:trace contextRef="#ctx0" brushRef="#br0" timeOffset="7733">26683 9453 24575,'23'-9'0,"1"0"0,0-7 0,4-4 0,-1-1 0,-3 2-1639,4 2 1,1-2 1228,-9 3 0,3-4 1,2-2-1,2-2 1,1-1-1,-1 0 0,-1 1 1,-3 1 216,2-1 0,-2 0 0,0 1 1,-1 0-1,1 0 0,-1 0 0,2 0 1,1 0-1,-1 0 0,1 0 0,-2 1 1,-2 1-1,0-4 0,0 1 0,0 0 1,0 0-1</inkml:trace>
  <inkml:trace contextRef="#ctx0" brushRef="#br0" timeOffset="13368">11929 10399 24575,'0'27'0,"0"-9"0,0 10-3277,7-8 0,-4-8 1328,11 4 1949,-10-14 1719,10 2-1719,-5-5 0,2-1 0,1-4 0,2-10 0,-5 8-1639,4-9 1,-1-1 378,-7 11 1260,9-11 0,0-3 0,-8 5 0,7-9 0,-11 13 3276,-6 7-2015,-11 7-1261,7 0 3276,-7 2 0,3 6-3044,5-3-232,-11 15 0,10 0 0,0-3 0,17 14 0,-4-26-1639,10 6 1,0-1-1639,-7-9 2739,12 1 0,1-1 538,-9-3-1639,10-5 1,0-1 659,-10 3 979,6-8 0,-2-3 0,-8-3 0,6-4 3276,-13-3-2296,-9 13-134,1-3-846,-12 5 0,12 5 3276,-17 3 0,4 11-3044,2-5-232,-6 15 0,19-14 0,6 3 0,21-16 0,-6 3 0,5-6 0,-2-1 0,-8 5 0,13-10 0,-22 12 0,-9 6 0,-23 10 0,9-1 0,3-1 0,3-1 0,7-3 0,1 1 0,7-6 0,8-5 0,-2 2 0,6-7 0,-7 6 0,0-2 0,-11 0 0,-7-3 0,-1 1 0,-2 1 0,10 5 0,2 1 0</inkml:trace>
  <inkml:trace contextRef="#ctx0" brushRef="#br0" timeOffset="18119">10180 11220 24575,'10'-2'0,"1"-4"0,-2 5 0,0-6 0,5 1 0,2-11-2568,-5 8 2568,3-5-1614,3 0 1614,-5 4 0,8-8 0,2-2 0,-5 4 0,1 1 0,-1-1 0,1-1 0,1 0 0,-1 2 0,-4 2 584,1 0 0,-8 8 0,-5 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17:25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6764 9871 24575,'7'0'0,"4"0"0,1 0 0,10-4 0,-4 1-3277,15-11 0,-22 8 1638,9-7 1,-1-2 148,-11 8-27,14-18 0,0-1 1517,-14 14-677,4-9 1,5-7 0,-5 5 676,-6 8 313,4-6 0,2-5 1,-1 4-314,-2 4 0,0-1 0,-1 2 0,-3 8 0,-2 4 0</inkml:trace>
  <inkml:trace contextRef="#ctx0" brushRef="#br0" timeOffset="14750">28734 7729 24575,'9'-2'0,"0"-1"-3277,13-8 0,-12 5 2184,7-11 1,5-7 0,-4 4 1774,-4 4-682,5-8 0,7-10 0,0 0 0,-7 8 0,0 0 0,-4 6 0,4-8 0,1-2 0,-1 2 0,-6 8 0,-1-3 0,3-2 0,3-6 0,-6 8 0,-8 9 0,6-15 0,-9 22 0,-1 1 0</inkml:trace>
  <inkml:trace contextRef="#ctx0" brushRef="#br0" timeOffset="36683">23984 3268 24575,'-1'23'0,"1"-12"0,-2 16 0,1 0 0,0-9 0,1 9 0,-1 9 0,1-1-1093,1-7 1,1 0 0,0 1-1,-1 1 1,0 1 0,1 2 272,1-2 1,1 2 0,0-1 0,-1-5 1087,0-5 0,0 0-268,1 8 0,1 7 0,-1-1 0,-1-7-2484,0 5 2484,-1-9 0,2 4 0,-1 1 0,1 4 0,-1 2 0,1-1-387,0-1 0,1 0 0,0 3 387,-2-3 0,1 2 0,0 3 0,-1-2 0,1-3 0,-1-3 0,0-2 0,0-1 0,0-1 0,1 7 0,0-2 0,-2-2 1638,0-5 0,0-2-1524,3 12 1,-4-18 0,-1-10 0</inkml:trace>
  <inkml:trace contextRef="#ctx0" brushRef="#br0" timeOffset="37751">23976 3260 24575,'20'-1'0,"-8"1"0,18-3 0,9 0 0,-5 1 0,3 0 0,0-1-1093,-2 0 1,0-1 0,5 1 545,-6 0 1,4 0 0,2-1 0,0 1 0,-3 0 0,-4-1 392,0 0 1,-4-1 0,5 1 153,-6 1 0,4 0 0,2 0 0,2-1 0,1 1 0,-1 0 0,0-1-410,-3 0 0,1 0 1,0-1-1,0 1 1,0-1-1,-1 1 0,-1 0 1,-2 0 182,6 1 1,-4 0-1,-1 0 1,2 0-1,5-1 227,-7 1 0,4-1 0,3-1 0,2 0 0,1 0 0,0 0 0,-1 0 0,-3 1 0,-3 0 0,-4 0 0,-6 2 271,10-1 0,-1 1-271,-6-1 0,6-1 0,5-1 0,1 0 0,1 0 0,-4 0 0,-5 1 0,-7 1 0,-2 0 0,-2 0 0,9-1 0,6-2 0,-1 0 0,-8 2 0,-4-1 0,13-2 0,0-1-1682,-10 1 1682,-7 3 0,1-1 3276,0 1-2632,-12 2-644,6 14 0,-5-4 0,0 5 0,-6-7 0</inkml:trace>
  <inkml:trace contextRef="#ctx0" brushRef="#br0" timeOffset="38634">24147 4826 24575,'11'-1'0,"-5"1"0,12-3 0,-10 3-1639,15-1 1,2 0-1639,-9 1 2887,4 0 0,9 0 0,5-1 1,2 0-1,0-1-13,-5 0 1,3-2-1,0 0 1,1 0-1,0-1 1,-1 1-1,-1 1 403,4 0 0,-3 1 0,1-1 0,2 1 0,6-2 0,-13 2 0,3-2 0,4 0 0,3 0 0,1-1 0,1 1 0,1-1 0,0 0 0,-2 0 0,-1 0 0,-2 1 0,-3 0 0,-5 0 0,-3 1-759,7-1 1,-8 1-1,0-1 1,9 0 758,-10 1 0,4 0 0,4 0 0,4-1 0,1 1 0,3-1 0,1 0 0,1-1 0,-1 1 0,1 0 0,-2 0 0,-1 0 0,-3 1 0,-2 0 0,-4-1 0,-4 2-367,9-2 0,-6 1 0,-3 0 0,1 0 0,7 0 367,-6 0 0,5 0 0,2 0 0,3 0 0,1-1 0,1 1 0,0-1 0,-1 1 0,-2 0 0,-3 0 0,-4 1 0,-4-1 0,13 0 0,-7 0 0,5 1 0,-8 0 0,5 0 0,3 0 0,1 1 0,0-1 0,-3 0 0,-2 1 0,-7 0 0,3 0 0,-5 0 0,2 1 0,6-1 0,4 0 0,-1 0 0,-5 1 0,4-1 0,-9 0 2124,-18 1-2124,25-1 0,-27 1 3177,10-3-3177,-14 1 3276,0-1-3069,-3-9 0,1 8 0,-2-5 1</inkml:trace>
  <inkml:trace contextRef="#ctx0" brushRef="#br0" timeOffset="40233">26243 3070 24575,'18'-3'0,"-3"1"0,13-3 0,7-1 0,-11 2 0,1 0 0,0 0-683,-1 1 1,1 0 0,1-1 682,10-1 0,1-1 0,-7 2 0,-2 3 0,4-3 0,7-1 0,-9 2 659,-12 1-659,8-1 0,6 0 0,-8 0 338,-15 3-338,23-5 0,-29 6 0,2 0 1050,5 24-1050,2 7 0,0 0 0,-1-1 0,-1-2 0,-4-9 0,4 13 0,0-1 0,-4-12 0,3 11 0,-1 1 0,-3-11 0,1 7 0,0 1 0,-2-8 0,1 7 0,-1 0 0,0-10 0,3 14 0,-1 4 0,-1-9 0,0-2 0,0-1 0,0 2 0,1 0 0,0 1 0,-2-6 0,-2-6 0,7 17 0,-1 1 0,-5-12 0,5 8 0,1 2 0,-3-9 0,-1-3-1204,6 15 1204,-2-4 0,-2-11 0,-3-4 0,2 2 0,0 2 0,2 10 0,0 2 0,-3-12 0,1 1 0,0 10 0,1-8 0,-1 0 0,2 8 0,-3-10 0,0 0 0,3 8 0,-1 1 1204,2 7-1204,-3-7 0,-1 3 0,-1-10 0,1-2 0,-3-11 0,2 0 0,-2 3 0,1-4 0,-2 3 0,0-3 0,-6-2 0,1-3 0,-2-1 0,4-1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7T01:21:35.8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26225 1686,'31'9,"-6"-1,-3 0,-14-4,12 5,1 0,-12-3,10 6,2 0,1 4,-3-2,4 4,-1-1,2 1,1 0,0 1,4 2,1 0,-4-2,-4-4,-2-2,3 2,1 1,3 2,2 1,-2-2,-4-2,0 0,-1-1,5 4,3 3,-7-4,-5 0,-2 1,-1-1,-3 0,2 6,-1-1,-3-7,0 4,2-1,2-5,0 0,17-1,-16-12,9 1,-17-2,-3-1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7T01:21:36.4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27325 2063,'-8'29,"1"-8,3-9,0-7,2-4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7T01:21:37.4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4593 17126,'0'0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21:45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28549 2302 24575,'5'24'0,"-2"7"0,1-9 0,0-1 0,1 9-1639,-1-5 1,-1-4-1639,-1-10 1638,5 14 1,-1 1 1402,-4-11 236,5 8 0,0 1 0,-5-8 1542,6 15-1542,-7-19 0,2 6 0,-2-9 3276,-2-3-630,-9-2-5923,-17-1 1955,10 2 1322,-13-1-810,16 1 810,4-3 0,-3 3 0,13-4 0,3 3 0,27-3 0,-8-1 0,4 0 0,2 0 0,3-1 0,2 0 0,-1-1 0,-3 1 0,1 0 0,-2 0 0,12-1 0,-7-1 667,-18 2-667,6-1 0,-17 2 0,-1-1 0,-2 1 0,-1-2 0</inkml:trace>
  <inkml:trace contextRef="#ctx0" brushRef="#br0" timeOffset="617">28974 2352 24575,'8'16'0,"-6"-9"0,5 10 0,-2-1 0,-3-5-1639,3 7 1,0 0-1639,-2-8 1328,4 16 3668,3 0-1719,2-2 0,-2-3 0,1-2 0,3 0 0,6-2 0,-14-15 0,11 1 0,-1-9 0,-1 3-1639,3-8 1,-2-2 378,-5 6 1260,10-13 0,-2 0 0,-11 12 0,16-19 0,-11 8 0,-5 8 0,3-12 0,-2-1 0,-5 10 0,1-10 0,-1-1 0,-7 11 0,-2-5 0,-1 0 0,0 9 0,-6-6 0,0 0 0,5 9 0,-11-11 0,1 7 0,7 3-3034,-19-5 3034,21 11 2951,-16-5-2951,17 6 3276,-13 1-2056,-7 9-1220,4 0 0,-1 2 0,2 0 0,6-3-805,-9 7 0,21-14 1,1 1-1</inkml:trace>
  <inkml:trace contextRef="#ctx0" brushRef="#br0" timeOffset="1117">29485 2272 24575,'-12'25'0,"3"-7"0,2 1 0,2 12 0,-2 2 0,7-9 0,3-1 0,-1-4 0,3-1 0,3-1 0,9-3 0,-4-1 0,11-5 0,-19-9 0,19-5 0,-15-1 0,6-7 0,0-1 0,-6 2 0,5-8 0,1-3 0,-6 4 0,0 1 0,0 0 0,0-1 0,1-10 0,-2 1 0,-7 2 0,3-7 0,-14 13 0,-6 14 0,4 1 0,0 5 0</inkml:trace>
  <inkml:trace contextRef="#ctx0" brushRef="#br0" timeOffset="1637">29853 2201 24575,'-10'20'0,"0"-1"0,0 4 0,1 0 0,-3 8 0,7-8 0,1 1 0,6-4 0,0-2-3277,0 11 1502,5 0 2907,7-16-1132,10-6 0,-4-3 0,0-2 0,10-3-1639,-7-11 1,-3-1-571,-9 5 570,7-13 1,-2-1 1247,-9 12 81,7-19 0,0-1 310,-8 13 0,3-16 0,0-4 0,-7 15 0,0 1 0,1-2 0,-2 0 0,-4 0 0,0 4 0,-2 10 0,-6-8 0,7 16 3276,-2-3-3255,-10 7 1,11-2-1,-9 1 1</inkml:trace>
  <inkml:trace contextRef="#ctx0" brushRef="#br0" timeOffset="2201">29440 2834 24575,'11'30'0,"0"-1"0,-3-5 0,-1 1 0,-1-2 0,-1 1 0,-1-1-1360,0-3 0,-1-1 1360,1 13 0,-4-11 0,0-10 864,3 26-864,-1-19 0,1 4 0,1 3 0,-3-19 0,3 15 0,-4-17 0,1 4 0</inkml:trace>
  <inkml:trace contextRef="#ctx0" brushRef="#br0" timeOffset="3504">28466 3994 24575,'3'9'0,"1"5"0,6 2 0,6 14 0,-3-9-1639,-1 1 1,-1-1-1639,-4-7 3162,3 9 0,0 2 115,-2 4 0,3 4 0,-5-7 0,-12-17 0,2 0-3277,-18 0 2017,14-4 1260,-27 2 0,27-4-612,-10 2 1,-2-1 611,10-2 0,-25 10 0,26-10 0,-11 6 0,18-6 3276,-1-1-2621,7 2 2621,1-1-673,29 5 131,-21-4-2734,21 0 0,4 1 0,-9 0 0,-1-4 0,5 0 0,-5 1 0,1 2 0,1-3 0,-5-1 0,-17 1 0,10-7 0,0-16-806,-9 9 806,10-14-820,-15 23 1,1-2 0,-2 6 0</inkml:trace>
  <inkml:trace contextRef="#ctx0" brushRef="#br0" timeOffset="4069">28828 4009 24575,'4'17'0,"-3"-9"0,5 10 0,1 1 0,-4-9-1639,6 14 1,1 0-1639,-5-14 1638,4 12 1,0-1 1155,-4-14 483,9 21 0,-11-23 1945,9 7-1945,-7-8 0,12 3 0,-1-4 3276,3-3-552,1-8-6001,1-16 2139,-10 11 1138,5-14-3277,-3-7 2248,-4 15 1029,-1-6 0,0-2 0,-4 3 0,0-3 0,-10 5 0,-17 7 0,2 3 0,-2 4 0,0 1 0,7 4 819,-16-1 0,29 4 0,-7 0 0</inkml:trace>
  <inkml:trace contextRef="#ctx0" brushRef="#br0" timeOffset="4873">29318 3871 24575,'5'29'0,"-1"-5"0,-1-3 0,-3-12 0,3 14 0,0 0 0,-1-11-1639,2 9 1,1 0-1639,-1-14 2654,9 23 623,-8-21 0,13 14 0,-2-6 0,2-6 0,-5-2 0,11-36 0,-16 15-1639,8-16 1,-1 0 771,-10 14-74,7-15 1,-1 0 940,-8 15 0,5-10 0,0-2 0,-5 4 3276,3-2-2946,-5 10 2946,-6 9-1161,-8-2 1161,3 3-2347,-15-5-929,18 8 0,-18-6 0,18 6 0,-6-3 0,8 4 0,3-1 0,1 1 0</inkml:trace>
  <inkml:trace contextRef="#ctx0" brushRef="#br0" timeOffset="5672">29626 3896 24575,'-4'28'0,"1"-9"0,1-1 0,1-5 0,1 7 0,0-1 0,4-6 0,6 17 0,-3-20-3277,6 4 0,-7-11 1328,1 2 3668,0-2-1719,0-2-3277,5-1 2017,-5-1 1260,0-2-3034,6-6 3034,-7 6 0,7-9 0,1-1 0,-5 6-730,11-14 0,1-3 730,-6 8 1155,6-8 0,3-1-1155,-3 7 3276,1-4-3097,-11 5 3097,-14 8-1386,-4-14-3790,-9 3 1900,5 4-977,-5 4 1,-1 2 976,5 5-1639,-12-2 1,0 1 1025,11 4 613,-7 0 0,0 1 0,13 4 3276,-8-1-2662,30 9-614,-6-3 0,10 1 0,-15-5 0</inkml:trace>
  <inkml:trace contextRef="#ctx0" brushRef="#br0" timeOffset="6373">30043 3769 24575,'-18'24'0,"5"-5"0,2-2 0,2-1 0,-2 7 0,1-2 0,7-13 0,-3 14 0,2 1 0,2-12 0,2 8 0,3 0 0,2-4 0,1 4 0,7-10 0,-8-6 0,13 3 0,0-5 0,-2 2-3277,10-12 0,-18 6 2868,18-17 409,-17 11 0,7-6 0,1-3 0,-5 0 0,1 4 0,-1-2 0,-1-17 0,-3 14-1639,-4-3 1,-1 1 437,-1 11 1201,-1-13 0,-1 13 3276,-7-4-2074,-10-4-1023,5 9-179,-10 1 0,-1 3 0,10 4 0,-16 1 0,0 0 0,16 1-461,-10 5 1,1 0 460,14-2 0,-15 10 0,18-11 0,0 2 0</inkml:trace>
  <inkml:trace contextRef="#ctx0" brushRef="#br0" timeOffset="11384">22183 1477 24575,'18'-3'0,"3"-1"-1639,2-3 1,1-2-1639,1 1 2184,0-1 1,6-2 0,-6 3 2315,-6 0-1223,11-1 0,8-2 0,-6 2 0,-7 2 0,2 0 0,6 0 0,-2 2 0,-4 2 0,0 1 521,2-1 0,2 1-521,-4 2 0,2 0 0,-4 0 0,10 1 0,-5-1 0,5 1 0,-7 0 0,-2-1 0,-1 0 0,5 0 0,-8 0 0,-7 0 819,13 0 0,-24 0 0,-3 0 0</inkml:trace>
  <inkml:trace contextRef="#ctx0" brushRef="#br0" timeOffset="12172">22958 1105 24575,'5'16'0,"6"17"-1639,-2-11 1,1 1-1639,2 11 1638,2 0 1,-2-3-981,-9-16 1997,8 16 1,0-1 621,-9-17 0,6 8 0,0 0 0,-6-12 0,5 17 0,-5-18 3276,4 7-3191,-4-30-85,1 15 1638,-1-18 0,-3-7-1366,1-3-272,0-8 0,-2 12 0,-1 3 0,0 7-1639,-3-9 1,-1 1 378,4 13 767,-4-10 1,0-1 492,5 11 0,-6-8 0,9 14 3276,-1 3-2503,15 0-773,13 2 0,7 1 0,-2 1 0,3 2 0,-1 0 1092,-6-3 0,-2 0 0,1 0-619,6 3 0,1 1 0,-10-2-534,-12-3 61,4 3 0,-16-4 0,-4 4-3277,-17 19 970,9-15 2307,-13 19-1195,3-8 1195,9-7 627,-4 3 1,0 0-628,4-2 0,-2 2 0,18-15 0,0-2 0,4-5 0</inkml:trace>
  <inkml:trace contextRef="#ctx0" brushRef="#br0" timeOffset="12873">23908 887 24575,'-20'7'0,"10"-1"-1639,-6 5 1,2 1-1639,6-3 1638,-8 7 1,2 0-1639,9-9 3641,-6 9 0,1 1-364,8-8 0,-2 19 0,16-11 0,-3-1 0,8-7 0,0-2 0,-6-3 0,12 0 0,-1-1 0,-14-3 1059,17 3-1059,-16-2 0,-3 0 0,3 11 3276,-5 5-2015,-6 10-1261,4-9 0,-9-3 0,-4-3 0,3-5 0,-19 16 0,19-18-797,-10 8 0,0 0 797,5-8 0,-3 4 0,0 1 0,1-4-820,5-9 1,6 3 0,7-12 0</inkml:trace>
  <inkml:trace contextRef="#ctx0" brushRef="#br0" timeOffset="13491">24106 1060 24575,'-8'6'0,"-5"4"-3277,3 3 0,1-4 717,-2 13 2560,8-15 1803,-1 16-1803,9-8 0,-1 0-3277,14 3 2192,-12-13 3965,15 8-2880,-15-11 467,15 5-467,-16-5 0,10 1 0,-5-7 3276,0 0-531,5-15-440,-11 11-2305,8-21-3277,-7 9 0,1 0 3047,-5-3 230,-3 20 0,-2-10 0,0 11 0,-9-3 0,0 4 0,-1 1 0,-7 4 0,15-3 819,-5 5 0,9-6 0,2 1 0</inkml:trace>
  <inkml:trace contextRef="#ctx0" brushRef="#br0" timeOffset="13805">24311 886 8191,'1'7'0,"0"11"3108,0 6-3108,1-3-1236,-1 7 1236,1-21 2155,-1 7-2155,1-1 3276,1 6-2529,2 11-747,0-1 0,-1-10 387,2-2 1,-4-14-1,2 2 1</inkml:trace>
  <inkml:trace contextRef="#ctx0" brushRef="#br0" timeOffset="14222">24469 1036 24575,'5'5'0,"1"-1"0,-4-5 0,1-4 0,-2-6 0,-2 2 0,-2 2 0,-8 19 0,5-5 0,-3 22 0,12-16 0,-1 4 0,11-3 0,13-14 0,-3 0 0,-2-8 0,-1-3 0,3-12 0,-4 6 0,-7 3 0</inkml:trace>
  <inkml:trace contextRef="#ctx0" brushRef="#br0" timeOffset="14488">24676 1030 24575,'5'29'0,"-2"-5"0,-1-9 0,-2-6 0,-3-3 0,-3 0 0,-8 2 0,-8 0 0,7-5 0,-11 3 0,19-5 0,-5 1 0,10-2 0</inkml:trace>
  <inkml:trace contextRef="#ctx0" brushRef="#br0" timeOffset="15715">26307 505 24575,'-19'-4'0,"7"3"-1093,-13 0 1,-9 2 0,6 0-2185,2 0 2184,0 1 1,-4 1 0,5 2-2185,-4 7 2909,12-4-72,-8 7 1,2 1 439,14-9 0,-14 16 0,0 4 0,9 1 1517,1-10 0,1 1-1517,8 2 0,3-2 0,4-5 0,4 4 0,2 0 0,-3-6 0,11 0 0,0-2 0,-10-5-1517,17 0 0,1 0 1517,-14-4-80,13 0 1,11-1-1,-2-1 80,1 0 0,-1 0 0,-5 0 0,1 1 0,-1-1 0,11 1 0,-7 0 0,-16 0 0,4 4 0,0 1 0,-9-1 0,7 5 0,-1 1 0,-6-4 0,5 6 0,-1-1 0,-7-6 2916,9 12-2916,-14-13 3276,0 8-2193,-3 2-1083,-3-3 535,-2 3-535,-12 2 0,-7-2 0,-6 0 0,-2 2 0,-2-1 1092,11-6 0,0-1 0,-2 0-192,-3-1 0,0-2 0,4-2-900,0-2 0,-8 1 0,2-1 0,17-1 0,-20-4 0,24 3 0,-6-6 0,8 0 0,-9-7 0,8 3 0,-9-13 0,10 12 0,-2-3 0,7 9 0</inkml:trace>
  <inkml:trace contextRef="#ctx0" brushRef="#br0" timeOffset="16283">26085 392 24575,'12'30'0,"-4"-8"0,1 0 0,-2-3 0,0 1 0,2 5 0,2 2 0,-3-4 0,-1-2 0,1 5 0,3 6 0,-3-5 0,-2-1 0,0 1 0,2 6 0,-2-1-1639,-3 6 1,-1-2-1,1 0 1,1 1 1351,-4-8 1,0 0 0,0-2 95,0-1 0,1-3 191,0 0 0,0 0-352,0-1 0,1-4 352,1-7 0,0 2 0,1-20 3276,1-5-1751,4-19-1525,-2 7-656,-1-4 1,-1 1-1,-1 10 1,0-16 0</inkml:trace>
  <inkml:trace contextRef="#ctx0" brushRef="#br0" timeOffset="16733">26252 530 24575,'8'19'0,"0"0"0,6 14 0,1 3 0,-3-4 0,1 0-1639,-3-3 1,1-1-1,-1 0 1,-1 0-1,-1-2 1,-1-2 2928,0 1-1290,1 4 0,1 8 0,-2-9 1724,-2-10-1724,1 11 0,0 7 0,-1-7 0,-1-9 0,0 3 0,1 4 0,0-3 0,4 6 0,-5-11 0,0 0 0,2 0 3276,-3-9 0,-3-8-3011,0 2-265,-1-3 0,-1 0 0,0-1 0</inkml:trace>
  <inkml:trace contextRef="#ctx0" brushRef="#br0" timeOffset="26987">30688 1164 24575,'11'10'0,"-1"-4"0,-5-1 0,2 4 0,-4-3 0,2 4 0,0 7 0,-1-5-1639,2 10 1,0 1-1639,-2-7 1638,3 13 1,0-2 148,-6-14 521,3 17 1,0 2 968,-3-13-1196,0 12 0,-1 0 1196,-2-16 0,0 8 0,-2-2 0,2-14 2392,-4 16-2392,2-8 0,0-5 1937,-3 10-1937,-1-4 0,2-1 3276,-2 13-2015,0 2-1261,4-4 0,-4-3 0,0-2 0,6-7-1639,-9 6 1,1-1 378,7-10-257,-10 9 0,-1 0 1517,11-11 0,-12 9 0,-3 3 0,-1 3 0,-4 3 3034,-1-1-3034,15-12 3276,-2-1-2015,5-5 2015,4-2 0,1-2-3218,-1-1 0,2 1 0,-1-2 0</inkml:trace>
  <inkml:trace contextRef="#ctx0" brushRef="#br0" timeOffset="27471">30479 1918 24575,'15'21'0,"-6"-7"-1639,0 4 1,-2-1-1639,-4-5 1638,4 9 1,0-1-1639,-4-12 2653,4 16 1,1 0 623,-4-15-1015,4 16 1,0 0 1014,-4-16 886,1 11 0,1 0-886,-2-12 2906,0 12-2906,-1-14 3276,-1-4-2206,-9-2-1070,-5-12 0,0 5 0,1-1 0,10 6 0</inkml:trace>
  <inkml:trace contextRef="#ctx0" brushRef="#br0" timeOffset="28938">30496 1979 24575,'0'10'0,"0"-4"0,-3 11 0,-3-2 0,0-1 0,-11 12 0,12-19-1639,-9 9 1,1 1-1639,6-10 2439,-9 11 0,-1 1 838,9-9 0,-7 7 0,1 0 0,7-9-3277,-13 20 2496,17-23 781,-7 12-527,5-8 527,2-4 3276,-6 7-2756,6-8 833,5 2-1353,10-3 3276,-2-3-205,12 0-1752,-12 0-1319,15 3 0,-14-2-3277,20 1 0,-22-2 2388,24 0 889,-27 0 0,15-2 0,-14-1 0,3 0 0,0 2 3276,0-1-95,-2 2-2195,-2-3-986,-5 2 0,-1-3 0,0-10 0,2 1 0,3-17-3277,4 1 0,-1 9 2237,3-11 1040,-7 25 0,5-13 0,-8 15 0,-3 7 0,-5 4 0,-13 17 0,10-15-1639,-10 7 1,1-2 1188,10-8-332,-14 8 1,-1 1 781,13-8-370,-7 4 0,2 0 370,9-5 3276,-2-2-3156,11-5 3156,7-7-1473,3-8 1352,-3 7-3155,6-7 1994,-5 6-1994,5-7 0,-2 3 0,-10 13 0,-11 17 0,-5 5 0,-3 2 0,8-13 0,1-2 0,5-7 0,10-8 0,-5 2 0,14-11 0,-11 12 0,2-4 0,-6 4 0,-3 3 0,1-1 0</inkml:trace>
  <inkml:trace contextRef="#ctx0" brushRef="#br0" timeOffset="29757">30498 1894 24575,'0'10'0,"4"7"0,-2 5 0,3-2 0,-1 4 0,-2-4 0,1-5 0,1 13 0,-2-21-3277,4 26 0,-4-26 3047,5 28 230,-6-24 0,6 18 0,-6-19 0,4 11 0,-3-13 0,5 12 0,3-1 3276,-3-6-1396,1-1-1880,0-4 0,-3-3 0,8 7 0,-4-4 0,-3-5 0,-3 1 0,-13-8 0,5 2 0,-10-11 0,13 9 0,-4-4 0</inkml:trace>
  <inkml:trace contextRef="#ctx0" brushRef="#br0" timeOffset="31075">30511 1909 24575,'-1'7'0,"-4"10"0,1-7-3277,-6 15 0,7-18 316,-12 27 2961,11-22 926,-5 7 1,-1 2-927,0 7 0,-3 0-3277,-2 6 2308,11-23 969,-9 18 0,12-23 27,-9 21-27,9-21 0,-6 12 0,5-10 3276,-1 0-2293,3-5-983,7-10 0,-3 0 0,16-13 0,-16 15 62,24-19-62,-21 16 0,17-12 0,-17 10 0,4 0 0,-6 3 0,-8 12 0,-7 9 0,0-2 0,-11 11 0,17-17 0,-7 5 244,5-2-244,3-5 0,-3 5 0,5-8 0,2 1 0,2-1 3276,2-1-31,6 2-2450,-6-2-795,-3 0 0,-6 0 0</inkml:trace>
  <inkml:trace contextRef="#ctx0" brushRef="#br0" timeOffset="34877">24185 3348 24575,'-19'-12'0,"0"-1"0,-11-5 0,6 6 0,-4-2 0,0 0-1093,5 5 1,-1 0 0,-3-1 665,1 0 1,-3-2-1,-2 0 1,-2-1 0,-1 0-1,-1 0 62,3 2 1,-1 0 0,-3 0 0,0 0 0,-1 0 0,0 0 0,2 0 0,0 0 0,2 0 108,1 0 0,2 0 1,2 1-1,0-1 0,-2 0 1,-3 0-1,-3-1 141,7 2 1,-3 0-1,-3 0 1,-2-1-1,-1 0 1,-2-1-1,-1 1 1,0-1-1,0 0 1,1 1-1,1 0 1,2 1-1,2 1 1,2 0-1,4 1 1,4 1 114,-14-3 0,8 3 0,2 0 0,-8-3-214,10 3 0,-3-1 0,-1 0 1,-3-2-1,-1 1 0,-1-1 0,-2-1 1,1 1-1,-2-1 0,1 0 0,1 0 1,0 0 213,3 1 0,-2 0 0,0-1 0,0 0 0,-1 0 0,1-1 0,-1 1 0,0 0 0,1 0 0,0 0 0,1 0 0,0 0 0,2 1 0,1 0-121,-6-1 1,3 0-1,2 2 1,1-1 0,-1 1-1,0-1 1,-3-1 0,-2-1-1,-5-1 121,16 5 0,-3-1 0,-1-1 0,-1 0 0,-2 0 0,-1-1 0,-2-1 0,0 1 0,-1-1 0,-1 0 0,0-1 0,-1 1 0,0-1 0,0 1 0,0-1 0,1 1 0,0-1 0,0 1 0,2 1 0,0-1 0,1 1 0,2 0 0,0 1 0,3 0 0,1 1 0,1 0 0,-12-4 0,3 2 0,2 0 0,3 1 0,1 1 0,0-1 0,-1 0 0,-1 0 0,-2-1 0,-4-1 0,10 2 0,-1 0 0,-2 0 0,-1-1 0,-1-1 0,-2 1 0,0-1 0,0 0 0,-1-1 0,1 1 0,-1 0 0,1-1 0,0 1 0,1 0 0,1 0 0,2 1 0,0 0 0,2 0 0,2 1 0,2 1 0,-10-4 0,3 1 0,4 0 0,0 1 0,2 0 0,-2 0 0,-1-2 0,-3 0 0,4 1 0,-2-1 0,-2-1 0,-1-1 0,-1 0 0,-1 0 0,1-1 0,0 1 0,2 0 0,0 1 0,3 0 0,2 2 0,3 0 183,-8-3 1,5 2-1,2 1 1,-1-1-1,-3-2-183,-1 0 0,-3-3 0,-3-1 0,0 0 0,1 0 0,3 2 0,6 2 0,7 3 0,4 1 0,1 1 0,-12-11 0,-6-5 0,9 5 0,8 1 0,-3-11 0,1-1 0,7 11 0,-3-12 0,0-1 2483,5 10-2483,-4-7 0,1 1 1342,6 10-1342,-4-9 1961,7 13-1961,-3-5 0,2 2 3276,-4 4-1203,7 13-2073,-1 2 0,-1 2 0,3-1 0,-2 1 0</inkml:trace>
  <inkml:trace contextRef="#ctx0" brushRef="#br0" timeOffset="36458">9178 888 24575,'5'14'0,"1"10"0,0 5-1289,2 6 1289,-2 1 0,-2-8 0,0-1 0,1 8 0,-1-3 0,-1-2 0,0-7-1639,-1 4 1,0-2-1639,0-8 2109,2 18 2957,-3-20-1789,3 10 0,-3-10 0,1-1 0,-2-8 0,-1 5 0,1-5 0,-2 2 0</inkml:trace>
  <inkml:trace contextRef="#ctx0" brushRef="#br0" timeOffset="37277">8479 1584 24575,'12'23'0,"-3"-8"0,4 16 0,-5 5-1639,-1-10 1,-1 1-1639,0 10 2184,-3-10 1,1 4 0,0-8-398,-2-10 1490,1 14 0,0 4 0,2-1 0,-2 5 0,1-2-3034,-1-5 3034,-1-23 0,-1 10 3034,3-7-3034,-3-3 819,3 6 0,-3-9 0,0 3 0</inkml:trace>
  <inkml:trace contextRef="#ctx0" brushRef="#br0" timeOffset="37811">8512 1780 24575,'1'-4'0,"1"-3"0,6 1 0,4-14 0,-2 4-1639,4-4 1,-1-1-1639,-3 7 1328,11-16 2625,-1 11 1,3 2-677,-4 4 0,0 0-633,5-7 0,-1 2 633,-4 8 0,-1 3-117,0 0 117,5 2 3276,3 1-635,-10 8-2641,-7-2 0,2 19 0,-8-8 0,4 21 0,-5-14 490,-6 6-490,-2-10 1927,-16 8-1927,4-12 0,-1-1 199,-7 8-199,-8-4 0,-1-2 0,15-4 0,-12 2 0,0 0 0,14-4 0,-5 0 0,18-5 0</inkml:trace>
  <inkml:trace contextRef="#ctx0" brushRef="#br0" timeOffset="38593">8887 1815 24575,'-8'17'0,"-1"7"-3277,4 0 0,0-5 0,6 7 0,1-20 4139,7 18-862,-5-20 0,3 10 0,-2-12 3276,-2 2-2473,2-2 2473,-1-3-453,8-6-755,-4 0-2068,11-13 0,-13 14 0,5-12 0,-6 7 0,0-2 0,-1-5 0,-2 8 0,1 2 0,-2 11 0,7 7 0,-3-1 0,4 2 0,-4-6 0,2 0 0,1 2 0,-1-5 0,0 4 0,2-4 0,-6-1 0,4 1 0</inkml:trace>
  <inkml:trace contextRef="#ctx0" brushRef="#br0" timeOffset="39327">9171 1776 24575,'-5'0'0,"3"16"0,9 10 0,0 6 0,0-8 0,0-8 0,-1-14 0,0 3 0,-3-10 0,0-5 0,-3 1 0,1-1 0,1 9 0,8 24 0,-4-9 0,3 6 0,-1 1 0,1-1 0,0 1 0,0 1 0,1 12 0,-3-16 0,-2 0 0,0 13 0,-12-9 0,1-5 0,-15 2 0,8-11-3277,-19 4 0,20-8 3026,-19 3 251,26-7 0,-13-3 0,17-12 0,-4 7 0,6-6 0</inkml:trace>
  <inkml:trace contextRef="#ctx0" brushRef="#br0" timeOffset="39846">9357 1848 24575,'10'16'0,"4"9"0,-7-16 0,12 17 0,-13-20 0,8 10 0,-4-9 0,-1 0 0,2-10 0,-5-3 0,-2-22 0,0 13 0,-3-4 0,1 0 0,-1 6 0,-1-13 0,-1 22 0,-3-8 0,-5 10 0,3-4 0,-4 4 0,4 2 0,1 0 0,0 0 0,4 0 0</inkml:trace>
  <inkml:trace contextRef="#ctx0" brushRef="#br0" timeOffset="40480">12192 914 24575,'7'30'0,"0"1"0,0 0 0,0 0 0,-1-3 0,0-1 0,-1 1 0,2 6 0,0 1 0,-2-5-1639,-2-9 1,0 0-1,1 7 1,1 0 266,0-4 0,0-1 1379,-1-4 0,0 0-7,5 17 1824,-1-9-1824,-12-32 0,4 7 0,-6-12 0</inkml:trace>
  <inkml:trace contextRef="#ctx0" brushRef="#br0" timeOffset="40779">11947 1087 20439,'27'-1'0,"-3"-2"0,6-1 0,1 0 0,-2 0 0,1 0 0,1 0 0,-1 0-719,-1 0 0,0-1-1,0 1 1,1-1 719,5 0 0,3-1 0,-2 1 0,-4 0 0,3 0 0,-4 1-1639,-5 0 1,-1 1 1348,7-2 2263,-25 4-1973,-5 2 0,0-2 0,-7 4 0</inkml:trace>
  <inkml:trace contextRef="#ctx0" brushRef="#br0" timeOffset="41082">12080 1295 24575,'27'-4'0,"-8"0"0,4 1 0,5-1 0,-2-1-975,-7 1 1,1-1 974,9 0 0,7 0 0,1 0 0,-6 0 0,-7 1 0,0 0 0,10-2 0,4-1 0,-7 2 0,-7 3 157,-1-4 0,-18 4 0,-6 2 0</inkml:trace>
  <inkml:trace contextRef="#ctx0" brushRef="#br0" timeOffset="41697">12635 1269 24575,'-16'-2'0,"-8"3"0,-1 14 0,5-5 0,6 4 0,2 1 0,6-5 0,-3 24 0,13-14 0,-3 5 0,9-6 0,0-15 0,5 1 0,-1-7 0,13-10 0,-7-9 0,3 1 0,-7-10 0,-13 10 0,0 0 0,-3 9 0,0 12 0,0 21 0,0-8 0,3 17 0,-1-20 0,4 5 0,-3-12 0,7 6 0,-5-9 0,11 4 0,-9-5 0,13 0 0,-7-4 0,0 3 0,-3-6 0,-8 6 0,0-1 0</inkml:trace>
  <inkml:trace contextRef="#ctx0" brushRef="#br0" timeOffset="42048">12884 1229 24575,'-6'2'0,"-8"5"0,5 9 0,-3-6 0,7 5 0,4-4 0,1-1 0,0 13 0,2-8 0,9 8 0,-5-12-3277,18 4 0,-18-14 3047,15 5-446,-1-6 676,-2-3 0,3-1 0,-1-1 0,0-1 0,9-7 0,0 0 0,-10 3-1639,4-5 1,-3 0 602,-12 7 1036,4-6 0,-11 11 0,1 1 0</inkml:trace>
  <inkml:trace contextRef="#ctx0" brushRef="#br0" timeOffset="42299">13041 1181 24575,'18'8'0,"-1"0"0,3 0 0,0-3 0,-1-1 0,-7-4 0,25 0 0,-23 0 0,16-9 0,-20 6 0,6-11 0,-14-6 0,-1 9 0,-3-6 0</inkml:trace>
  <inkml:trace contextRef="#ctx0" brushRef="#br0" timeOffset="42599">13132 1097 24575,'-2'33'0,"1"-10"0,1 2 0,1 4 0,1 0-460,-1-7 1,1 1 459,3 14 0,1-5 302,-2-17-302,5 6 0,0-2 0,-5-13 0,13 19 0,-11-21 152,7 4-152,-2-7 0,-2-3 0,7-11 0,-12 5-3277,16-24 0,-17 22 2640,5-9 0,0 2 0,-7 12 1,4-10-1</inkml:trace>
  <inkml:trace contextRef="#ctx0" brushRef="#br0" timeOffset="42818">13315 1312 24575,'15'26'0,"-7"-11"0,6 4 0,-12-17 0,6 4 0,-1-10 0,7-13 0,-3 4 0,7-18 0,-6-1 0,-2 6-820,-3-1 1,-6 19 0,-1 5 0</inkml:trace>
  <inkml:trace contextRef="#ctx0" brushRef="#br0" timeOffset="43265">13486 1215 24575,'10'12'0,"-3"-10"0,5 26 0,-8-19-3277,4 23 0,-6-22 1328,5 14 1949,-4-19 1719,1 3-1719,-2-23 0,-2 7 0,0-11 3276,4 3 0,4-3-3044,8-8-232,-4 11 0,6 0 0,-10 13 0,5 2 0,-7 5 0,-2 0 0,-4-1 0</inkml:trace>
  <inkml:trace contextRef="#ctx0" brushRef="#br0" timeOffset="43950">13799 1197 24575,'-16'13'0,"7"-5"0,-9 21 0,11-13 0,-1 4 0,1 2 0,2 14 0,1-6 0,5-2 0,2-18 0,5-2 0,-2-2 0,3-4 0,-3-1 0,4-1 0,2-10 0,0 4 0,10-23 0,-6-3 0,-1 6 0,-4-3 0,-9 23 0,0-1 0,-2 8 0,0 4 0,0 0 0,1 10 0,-1-11 0,6 13 0,0-6-3277,15 6 0,-10-6 2186,16 0 1,2-1 1090,-13-5 0,10 2 0,-4 1 0,-21-3 0,-1-3 0,-5 2 0,1-4 0</inkml:trace>
  <inkml:trace contextRef="#ctx0" brushRef="#br0" timeOffset="44349">14128 1208 24575,'-9'27'0,"3"-12"-1639,2 5 1,0-2-1639,2-7 1151,0 25 2126,4-26 0,5 15 0,-4-17 1744,9 6-1744,-9-11 0,11 2 0,-2-7 0,6-9 0,-4 4 0,9-15 0,-16 17-1246,6-9 1,0-1 1245,-5 8 0,9-14 0,-13 18 0,-2 0 0</inkml:trace>
  <inkml:trace contextRef="#ctx0" brushRef="#br0" timeOffset="44567">14298 1252 24575,'5'21'0,"6"10"0,-8-8 0,6-1 0,-4-6 0,-3-13 0,2 2 0,-4-2 0,-4-11 0,-2-7 0,0 1 0,1 0 0</inkml:trace>
  <inkml:trace contextRef="#ctx0" brushRef="#br0" timeOffset="44734">14288 1156 24575,'10'24'0,"-1"-2"0,-6-13 0,0-2 0</inkml:trace>
  <inkml:trace contextRef="#ctx0" brushRef="#br0" timeOffset="45270">14648 1272 24575,'2'16'0,"5"5"0,-2-3 0,1 0 0,-2-10 0,2-2 0,9 3 0,-2-5 0,11-6 0,-1-14 0,-6 4 0,3-20 0,-18 20 0,2-20 0,-11 11 0,4 0 0,-12-1 0,-10 9 0,3 1 0,1 6 0,-1 3 0,-3 11 0,0-4 0,8 16 0,15-14 0,0 20 0,4-18 0,8 9 0,1 1 0,1-10-656,5 6 1,0-2-1,-7-8 1,5 2 0</inkml:trace>
  <inkml:trace contextRef="#ctx0" brushRef="#br0" timeOffset="46005">14880 1201 24575,'9'0'0,"0"-1"0,5 2 0,-5-1 0,10 10 0,-6 10 0,2-4 0,-5 18 0,-5-23 0,-3 9 0,0 0 0,0-9 0,2 21 0,-3-25 0,2 7 0,-3-13 0,3-10 0,1-15 0,-1 5 0,2-3 0,1 2 0,-2 6 0,3-6 0,-1 0 0,-2 5 0,7-14 0,-5 15 0,2-1 0,0 5 0,-1 11 0,-1-2 0,3 10 0,-5-4 0,6 18 0,-5-4 0,2 2 0,-2 1 0,-4-14 0,1 3 0,0-19 0,-2 5 0,-1-23 0,-1 19 0,-1-6 0,1 10 0</inkml:trace>
  <inkml:trace contextRef="#ctx0" brushRef="#br0" timeOffset="46385">14873 1079 24575,'0'-5'0,"2"0"0,1 1 0,-1 0 0,1 1 0,-3 2 0</inkml:trace>
  <inkml:trace contextRef="#ctx0" brushRef="#br0" timeOffset="47801">8352 2303 24575,'30'4'0,"1"0"0,-12-1 0,3 0 0,8-1 0,9 0 0,3 0 0,-1-1 0,-8 1-1639,1 0 1,1-1 1273,-10 0 1,5-1 0,3 0 0,3 0 0,2 1 0,1-1 0,0 0 0,-2 0 0,-2 0-46,0 0 0,-1 1 1,1-1-1,-1 1 1,0-1-1,-1 1 0,1-1 1,-1 0 144,2 0 1,0 0 0,0 0-1,-1 0 1,1 0 0,0 1-1,2-1 265,0 1 0,5-1 0,1 1 0,-1 0 0,-1 0 0,-4 0 0,-7 0 0,-7 0 2015,10 0-2015,3 1 0,8 1 0,-12 0 0,-18-1 0,8 1 0,0 0 0,-12-1 2814,6-1-2814,-12 0 3276,4-2-2457,-1 2 0,-1-2 0,-3 1 0</inkml:trace>
  <inkml:trace contextRef="#ctx0" brushRef="#br0" timeOffset="49119">8127 1570 24575,'10'34'0,"-6"-15"0,0 0 0,2 11 0,-4-3 0,-1 1 0,2 3-1639,-3 4 1,0-2-1639,1-15 1638,-1 14 1,-1-2-1639,1-20 2653,-2 20 1,1-1 623,0-20-574,1 14 1,0-1 573,2-15 2466,1 16-2466,-1-18 3276,-1 1-3174,-1-14 1,0 5 0,0-6 0</inkml:trace>
  <inkml:trace contextRef="#ctx0" brushRef="#br0" timeOffset="51574">9218 2414 24575,'-11'36'0,"5"-16"0,1-1 0,-4 10 0,2-6 0,1-3-1427,5-12 1427,-5 17 347,6-14-347,0-2 0,0 4 0,0-8 0,6 1 0,6-2 0,16 2 0,-6 0-1639,4-4 1,-2 0-789,-4-1 788,12 0 1,-1-2 378,-14 1 1244,5 0 0,2-1 16,-2 0 0,2-1 0,0-1 0,2-1 0,-2 1-126,6 1 0,-1 0 126,10-3 0,-5 1 0,-19 3 0,7 0 0,-16 1 0,-4 0 0</inkml:trace>
  <inkml:trace contextRef="#ctx0" brushRef="#br0" timeOffset="51988">9646 2570 24575,'0'22'0,"1"9"0,1-18 0,0 7 0,-1-4 0,-1-9 0,1 6 0,0-6 0,-4-19 0,2 12 0,-3-18 0</inkml:trace>
  <inkml:trace contextRef="#ctx0" brushRef="#br0" timeOffset="56074">10276 2580 24575,'3'37'0,"-1"-16"0,-1 0 0,0 0 0,0-1 0,0 17 0,1-9 0,-1 0 0,0-1 0,1 2 0,0-2 0,-2-12 0,2 1 0,-2-10 0,0-1 0</inkml:trace>
  <inkml:trace contextRef="#ctx0" brushRef="#br0" timeOffset="56824">10817 2669 24575,'14'0'0,"12"0"0,-6 3 0,-1 0 0,18 1 0,-4 2 0,-3 1 0,-9-2 0,13 3 0,-35-2 0,-7 10 0,-3 2 0,-9 5 0,4-4 0,-3 2 0,3-3 0,-1-1 0,-4 3 0,3-1 0,11-12 0,10 9 0,24-14-2464,-3-3 2464,7 0 0,-28 1 0,2 0 0</inkml:trace>
  <inkml:trace contextRef="#ctx0" brushRef="#br0" timeOffset="57193">11477 2816 24575,'5'7'0,"1"0"0,7-1 0,-6 0 0,15 2 0,-17-5 0,14 4 0,-13-5 0,5 2 0,-7-2 0,0-1 0</inkml:trace>
  <inkml:trace contextRef="#ctx0" brushRef="#br0" timeOffset="65517">10297 1160 24575,'2'9'0,"-1"-2"-3277,9 20 0,-6-18 0,5 18 3749,-4-8-472,-1-2 0,1 4 0,1 1 0,-2-5 875,2 11 1,0 4-876,-1-6 0,0 0 0,-2 0 0,1 1 0,1 1 0,-1 1 0,1-1 0,-1 2 0,-1-2-170,2 2 1,0 1 169,1 4 0,-1-6 3276,-2-10-1810,4 11 0,1-1-1721,-6-15 255,4 5 0,2 2 0,3 0 0,-2-4 59,1 1 1,1 0-60,6 1-163,-3 1 163,-2-8 0,-7-8 0,4 2 1322,-2-2-1322,5 4 0,-6-5 0,-1 1 0,-1-2 0</inkml:trace>
  <inkml:trace contextRef="#ctx0" brushRef="#br0" timeOffset="66118">10319 2061 24575,'20'-5'0,"-6"1"0,21-10 0,-17 8-1639,6-3 1,0-1-1639,-8 6 1638,11-5 1,-3 1 1309,-16 5 2257,20-4-1928,-22 5 0,3 2 0,-3 18 0,0 13 0,-2-2 0,0-5 0,0-2 0,-1-8 0,4 18 0,-4-23 3276,6 10-484,-5-13-628,2 2-2164,-6-5 0,-1-1 0,0 0 0</inkml:trace>
  <inkml:trace contextRef="#ctx0" brushRef="#br0" timeOffset="66686">10293 2084 24575,'16'4'0,"-5"0"-3277,21-2 0,-21-3 1638,16-1 1,1-2-1639,-15 2 4170,7-1 1,1-1-894,-5-1 0,-3 0 0,2-1 0,-12 5 0,1 26 0,-2-7 1638,0 8 0,-2 1-377,-4 10-1261,2-4 0,-3-6 0,5-22 0,0 1 0,0-5 0</inkml:trace>
  <inkml:trace contextRef="#ctx0" brushRef="#br0" timeOffset="67618">11831 795 24575,'-2'23'0,"1"-2"0,-1-2 0,0 2 0,-1 9 0,0 0 0,0 5-1093,2-3 1,0 2 0,0-2-547,-2 0 1,1-2 882,1-2 1,1 0 0,0-1 755,0 6 0,1-2 0,2 3 0,-1-1 0,-1-8 0,0 1 0,0-1 0,2 3 0,1-1 0,0-5 0,-2 0 881,4 6 1,0 1-882,-3-9 0,1-2 0,2 13 0,-1-5 0,0-2 0,-2-14 1638,1 14 0,0 1 1638,2-6-3179,-2 8-97,0-15 0,-4-10 0,0-1 0</inkml:trace>
  <inkml:trace contextRef="#ctx0" brushRef="#br0" timeOffset="69422">11811 740 24575,'10'-5'0,"-4"2"0,7 0 0,-6 3 0,5-1 0,7-1 0,-9 2 0,10-2 0,9 0 0,-5-1 0,1 1-1196,-6-1 1,1 0 1195,7 0 0,1 0 0,0 1 0,1 1-1093,-3-2 1,2-1 0,-1 2-266,5 0 1,1 1 1357,2-3 0,3 0 0,-8 1-1264,-9 3 1264,8-2 0,4 0-1639,-11 1 1,-2 0 1326,4 0 312,6 0 0,8-1 0,-7 2-429,-7-1 429,-1 1 0,5 0 0,1 0 648,-1 0 1,1 0-1,3 0-648,1-1 0,3-1 0,2-1 0,2 2 0,-5 0 0,1 1 0,2-1 0,0 1 0,-1-1 0,0 0-171,-5 0 1,0-1-1,0-1 1,0 1-1,0 0 1,0 0 170,3 1 0,1 0 0,-1 1 0,1-1 0,0 0 0,-1 0 0,-2-1 0,-1 0 0,1 0 0,-1-1 0,-2 1 0,-1 0 0,4 0 0,-3 1 0,-1-1 0,2 1 0,1-1 0,1 0 0,0 0 0,-3-1 0,1 1 0,-3-1 0,1 1-504,7 1 1,1 1 0,-1 0 503,0-2 0,-1 0 0,3 0-277,-8 2 1,4-1-1,-1 2 1,-2-1-1,-7 0 277,-3 0 0,-2 0 294,10 0 1,5 0 0,-1 0-295,-4 0 0,-1-1 0,-3 1 0,-2-1 0,1 1 0,9 0 0,4-1 0,-7 1 0,-3 0 0,2 0 0,0 0 0,0 0 0,-5-1 0,4 0 0,-1 0 0,9 0 0,0-1 0,-2 1 0,0-1 0,5-1 0,-7 2 2838,-16 0-2838,15-2 3276,-30 3-2309,7 1 2309,-2 20-1742,2 1 0,0 1-1534,-2-5 0,1 0-1639,4 19 1,0-5-542,-6-18 541,3 13 1,0-1 378,-6-16 1260,8 22 0,-7-11 0,0-1 0,3 6 0,-2-4 0,2 5 0,0-1-1517,3 7 0,-1-2 1517,-1-4 0,0 1 0,2 1 0,0 2 0,-2-7 3034,-1-7-3034,1 5 0,2 6 0,-1-4 0,1-1 0,3 10 0,-1 0 0,-4-14-1165,0 4 0,-2-2 1165,-4-14 0,5 21 0,-4-23 0,1 7 0,-3-10 3276,-2-1-3170,-8 3 3170,-3-2-3172,-19 5 1,-3 1 3171,4-3-2837,0 0 0,-10 2 0,0-1 0,9-1-1794,12-2 0,-1-1 1355,-5 1 0,-9 1 0,-5 1 0,-2 0 0,0 0 0,5-1 0,8-1-1358,-4 0 0,-1-2 1358,8 1 0,-5 0 0,-6 1 0,-2 0 0,0 0 0,0-1 0,3 1 0,6-1 0,6-1-1639,-3 1 1,1-1 1412,0 0 0,-6-1 0,-3 1 0,2 0 0,2 1 226,-6 0 0,3 2 0,-1-1-797,-1 0 1,-1 0-1,0 0 797,8 0 0,1-1 0,-1 0 0,-1 1-355,-8 1 0,-2 1 1,3 0-1,10-1 355,2-2-248,-6 2 1,-11 0 0,0 1-1,10-1 248,3 0 0,3-2 0,-8 2 0,-3-1 0,2 1 0,8-2 0,-9 2 0,11-1 0,-7 0 0,-4 1 0,-1 0 0,4-1 0,7 0 0,2 0 0,1-1 323,-4 1 0,-5 0 0,-3 1 1,1-1-1,5 0-323,-6 1 0,3-2 0,-1 1 0,1-1 0,11 0 0,1-1 1346,-11-1-1346,17 0 0,-18 0 0,0 0 0,18 0-342,-20 0 0,-1 0 342,17 2 0,-13 0 0,-1 1 0,11 1 1578,-3-1 1,-2 1-1579,5-1 0,0 0 2003,-10 0-2003,6 0 0,-4 0 0,6-1 3276,6-1-2464,-8 0 1,-6 1-1,7 0-812,6-1 0,-8-1 0,1 0 0,13 2 3233,-9-2-3233,0 0 0,6 0-1639,-6 0 1,1 0-1639,9 0 2591,-12 0 1,1 0 685,9 0-1639,-12 0 1,0 0 756,10 0-45,-9 0 0,-6 1 0,6 0 927,5 0 1273,-12 0 0,-3 1-1273,10 2 0,3-1 742,-9-1-742,-4 5 0,2-1 3276,17-4-2142,-17 8-315,26-11 0,1 3 0,2-3 0</inkml:trace>
  <inkml:trace contextRef="#ctx0" brushRef="#br0" timeOffset="70972">16304 1758 24575,'3'26'0,"2"5"0,-3-18 0,1 7 0,-1 2 0,3 9 0,-3-12 0,0 0-1639,1 4 1,0-4-1639,-3-7 3047,3 21 230,0-10 0,-1 0-1639,2-3 1,0-1 378,-3-10 1260,5 22 0,-3-7 3276,0 12-2646,0-10 1,0-1-1075,1 3 444,1 5 3276,0-9-1638,0-5 0,-1 1-1632,1 4 1,0 1-7,2 10 0,-4-15 0,-1-1 0,-1 7 0,0-6 0,-1 12 0,0-22 663,0 24-663,0-12 0,0 4 0,1 1 0,1-12 0,-2 4 0,1-10 0,-2-4 0</inkml:trace>
  <inkml:trace contextRef="#ctx0" brushRef="#br0" timeOffset="73908">15912 2127 24575,'-30'-6'0,"-7"0"0,4 0-1639,9 3 1,3 0-1639,6 1 1638,-4-1 1,0 0-995,6 3 2013,-6-2 1,-1 1 619,7 1-1123,-7-2 1,1 0 1122,11 1 2088,-28-5-2088,22 6-319,-6-1 1,0 0 318,5 1 0,-12 1 0,0 0 0,15-1 1482,-10 2 0,-3 0-1482,-4-1-1411,7 1 0,-1 0 1411,-9-2 3034,4 2-3034,11-2 0,8 0 0,-24-3 0,23 2-1517,-13-2 0,1 1 1517,11 1 0,-16-1 0,0 1 0,15 1 0,-17 0 0,-4 0 0,10 1 0,1 1 0,-3-1 0,-2 0 1517,0 0 0,1 1-1517,-4-1 0,6-1 0,2 0 3276,3 0-2015,-10 0-1261,4 2 0,0-1 0,-11 1 0,7 1 0,-1 1 0,6 0 0,2-1 3276,-13 2-1638,3 0 0,3-2-1406,15-2-1871,-15 4 1,1 0-1639,14-4 2594,-12 3 1,-1-1 682,11-1 0,-9 1 0,0 0 0,-1 2 0,-2 3 0,6-2 0,1 8 0,-6 4 0,3 1 3276,-4 2-330,13-8-2946,1-3 1697,3 1-1697,7-6 0,-7 13 0,5-8 0,-11 14 0,7-6 0,-1-2 0,4 0 0,4-9 0,1 6 0,-1 1 0,3-3 0,3 0 0,3-1 0,1 0 0,6 4-3277,5 1 0,-5-5 2259,21 5 1018,-19-7 0,3-3 0,3 0 0,-1 1 0,-1-1-746,8-1 746,-4-1 0,0 1 0,13 0 0,-6-3 0,7 3 0,-3-1 0,-17-4-594,7 2 1,6 0-1,-4 1 594,0 0-140,-1-1 0,5 0 1,-1 0 139,7 1 0,-1-1 0,-2 0 0,2-1 0,-9-1 0,2 0 0,-2 0 0,3 0 0,0 0 0,7-3 0,0 0 0,-11 2 0,0 0 0,13-2 0,-3-1 0,-13 3 0,3 0 0,8-1 0,1 1 0,-7 0-1129,1-1 1129,3 1 0,7-1 0,-2 0 0,-2 0 0,0-1 0,-3 0 0,2 0 0,-1 0 0,-6 1 0,0 0 0,1 0 0,10-3 0,2 0 0,-8 0 2146,-5 0-2146,10-1 0,-1-1 462,-15 3-462,2-1 2255,-13 1-2255,-1-2 0,8-7 0,-3 3 3276,9-10 0,-7 7-3044,1-3-3509,7-2 0,-15 9 3047,15-12 230,-12 4 0,2 0 0,1-2 0,-13 11 0,6-2 3276,-4 2 0,2-2-3044,0-5-232,1 1 0,-6-2 0,1 8 0,-13-2 0,5 7 0,-13-4 0,-2 1 0,1 1-1093,-2 1 1,-4-1 0,3 2-2185,0 0 3162,0 1 0,-1 0-405,-2 1 520,7 1 0,-13-2 0,20 3 0,1 0 0,11 4 3276,2-3-2464,4 5 1,-1-6-1,-2 2 1</inkml:trace>
  <inkml:trace contextRef="#ctx0" brushRef="#br0" timeOffset="75475">14587 2164 23234,'-29'15'0,"8"-4"0,-3 2 0,1-1 0,-5 2 0,-1 0 0,4-2 0,-4 3 0,0 0 0,0 0 0,-2 0 0,10-6 659,15-7-659,0-9 0,6 3 0,-2-6 0</inkml:trace>
  <inkml:trace contextRef="#ctx0" brushRef="#br0" timeOffset="78270">14684 2277 24575,'21'-2'0,"-2"1"0,2-1 0,-10 2 0,7-2 0,-14 2-3277,6 11 0,-7-6 3047,10 21 230,-10-17 0,7 17 0,-7-12 0,3 4 0,-3-8 0,-1-1 0,-1-2 3276,1-2-2457,-2 3 0,2-5 0,-2-2 0</inkml:trace>
  <inkml:trace contextRef="#ctx0" brushRef="#br0" timeOffset="78619">14716 2419 24575,'24'-3'0,"3"1"0,-4-2 0,2 2 0,-18 1 0,4 1 0,1 0 0,-4 0 0,2 0 0,-8 0 0</inkml:trace>
  <inkml:trace contextRef="#ctx0" brushRef="#br0" timeOffset="79404">14979 2353 24575,'11'20'0,"0"-1"0,-1-4 0,7 6 0,-6-10 0,3 3 0,0-4 0,-5-7 0,6-2 0,-8-1 0,14-12 0,-8 1 0,6-4 0,-6 0 0,-8 6 0,1-5 0,-5 5 0,1-4 0,-2 0 0,-2 4 0,-2-11 0,-3 9 0,1-1 0,-3 3 0,-1 5 0,3 1 0,-16 3 0,-4 4 0,3 2 0,1-1 0,3 1 0,10-2 0,-13 4 0,21-7 0,7 4 0,-1-3 0,4 3 0</inkml:trace>
  <inkml:trace contextRef="#ctx0" brushRef="#br0" timeOffset="79889">15246 2299 24575,'6'18'0,"5"11"0,-4-18 0,3 5 0,1 1 0,12 0 0,0 3 0,-4-12 0,0-4 0,9-7 0,-3 2 0,8-13 0,-25 7 0,18-15 0,-17 10 0,2-4 0,-10 0 0,-13-2 0,-9-4 0,2 5-820,-13 2 1,24 13 0,-7 0 0</inkml:trace>
  <inkml:trace contextRef="#ctx0" brushRef="#br0" timeOffset="80855">18186 1766 24419,'3'30'0,"-1"-6"0,-1-4 0,1 0-1623,1 10 1623,0 2 0,-2-10 0,0 0 0,3 5 0,-1 0 0,-1 4 0,1-5 0,0-3 0,3 10 0,2 9 0,-1-8 0,1-10-1093,-1-1 1,2 5 0,-2-6-2185,0-7 3477,5 14-200,-10-25 0,3 5 0,-4-9 0</inkml:trace>
  <inkml:trace contextRef="#ctx0" brushRef="#br0" timeOffset="83257">18174 1936 24575,'10'-5'0,"-1"1"0,-2-5 0,3-12 0,-4 2-1639,-1-7 1,-2 0-1639,-2 10 1638,-1-17 1,-1 1 148,-2 20 1490,1-8 0,-1-2 0,-5-7-1517,-1 8 0,0 0 1517,-1-13 779,-7 7 1,0 2-780,7 9 0,-13-9 0,0 1 0,11 10-429,-15-9 1,-1 1 428,13 9 0,-12-6 0,-1-1 0,9 8-693,-7-3 1,0 1 692,12 7 343,-7-1 0,-7-2 1,5 1-344,0 0 194,-2 2 0,-6 0 1,2 0-195,-1-1 0,2 1 0,-1 2 0,0 0 0,-9-2 0,6 1 3276,14 4-3167,-9-2 0,2 2 3167,15 2-1326,-20-2-4461,13 2 2511,6 0-1639,-12 1 1,0 0 810,10-1 208,-11 1 0,-8 2 0,3 0 620,7 0 0,0 1-176,-4-1 1,-6 1 0,-1 0 0,1 2 175,-4 2 0,0 3 0,2-3 0,6-2 0,2-2 0,-1 1 0,-8 5 0,0 2 0,8-3 0,9-2 1528,-13 5 1,-3 2-1529,5 0 0,2 0 0,2-2 0,-2 1 0,-1 1 0,-2 1 0,6-3 0,0 0 0,-2 0 0,-5 2 0,7-2 2461,7-4-2461,-8 2 0,-7 3 0,5-2 0,3-2 642,-8 5 1,0 1-643,8 3 0,-2-1 295,13 0-295,9-6 0,-3 4 0,3-3 0,-5 6 0,3-4 0,-2-1 0,1 6-3277,-3-8 2017,6 0 4536,-7 1-2961,8-10 0,0 3 0,1-4 1</inkml:trace>
  <inkml:trace contextRef="#ctx0" brushRef="#br0" timeOffset="84111">16027 1667 24575,'3'-1'0,"0"2"0,-3 3 0,-3 15 0,1-11 0,-1 25 0,0-19 0,3 6 0,-2-10 0,2-12 0,7-19 0,-2 3 0,0 0 0,1-1 0,-1 0 0,-1-2 0,-5 12 0,-1 6 0,1 14 0,2-5 0,9 14-1454,-4-16 1454,5 7 0,4-4 0,-4-1 0,5 3 0,-14-3 0,-27 9 0,4-4 0,-11 3 0,1 0 0,10-6 0,-9 3 0,10-1 1454,39-9-1454,3-2 0,3-1 0,1-1 0,-6-2 0,-3-1 0,-7 2 0,-27 1 0,-4 3 0,-3 1 0,4-1 0,-3 1-820,-6 1 1,-6 0 0,-1 1 0,6-1-820,7 0 1,-2 0 1592,-5 0 0,-8 1 0,-3 0 0,3 0 0,11-1-1615,-5-1 1661,2 1 0,-5 1 0,7 0 0,9 0 0,5-1 0,3 1 0</inkml:trace>
  <inkml:trace contextRef="#ctx0" brushRef="#br0" timeOffset="86819">16276 1823 24575,'3'7'0,"7"7"0,0 4 0,1-4-3277,4 17 0,-11-24 0,5 14 4103,-3-8-826,-3-2 1788,6 16-1788,-4 1-669,1-7 669,-1 4 0,-2-6 0,-1-6 0,-1 6 0,0 0 0,1-6 3276,1 22-313,-1-13-2963,-1-5 614,-1 8-614,0-7 0,0 9 0,0-9 0,0-1 0,0-3 1033,0 1-1033,0 12 0,0-13 0,0 12 0,0-8 0,2-4 0,-1 5 0,1-16 0,0 14 0,-2-2 0,1 8 0,-1-2 0,2-3 0,-2-5 0,0-4 0,0-2 0,0-2 0,0 0 0,0-4 0,0 1 0</inkml:trace>
  <inkml:trace contextRef="#ctx0" brushRef="#br0" timeOffset="95951">16320 1848 24575,'8'33'0,"-3"-13"0,2 15 0,-5-25 0,5 15 0,-6-19 0,5 17 0,-4-17 0,2 18 0,1-3-821,-2-3 821,1 4 202,2-3-202,3 7 0,-3-6 0,0-1 0,1 5 0,0 4 0,-4-14 0,-1-1 0,1-2 619,-2-1-619,2 3 0,-1 7 0,1-5 0,0 10 0,1-1 0,2-5 0,0 9 0,-3-20 0,-2 10 0,1-7 0,-2 1 0,0 2 0,0-4 0,0 6 0,0-2 0,0-2 0,0 0 0,0-4 0,0 2 0,0 4 0,0-4 0,0 3 0,0-9 0,0 9 0,-2-2 0,1-2 0,-3 11 0,3-9 0,-1 3 0,2-1 0,0-7 0,0 5 0,0-3 0,0 4 0,0-5 0,0 9 0,0-10 0,3 8 0,-2-7 0,3 0 0,-2 5 0,5 4 0,1 5 0,-1-3 0,1-7 0,-7-9 0,2-1 0</inkml:trace>
  <inkml:trace contextRef="#ctx0" brushRef="#br0" timeOffset="100144">16149 1645 24575,'0'0'0</inkml:trace>
  <inkml:trace contextRef="#ctx0" brushRef="#br0" timeOffset="101695">24425 3709 24575,'3'6'0,"3"0"0,-1 7 0,4-1 0,-5 1 0,0-4 0,-4-7 0,0-1 0</inkml:trace>
  <inkml:trace contextRef="#ctx0" brushRef="#br0" timeOffset="102013">25421 3758 24575,'0'0'0</inkml:trace>
  <inkml:trace contextRef="#ctx0" brushRef="#br0" timeOffset="102250">25169 3770 24575,'21'5'0,"14"2"0,-17-6 0,3 0 0,3 0 0,3 0 0,-1 0-1524,5 0 1,0 0 1523,4-1 0,3 0 0,0 0 0,-2 0 0,1 0 0,-3 0-1093,-7 0 1,-1 0 0,0 0 307,6 0 1,1 0 0,-7 0 784,-1 0 0,0 0 0,-11 0 0</inkml:trace>
  <inkml:trace contextRef="#ctx0" brushRef="#br0" timeOffset="102436">25991 3779 24575,'4'-2'0,"-2"1"0</inkml:trace>
  <inkml:trace contextRef="#ctx0" brushRef="#br0" timeOffset="103280">24280 2300 24575,'10'6'0,"0"2"-1093,9 2 1,7 4 0,-4-2-2185,4 4 2457,0-1 1,9 3 0,1 0 0,-8-4 736,-10-6 0,0 0 83,7 4 0,8 2 0,3 2 0,-2-2 0,-8-2 0,-7-4 0,0 0 0,8 5 0,7 3 0,-1 0 0,-8-3 0,-3 5-1098,5 4 1,-2 0 1097,-8-6-1373,-4 12 1,-2-1 1372,-8-13 0,1 13 0,0-1 0,-4-17-724,1 11 1,0 1 723,-1-12 798,0 11 1,0 0-799,-2-10 2820,2 10-2820,-4-16 3276,3-12-3041,-2-1 0,3-3 0,0 7 1</inkml:trace>
  <inkml:trace contextRef="#ctx0" brushRef="#br0" timeOffset="103883">25033 2695 24575,'-10'8'0,"-12"11"-3277,-6 5 0,4-4 0,1 2 4605,5-7-1328,-3 5 0,1-4 1719,9-5-1719,14-11 0,24 0 0,-4 0-1093,7 0 1,7 0 0,-5 0-168,1 0 1260,-4 0 0,4-1 0,-4 1 1267,-9-1 0,-2 1-1267,1-1 0,1 0 0,7 2 0,-2 0 0,-3 0 0,-2 2 0,-16-1 3276,-9-1-761,-25-2 481,17 1-2996,-9-1 0,0 0 0,11 1 0,-12-1 0,15 1 0,1-2 0</inkml:trace>
  <inkml:trace contextRef="#ctx0" brushRef="#br0" timeOffset="104564">24971 2742 24575,'-3'8'0,"-3"5"0,0-2-3277,-11 17 0,10-18 1638,-7 9 1,1 0-1621,6-12 5404,-10 16-2145,14-21 0,0 2 0,2-4 3276,9-2-1829,-1-1-1447,26-10 0,-11 6 0,4 1 0,0 0 3276,2 1-1803,-1 0 0,-1 1-1473,-8 1 0,3 0 0,-2-1 0,-13 4 0,4-1 0,-22 14-1639,-3 0 1,-1 0-1639,-4 6 2153,-3 2 0,3-3 1124,13-13 0,-12 15 0,16-19 0,1 0 0,0-3 0,2 1 0,-2 1 0</inkml:trace>
  <inkml:trace contextRef="#ctx0" brushRef="#br0" timeOffset="105633">22222 4543 24575,'17'-16'0,"-1"-4"0,1-4 0,4-3 0,1 0 0,-3-1 0,1 1 0,2-3 0,2 3 0,1 8 0,1 2-660,-7 1 1,1 0 659,9 3 0,3 1 0,-5 3 0,1 2 0,5 0 0,7-2 0,-6 3 0,3 0 0,-12 2 0,5-2 0,1 0 0,-7 2 0,8-2 0,0-1 0,6-1 0,-3 0 0,-6 2 0,-2 1 215,8-3 0,0 1-215,-9 2 0,-5 2 0,-12 1 0,-1 0 0</inkml:trace>
  <inkml:trace contextRef="#ctx0" brushRef="#br0" timeOffset="106286">23077 3974 24575,'6'25'0,"0"0"0,3 6-1639,-3-2 1,1-2-1639,-3-12 1638,2 6 1,-1-1-1639,-2-13 5064,4 10-1787,-7-27 0,-2-12 0,-1 0 0,-9-10 0,7 18 0,-3 3 3276,7 5-2015,3 5-1261,31-2 0,-15 2 0,13-1 0,-1 0 0,-10 2 1638,1-1 0,-3 1 1638,-12 1-3044,-1 1-232,-15 9 0,-5 1 0,-1 1 0,-3 3-1639,-11 2 1,1-2-1639,17-10 2184,-10 1 1,-6 3 0,6-2-398,8-1 1438,-10 1 0,-5 1 52,2-1 0,-1 0-500,5-1 0,-1-1 0,-4 2 0,2-1 1,5 0-1</inkml:trace>
  <inkml:trace contextRef="#ctx0" brushRef="#br0" timeOffset="114841">29200 4154 24575,'12'16'0,"-3"-2"0,2 13 0,-5-4 0,-5-10 0,1 4 0,-2 0 0,0-6 0,-2 7 0,1-11 0,-1-2 0,0-1 0,2-2 0</inkml:trace>
  <inkml:trace contextRef="#ctx0" brushRef="#br0" timeOffset="116151">30433 3742 24575,'8'16'0,"1"-2"0,-1 10 0,-3-12 0,2 15 0,-6-19 0,4 19 0,-3-10 0,1-1 0,-1-3 0,0-6 0,-1-3 0,3 2 0,5-9 0,4-3 0,5-4 0,1-1 0,0 0 0,9-5 0,0 1-1305,-16 10 1305,6-6 0,1 1 0,-4 3 0,2-3 0,-3 2 0,-7 5 0,-5 1 0</inkml:trace>
  <inkml:trace contextRef="#ctx0" brushRef="#br0" timeOffset="118471">28968 1878 24575,'-5'0'0,"1"0"0,-1 0 0,-4 0 0,-5 2 0,-8 1 0,7-1 0,-2 1 0,-4 1-1639,-4 2 1,-1 0-1,8-3 1,-1 1 1555,-7 1 1,-2 2-1,2-2 83,-8 1 0,11-1 0,0 0 0,-1-1 0,3-1 0,11-1-3277,-24 2 2023,28-4 128,-24 6 1126,22-4 0,-24 8 0,24-7-518,-26 9 518,23-7 1638,-7 2 0,-2 2-1197,-8 7-441,1-3 0,-5 5 0,20-11-2663,-15 10 2663,18-12 3276,-17 16-2856,19-14 442,-16 14-862,6 1-274,2-6 274,-1 4 0,5-4 0,2-4 0,-8 19 0,10-21 0,-4 8 569,3 2-569,-2 4-1639,4-3 1,0 1 473,-1 2 1165,1 3-1064,2-7 1064,3-4 0,-2 9 0,0 1 0,2-11-543,0 15 0,0 1 543,1-17 0,1 11 0,0-1 0,-1-12 338,4 9 0,2 0-338,-3-9 0,5 5 0,0 1 0,-4-6 3276,16 14-3058,-8-11 0,1 0-218,11 11-1260,5-2 1,-2-2 1259,-11-9 0,12 2 0,9 5 0,-8-6 1683,-10-8-1683,4 3 0,6 3 0,1-2-358,0-2 1,0-1 0,3-1 357,-3-1 0,2-1 0,3 0 0,-2 1 0,-1 0-406,-2 0 0,-2 1 0,1 0 0,3-1 406,0 0 0,5-1 0,3 0 0,-1-1 0,-1 1 0,-4-1 0,-7-1 0,4 1 0,0-1 0,-5 0 0,6 0 0,4 1 0,2 0 0,-2 0 0,-4 0 0,-7-1 0,3 0 0,0 1 0,0-1 0,6 0 0,4 1 0,-1-1 0,-3 0 0,-7 0 0,-2 0 0,-1-1 0,5 1 0,7 0 0,2 0 0,-3 0 0,-8-1 0,-6-1 0,-1 0 0,8 0 0,5-1 0,0-1 0,-7 1 0,6 0 0,-5-2 0,5 0 0,-2-1 0,-5 3 0,-2-1 0,0-3 0,2 1 0,-1 0 0,2 0 0,-2-1 0,1-3 0,-1 0 0,-1 2 0,-2 0 0,13-5-1246,-3 1 1246,-18 5-687,13-5 1,-1 0 686,-16 6 227,12-6 1,1 0-228,-12 5 0,12-7 0,-1-1 0,-11 7 857,11-11 1,0-2-858,-9 8 0,4-9 0,0-1 0,-7 7 0,3-8 0,-1 0 0,-7 10 0,4-5 0,1-3-927,-6-4 0,0 2 927,3-1 0,-2-10 0,-2 3 0,-1 20 754,0-18-754,-5 1 0,1 6 0,-1 0 0,-1-12 605,-3 2 1,-1 2-606,3 13 1638,-6-14 0,-5-3-1460,3 13 1,0 0-179,0-3 0,-1 1 0,-4 1 0,-1 1 0,3 4 0,-2 0 0,-3-1 0,0 0 0,5 3 0,0 0 0,-8-2 0,4 2 0,8 5-905,-10-7 0,-1 2 905,13 9 0,-21-15 0,3 10 0,10 2 0,-1-1 0,-6 0 0,0 0 0,-9-5 0,12 8 0,-4 1 0,-5 1 0,-1 1 1217,5-2 1,-5 1-1218,4 2 0,-6 1 0,-2 0 0,1 0 0,6 0 0,-3-1 0,-1 1 0,5 1 0,-7 0 0,-4-1 0,-1 1 0,1 0 0,4 0 0,7 0 0,-5-1 0,2 2 0,3-1 0,-6 0 0,-1 0 0,2 0 0,6 0 0,-3 0 0,6 0 0,-8 0 0,11 0 0,3 1 0,9 2 0,8-1 0,-6 1 0</inkml:trace>
  <inkml:trace contextRef="#ctx0" brushRef="#br0" timeOffset="120216">29103 1927 24575,'6'-11'0,"-1"3"-3277,5-14 0,-7 14 1898,4-10 1,0-1 1378,-4 7 0,3-8 0,-1-1 0,-1 7 914,0-5 0,-1-2-914,1-11 0,-1 0 0,-2 11 0,-1 3 0,0 7 0,-1-18 0,-1 8 0,0 1 0,-2-12 0,3 22 126,-6-20-126,5 18 0,-4-14 0,-1 5 0,1 5 0,0 1 0,-1 8 3276,-7-10-52,-7-2-3224,1 0 0,-7 3 0,17 10 0,-14-7 0,14 9 857,-16-10-857,1 3 0,3 3 0,-2 0 0,-7-2-1639,0 3 1,2 2-1639,12 2 1638,-13 0 1,1-1 148,16 4 1490,-23-3 0,12 2 0,0-1 0,-10 0 0,13 1 0,-8 1 0,19 0 0,-13 2 0,1 0 0,12-1 0,-27 7 0,10-3 0,6 0-1517,-7 0 0,1 1 1517,10-1 0,-18 3 1939,8 1-1939,11-5 1638,-6 3 0,0 0-920,-5 3-718,6-1 0,1 1 0,-3 0 0,4 1 0,0-1 0,-11 5 0,-2 2 0,8-4 0,2-2 0,6-4 72,-7 6 1,0 0-73,7-5 0,-4 2 0,0 2 0,-1 4-1749,3-6 1749,5 1 3276,4-3-1374,6-4 11,-14 13-1913,-1-1-788,3-2 788,-6 2 2803,1 1-2803,4-6 0,0 0 0,-8 9 0,1-2 0,2-1 0,9-7 0,-6 6 0,-2 1 0,0 3 0,-1-1 920,6 0-920,9-11 0,2-1 0,1-5 0</inkml:trace>
  <inkml:trace contextRef="#ctx0" brushRef="#br0" timeOffset="122687">27476 1634 24575,'12'21'0,"-5"-11"0,9 18 0,-11-22 0,12 24 0,-11-21 0,8 18 0,-4-13 0,-2 0 0,-2-3 0,-5-10 0,-1 2 0,0-8 0,-1-5 0,-1 1 0,-1-15 0,-1 4 0,2 1 0,-4-2 0,5 16 0,-2-8 0,2 6 0,-1 1 0,-1 0 0,0 5 0,1 2 0,-6 11 0,-4 5 0,1-1-1639,-1-1 1,0-1-1639,7-7 2249,-7 8 1,-1 0 1027,9-8 0,-19 20 0,6-11 0,2 2-3277,-7 0 2622,19-13 3931,-14 9-2620,13-9 1169,-10 7-1825,7-8 0,0 4 0,2-5 3276,4 0 0,4-3-3044,4 0-232,5-3 0,15 1 0,-6 1 0,3 1 0,-5 0 0,-13-2 0,6 2 0,-6-3 0,2 1 0,8-7 0,-1-1 0,4-4 0,-10 4 0,0 0 0,-7 8 0,5-14 0,-3 12 0,4-17 0,-5 14 0,4-15 0,-7 15 0,3-6 0,-2 7 0,0 2 0,0-3 0,-1 4 0,0-2 0,-1 3 0,-1 5 0,-3 4 0,-4 6 0,3-4 0,-5 5 0,8-9 0,-6 6 0,7-7 0,-3 0 0,6-8 0,-1-2 0,3-10 0,-3 0 0,3-9 0,-1 9 0,1-1 0,-1 13 0,-8 12 0,-10 13 0,3 1 0,-9 7 0,16-18 0,-8 9 0,4-7 0,1 2 0,1-2 0,7-15 0,10-16 0,-6 6 0,5-7 0,0-1 0,0 0 0,-1-1 0,-2 4 0,-5 13 0,0 2 0,-5 11-3277,-6 13 0,1-7 3047,-3 6-874,6-7 1104,2-6 0,-2 6 0,7-11 0,0-2 0,7-10 0,6-11 0,-2 4 3276,1-3-315,-8 13-1310,0-2-1651,-1 4 0,-1 2 0,-1 2 0</inkml:trace>
  <inkml:trace contextRef="#ctx0" brushRef="#br0" timeOffset="130787">19020 4726 24575,'5'19'0,"0"0"0,6 17-3277,-7-6 0,-1-15 1638,0 9 1,0 1 1238,-1-9 891,0 5 0,-1 1-491,0-4 0,2 15 0,-1-11 0,1-1 3276,-1-3-989,-2-17-206,0-11-2081,-2-20 1605,1 7-1605,-2-9 0,-1 1 0,1 10 0,-1-9 0,1-4 0,0 10 0,1 1 0,0-13 0,1 12 0,1 5 0,0 11 0,0-2 0,-3 10 0,-14 5 0,-3 2 0,-4 2 0,1 0 0,-5 1 0,1 0-366,-7 2 1,1 1 365,9-3 0,0 1 0,1-2-1639,-6 2 1,5-1-1627,3 3 3265,27-16 0,0 2 0,16-3 0,-6 2 0,-2 2 0,-5 0 0</inkml:trace>
  <inkml:trace contextRef="#ctx0" brushRef="#br0" timeOffset="131287">19192 4713 24575,'10'25'0,"-3"-8"0,0 1 0,3 10 0,0-1 0,-1 4 0,-3-10-3050,-4-5 3050,4-1 717,-5-7-717,3-4 0,-3 3 0,1-7-3277,-7-14 543,4 7 3371,-8-24-637,4 23 0,-7-18 0,7 15 0,-1 0 0,4 5 0</inkml:trace>
  <inkml:trace contextRef="#ctx0" brushRef="#br0" timeOffset="131624">19207 4706 24575,'6'0'0,"8"0"0,15 0 0,-8-1-1639,-1 1 1,-1-1-1639,-10 0 1328,10 0 1949,-15 0 0,2 0 0,-4 1 0</inkml:trace>
  <inkml:trace contextRef="#ctx0" brushRef="#br0" timeOffset="132170">19289 4917 24575,'7'3'0,"3"-1"0,-8 0 0,16-1 0,12-3-1333,-9 2 1333,11-5 325,-8 1-325,-1 1 0,12 9 0,-17 2-1639,-5 6 1,-1 2-1535,-3-4 2972,2 5 1,-2 1 200,-5-8 654,1 16-654,-11-8 0,-16 5 0,8-11-1639,-7-1 1,1-4 517,9-5 2759,-10 4 0,-1 0-516,2-4-1122,-5 3 421,7-5-421,14 0 0,-6-4 0,6-11 3276,-1 6-2830,4-8 0,1 15 0,0-1 0</inkml:trace>
  <inkml:trace contextRef="#ctx0" brushRef="#br0" timeOffset="132904">19645 4803 24575,'7'12'0,"0"9"-3277,0 6 0,-1-8 0,-2 5 3890,2-10-613,-1-3 1816,6 11-1816,-2-10 0,0 0 0,1-4 3276,-4-6-74,3 1-2278,5-5-924,7-11 0,-6 2 0,9-11 0,-18 14 0,13-19 0,-10 6 0,3-3-3277,-2-8 0,-7 23 2948,2-22 329,-4 22 0,-1-13 0,-6 14 0,-7-3 0,1 8 0,-17-1 0,19 4-392,-26 6 392,26-3 0,-17 5 0,15 0 0,0-3 0,7 5 0,5-7 0,0 1 0</inkml:trace>
  <inkml:trace contextRef="#ctx0" brushRef="#br0" timeOffset="133506">19925 4741 24575,'2'13'0,"-1"-5"0,0 15 0,1-14 0,4 20 0,-4-20 0,7 21 0,-7-22 0,8 16 0,-2-12 0,6 5 0,-5-9 0,3-2 0,-1-11 0,0 2 0,5-13-3277,0-7 0,-6 6 1638,4-3 1,-3 2 148,-8 10 1490,7-12 0,-2-1 0,-6 8 0,-1-10 0,-15 13 0,-21 6 0,11 1 1638,1 2 0,1 1-377,8 0 2015,-6 0-2457,13 0 0,5 0 0,0 0 0</inkml:trace>
  <inkml:trace contextRef="#ctx0" brushRef="#br0" timeOffset="144473">22990 4080 24575,'0'9'0,"-1"27"0,1-20 0,-3 15 0,0-1 0,2-17 0,-2 18 0,0-1 0,3-18 0,-1 17 0,-1-2 0,2-18 0,-2 27 0,2-30 0,0 9 0,0-11 0,0-1 0,0-2 0</inkml:trace>
  <inkml:trace contextRef="#ctx0" brushRef="#br0" timeOffset="145175">22980 4005 24575,'3'31'0,"-1"-17"-1639,-1 12 1,0-1-1639,-1-15 1638,0 14 1,0-1-1639,0-16 4550,0 27-1273,0-28 0,0 21 0,0-16 3276,0 4-3025,0-9 1,0-3 0,0-5-1</inkml:trace>
  <inkml:trace contextRef="#ctx0" brushRef="#br0" timeOffset="145909">23011 3998 24575,'10'2'0,"11"7"0,-8-1-1639,9 1 1,0 0-1639,-9-2 1773,13 2 1,0 0 1503,-12-4 929,5 2 1,1-1-930,-1-2 0,8 2 0,-11-5 0,-3 2 0,-10-1 3276,-1 1-222,-9 7-6331,-13 17 1142,7-12 1232,-9 9 0,-1-1 903,5-9-25,-6 7 1,-3 1 24,5-7 0,2-2 0,-9 10 0,3-7 0,4-1 0,17-8 3276,-23 13-686,26-14 99,-5-2-2689,10-4 84,3-9-84,7-1 0,-4 0 0,5-8 0,-9 2 0,3-1 0,-5 3 0,-2 10 0</inkml:trace>
  <inkml:trace contextRef="#ctx0" brushRef="#br0" timeOffset="146944">23054 4120 24575,'2'27'0,"1"-11"-1639,-2 5 1,1 0-1639,-1-10 1638,-1 9 1,0-2-1639,0-11 3853,0 27-576,0-28 0,1 15 0,0-17 3276,0 1-2615,0-6 2615,0-9-666,2 2 99,-2-19-2709,1-4-657,-1 5 657,-1-2 0,0 11 0,0 7 0,0-19 0,0 16 0,-1-4 0,1 6 0,-2 11 0,2 7 657,0 5-657,0 5 0,-1 4 0,0-10 0,0 2 0,2-15 0,1-8 0,0 2 0,-1-11 0,-1 13 0,-1-9 0,-2 7 0,2 1 0,1 5 0,5 3 0,3 2 0,-5 0 0,2-1 0,-5 0 0</inkml:trace>
  <inkml:trace contextRef="#ctx0" brushRef="#br0" timeOffset="155252">24317 3304 24575,'-14'18'0,"9"-10"-1639,-10 8 1,-2 0-1639,11-9 0,-22 17 4605,9-10-1328,-2 0 0,0 1 1719,-3 2-1719,2-1 0,3-2 0,15-9 0,-7 9 819,12-10 0,-1 0 0,2-3 0</inkml:trace>
  <inkml:trace contextRef="#ctx0" brushRef="#br0" timeOffset="155602">24691 3461 24575,'-24'18'0,"0"-1"0,-2 3 0,-1 2 0,5-6 0,4-4 0,-3 5 0,-4 5 0,5-4 0,5-4 0,-5 8 0,2 1 0,12-13 0,-7 11 0,11-12 0,2-1 0,6 8 0,22-1-1306,-13-5 1306,19-1-820,-12-13 1,-9 3 0,4-3 0</inkml:trace>
  <inkml:trace contextRef="#ctx0" brushRef="#br0" timeOffset="157052">25215 4913 24575,'-7'20'0,"0"0"0,-2 3 0,1-4 0,4-8-3277,-9 22 0,8-25 1328,-1 13 1949,2 0 0,4-10 1719,-3 15-1719,3-11-615,0-6 615,0 2 3276,4-3-73,5 3-3203,19 7 0,-10-8 0,0-2 0,11 6 0,-1-8 0,-3-2-44,-15-2 44,9 1 0,0-1 0,-4-2 0,-2 1 0,6-1 0,-14 0 0,11-2 0,-11 1 0,9-2 0,-12 3 0,2 0 0</inkml:trace>
  <inkml:trace contextRef="#ctx0" brushRef="#br0" timeOffset="157605">25552 5151 24575,'0'4'0,"0"11"0,0-9 0,0 13 0,-2-5 0,2-2 0,-1 5 0,-1-9 0,2 9 0,-2 2 0,2-5 0,0 3 0,2-6 0,-2-4 0,3 9 0,-1-6 0,1 0 0,-3-7-820,0-17 1,-2 8 0,1-8 0</inkml:trace>
  <inkml:trace contextRef="#ctx0" brushRef="#br0" timeOffset="158489">25555 5150 24575,'17'6'0,"-6"-1"0,6 1 0,-12-4 0,9 2 0,-3-1 0,-2-1 0,11 2 0,-2-2 0,-3 0 0,4-1 0,-15-1 0,4 0 0,-6 2 0,3-2 0,-5 3 0,-3 3 0,-2 3-3277,-14 14 0,10-11 2823,-7 3 0,0-1 454,7-6-251,-14 12 251,17-16 0,7-3 0,2-5 3276,14-11-229,-3 2-3047,-1-1 994,-5 4-994,-10 10 396,1 0-396,-8 9 0,-7 4 0,5-1 0,-4-2 0,14-9 0,-4-2 0,2-3 0,-1 3 0,2-1 0</inkml:trace>
  <inkml:trace contextRef="#ctx0" brushRef="#br0" timeOffset="160036">26348 5049 24575,'4'14'0,"3"10"0,0-4 0,1 1 0,3 8 0,-4-8 0,-1-2 0,0-3 0,0 20 0,-2-19 0,-1 16 0,-3-15 0,0-5 0,-2 0 0,-1-7 0,-1 2 0,-13 3 0,-7-3 0,0-3 0,-2-2 0,7-2 0,0-1-1639,-9 0 1,3 0-1639,8 0 3047,-9-4 230,30 6 0,-2-4 0,18 7 0,14 1 0,-6-2 0,-2 2 0,-1 0 0,-4-5 0,0 4 0,2 1 0,5-4 0,-1 2 3276,-5-2 0,-15-4-6553,10-4 2,-8 2 3275,9-4 0,3 0 0,-4 2 0,1 0 0,-11 5 0</inkml:trace>
  <inkml:trace contextRef="#ctx0" brushRef="#br0" timeOffset="160599">26648 5185 24575,'4'28'0,"-3"-12"0,1 0 0,0 0 0,3-1 0,0 5 0,8-1 0,-8-11 0,15 11 0,-11-12 0,17 9 0,-8-11 0,8 1 0,-9-5 0,-2-1 0,-3-14 0,-5 8 0,3-24 0,-3 16-1639,-3-5 1,1-1-1639,0 5 2899,-2-7 1,-2 1 377,-1 11 0,-10-23 0,-12 17 0,1 0 0,-5 5 0,9 10 0,1 7 3276,4-1-29,-1 8-3247,9-5 0,0 6 0,2-11 0,2 4 0</inkml:trace>
  <inkml:trace contextRef="#ctx0" brushRef="#br0" timeOffset="161084">26998 5196 24575,'-25'25'0,"10"-9"0,6 7 0,10-11 0,2 8 0,4-5 0,5 4 0,-2-6-3277,10 9 0,-11-15 2468,21 11 809,-18-17 0,6 3 0,1-1 0,1-3 0,15-5 0,-13-1 0,-4-3 0,-1-3 0,7-15 0,-13 11 0,-2-1 0,-2-11 0,-12 0 0,-13 3 3276,11 8-519,-10-2-2757,10 13 0,2 2 0,-1 0 0</inkml:trace>
  <inkml:trace contextRef="#ctx0" brushRef="#br0" timeOffset="161732">27364 5166 24575,'-3'16'0,"1"-5"0,-1 11 0,3-1 0,0-4 0,5 6 0,-2-17 0,10 14 0,-7-13 0,7 8 0,-8-11 0,5 2 0,2-4 0,-2-1 0,9-3 0,-9 1 0,25-9 0,-17 5 0,2-2 0,-2-1 0,-8 4 0,6-6 0,-14 6 0,-4-3 0,0 5 0,-10-4 0,6 1 0,-10-6 0,0-3-3277,-3-1 0,5 4 3047,2 1 230,4 6 0,2-1 0,-1 4 0</inkml:trace>
  <inkml:trace contextRef="#ctx0" brushRef="#br0" timeOffset="162537">27020 5165 24575,'-14'21'0,"5"-9"0,-2 7 0,8-13 0,-7 16 0,9-12 0,-6 14 0,5-9 0,1-2 0,1-1 0,3-2 0,3 6 0,-2-1 0,1 0 0,4 2 0,2-6 0,4 5 0,5-8 0,-11-6 0,16-3 0,-15-3 0,19-11 0,-19 9 0,17-20 0,-20 15 0,8-14 0,-12 13 0,-2-11 0,-1 12 0,0-21 0,0 23 0,-1-25 0,-1 26 0,-3-21 0,2 23 0,-5-12 0,5 17 0,-6-8 0,-10 4 0,5 0-159,-9 1 0,17 2 1,1 2-1</inkml:trace>
  <inkml:trace contextRef="#ctx0" brushRef="#br0" timeOffset="163827">26788 4303 24575,'18'6'0,"14"5"0,-1-1 0,-12-4 0,7 2 0,8 3 0,-4-3 0,3 2 0,-10-4 0,1 1 0,-1 0 0,-3 0 0,-9-4 0,8 4 0,0 3 0,-8-3-1639,7 4 1,0 0-1639,-9-3 3047,15 7 230,-9-5 0,3 2 0,2 0-3277,4 3 3210,-7-5 0,1 1-927,8 4 994,-10-7 0,9 7 0,-1 1 0,-11-8-1539,11 8 0,-3 1 1539,-14-8-189,18 12 0,3 2 189,-14-9-505,6 1 0,6 3 0,-5-4 505,-5-4 531,15 8 1,-1-2-532,-16-10 1300,8 4 0,-1 0-1300,-13-4 3276,11 5-3216,-10 1 3216,4 1-946,6 4-2330,-8-8 0,9 3 0,-15-11 3276,5 5-3248,-6-6 0,-2 1 0,1-1 0</inkml:trace>
  <inkml:trace contextRef="#ctx0" brushRef="#br0" timeOffset="164509">27945 4790 24575,'2'13'0,"0"9"0,-1-5-3277,0 18 0,-1-26 0,-1 20 2548,0-23 2700,-1 13-1971,1-15 0,0 4 0,1-8 0,5-10 0,-3 3 3276,5-6-662,5 3-2614,-4 5-3277,24-10 2469,-24 10 808,16-2 0,-29 11-3277,-14 10 2017,5-6 1030,-7 2 1,1-2 229,13-5 3276,-16 3-2242,28-6-1854,16-6 1,-9 3 0,12-3 0</inkml:trace>
  <inkml:trace contextRef="#ctx0" brushRef="#br0" timeOffset="165710">28987 4882 24575,'-13'11'0,"-1"0"0,0 3 0,-1 1 0,9-5 0,0-1 0,4-2 0,1 2 0,-2 4 0,4 7 0,-2-5 0,5 8 0,4-4-1575,-2-3 1575,3 2 0,2-3 0,-6-6 0,15 15 0,-11-18 0,8 8 0,3-1 0,7-2 0,-2-2 0,-2 0 0,0-5 0,9-7 0,-12-2 0,0-2 1575,3-1-1575,-10-2 0,-3 3 0,1-8 0,-7 4 0,-1 0 0,1-6 0,-3 12 0,0-16 0,-1 4 0,0 0 0,-3-12 0,2 23 0,-6-24 0,6 24 0,-4-9 0,0 3 0,1 2 0,-4-6 0,0 3 0,1 7 0,-9-7 0,-6 0 0,5 2 0,-13-6 0,23 14 0,-12-4 0,14 7 0,-3 0 0,-4-3-3277,-13 2 0,7-1 3047,-16 3 230,24-1 0,-8 3 0,13 2 0,-1-2 0,6 2 0,-1-4 0</inkml:trace>
  <inkml:trace contextRef="#ctx0" brushRef="#br0" timeOffset="172947">26782 2999 24575,'7'0'0,"0"0"0,6 0 0,6 2-2558,-6-1 2558,4 2-718,3 0 718,-9-3-1639,8 3 1,0 0-784,-9-2 2422,16 3 0,11-2 0,-19-1 0,1 0 605,2 0 1,0 0-606,3-1 0,-3 0 980,-14 0-980,21 1 0,-9-1 0,-6 2 3276,11-2 0,-18 0-3044,8 0-232,-2 1 0,3-1 0,0 2 0,0-2 0,-4 0 0,-4 1 0,-1 4-3277,0 12 0,-2-8 3047,6 18 230,-6-20 0,5 16 0,-1-5 0,-1 0-3277,4 10 2017,-8-18 1260,6 19 0,-8-23-141,10 25 141,-9-20 0,4 7 0,1 1 0,-5-4 0,8 20 0,-6-20-2987,5 18 2987,-7-20 0,6 19 0,-7-26 2987,4 11-2987,0 8 0,2-5 0,0 8 0,0-9 0,-7-14 141,2 5-141,2 3 3276,-1 10-2646,2-5 1,1 1-631,1 9 0,-1-7 0,-1-3 0,0-7 0,3 18 0,-8-19 0,5 15 0,-4-3 0,2-8 0,0 15 0,-1-22 3276,1 23 0,-3-8-3044,2 2-232,-2 6 0,0-9-3277,0 8 0,0-11 2031,0 9 1246,0-20 0,0 8 0,0-5 0,0-5 0,0 10 0,0 0 0,0 7 0,0-3 0,2 9 0,0-15 0,3 10 0,-3-13 3276,-1 7-272,-1-7-1484,1 4-1520,1 2 0,3 3 0,-2-3 0,4 3 0,-3-6 0,2 3 0,-4-7 0,0-3 0,-1-3 0,2-3 0,-3 3 0,1 0 0,-1 0 0,2 2 0,-2-1 0,-6 0 0,-22 6 0,13-6 0,-17 4 0,0-2-3277,20-2 2594,-8 0 1,-2 0-1228,-10 1 1910,16-1-434,-6 0 0,1 1 434,12-3 0,-5 2 0,8-11 3276,1 1-2724,-7-14-552,7 10 0,-2-4 0,7 11 0</inkml:trace>
  <inkml:trace contextRef="#ctx0" brushRef="#br0" timeOffset="173739">27129 3111 24575,'-15'14'0,"4"-3"0,-14 14 0,16-15-3277,-18 15 0,22-18 0,-10 6 3998,6-3-721,3-4-2561,-10 13 2561,13-13 0,-6 4 0,3-1 0,2-5 3276,-3 9-2189,9-10-4364,23-5 2541,-14-2 1092,15-6 0,0 1 0,-18 5 0,18-7 0</inkml:trace>
  <inkml:trace contextRef="#ctx0" brushRef="#br0" timeOffset="174039">27222 3170 24575,'-15'19'0,"0"0"0,-4 7 0,2-3 0,1 0 0,6-9 0,-6 8 0,1-1-3277,9-14 2620,-9 16 1563,8-13-906,10-5 0,-1 3 0,15-8 0,7-6-1639,4-3 1,2 0 386,-5 3 0,0 0 1252,4-5 0,-7 1 0,-14 8 0,-1-2 0</inkml:trace>
  <inkml:trace contextRef="#ctx0" brushRef="#br0" timeOffset="174273">27304 3360 23553,'-12'20'0,"1"-1"0,-2 4-1639,-3 1 1,0-1-1639,9-10 2712,-5 5 0,1 0 565,6-4 0,-4 6 1748,6-10-1748,9-13-3277,17-9 2191,-10 5 1086,6-5 0,-1 1 0,-13 9 0,11-8 0</inkml:trace>
  <inkml:trace contextRef="#ctx0" brushRef="#br0" timeOffset="174474">27406 3511 24575,'-2'33'0,"-1"-20"0,-1 10 0,-3 0 0,-4-4 0,0 6 0,-2-5 0,10-12 0,-3 2 0,8-5 0,-2-3 0,2 0 0</inkml:trace>
  <inkml:trace contextRef="#ctx0" brushRef="#br0" timeOffset="174674">27312 3830 24575,'-12'19'0,"1"0"0,-4 4 0,1 0 0,-5 9 0,2-5 0,9-7 0,2-3 0,2-9 0,-2 27 0,4-4 0,-1-3-820,3 0 1,0-25 0,0 0 0</inkml:trace>
  <inkml:trace contextRef="#ctx0" brushRef="#br0" timeOffset="175807">29826 5078 24575,'11'-7'0,"-1"-4"0,-4 3-3277,1-9 0,-3 12 34,6-14 3243,-8 14 1289,15-16-1289,-13 15-3277,21-18 2588,-18 20 3965,20-14-2788,-19 16 565,15-7-1053,-9 8 0,11 6 0,-8-2 641,5 13-641,-11 2 0,-3 1 3276,-1 17 0,-7 0-2812,0-9-464,-3-5 0,-2-3 0,0-11 0,-5 8 0,-2 0 0,-9 1 0,0 2 0,-9-4 0,21-12 0,-10 5 0,26-7 0,6 2 0,3-3 0,3 0 0,0 1 0,0 2 0,10 5 0,-10-2 0,10 8 0,-18-9-1639,8 1 1,-1-2-1639,-9-2 3047,13 1 230,-13-3 0,0-4-3277,4-18 2017,-9 11 904,4-24 0,-7 30 0,2-9 0</inkml:trace>
  <inkml:trace contextRef="#ctx0" brushRef="#br0" timeOffset="176361">30298 5019 24575,'4'12'0,"2"3"-3277,4 6 0,-3-9 0,7 9 0,-10-17 5276,5 6-1999,1-2 0,11-1 0,-6 1 0,4-1 0,0-8 3276,-1-3-1911,8-6 1911,-13 1-2333,-5 2-943,-3-2 0,-2 6 0,6-14 0,-7-2 0,1 1-1639,-6-2 1,-1 2-1124,-1 9 1245,-4-12 1,-2 2 1516,5 12 0,-7-14 0,2 11 0,6 6 0,-14-8 0,4 9 0,3-1 3276,-16 6-2015,-7 8-1261,1 0 1638,12-4 0,2 0 1638,8-1-3218,5-2 0,6-3 0,4 0 0</inkml:trace>
  <inkml:trace contextRef="#ctx0" brushRef="#br0" timeOffset="176858">30669 4874 24575,'-5'13'0,"-1"5"-3277,3 2 0,1-6 1328,2 19 1949,11-11 1719,-5-1-1719,5-4 0,0-2 0,-5-10 0,7 8 0,2-1 0,-1-5 3276,18 7 0,-12-11-3044,-1 0-232,-6-10 0,-9 5 0,5-27 0,-6 21 0,2-14 0,0-1 0,-4 9-1639,0-7 1,1 0-1639,-3 8 0,-6-20 1787,5 28 957,-17-16 0,14 19 0,-7-5 1</inkml:trace>
  <inkml:trace contextRef="#ctx0" brushRef="#br0" timeOffset="178209">29992 4817 24575,'-13'-2'0,"-9"4"0,17-2-3277,-21 6 0,20-5 1328,-25 10 1949,11-1 0,-3 4 1719,-2 4-1719,13-4 0,-7 8 0,2 1 3276,7-9 0,-6 11-3044,9-18-232,-7 15 0,3-1 0,4-7 0,-2 17 0,9-24-3277,-3 27 0,3-25 2899,0 9 1,1 1 377,1-6-3277,5 22 2191,-4-23 675,8 15 411,-8-22 0,8 19 0,-7-18 335,17 20-335,5-7 0,1 5 0,-4-8 0,-1-3 0,-7-2-1304,11 3 1,0-1 1303,-15-6 1517,5 1 0,3 1-1517,11 4 0,-12-8-1517,14 5 0,1-1 1517,-16-5 456,7 0 0,6 1 1,-3-1-457,3-2 1087,-3 0 1,5 0 0,-2 0-1088,6-2 0,-3 0-578,-6 1 1,0 0 577,1-1 0,-1-1 0,9-4 0,-11 1 0,8-3 0,-2 0 0,-17 3 725,15-5 0,1-1-725,-13 4-1639,5-5 1,-1-1 1563,-7 5 75,4-9-119,-3-1 119,-5 6 0,2-6 0,0 1 0,-5 7-1099,5-10 0,0 0 1099,-8 13 2666,10-17-2666,-5-4 1110,1-2-1110,-3 0 0,0 0 3276,3 0-2935,-8 9 1,0 2 2934,1-3-1665,-4 3 0,-1-1-2205,3-6 594,-7-7 0,1 16 0,-3-3 0,-9-12 0,4 16 0,-1-1 0,0 1 0,0 0 0,-4 1 0,-1 0-1639,-3-2 1,1 3-826,-3 2 1593,-5-6 1,2 1 870,9 7 176,-8-4 1,-3-2-177,4 6 0,1 0 0,0 0 0,-2 1-1639,-11 0 1,1 2 975,6 3 663,-3 1 0,-7 0 0,5 1 1638,16 1 0,-1 0-1634,-8 1 1,-6 1 0,0 0 0,7 0-5,-7 1 849,0 2 0,5 0-849,20-1 0,-4 1 0,13-4 0</inkml:trace>
  <inkml:trace contextRef="#ctx0" brushRef="#br0" timeOffset="179828">27250 4964 24575,'-13'-3'0,"-4"0"0,-10-2 0,6 3-1639,0-1 1,2-1-1639,6 3 1638,-8-2 1,2 1-1639,11 1 3736,-14 1 1,-1-1-460,10 1 0,-12-1 0,-4 1 0,1-1 0,1 1 0,3 0 0,-1-1 0,-14 1 0,4 0 3276,14 0-2861,-7 1 1,2 1 2860,13-2-1844,-14 3 1,1 1 508,14-1-1941,-20 1 0,0 0 0,19-1 0,-23 1 0,-2 0 0,15 0 0,-10-1 0,-3 1 0,13 0 0,0 0-1639,4-2 1,0-1-6,-13 5 1644,9 0 0,-5 8-1898,2-6 1898,2 4 0,-2 4 0,1-1-818,4-1 0,1 0 818,0-1-976,-1 10 976,15-17-2633,-10 19 2633,10-17 0,-2 6 0,5-2 0,0-3 3276,1 17-2383,1-1-893,1-4-3277,6 10 3128,-5-24 3425,14 24-2015,3-11-1261,3 5 0,-2-12 0,1-1 0,0-4 0,-1-2-453,11 6 453,-11-5 0,-1 0 0,5 2 0,-2-1 0,-2 1 0,0-2 0,-7-2-537,9 3 1,1 0 536,-4-1-1639,9-1 1,1 0 884,-7-1-501,15 0 0,-2-2 1255,-19-2 1184,17 3 0,4-1-1184,-13-1 0,-2 0 0,5-1 0,3 1 0,5-1 0,3 0 0,-6 0-825,-10-1 1,-1 0 824,3 0 0,4 0 0,-2 0 0,6-4 0,-4 1 3126,6 0-3126,-7-1 0,3 0 0,-6 0 3276,-5 2-2568,5-1 0,-2 0-708,-11 1 0,11-1 0,1 0 0,-4-1 0,14-1 0,7-1 0,-4 0 0,0-1 78,1 2 1,0-2-79,-7 1 0,1-2 0,-7 2 3276,0-2-2258,0-3 1,-2-1-1019,-13 5 0,14-15 0,-17 16 0,2-11 0,-5 12 0,5-18 0,-6 12 38,5-18-38,-6-5 0,1 11-1639,-1-3 1,0 2-1602,0 13 3240,-1-18 539,-1 14-539,-4-3 0,2 1 0,-7-6-3277,-13 5 2017,10 3 1260,-17-1 1319,1 4-1319,1 4-1639,-5-2 1,2 1 1444,9 6 194,-2-3 0,0 0-419,4 5 419,-2-5 3263,-12 2-3263,11 1 0,-5-2 0,-6 0 0,12 3 0,1-2 0,10 4 0</inkml:trace>
  <inkml:trace contextRef="#ctx0" brushRef="#br0" timeOffset="181093">27855 5317 24575,'22'0'0,"1"0"0,2 0-1639,5 0 1,-4 0-1639,-14 0 1638,16 0 1,-1 1-1639,-16 1 5064,21 0-1787,2 3 0,-17-4 0,13 3 0,4-1 0,-1-2 0,-11 1 0,0 0 3276,7-2-2015,-21 4-1261,1-2 0,-6 1 0,0-1 0</inkml:trace>
  <inkml:trace contextRef="#ctx0" brushRef="#br0" timeOffset="181427">29289 5296 24575,'-26'2'0,"1"-1"0,-6 0 0,5 1 0,1-1 0,9-1 0</inkml:trace>
  <inkml:trace contextRef="#ctx0" brushRef="#br0" timeOffset="188668">26424 5258 24575,'7'29'0,"-3"-8"0,4 11 0,-5-14 0,0 0 0,-1-7 0,-2 0 0,-4-8 0,-19-8 0,8 2 0,-12-3 0,-3 0 0,9 3 0,1 0-535,-2 0 1,0 0 534,-8 1 0,22 2 0,11 3 0,12 1-2103,-2-1 2103,8 1-456,4-3 456,-7 0-1639,6 1 1,-1 0-47,-7-2 1685,3 3 0,-1-1 0,-7-2 1445,9 0-1445,-7-3-820,-6-1 1,-2 1 0,-5 2 0</inkml:trace>
  <inkml:trace contextRef="#ctx0" brushRef="#br0" timeOffset="189164">26610 5298 24575,'5'8'0,"4"9"0,-1-4 0,3 5-3277,1 3 0,-6-14 2778,12 16 499,-10-16 0,13 10 0,-12-11 0,11-1 0,-14-4 0,17-11 0,-14 2-1639,3-7 1,0-1 468,-2 6 1170,2-14 3276,-6 15-2601,-3-1-675,2-8 0,-5 11 0,2-13 0,-2 15 258,-6-11-258,-12 7 0,-4 2 0,-4 2 0,12 5 0,8 0 0</inkml:trace>
  <inkml:trace contextRef="#ctx0" brushRef="#br0" timeOffset="189615">26897 5280 24575,'14'24'0,"4"8"0,-8-16 0,6 5-3277,11 1 0,-15-12 0,10 4 4031,-7-8-754,-5-2 1798,10 2-1798,-10-6 0,2-5 0,-5 0 0,4-20 0,-5 14 0,3-18 0,-6 19 3276,-3-12-14,-3 11-4082,-1-3 1,1 8 0,2 5 0</inkml:trace>
  <inkml:trace contextRef="#ctx0" brushRef="#br0" timeOffset="190153">27287 5229 24575,'5'15'0,"6"5"0,-1-8 0,2 1 0,8-2 0,-3-7 0,2 0 0,-5-2 0,-4-2 0,2-5 0,-3 3 0,12-10 0,-3 2 0,-2 1 0,-2 0 0,-12 5 0,-7-6 0,-4-2 0,-12-2 0,0 1 0,4 5 0,6 3 0,9 4 0,1 1 0</inkml:trace>
  <inkml:trace contextRef="#ctx0" brushRef="#br0" timeOffset="191551">19923 5148 24575,'8'2'0,"-1"2"0,3 6 0,-5-4 0,9 8 0,-10-8 0,11 10 0,2 1 0,-6-6 0,4 2 0,1-2 0,-8-7-1639,12 6 1,1 1-1639,-12-6 3047,17 5 230,-6-2 0,-2-2 0,1-1 0,-1 0 0,-1-1 0,4-4 0,-15-3 0,-1-1 0,4-2 3276,-7 4 0,7-5-3044,-6 6-232,7-6 0,-7 7 0,3-3 0</inkml:trace>
  <inkml:trace contextRef="#ctx0" brushRef="#br0" timeOffset="192257">20347 5264 24575,'7'19'0,"0"-1"0,-1-3 0,2 5 0,2-1 0,-4-4 0,-3-9 0,-3-6 0,0-11 0,-2 3 0,-2-15 0,-7 8 0,2 2 0,-6-3 0,10 13 0,-1-4 0,14 1 0,0 0 0,17-3 0,-14 6 0,18 0 0,-22 3 0,2 10 0,-23 2 0,3 1 0,-6-1 0,11-8 0,13-2 0,-9 1 0,13-3 0</inkml:trace>
  <inkml:trace contextRef="#ctx0" brushRef="#br0" timeOffset="193105">20901 5201 24575,'-17'7'0,"-10"5"0,21-10 0,-17 12 0,18-13 0,-9 14 0,11-11 0,-2 6 0,-1 1 0,5 4 0,-5 7 0,6-6 0,5 4 0,-3-13-3277,17 15 0,-14-16 3047,10 8-482,1-7 712,-4-2 0,22 2 0,-8-4 0,-2-1 0,-6-1 0,-15-1 0,1 0 0</inkml:trace>
  <inkml:trace contextRef="#ctx0" brushRef="#br0" timeOffset="193639">21020 5222 24575,'-13'17'0,"1"3"0,1-3 0,4 9 0,6-19 0,2 7 0,5-4 0,-2-2-3277,16 10 0,-13-11 0,21 6 1787,-20-11 1490,9 1 0,0-3 0,-8 0 0,28-9 0,-24 4 0,18-8 0,-21 8 0,5-5 0,-10-3 0,1 4 0,-9-14 0,1 18 0,-13-21 0,9 19 3276,-18-14-2015,2 12 2015,4 1 0,-7 2-3044,21 6-232,-4 1 0,8 0 0,1 2 0,0-3 0</inkml:trace>
  <inkml:trace contextRef="#ctx0" brushRef="#br0" timeOffset="194404">21250 5266 24575,'19'-5'0,"-7"4"0,13-3 0,-13 8 0,2 3 0,-6 0 0,-1 8 0,-4-10 0,3 14 0,-4-13 0,1 4 0,-4-28 0,0 12 0,5-29 0,-1 25 0,4-4 0,-2 10 0,5 14 0,-4-5 0,7 18 0,-8-15 0,3 15 0,0-11 0,-5-5 0,6-22-3277,12-11 0,-10-1 3047,13 9 230,-18 15 0,-1 1 0,4 9 0,-1 8 0,0 1 0,1 3 3276,-4-8 0,1-6-3044,1 2-232,0-6 0,8 1 0,-11-1 0,5 0 0</inkml:trace>
  <inkml:trace contextRef="#ctx0" brushRef="#br0" timeOffset="194621">21684 5286 24575,'4'11'0,"6"5"0,-4-8 0,6 6 0,-7-8 0,0 2 0,-8-7 0,-3-11 0,1 5 0,1-7 0</inkml:trace>
  <inkml:trace contextRef="#ctx0" brushRef="#br0" timeOffset="194787">21661 5200 24575,'10'0'0,"0"0"0,-7 0 0,1 0-3277,16 0 0,-13 1 2457,24 3 1,-26-1 0,7 1 0</inkml:trace>
  <inkml:trace contextRef="#ctx0" brushRef="#br0" timeOffset="195155">21843 5173 24575,'0'33'0,"3"-6"0,-3-2 0,6-5 0,-4-16 0,7-1 0,-4-7 0,8-15 0,-6 4-1639,-1-3 1,-1 0-1639,-2 2 2658,0-8 0,-2-1 619,0 7 0,-1-5 0,1 0 0,-1 10 0,0-6 0,0 17 0,0-1 0</inkml:trace>
  <inkml:trace contextRef="#ctx0" brushRef="#br0" timeOffset="195757">22212 5167 24575,'-13'-6'0,"0"3"0,0-2 0,-1 4 0,9 1 0,-12 0 0,6 0 0,-2 1 0,-4 10 0,4 11 0,0-2 0,4 10 0,10-22 0,8 15 0,6-18 0,-1 7 0,12-15 0,-13-10 0,1 5 0,-7-9 0,-7 13 0,0-5 0,-2 7 0,3 16 0,0-8 0,6 14 0,-4-15 0,8 0 0,-10-2 0,5-1 0,-6-1 0</inkml:trace>
  <inkml:trace contextRef="#ctx0" brushRef="#br0" timeOffset="196454">19961 5368 24575,'24'10'0,"0"-1"0,8 3-1639,-10 1 1,-3-1-1639,-7-4 1638,5 7 1,-1 1-902,-10-8 2725,10 11 1,-1 2-186,-7-6-1405,5 12 1,0 0 1404,-8-12 0,8 19 2059,0-8-2059,-2-8 1313,1 0 0,0 0-1313,2 0 0,2-2-2007,2-2 2007,-13-10 0,27 8 0,-24-10 437,19 5-437,-19-5 0,-1 0 0,-1-1 0</inkml:trace>
  <inkml:trace contextRef="#ctx0" brushRef="#br0" timeOffset="196757">20705 5781 24575,'8'17'0,"5"11"0,0 2 0,-2-8 0,-2 0 0,2 6 0,2-3 0,-2-3 0,-8-13 0,10 11 0,0 0 0,-8-12 0,12 13 0,-14-15 0,2-2 0,-4-10 0,-1 3 0,0-4 0</inkml:trace>
  <inkml:trace contextRef="#ctx0" brushRef="#br0" timeOffset="197088">21074 5723 24042,'19'12'0,"0"-1"0,2 2-1639,-2 3 1,-4 0-1639,-8-8 1756,0 10 1521,-6-13 1734,-6 5-1734,-9-7 0,-10 2 0,2-4 90,-6-1-90,18 0 3276,-3 0-2457,10 2 0,2-2 0,-1 1 0</inkml:trace>
  <inkml:trace contextRef="#ctx0" brushRef="#br0" timeOffset="198342">19529 5540 24575,'18'14'0,"-10"-7"-1639,11 2 1,0-1-1639,-11-3 1638,13 3 1,-1 0-1639,-13-5 5064,17 6-1787,-11-2 0,-2-2 0,11 8 0,-6 4 0,-1-4 1638,-4 2 0,-1 1-377,8 6-1261,-3 4 0,7 1 0,-17-17 0,10 21 0,-13-20 0,2 11 0,0 2 0,-4 8-1639,1-6 1,0-1 378,-1 3 1260,0-2-1330,0-7 1330,0-9 0,0 24 0,0-25 0,0 16 0,0-5 3276,0 10-2975,2-11 0,0 0-301,1 8 1989,7 5-1989,1-11 0,5 10 0,-4-10 1638,-2-4 0,2-1 1638,12 11-3160,-11-13 0,1 0-116,6 2 0,-1-2 0,-3-4 0,4 1 0,-1-1-1211,-10-6 1211,15 9-741,-13-10 741,-4 1 0,6 1 0,-10-3 0,0 3 0,-4-6 1164,0 4-1164,-5-5 788,1 6-788,-1-1 0,5-1 0,1 1 0</inkml:trace>
  <inkml:trace contextRef="#ctx0" brushRef="#br0" timeOffset="199074">20164 6348 24575,'5'14'0,"-2"-3"0,2 5 0,-2 3-3277,-1 6 0,-1-7 3047,-1 1 230,0-18 0,0-24 0,0 13 0,0-10 0,-1-1 0,-7 5 0,2-2 0,-7 1 0,7 11 3276,5 0 0,2 5-3044,20-1-232,-10 2 0,24-1 0,-19 1 0,5 11 0,-15 8 0,-5-3 0,2 17 0,-3-26 0,4 16 0,-3-17 0,2 3 0,-2-6 0,1 1 0,-6 0 0,1 2 0,-6-4 0,7 0 0,-1-2 0</inkml:trace>
  <inkml:trace contextRef="#ctx0" brushRef="#br0" timeOffset="201287">20531 6435 24575,'7'3'0,"-1"3"0,-5-2 0,6 12 0,2 3 0,2-2 0,10 13 0,1-10 0,-1-1 0,-5-7 0,-1-2 0,-4-7 0,21 11 0,-23-12 0,13 3 0,-7-5 0,-5-3 0,18-3 0,-12-5 0,3 2 0,-7-3 0,-11-1 0,1 4 0,-11-13 0,6 16-3277,-14-14 0,12 15 3039,-17-11 238,15 12 0,-19-9 0,5 3 0,3 3 0,-9-4 3276,21 9 0,-12-2-3216,13 4 0,-2 0 0,6 0 0</inkml:trace>
  <inkml:trace contextRef="#ctx0" brushRef="#br0" timeOffset="202040">20660 6680 24575,'-5'3'0,"1"0"0,-3 3 0,2-3 0,-5 6 0,8-5 0,-5 9 0,5-7 0,-1 10 0,1-8 0,3 11 0,7 5 0,0-7 0,1 0 0,4 7-1639,3-6 1,-1-2-1639,-8-8 2828,11 3 0,1 0 449,-10-6-1639,10 0 1,0 0 599,-9-3 1039,19-4 0,-21-1 0,7-4 0,-11 2 0,1-9 0,-4 6 3276,7-21-2236,-1 3-372,1 4-668,1-9 0,-7 25 0,-1-21 0,-2 21 0,-11-18 0,7 19-482,-23-13 482,16 15 0,-7-2 0,-2 1 0,-6 2 0,1 1 0,8 1 0,15 1 819,2 3 0,1-2 0,2 0 0</inkml:trace>
  <inkml:trace contextRef="#ctx0" brushRef="#br0" timeOffset="202622">20970 6630 24575,'-5'22'0,"1"2"0,2-11 0,2 14 0,6-4 0,-1 0 0,12 7 0,1-16 0,-1 0 0,16 0 0,-22-13 0,14 2 0,1-2 0,-12-1 0,15-4 0,0-2 0,-16 1 0,5-2 0,-2-2 0,-9-6 0,1 2 0,-13-19 0,1 21-1639,-4-10 1,-1 1-1639,2 10 3047,-8-13 230,1 7 0,-8 1 0,0-4 0,0 10 0,13 6 0,-1 5 0,5 1 0,0-1 0,2 1 0</inkml:trace>
  <inkml:trace contextRef="#ctx0" brushRef="#br0" timeOffset="203141">21361 6613 24575,'-9'14'0,"3"8"0,0-7 0,6 14 0,4-10 0,0 1 0,8 4 0,0-9 0,0-2 0,14-1 0,-15-11-1639,8-2 1,1 0-1639,-8-1 3047,14-2 230,1-3 0,-2-4 0,4 0 0,-9-5 0,-20 9 0,3-14 0,-3 12 0,-7-19 0,4 22 0,-9-13 0,-4 3 0,7 5 0,-5-4 0,12 13 0</inkml:trace>
  <inkml:trace contextRef="#ctx0" brushRef="#br0" timeOffset="204175">20476 6392 24575,'2'16'0,"0"-7"0,2 17 0,2-6 0,-2 3 0,2 10 0,-2 0 0,-2-4 0,1-2 0,-1-3 0,-2-7-1639,-2 12 1,-1 1-1639,1-16 3047,-3 21 230,-2-1 0,-1 3 0,4-18 0,-1 0 0,0 7 0,1-5-1743,3-12 1743,-1 16 0,2-4 0,0-11 1638,2 8 0,0 2 1007,1 3-2645,1 2 0,-1-3 0,-3-15 0,2-11 0,2-4 0,-3-4 0,3 4 0</inkml:trace>
  <inkml:trace contextRef="#ctx0" brushRef="#br0" timeOffset="205743">20568 6365 24575,'22'11'0,"-12"-6"-1639,14 4 1,0-1-1639,-14-6 2184,14 2 1,9 2 0,-6-2-2185,4-3 3041,-7 0 0,7 2 1,0-1-1,-5-1 236,-3-1 0,1 0-533,4 0 1,5 1 0,0-1 0,-6 1 532,7-1 0,-7 0 0,7 0 0,-2 0 0,-8 0 2129,-4-2-2129,12 3 0,11 0 0,-12 0 3185,-14-2-3185,8 2 0,6 0 0,-8-1 3276,-13-2-2873,10 1 0,0-1-403,-12 1 3276,11-4 0,-3 2-3044,-1-2-232,7 0 0,1 2 0,-3 3 0,0 0 0,-14 3 0,-1 0 0,7 9 0,-6-7 0,16 12 0,-14-10 0,6 2 0,-4 3 0,-1 7 0,-3-6 0,2 8 0,0-1 0,-4-8-1639,4 12 1,-2-1-1639,-3-13 2780,0 10 0,-1-1 497,-1-6 0,-1 6 0,1 2 0,-1 0 0,0 1 0,-2 6 0,0 0 0,1-8 0,1-1 0,-3 7 0,0-1 0,3 5 0,-2 3 0,2-12 0,0-2 0,0-6 3276,0 11-147,0-18-1986,-1 1-1143,-20-6 0,13-1 0,-17 0 0,0 0-3277,16 0 3215,-24 0-1518,8 3 1580,9-1-1639,-9 0 1,2 0-240,8 0 239,-13-1 1,-1 0 1468,16-1 848,-5 0 0,-2 0-678,-13 0 0,16 0-1095,-18 0 0,-1 0 1095,18 0 0,-9 0 0,-8 1 0,6 0 2521,-3 0-2521,4 1 0,-7 0 0,0 1 0,6-1 0,9-1 0,0 0 0,-8 1 0,-5 0 0,0 1 0,9-1 1201,5-1-1201,-4 0 0,-1 2-3262,-3-2 3262,16 1 0,-13-1 3262,22-3-3262,1 0 585,2 0-585,-6 2 0,-17 3 0,8 0 1632,-5 0 0,1 0-1632,3 0 3276,-3 1-2457,10-10 0,6 5 0,2-5 0</inkml:trace>
  <inkml:trace contextRef="#ctx0" brushRef="#br0" timeOffset="209717">22420 5640 24575,'-20'24'0,"10"-15"0,-11 16 0,4-7 0,2-5-1639,-3 7 1,0-1-1639,6-7 0,-11 13 4605,9-6-1328,-8 11 0,3-3 1719,0 0-1719,9-11 0,2-7 0,-7 13 0,5-11 0,-16 11 0,-4-5 0,2-1 0,8-5 0,2-1 0,5-5 3276,-12 9 0,18-10-3044,-5 2-232,4-1 0,3-2 0,-1 1 0</inkml:trace>
  <inkml:trace contextRef="#ctx0" brushRef="#br0" timeOffset="211018">21987 6032 24575,'13'15'0,"-1"0"0,4 6 0,-3 4 0,-10-16-3277,11 19 0,-12-20 0,9 10 4605,-2-4-1328,-2-2 0,4 1 1719,-15-15-1719,-18-12-2392,9 2 2392,-11-2 3276,5 4-2914,9 3-1785,-16-12 1423,20 11 0,-6-25 0,10 22 0,0-8 0,1 0 0,1 8 0,3-14 0,-4 21 2860,-7 9-2860,-4 5 0,-15 15 0,11-13 2150,-10 14-2150,12-2 0,0-3 0,8 3 0,6-18 1951,4 4-1951,0-8 0,11-1 0,6-8 0,-3 4 0,12-10 0,-19 7 0,7-1 0,-10 3 0,-5 10 0,-6 14 0,0-8 0,-1 12 0,4-20 0,4-1 0,-1-3 0,2-8 0,-1 6 0,0-8 0,-2 7 0,2-7 0,-3 6 0,1-5 0,0 7 0,-6 3 0,-1 9 0,-5 0 0,2 3 0,8-13 0,2 2 0,0-7 0,-3 2 0,-2 0 0,-2-5 0,4 3 0,-1-11 0,3 8 0,1-10 0,1 8 0,-1 2 0,-1 4 0</inkml:trace>
  <inkml:trace contextRef="#ctx0" brushRef="#br0" timeOffset="211334">21960 6068 24575,'-12'27'0,"5"-9"0,-8 7 0,8-15 0,-2 9 0,5-11 0,2 0 0,3-11 0,8-12 0,-3 2-820,3-2 1,-7 9 0,-2 4 0</inkml:trace>
  <inkml:trace contextRef="#ctx0" brushRef="#br0" timeOffset="219234">20094 6363 24575,'-4'37'0,"-1"-3"-1639,-1-10 1,0-2-1639,1 0 0,-5 12 4605,7-17-1328,1-3 1719,-2 3-1719,3-7 0,0-8 0,1 1 0</inkml:trace>
  <inkml:trace contextRef="#ctx0" brushRef="#br0" timeOffset="219804">20118 6400 24575,'17'11'0,"-1"0"0,0-1 0,6 4 0,-2-1 0,-11-7 0,9 2 0,-1 1 0,-8-4 0,3 13 0,-31 13 0,9-12 0,-7-1 0,-6 2 0,5-5 0,3-6 0,-15 11 0,1 0 0,19-14 0,-16 13 0,25-16 0,-6 3 0,10-9 0,-3-1 0</inkml:trace>
  <inkml:trace contextRef="#ctx0" brushRef="#br0" timeOffset="220753">20149 6426 24575,'-2'9'0,"-2"12"0,2-10 0,-6 19 0,4-24 0,-6 24 0,6-22 0,-8 17 0,8-16 0,-2 3 0,5-8 0,1-5 0,-3-9 0,2-6 0,-1 2 0,2-5 0,4 12 0,1-4 0,1 7 0,3-3 0,0 4 0,-1-1 0,0 1 0,-3 3 0,16 7 0,10 5 0,0-2 0,2 5 0,-24-12 0,1 2 0,-11 0 0,-4 7 0,-1-3 0,-4 6 0,7-11 0,-1 2 0,1-4 0,-6-1 0,0-1-820,-17 0 1,18 0 0,-9 0 0</inkml:trace>
  <inkml:trace contextRef="#ctx0" brushRef="#br0" timeOffset="228286">20441 7087 24575,'5'0'0,"-2"1"0,0 0 0,0 0 0,0-1 0,6 0 0,-5 0 0,11 3 0,-9-2 0,17 5 0,-15-3 0,16 3 0,-17-5 0,9 1 0,-11-2 0,5 0 0,-7 0 0,5 0 0,5-2 0,-5 2 0,11-4 0,-12 3 0,1-2 0,-4 3 0</inkml:trace>
  <inkml:trace contextRef="#ctx0" brushRef="#br0" timeOffset="238078">24280 4666 24575,'-17'7'0,"-14"9"0,22-11 0,-8 5 0,-3 2 0,-4 8 0,0-4 0,6-3 0,3-1 0,9-7 0,-11 7 0,0 2 0,7-3 0,-5 1 0,-1 1 0,-6 13 0,8-8 0,0 2 0,0 4 0,1 0 0,-1 10 0,6-9 0,3-2-556,4-11 556,-3 17 0,4-10 0,0-6 0,5 23 0,-3-26 0,6 17 0,-3-11 0,0-2 0,8 19 0,-7-21 0,4 11 0,1 1 0,-1-6 0,3 4 0,0-1 0,-3-6-1639,7 2 1,0-2-1639,-8-6 1638,13 4 1,0-2 456,-12-8 1182,17 6 0,2-6 0,-18-1 0,12 0 0,0 0 0,-11-2 248,17 2-248,-20-1 3276,0-1-2015,-5 2 2015,2 0 0,-2-1-3044,9 5-232,-9-6 0,9 7 0,-9-4 0,0 1 0,-2-3 0</inkml:trace>
  <inkml:trace contextRef="#ctx0" brushRef="#br0" timeOffset="238780">24370 5434 24575,'-3'17'0,"-5"4"0,6-13 0,-12 16 0,4-1 0,-2 0 0,-1 6 0,8-16 0,2-5 0,15-21 0,-3 2 0,10-12 0,-16 17 0,4-9 0,-6 10 0,3-8 0,-4 9 0,2-2 0,3 8 0,20 10 0,-5-2 0,3 1 0,0 0 0,1-1-3277,-13 5 0,-4-7 3047,-26 0 230,2-2 0,0 1 0,-1-1 0,19 8 0,6-8 0,11 3 0,2 1 0,0 0-656,6-3 1,-1-2-1,-13-1 1,10-2 0</inkml:trace>
  <inkml:trace contextRef="#ctx0" brushRef="#br0" timeOffset="241280">24948 5985 24575,'-8'-13'0,"-1"0"0,7 16 0,1 1-3277,4 25 0,-1-17 1638,0 8 1,0-2 148,-2-11 945,6 25 545,-4-23-2853,5 24 2853,-5-24 2803,3 19-2803,-5-19 3276,1 11-2311,-2-10-965,-12 2 0,6-5-1639,-14-4 1,-1 0 1215,9-2 1920,-16 0 0,-1 0-1497,14-1 36,-5 0 0,2 0-36,12 0 0,0 0 0,19 0 3276,-3 0-524,27 0-471,-24 0-2281,18 0 0,0 1 0,-18-1 0,19 3 0,-1 0 0,-19-1 0,24 4 0,-29-4 0,18-6 0,-3-3 0,-1 0 0,5 0 0,-22 6 0,5 0 0</inkml:trace>
  <inkml:trace contextRef="#ctx0" brushRef="#br0" timeOffset="241798">25134 6163 24575,'9'15'0,"3"3"0,-4-3 0,8 9 0,1-12 0,0 3 0,8-5 0,2-10 0,-9 1 0,2-6 0,-3-1 0,-10 3 0,18-18 0,-19 3 0,1 0 0,-10-15 0,-15 10-1260,7 2 1260,-10-2 0,-4 13 0,5 4 0,1-1 0,-12-3 0,5 6 0,3 1 0,10 3 0,-15 0 0,22 2 1260,0 1-1260,18 1 0,-6 0 0,7-1 0,-10-2 0</inkml:trace>
  <inkml:trace contextRef="#ctx0" brushRef="#br0" timeOffset="242249">25785 5969 24575,'0'11'0,"-10"24"0,1-11-1639,-5 8 1,-1-2-1639,7-16 1638,-6 13 1,1-2-1639,8-17 5064,-10 19-1787,5-11 0,5-7 0,-5 5 3276,4-16-2015,-1-1-442,-4-6 0,6 5 0,1-2 0</inkml:trace>
  <inkml:trace contextRef="#ctx0" brushRef="#br0" timeOffset="242466">25460 6104 24575,'8'0'0,"-1"0"0,1-2 0,15-2-2203,-11 1 2203,16-1 137,-6 6 1,2 1-138,0 0 0,0-1 0,2 1 0,-2 0 0,6 0 0</inkml:trace>
  <inkml:trace contextRef="#ctx0" brushRef="#br0" timeOffset="242666">25835 6178 24575,'0'0'0</inkml:trace>
  <inkml:trace contextRef="#ctx0" brushRef="#br0" timeOffset="244065">26355 6096 24575,'13'6'0,"-6"-5"0,17 16 0,-17-10 0,15 13 0,-12-3 0,-2-4 0,-3 1 0,-3 0 0,0 3 0,1 2 0,-2-9 0,1-21 0,-2 3 0,-2-17 0,2 18 0,-3-11 0,3 8 0,-2 2 0,2-2 0,5 2 0,3-3 0,2 4 0,-1 1 0,1 16 0,-7-7 0,3 17 0,-5-15 0,3 18 0,-3-15 0,1 4 0,0-9 0,4-18 0,-4 9 0,11-18 0,-7 16 0,6 0 0,12 16 0,0 8 0,5 0 0,-7 0 0,-11-6 0,-3 4 0,-1-3 0,-3-2 0,0-4 0,-2-3 0,0-1-820,11-5 1,-8 2 0,7-3 0</inkml:trace>
  <inkml:trace contextRef="#ctx0" brushRef="#br0" timeOffset="244316">26827 6191 24575,'8'22'0,"3"6"-3277,-4-6 0,0-4 712,-1 5 2565,-5-17 1803,2 8-1803,-4-12 0,-7-1 0,-5-13 0,4 7 0,-1-6 0</inkml:trace>
  <inkml:trace contextRef="#ctx0" brushRef="#br0" timeOffset="244533">26766 6125 24575,'10'-5'0,"7"-10"-3277,8-7 0,-8 4 1638,4 1 1,-2 2-410,-11 8 4131,14-10-2083,-23 22 0,2-5 0,-4 7 0</inkml:trace>
  <inkml:trace contextRef="#ctx0" brushRef="#br0" timeOffset="245201">26919 6194 24575,'5'-12'0,"6"-11"0,-2 7 0,2-2 0,1 1 0,-6 14 0,5 10 0,-6-3 0,4 17 0,1-1 0,-4-2-3277,11 14 0,-13-22 3047,7 10 230,-9-13 0,1 1 0,-2-1 0,-1-8 0,7-11 0,-4 3 3276,13-19 0,-3 7-3044,-1 2-232,3 1 0,-5 17 0,-1-2 0,10 16 0,-6 4 0,1-1-3277,-1 11 0,-12-19 0,6 20 1787,-7-22 1490,3 11 0,-3-11 0,0 1 0,-3-1 0,3-3 0,-3-2 0</inkml:trace>
  <inkml:trace contextRef="#ctx0" brushRef="#br0" timeOffset="245466">27362 6157 24575,'8'17'0,"2"4"0,-3-12 0,-1 2 0,0-5 0,-11-5 0,-4-8 0,0 6 0,1-6 0</inkml:trace>
  <inkml:trace contextRef="#ctx0" brushRef="#br0" timeOffset="245618">27336 6084 24575,'3'1'0,"0"1"0</inkml:trace>
  <inkml:trace contextRef="#ctx0" brushRef="#br0" timeOffset="246267">27413 6173 24575,'5'-5'0,"8"-8"-3277,6 0 0,-3 0 0,-1 2 4605,-9 8-1328,-2 1 1719,10 13-1719,-4 2-1639,-1 6 1,-1 0 378,1-2 2898,-2 3 0,-1 0-377,-2-6-1261,3 6 0,-5-10 0,-1-13 0,3-11 0,-3 6 0,5-11 0,3-3 0,-5 13 3276,12-25 0,-2 18-3044,0-6-232,10 1 0,-11 12 0,5 10 0,-6 24-3277,-6-7 2897,-1 10 380,-1-14 0,-1-8 0,0-1 0,-1-13 0,1-5 0,11 3 0,-6 6 0,3 2 0,-9 2 0</inkml:trace>
  <inkml:trace contextRef="#ctx0" brushRef="#br0" timeOffset="246569">27844 6124 24575,'6'20'0,"-2"-7"0,3 5 0,-2-9 0,4 3 0,-4-7 0,4-2 0,4-11 0,-5 2 0,12-15 0,-15 13 0,8-20 0,-14 9 0,5 0 0,-14-5 0,7 18 0,-24-11 0,12 13 0,-17-5 0,20 7 0,-1 1 0</inkml:trace>
  <inkml:trace contextRef="#ctx0" brushRef="#br0" timeOffset="250054">28767 6353 24575,'0'-5'0,"-3"-4"0,1 5 0,-1 14 0,5 7 0,2 4 0,1 3 0,1 1-743,-1-3 1,-1-1 742,9 12-3277,-6-14 262,-2-6 3015,9 18 0,-11-19 0,4 6 0,-7-8 0,-16-2 993,3-3-993,-8-1 0,-1-1 0,3-1 0,-4 1 0,0 0 0,13-2 3276,-13 3-1098,20-4-2178,1 0 0,19 1-3277,15 4 211,-5-3 2165,1 2 0,-1-1 901,-12-2 382,4 1 0,0 0-382,-3-2 0,-2 1 0,-2-1 0,11 0 0,-12 0 963,13 1 1,3-2-964,0 0 0,9 1 0,-16-2 0,-22 1 0,-1 0 0,-5-1 0,5 1 0,0 0 0</inkml:trace>
  <inkml:trace contextRef="#ctx0" brushRef="#br0" timeOffset="250625">29018 6448 24575,'-7'17'0,"0"7"-3277,5-3 0,-1-4 871,6 6 2406,-1-16 1782,8 15-1782,3-10 0,0 0 0,10-3 3276,-16-6 0,21-1-4792,-23-1 1516,13-1-888,-2-3 888,-6 1 0,18-6 0,-14 1 0,0-3 0,-7-2 2039,-7-5-2039,0 1 991,-3-9-991,1 11 0,-5-1 0,-9 3 0,-8 6 0,-12 0 0,9 6 0,6 2 0,21 2 0,1-2 0,5 1 0</inkml:trace>
  <inkml:trace contextRef="#ctx0" brushRef="#br0" timeOffset="251139">29363 6428 24575,'-10'21'0,"5"-8"-3277,-1 13 0,6-19 1328,0 14 1949,7-3-2818,3 2 2818,0-2-128,9-2 128,-11-11 3276,16 1-2079,-10-3-1197,14-6 0,-9-2-3277,12-7 2081,-18 5 4472,10-12-2079,-19 2-1197,2-3 0,-13 0 0,-3 1 0,-1 0 0,-4 1 0,-1 1 0,-2 4 96,0 4 0,-3 1-96,-14 0 0,10 6 0,0 3 0,-5 2 0,9 5 0,3 3 0,8-4 0,-8 5 0</inkml:trace>
  <inkml:trace contextRef="#ctx0" brushRef="#br0" timeOffset="253814">20516 7611 24575,'12'-5'0,"1"3"0,2-2 0,-1 2 0,5 0 0,3-2 0,-3 0 0,1-1 0,0 2 0,-1 0 0,16-8 0,-29 14 0,3 25 0,-9-9-1639,0 16 1,0 0-1639,0-17 2193,0 16 0,0 0 1084,0-16-1639,0 9 1,0-1 1020,0-13 618,-1 19 0,-1-21 0,0 5 3276,1-6-2657,2-4-619,0-1 1938,3 6-1938,-4-6 3276,3 3 0,-4-4-3218,-2-4 0,0 1 0,1-3 0</inkml:trace>
  <inkml:trace contextRef="#ctx0" brushRef="#br0" timeOffset="254097">20562 7863 24575,'27'-16'0,"-7"6"-1639,0 2 1,0 1-1639,-6 2 1638,7 0 1,-2 0-1639,-12 4 4204,29-5-927,-27 6 0,26 0 0,-14 3 0,3-1 3276,2 4-3068,-8-9 1,-4 6 0,-3-6 0</inkml:trace>
  <inkml:trace contextRef="#ctx0" brushRef="#br0" timeOffset="254614">20903 7688 24575,'0'20'0,"0"-1"0,0-6 0,4 8 0,-2-14 0,11 19 0,-8-18 0,13 12 0,-10-12-3277,15 3 0,-14-7 3047,20 0 230,-9-8 0,2 3 0,1-10 0,-15-1 0,0 0 0,4-13 0,-8 1 0,2 4 0,-3 0 0,-6 6 0,1 6-3277,-8-15 2017,5 18 1260,-11-8 0,10 13 3276,-12 0-2015,6 6-1261,1-1 0,4 1 0,5-4 0</inkml:trace>
  <inkml:trace contextRef="#ctx0" brushRef="#br0" timeOffset="255015">21286 7612 24575,'-4'20'0,"-4"17"0,6-28 0,-1 11 0,-1-1 0,4-12 0,-2 13 0,7-9 0,-3-5 0,12 11 0,-9-14 0,8 6 0,13-4 0,6-10 0,-11 0 0,-1-1 0,8-7 0,-12-13 0,-17 2 0,3 5 0,-13-15 0,6 23 0,-15-19 0,6 15 0,0 0 0,6 9 0</inkml:trace>
  <inkml:trace contextRef="#ctx0" brushRef="#br0" timeOffset="255616">20331 7518 24575,'0'35'0,"0"-9"0,0-3 0,0-2 0,1 6 0,-2 3 0,-1-6 0,0 0 0,1 0 0,1 1 0,-1 9 0,1-4 0,1-12 0,5 7 0,2-2 0,-2-10-1639,5 5 1,-1 0-1639,-4-9 3047,11 10 230,-13-15 0,0 2 0,-3-5 0,-5-1 0</inkml:trace>
  <inkml:trace contextRef="#ctx0" brushRef="#br0" timeOffset="256466">20394 7472 24575,'27'0'0,"-17"2"0,11-2 0,10 0 0,0 0 0,-1 1 0,2 0 0,0 0-1093,-1-1 1,1-1 0,2-1 971,-3 1 0,5-1 0,0-1 0,-3 1 0,-7-1 121,-5 1 0,-1-1 0,10-2 0,6-2 0,-1 0 0,-9 2 0,-2 1 602,9-5 1,-1 0-603,-13 4 634,6-1-634,3 5-3277,-13 1 3272,10 0 490,-5 4-485,-4-3-1639,5 5 1,-1 1-266,-6-4 1904,4 4 0,0 2 0,-5 1 0,3 0-1950,3 20 1950,-15-21-133,3 14 1,0 1 132,-5-9 0,0 12 0,0 0 0,-2-11-1366,1 18 1,0-2 1365,-1-18 1365,0 10 1,0 3-1366,0 3 0,0-7-1060,2 7 1,0-2 1059,-1-13 862,2 15 1,-1 0-863,-1-17 1638,0 9 0,0-1-1026,0-6-612,0 4 0,-5-11 3276,-6-5-738,-21 0-2538,1-2 0,-2-1 0,3 1 0,-2 0 235,3 0 1,-2 0 0,-1-1 0,0-1-236,-4-1 0,0-3 0,2 2-1093,3 2 1,2 1 0,1-1-333,-11-6 1,3 1 1424,12 3 0,2 1 0,-2-3 0,-10 2 0,2 1 0,18 1 0,-17 1 1327,26 0-1327,-5 0 3276,-3 4 0,6-3-3044,-16 3-232,13-4 0,-4 0 0,7 0 0</inkml:trace>
  <inkml:trace contextRef="#ctx0" brushRef="#br0" timeOffset="257216">20313 7725 24575,'0'-7'0,"-10"-10"0,-8-2 0,-2 1 0,-2 0 0,7 6 0,-2-1 0,-13-9 0,2 2 0,9 8 0,-11-9 0,2 1-3277,15 12 2597,-2-3 1,-3 0 664,-2 1 0,-1 2 15,-3-2 0,0 0 0,0 0 0,-2-1 0,0 2 0,-2-2 0,2 2-501,6 1 0,-2 0 501,-10-2 0,-6-2 0,5 2 0,11 2 0,-1 1 0,-6-1 0,-4-1 0,5 1 0,9 0 0,2 0 0,-7-1 0,2 1 0,-6-7 0,23 10 0,2-1 3276,-2 1-2218,4 0-1022,-6-2-36,2 3 324,-2-2 1,2 4-1,2 1 1</inkml:trace>
  <inkml:trace contextRef="#ctx0" brushRef="#br0" timeOffset="258784">19264 7121 24575,'5'9'0,"6"14"0,-8-13-1639,6 9 1,0 0-1639,-5-10 0,7 13 4605,-1 2-1328,1 4 1719,0-1-1719,-4-6 0,0-1 0,-1-5 0,7 19 0,-9-22 0,2 0 0,1-32 3276,-6 0-1638,3-2 0,-2 0-1406,-4-2-3509,-5-9 0,3 25 3047,-8-17 230,8 18 0,-5-13 0,6 8 0,-2 0 0,5 5 0,14 4 0,-8 3-2067,30-5 2067,-26 5 0,22-5 0,-26 16 0,3 10 0,-15 11 0,1-4 3276,-7 0-792,5-15-2484,-1 1 3091,6-10-3091,3-14 0,2-7 0,-2 1 0,-1-7 0,-4 14 0,0-4 0,-2 7 0,3 5 0,0 1 0,2 0 0,-4-3 0,-3-7 0,-1 2 0,-4-7 0,7 10 0,5 0 0,7-2 0,1 3 0,1-4 0,-11 5 0,-4 3 0,-2 0 0,10 2 0,15-4 0,-4 2 0,12-3 0,-20 3 0,4-2 0,-7 2 0,-3 0 0</inkml:trace>
  <inkml:trace contextRef="#ctx0" brushRef="#br0" timeOffset="262729">20624 8057 24575,'3'-8'0,"0"3"0,-1-2 0,0 3 0,0-3 0,1 4 0,-2-1 0,-19 4 0,8 0-1639,-9 1 1,-1 0-1639,10-1 1638,-10 1 1,0-1 148,13 0 1490,-16 0 0,8 0 0,8 0 0,-8 0 0,9 0 3276,-2 2-2015,1-2 2015,1 3 0,5-1-3044,0 1-232,-4 0 0,3-2 0,-3 1 0</inkml:trace>
  <inkml:trace contextRef="#ctx0" brushRef="#br0" timeOffset="272977">24522 5888 24575,'2'5'0,"3"18"0,0 8-1639,-2-8 1,1 1-1,1 6 1,0 2-1,-1 4 1,-1-5 342,-3-11 424,1 9 0,-1 0 872,0-10-318,0 5 0,-1 0 318,-1-7 1638,0 5 0,0-1-1461,-2 0 354,1 1 0,2-12 0,1-7 1</inkml:trace>
  <inkml:trace contextRef="#ctx0" brushRef="#br0" timeOffset="274729">24585 5903 24575,'36'-2'0,"0"1"0,0-1 0,0 1 0,0-1 0,-4 1 0,-3 0 0,6 0 0,-6 1 0,5-1 0,5 0 0,1 0 0,2 1 0,-2-1 0,-2 0 0,-4 1 0,-7 0-1093,2 0 1,-7 0 0,7 0 794,-3 0 0,6 0 0,4 0 0,4 0 0,2 0 0,1 0 0,-1 0 0,-2 0 1,-3 0-1,-4 0 0,-5 0-478,8 0 1,-8 0 0,7 0 775,-8 0 0,5 0 0,4 0 0,2 0 0,0 0 0,0 0 0,-3 0 0,-4 0 0,-5 0 0,2 0 0,-5 0 0,3 0 0,11 0 0,4 0 0,-1 0 0,-9 0-3277,2 0 3215,-3 0 0,2 0 62,2-2 0,2 1-327,-6 1 1,2 0-1,2-1 1,-3 1 326,1-1 0,-1 0 0,4 0-327,-3 1 1,5-1 0,3 0 0,1 0 0,-1 0 0,-4 0 0,-5 0 326,-1 1 0,-4-1 0,4 1-74,1-2 1,5 1 0,5-1-1,0 0 1,-1 0 0,-4 0-1,-6 1 74,-2 0 0,-6 1 0,5 0 0,4-1 0,7-1 0,2 1 0,0-1 0,-4 1 0,-9 0 0,-4 1 0,0 0 0,6 0 0,8-1 0,3 1 0,-5 0 0,-8-1 0,0 0 658,9 1 0,-2-1-658,-18 0 2681,5 1-2681,-18 0 3276,17 3-2910,1-1 1,0 1 2909,7 0-1917,8 2 0,0 0-1359,-18-4 0,8 3 0,0-1 0,-12-1 2384,2 1-2384,-13 0 0,-4 2 0,-10 27 0,5-16-1639,-6 14 1,-1 1-1639,7-17 2371,-7 15 1,-1 0 905,8-14 0,-4 12 0,0-1 0,6-11-1639,-2 8 1,2-1 902,3-12 736,-2 13 0,3-11 0,0-6 3276,4 16-2539,-1-7-737,1 0 1581,-2-4-1581,-2-6 3276,0-2 0,-2 6-3044,2-5-232,-8 6 0,-17-2 0,4 0 0,-4-3 0,-6 0 0,3-1-1226,-6 3 1226,4-2 0,-11-1 0,0 0 0,7 0-966,8-1 1,-1 0 965,-6 0 0,-6 0 0,1 0 0,6 0 0,9-2 0,0 0 0,-10 0 0,-5 1 0,5-1 0,14-2 0,0 1 0,-9 0 0,-3 0 0,2-1 0,8 1 0,-1-1 0,-3-2 0,-5 0 0,-2 0 0,-3 0 0,6 0 0,-3 1 0,-1 0 0,-2-1 0,1 1 0,1-1 0,2 1-656,-2-2 1,3 0-1,0 0 1,-2-1 0,-4 2 447,5 0 0,-3 0 1,-4 1-1,-1-1 0,-2 1 1,0-1-1,1 1 1,2 0-1,2 0 0,4 0 1,4 0 207,-11-1 0,8 0 0,-8 0 0,12 2 0,-5-1 0,-4 0 0,-3 0 0,-1 0 0,-1 0 0,1 0 0,2 1 0,2-1 0,5 1 0,5 0 0,-8 0 0,7 1 0,-5-1 0,3 0 0,-5-1 0,-3 1 0,0-1 0,2 1 0,5 0 0,6 0 0,4 1 0,2 0 0,-19 0 0,3 0 748,19 0-748,-11 0 0,1 0 717,14 0-717,-23 0-100,11-1 1,0 0 99,-4 2 0,-4-1 0,-9 0 0,6 1-418,13-1 1,0 1 417,-7 1 0,-6 1 0,-2 0 0,4-1 0,4 1 0,2 0 0,0 1-1093,0-1 1,1 1 0,2 0 711,-5 0 0,4 0 799,-8 0-418,-3 0 0,-2 1 3276,12 1-2306,16-4-92,1 2-878,-2-5 819,4 1 0,2-2 0,1 1 0</inkml:trace>
  <inkml:trace contextRef="#ctx0" brushRef="#br0" timeOffset="278541">26704 3561 24575,'0'0'0</inkml:trace>
  <inkml:trace contextRef="#ctx0" brushRef="#br0" timeOffset="279193">27001 3328 24575,'0'0'0</inkml:trace>
  <inkml:trace contextRef="#ctx0" brushRef="#br0" timeOffset="285230">13089 5260 24575,'32'-9'0,"-13"4"0,0 0-3277,10-2 0,-4 1 2940,-9 5 337,-9 1 1468,10-2-1468,-12 2 0,0 2 0,-2 4 3210,-3 0-3210,-6 11-3277,-19 0 1983,11-4 1294,-13-1-153,2-5 153,9-2 0,6 3 0,39 0 0,2-4 0,-3 2 0,-2 0 0,-2 2 0,0 1 3276,-16-3 0,-8 7-3120,0-8-156,-4 16 0,3-14 229,-9 13-229,2-4 0,0 0 0,-13 7 0,14-13 0,-12 1 0,-5-1 0,-6-4 0,-1-3 0,7 3 0,-1-1 0,-5-3 0,-4-1 0,8 0 0,7-1 0,-9 0 0,3-1 0,17-1 0,-11-6 0,14-1 0,2 0 0,1 4 0,2 4 0</inkml:trace>
  <inkml:trace contextRef="#ctx0" brushRef="#br0" timeOffset="286013">13472 5295 24575,'-2'4'0,"2"11"0,0-3 0,4 13 0,0-10 0,10 14 0,-7-19 0,11 18 0,-7-16-3277,11 16 0,-14-16 0,17 14 1787,-20-23 1043,21 11 447,-17-13 0,24 3 0,-5-14 0,-1 4 0,-9-5 0,-2 0 0,-9 2 3276,13-11-2268,-19 16-1008,4-8 668,-5 0-668,0-7 0,0 4 0,0-15 0,-1 21 0,-2-19 0,1 20 32,-4-12-32,1 11 0,-6-2 0,-21 2 0,11 7 0,-12 0 0,-3 2 0,16 2 0,0-1 0,-7 0 0,2 0 0,1 6 0,18-6 0,6 3 0</inkml:trace>
  <inkml:trace contextRef="#ctx0" brushRef="#br0" timeOffset="286616">14392 5112 24575,'-15'19'0,"7"-7"-1639,-7 6 1,0 0-1639,6-6 1638,-12 11 1,-1 2-805,9-8 2443,-8 9 0,0 1 0,8-9-654,-3 5 0,2-1 654,8-10 0,-7 13 0,5-4 0,-4 2 1638,4-5 0,0-1-1498,-9 12-140,10-13 3276,0-6-3170,-1-23-106,2 5 716,-3-13 1,6 14 0,2 3 0</inkml:trace>
  <inkml:trace contextRef="#ctx0" brushRef="#br0" timeOffset="286898">13981 5238 24575,'17'9'0,"-9"-5"-820,12 4 1,-18-7 0,4 2 0</inkml:trace>
  <inkml:trace contextRef="#ctx0" brushRef="#br0" timeOffset="287181">14319 5412 24575,'4'0'0,"0"0"0,-6 0 0</inkml:trace>
  <inkml:trace contextRef="#ctx0" brushRef="#br0" timeOffset="287852">14333 5393 24575,'0'0'0</inkml:trace>
  <inkml:trace contextRef="#ctx0" brushRef="#br0" timeOffset="288382">14357 5201 24575,'-13'24'0,"7"-11"0,-2 4 0,-2 1 0,5-8-1639,-7 8 1,1 1-1639,5-10 0,-10 14 4605,0-4-1328,0-2 0,-8 8 0,13-13 0,0 0 0,8-9 1719,-3 10-1719,3-8 0,1 5 0,0-6 3276,-3-5-2457,0-4 0,0 1 0,2 0 0</inkml:trace>
  <inkml:trace contextRef="#ctx0" brushRef="#br0" timeOffset="288916">14311 5448 24575,'8'4'0,"-3"-1"0,-3-1 0</inkml:trace>
  <inkml:trace contextRef="#ctx0" brushRef="#br0" timeOffset="290222">14541 5096 24575,'3'12'0,"1"2"0,1 14 0,-1-9-1639,1 3 1,0-1-1639,-3-8 1739,6 12 0,0 2 1538,-5-6 933,4 6 1,0 3-934,-4-1 0,0-1-2110,1 6 2110,-1-11 0,-1-1 3276,-2 0-1931,1-8-1345,1 13 0,-2-18-820,6-3 1,-5-3 0,3-5 0</inkml:trace>
  <inkml:trace contextRef="#ctx0" brushRef="#br0" timeOffset="290834">14776 5249 24575,'6'19'0,"0"0"0,2 4-1639,-1-3 1,0-2-1639,-4-10 1328,6 17 1949,-6-20 1719,0 1-1719,-2-15-3277,-9-19 2017,4 11 1260,-6-11 0,0 9 0,5 7 0,-5-5 0,-1-1 0,2 3 0,-6-5 0,12 13 0,11 5 0,18-5 0,-4 3 0,-2-1 0,-1 2 0,-6 2 3276,5-2-2961,-14 3 0,-2 0 0,-1 0 1</inkml:trace>
  <inkml:trace contextRef="#ctx0" brushRef="#br0" timeOffset="291385">14769 5366 24575,'25'-5'0,"-4"1"0,-1 1 0,-7 1 0,15-2 0,0 2-3277,-18 2 1897,24-2 1575,-21 2-195,-5 0 0,5 2 0,-6 5 0,-3 0 0,2 13-3019,0 0 3019,-2-5 697,-6 12-697,-13-9 0,4 0 0,-9-3 0,-1-1 0,4-5-1639,-7 2 1,1 0 378,7-4 4536,-14 3-2015,25-10-1261,-7 3 0,9-4 0,0-2 0,1-7 0,6 2 0,-1-2 0,4 6 0,0 2 0,-4 2 0,3 0 0</inkml:trace>
  <inkml:trace contextRef="#ctx0" brushRef="#br0" timeOffset="292020">15106 5312 24575,'0'24'0,"0"-8"0,0 13 0,4-8 0,0 0 0,7 0 0,8-5 0,-8-7 0,22 6 0,-23-14-3277,27 3 0,-27-4 3047,11-3 79,-4-3 151,-2-4 0,13-8 0,-14 7 0,0-11 0,-10 11-3277,-6-11 2068,1 12 1209,-16-18 0,13 22 8,-8-9 0,0-1-8,5 7-3006,-19-17 3006,18 17 0,-20-10 0,23 14 3006,-15-6-3006,2 2 0,4 5 84,-13-2-84,19 5 0,-1 12 0,9-4 3276,6 19-2015,6-5-1261,-5-2 0,5-3 0,-11-13 0,1-1 0</inkml:trace>
  <inkml:trace contextRef="#ctx0" brushRef="#br0" timeOffset="292403">15880 5155 24575,'-7'23'0,"0"0"0,-1 3 0,-3-1 0,-2-3 0,1-4 0,-8 7 0,-2 3 0,3-8 0,1-2-1639,1-1 1,1-1-1639,-9 9 2370,16-16 907,5-4 0,-11-8 0,9-1 0,-1-6 0,4 9 0</inkml:trace>
  <inkml:trace contextRef="#ctx0" brushRef="#br0" timeOffset="292624">15474 5305 24575,'5'-4'0,"5"1"-3277,5 1 0,-3 1 0,23 4 3229,-23-1-1074,14 6 1,0 2 1121,-12-3 0,19 10-247,-19-10 0,-8-4 1,6 2-1</inkml:trace>
  <inkml:trace contextRef="#ctx0" brushRef="#br0" timeOffset="292826">15781 5394 24575,'12'0'0,"6"3"0,-7 0 0,4 1 0,-4-1 0,-2-8 0,-5 3 0,0-3 0,-4 4 0</inkml:trace>
  <inkml:trace contextRef="#ctx0" brushRef="#br0" timeOffset="293388">16045 5470 24575,'0'0'0</inkml:trace>
  <inkml:trace contextRef="#ctx0" brushRef="#br0" timeOffset="293742">15469 5283 24575,'21'8'0,"12"8"0,-21-9 0,9 6 0</inkml:trace>
  <inkml:trace contextRef="#ctx0" brushRef="#br0" timeOffset="294006">15956 5393 24575,'7'0'0,"-3"0"0,-6 0 0,-1 0 0</inkml:trace>
  <inkml:trace contextRef="#ctx0" brushRef="#br0" timeOffset="299112">18556 4752 24575,'-13'30'0,"4"-3"0,6-10 0,4 10 0,2-17 0,1 8 0,1 1 0,8 9 0,-1 1 0,1-2 0,-6-19 0,4 11 0,-5-14 0,10 15 0,-10-13 0,19 15 0,-9-11 0,0-1-1795,10 7 1795,5 1 0,3-5 0,-15-6-138,2 1 0,7 2 1,-2-2 137,2-2 0,-2-1 0,4 2 0,2 0 0,5-2 0,-5-1 0,-12-2 0,10 0 0,-1 1 0,-11-2 0,10 0 0,5 0 0,0-2 0,3 0-1093,-3 2 1,3-1 0,-2 0 166,-8 0 1,-2-1 0,2 0 925,8 2 0,2 0 0,-7-1 1174,-2-2-1174,11 0 0,-2 1-802,-15-2 802,-1 0 0,-1 1-329,3-2 329,-3 2 1638,-1-1 0,1 0 1160,8-1-2798,-3 1 0,-4-2 0,-14 4 1609,4-4-1609,-7 2 535,9-9-535,12-12 0,-11 9 0,1 0 0,-1 3 0,-9 7 0,7-6 0,-7 7 0,8-12 0,-6 11 0,2-11 0,1 5 0,-5-14 0,0 7 0,-1-16 0,-1 4 0,-1 8 0,1-11 0,-2 26 0,-2-17 0,2 17-3277,-6-20 0,4 20 3047,-4-10 230,-1 2 0,-3 0 0,0-3 0,-5-3 0,3 8 0,-6-5 0,6 4 0,-13 1 0,-6-2 3276,9 6-1482,-12-1-1876,16 7 1,-1-1 81,-9 0 0,-1-1 0,7 1 0,-2 0 0,-2 1 0,-1 0 0,3 2 0,-7 1 0,-2-2 0,-1 1 0,8 1 0,2-1 0,-13 0 0,0 1 0,27 0-3277,-24 4 392,23-3 2885,-16 3 40,-1 2-40,6-5 55,-4 5 0,-4 1-55,4-4 0,1 1 0,1 0 0,1 1 0,-6 2 0,4-1 0,6-3 0,-11 10 0,11-9 0,3 5 0,-11 1 0,17-4 0,-7 3 0,0-1 0,4-3 0,-12 11 0,16-14 3276,0 4-316,7-5-2547,0 1 0,1 0 0,0-1 1</inkml:trace>
  <inkml:trace contextRef="#ctx0" brushRef="#br0" timeOffset="300572">18633 5102 24575,'-22'5'0,"14"-3"-1639,-15 4 1,-1 1-1639,14-3 1638,-21 3 1,-1 0 148,21-3 2899,-18 2 0,-1 0-1409,11 0 0,-13 1 1719,3 3-1719,10-7 0,0 1 0,-12 4-1639,2-2 1,1-1 378,10-1 1975,-5 1 0,-5 2 1,4-2-716,-1 1 0,-11 3 0,1 0 0,14-3 0,-2 1 0,-1 0 0,0 5 0,2-4 0,1 1 0,4 1 0,-12 8 0,22-13 0,-22 19 0,20-16-1639,-7 8 1,2 1 1170,6-8 2018,-3 9 0,1 1-1550,5-7 1127,-1 6 0,0 1-1127,3 11 0,-2-5 0,4-2 0,2-13 3276,3 1-155,4 2-1952,1-6-1169,11 4-3277,4-7 0,-5 5 3047,2-6-308,-6 0 538,-8 0 0,14 1 0,-16-3 0,4 2 0,-3-3 0,-4 2 0,3-2 0</inkml:trace>
  <inkml:trace contextRef="#ctx0" brushRef="#br0" timeOffset="301350">17914 5606 24575,'-8'-1'0,"-2"1"0,3 1 0,-10 4 0,9-2 0,-13 6 0,8-1 0,-1-1 0,5 0 0,7-5 0,-1-1 0,3 2 0,-1-1 0,5-3 0,0 0 0,14-6 0,5 0 0,-1-1 0,2 2 0,-15 1 0,1 2 0,1 1 0,18 9 0,-9-2 0,1 2 0,0 0 0,-7-1-3277,12 7 0,-18-10 3047,2 6 230,-11-1 0,-3 1 0,-10 7 0,-17 2 0,10-5 0,0-3 0,3-3 0,10-5 0,-9 4 0,15-4 3276,-3-1-2457,1 5 0,1-5 0,-1 3 0</inkml:trace>
  <inkml:trace contextRef="#ctx0" brushRef="#br0" timeOffset="301813">17140 5928 24575,'5'2'0,"6"-2"0,-5 1-3277,28-1 0,-22 0 1638,5 1 1,4-2 660,4 1 0,1-1 978,-6 1 0,1 0 984,12-1 0,2 0-984,-2 0 0,-2 0 0,-12 0 0,0 1 0,14-4 0,-3-1 0,-13 4 0,18-7 3276,-28 6-3159,9-2 702,-18 3 0,2 1 0,-3 0 0</inkml:trace>
  <inkml:trace contextRef="#ctx0" brushRef="#br0" timeOffset="302304">17347 5932 24575,'3'19'0,"0"1"0,-1 0-1639,3 7 1,0-1-1639,-2-15 2302,2 13 1,2 3 974,1-3 0,1 6 1719,-3-5-1719,-7-16 0,0 2 0,-12 1 0,-22-1 0,17-2 0,-10-4 0,-8-1 0,6-2-86,4-1 86,-6 1 0,-7-1 0,9 1 0,9-2 0,-5 1 0,9-1 0,30-4 0,17 3 0,-4 0 0,4 0 0,-1 0 1638,6 2 0,1 0-1131,-8 0 1,3-1 0,-1 1-1,-6 0-448,-4 1 1,-2-1-60,17 0 0,-5 0 0,-21 0 0,10-1 0,-18 2 0,-2-2 0,-2 1 0</inkml:trace>
  <inkml:trace contextRef="#ctx0" brushRef="#br0" timeOffset="303068">17577 6126 24575,'14'-2'0,"15"2"0,-6 0 0,6 3 0,-12-1 0,-8 11 0,-6-1 0,-2 5 0,1-4 0,-2-6 0,0-3 0,0 0 0,3-7 0,3-8 0,-1 1 0,4-5 0,-4 11 0,0-1 0,0 4 0,3 9 0,3 8 0,-2-2 0,1 5 0,-6-15 0,10-18 0,0-1 0,-2-7 0,10 5 0,-16 12 0,20-6 0,-12 10 0,6 1 0,-8 12 0,-1 3 0,-8-2 0,6-2 0,-3-8 0,12-1 0,-8-2 0,3 0 0,-12 0 0</inkml:trace>
  <inkml:trace contextRef="#ctx0" brushRef="#br0" timeOffset="303965">17243 6397 24575,'0'13'0,"-2"-1"-3277,-2 16 0,1-16 1638,-4 10 1,-1-1-1639,4-11 4170,-3 6 1,-2 2-894,-9 9 0,6-9 0,1 1 0,-1-2 0,2 0 0,-9 11 0,15-21 3276,3-3-2015,9-19 2015,-4 9-1638,5-12 0,0 0-2571,-6 10 933,9-16 0,-1 6 0,-4 6 0,9-16 0,-12 19-611,5-12 611,-6 15 0,8-10 0,-8 13 0,4-4 0</inkml:trace>
  <inkml:trace contextRef="#ctx0" brushRef="#br0" timeOffset="304734">17240 6465 24575,'7'0'0,"0"0"0,0 4 0,0-1 0,5 12 0,4 12 0,-4-10 0,-1 7 0,-2-2 0,-4-10-1639,2 8 1,1-1-1639,-3-11 3047,5 13 230,-8-18 0,-4 2 0,0-3 0,-4-2 0,4 0 0,1 0 0</inkml:trace>
  <inkml:trace contextRef="#ctx0" brushRef="#br0" timeOffset="305034">17222 6607 24575,'14'1'0,"13"0"0,-7-1 0,1 1 0,13-2 0,-8-1 0,-2-1 0,-9 1 0,14-3 0,-17 4 0,-3 1 0,-2-3 0,-6 3 0,-1-2 0</inkml:trace>
  <inkml:trace contextRef="#ctx0" brushRef="#br0" timeOffset="305600">17514 6471 24575,'6'19'0,"-3"-8"0,6 17 0,-7-19 0,4 15 0,-3-13 0,-1 3 0,1-3-3277,-16-39 0,9 23 3162,-4-12 0,0-2-286,-3 4 401,4 5 0,-7-13 0,11 16 0,11-14 0,17 7 0,-6-1 0,3 7 0,1 2 0,-1 0 0,5 1 3276,-6 3 0,-20 2-3265,3 0 0,-7 0 0</inkml:trace>
  <inkml:trace contextRef="#ctx0" brushRef="#br0" timeOffset="305887">17516 6530 24575,'20'2'0,"-4"-1"0,-5-1 0,4 1 0,13 3 0,9-1-1131,-11 0 1131,2-2 0,-9 1 0,-1-2 0,2 2 0,-11-2 0,-8 0 0</inkml:trace>
  <inkml:trace contextRef="#ctx0" brushRef="#br0" timeOffset="306368">17854 6419 24575,'23'30'0,"-11"-13"-1639,1 3 1,-2-2-1639,-7-8 0,9 10 3469,-10-7-192,0-8 1868,3 15-1868,-4-15 0,-1 3 0,-4-6 0,1-2 0,-1 0 0</inkml:trace>
  <inkml:trace contextRef="#ctx0" brushRef="#br0" timeOffset="306986">17836 6420 24575,'7'-5'0,"-1"0"0,10-1 0,10 2-1639,-3 0 1,-1 0-1639,7 1 3162,-9-1 0,-2 1 115,-9 5 0,12 2 0,-13 1 0,3 2 0,-11-2 0,2 2 0,-9 2 0,3-3 0,-14 3 0,11-8 3276,-15 4 0,13-5-3044,-4 2-232,6-1 0,4 0 0,-3 1 0,3-1 0,1 0 0</inkml:trace>
  <inkml:trace contextRef="#ctx0" brushRef="#br0" timeOffset="307922">17584 6564 24575,'4'15'0,"1"6"0,2-2 0,3 10 0,-6-18 0,2 4 0,-4-6 0,-1-6 0,0 3 0,-1 3 0,0-3 0,0 1 0,0-6 0</inkml:trace>
  <inkml:trace contextRef="#ctx0" brushRef="#br0" timeOffset="313696">16640 6185 24575,'6'0'0,"18"-4"0,-14 2-1639,11-3 1,1 0-1639,-11 2 0,14-3 3986,-11 1-709,-5 3 0,12-8 0,-16 8 1804,14-4-1804,-12 3 0,18-3 0,-7 2 0,-3-1 0,-4 4 0</inkml:trace>
  <inkml:trace contextRef="#ctx0" brushRef="#br0" timeOffset="314347">16559 6714 24575,'18'1'0,"-9"0"-1639,11-1 1,0 0-1639,-8-1 1638,17-1 1,2 0 955,-13 1 1666,8 0 1,0 0-984,0-4 0,6 3 0,-18-4 0,4-3 0,-16 6 0,7-4 0</inkml:trace>
  <inkml:trace contextRef="#ctx0" brushRef="#br0" timeOffset="315380">16567 7236 24575,'18'-19'0,"0"0"0,0 0 0,0 0 0,-2 1 0,-1 0 0,2-3 0,-3 1 0,-6-4 0,4 2 0,-11 5 0,-1 15 0,0-1 0</inkml:trace>
  <inkml:trace contextRef="#ctx0" brushRef="#br0" timeOffset="316180">17083 6903 24575,'-24'1'0,"-9"13"-3277,23-8 0,-8 11 5151,9-5-1874,0 5 1059,1-2-1059,4-1-3277,19-8 969,-8-4 4730,12 5-2422,-7-5-1639,7 3 1,1 1 378,-1-2 1260,0 1 0,0 2-708,0 4 708,-7-3 3276,14 17-2367,-17-9-909,3 5 0,-8-3 0,-14-4 3276,3-4-292,-20 5-2984,14-12-1639,-11 3 1,0-1-285,10-3 284,-17 2 1,-1-1 378,21-2 1260,-24 1 0,32-2 0,8-5 0,4-4 0,1 2 0,-2 0 0</inkml:trace>
  <inkml:trace contextRef="#ctx0" brushRef="#br0" timeOffset="316695">17345 7097 24575,'6'2'0,"7"-1"0,-4-1 0,14 0 0,-12 0 0,12-4 0,-17 1 0,1-7 0,-8 3 0,-5-8 0,1 3 0,-7-2 0,5 6 0,-14 4 0,-1 6 0,2 2 0,-2 9 0,17 0 0,1-1 0,8 2 0,-2-10 0,12 8 0,-9-9-3277,22 6 0,-20-8 3047,13 3-3047,-5 0 2572,-7-2 481,16 3 224,-18-5 0,5 2 0,-9-2 0</inkml:trace>
  <inkml:trace contextRef="#ctx0" brushRef="#br0" timeOffset="317396">17652 7038 24575,'-13'11'0,"3"-3"-3277,-5 14 0,9-13 0,-3 20 2147,8-22 3140,-2 11-2010,4-8 0,1-4 0,11 10 0,6-9 0,0 1 3276,11-8-841,-11-7-2435,-3-1 3240,-2-4-3240,-13-2 0,0-1 0,-3 2 0,1 7 0,6 22 0,-1-3 0,1 6 0,-1 2-3277,1 14 0,-3-7 1638,-3-3 1,-1-2 148,-1-14 1490,-4 23 0,-2-14 0,2-5-3034,-17 13 3034,16-18 1194,-10 3 1,-3-1-1195,5-5 1638,-7 3 0,-3 0-1167,2-5 0,1-1-471,4 0 0,0 0 0,-8-2 0,2-4 0,-7-15 0,14 6 0,-1-1 0,-8-11 0,15 7 0,1 1 0,-1 2 0,2-3 0,4 11 0</inkml:trace>
  <inkml:trace contextRef="#ctx0" brushRef="#br0" timeOffset="319791">18039 6899 24575,'29'-16'0,"-2"1"0,-2 5 0,-5 2 0,0 0 0,3 0 0,-1-2 0,-3-1 0,-5-1 0,3-5 0,0-10 0,-6 11 0,-1-2 0,-1 2 0,1 0-1639,5-9 1,0 2-1639,-7 7 2811,5-5 0,-3-1 466,-6 4 0,4-5 0,-1-1 0,-5 2-1639,1-9 1,0 0 611,-1 16 1027,-1-5 0,0-2-545,0-3 545,-1 4 1638,0-3 0,0-3-1259,0 0 0,0 1-379,0 4 0,0 1 0,0-10 0,0 4 658,0 9-658,3-6 0,0 1 3276,-2 10-1735,7-10 0,3 0-1541,1 10 642,5-4 1,3 0-643,1 6 0,0 1-1180,8-7 1180,-9 9 0,-2 0-618,-2-1 618,-2 3 0,4-3 0,-14 7 0,2 1 0</inkml:trace>
  <inkml:trace contextRef="#ctx0" brushRef="#br0" timeOffset="320880">18718 5709 24575,'8'32'0,"2"4"0,-5-20 0,1 3 0,0-1 0,-4-11 0,9 24 0,-10-26 0,4 9 0,-4-13 0,0-4 0,-2-12 0,-3-3 0,1 0 0,-1-1 0,-2 3 0,-2-10 0,-1 1 0,3 11 0,-4-7 0,0 0 0,6 10 0,-8-7 0,20 12-3277,28 8 0,-15 1 2659,12 2 0,-1 1 618,-21-3 0,20 4 0,-28-4-3277,-8 19 2350,3-12 2565,-7 9 0,1 1-969,6-13-669,-8 11 0,9-15 0,0-3 0,1 2 0</inkml:trace>
  <inkml:trace contextRef="#ctx0" brushRef="#br0" timeOffset="324853">12714 5187 24575,'3'14'0,"-2"11"0,1-12 0,-2 8 0,0 2 0,-2-1-1639,2 8 1,0 0-1639,-1-6 2627,0 1 0,2 5 1,-1-6 2368,0-7-1719,0 8 0,0 5 0,0-7 0,0-12 0,0 15 0,1 0 0,-1-17 0,2 11 0,1 0 0,-3-8 3276,3 14 0,-2-11-3044,1-4-232,1-4 0,-1-4 0,-1-3 0,-1 2 0</inkml:trace>
  <inkml:trace contextRef="#ctx0" brushRef="#br0" timeOffset="326319">12787 5199 24575,'8'0'0,"9"0"0,-5 0-1639,13 0 1,2 0-1639,-9 0 2184,13-1 1,10-2 0,-5 1 891,-13-1 1,1 0 200,3 0 0,6 0 0,3-1 0,1 0 0,-1 0 0,0 0 0,1 0 0,-1 0 0,0 0 0,-1 0-23,-2 0 1,-2 0-1,0 0 1,5 0 22,-6 1 0,4-1 0,3 1 0,1-1 0,-1 1 0,-2 0 0,-4-1 0,-5 1 0,8-2 0,-1 0 0,-3 2 0,8-1 0,3-1 0,0 1 0,-4 0 0,-9 1 0,-4-2 0,0 2 0,5-1 0,6-1 0,0 1 0,-7 0 0,-9 2 0,0 0 0,8-1 0,5 0 0,0 0 0,-6 0 0,-7 0 0,0 1 0,14 0 0,6 0 0,-8 1 0,-9-1 0,12 1 0,-1-1 0,-15 0 3276,3-1-1521,-20 17-1755,0 4 0,-2 2 0,-4 11-1639,2 0 1,0-1 1144,1-13 1339,-2 6 0,-1 0-845,1-7 0,1 4 0,-1 0 0,0-2-3277,0 17 2212,4-23 1065,-2 10-297,2-8 297,0-5 3276,6 18-2357,5-2-919,-3-4 0,7 2 569,-10-12-569,3 0 3276,2 7 0,-6-7-2581,4 0-695,-7-3 0,1 0 0,-1 3 0,0-1 0,0 2 0,-1-6 0,-4 4 0,-6 2 0,3-5 0,-4 0 0,-14 3-3277,-10-3 0,2 3 2328,3-6 0,0-1 949,8-3-1093,-4 1 1,-7-1 0,4 1 385,-2-1 707,1-1 0,-9 0 0,-1 0 0,10 0-1023,-2 0 1023,8 0 0,-8-1 0,-5-1 0,-3 0 0,1 0 0,3 0 0,6 1 310,0-2 0,5 0 0,-6 0-310,4 1 0,-5 0 0,-4 0 0,-2 0 0,-2 0 0,-1 0 0,1 0 0,1 0 0,2 0-237,1-1 0,0 1 0,0 0 0,1-1 0,0 1 0,0 0 0,0 0 0,0 0 237,-2 0 0,-1 1 0,1 0 0,0 0 0,0 0 0,-1 0 0,0 0 0,3 0 0,-3 0 0,-1-1 0,1 1 0,1 0 0,3 0 0,3 1 0,6 0 1235,-9 1 0,5 0-1235,-1 0 0,-2 0 0,11 0 1242,15 0-1242,-7 0 3128,12 2-3128,2-1 819,-1 2 0,0-1 0,0-1 0</inkml:trace>
  <inkml:trace contextRef="#ctx0" brushRef="#br0" timeOffset="328076">14795 5033 24575,'35'0'0,"-16"0"0,2 0 0,9 0 0,4-1 0,-3 0-1152,-4 1 1,0 0 1151,3 0 0,5 0 0,-1 0 0,-8 0 0,5 0 0,-5 1 0,8-1 0,0 1 0,-7-1 0,-7 0 0,-1 0 0,7-1 0,5-1 0,1 0 0,-6 0 0,-5 1 0,0-1 0,5-1 0,7-1 0,-1 0 0,-8 2-3277,-1-2 1638,8 1 1,3 1 1611,-6-1 1,-3 2 1801,-1-1-1775,2 1 0,7-2 0,-8 1 0,-7 2 0,16-1 0,0 0 0,-16 1 0,9 0 0,-1 0 0,-13 0 820,6 0-820,-15 0 3276,-3 1-237,1 1-3039,0 8 0,7 18 0,-2-8 0,0 2 0,0-1 0,0-6 0,3 16 0,-2-13 0,4 16 0,-1 0 0,-2-8 0,1 1 0,0 3 0,-2-6 0,-2-2 0,-3-12 0,2 9 0,-4-12 0,0 0 0,-1-1 0,0 3 0,0-2 0,0 5 0,-1-3 0,0 1 0,-2-4 0,-4 3 0,-17 2 0,5-3 0,-6 1 0,-1-2 0,0-1 0,2 0 0,1 0 0,0 0 0,-11 3-3277,7 0 0,5-3 2361,-7 5 916,17-8 0,-12 4 0,-4 1 0,-6-4 0,0 2 0,-1 0 0,12-5 0,1-1 0,-3 0 0,-2 1 0,3 0 0,-8-1 0,-6 0 0,5-1 0,22 1 0,-24 0 0,18-1 0,-2 1 0,0-2 3276,-1 2-108,7 0-4807,-7 3 1,0 0-843,4-2 842,-16 4 1,1 0 378,18-3 718,-9 1 1,-7 1 0,6-1 541,3 0-380,-11 2 1,1 1 379,15-3 3276,-10 4-3195,22-4 3195,0-3-2695,3 0 0,0-3 0</inkml:trace>
  <inkml:trace contextRef="#ctx0" brushRef="#br0" timeOffset="332756">23603 6073 24575,'13'4'0,"6"-3"0,-2 3 0,14-2 0,5 2 0,-14-2 0,0 0 0,-3 0 0,1 1 0,6 0 0,-3-1 0,-6-1 0,16 3 0,2 0 0,-11-3 0,6 2 0,-1-1 0,-13-2 0,13 0 0,-22 0 0,7 0 0,-12 0 0,1 0 0</inkml:trace>
  <inkml:trace contextRef="#ctx0" brushRef="#br0" timeOffset="335105">24124 6022 24575,'-4'23'0,"1"0"0,1 0 0,1-2-3277,-2 6 827,3-6 1329,-1-5 1121,0-9-3277,-4 21 3015,2-23 262,-1 11 0,1-7 0,2 2 1798,0-3-1798,1-4-2732,3-20 2732,-2 10 0,3-14 0,0-1 0,-3 10 0,3-8 0,-1-2 0,-1-8-1517,-1 8 0,1 1 1517,0-11 0,-1 0 2872,-1 19-2872,0-1 3276,0-1-2095,-1 11-1181,2-2 0,14 22 3276,-8-12-1638,12 12 0,1 1-1526,-10-9-1751,9 6 1,-1-1-1507,-10-7 3145,12 7 0,-12-6 0,0-2 0,5 5 0,-7-7 0,1 3 0,-1-4 3276,-4 0 0,-11 7-3044,-14 6-232,-9 3 0,6-4 0,9-4 0,13-8 0,-6 4 0,4-5 0,-7 5 0,7-3 0,-1 2 0,4-3 0,3-3 0,2-2 0,1-1 0,4-2 0,1-1 0,3-2 0,-1 1 0,4-4 0,-5 4 0,4-6 0,-5 5 0,4-4 0,-6 8 0,-2-2 0,-7 6 0,-4 3 0,-13 7 0,5 1 0,-8 4 0,14-10 0,4-2 0,3-20 0,2 7 0,-4-15 0,2 19 0,-1-5 0,1 13 0,1 3 0,-1-1 0,0 4 0,1-9 0,1-5 0,0-9 0,0 3 0,0-4 0,-2 7 0,1 3 0,-1 0 0,2 5 0,15 15 0,-5-10 0,10 11 0,-9-10 0,-4-2 0,0 1 0,-10-4 0,-1-3 0,-4 1 0,4-1 0,1 2 0</inkml:trace>
  <inkml:trace contextRef="#ctx0" brushRef="#br0" timeOffset="337014">24129 6002 24575,'3'25'0,"-1"-11"0,2 21 0,1-22 0,-3 8 0,2-12 0,-4 4 0,3-3 0,-3-2 0,2 2 0,-2-6 0,0 3 0,0-4 0,-2 5 0,2-5 0,-1 9 0,-3-4 0,2 4 0,-3-4 0,5-3 0,-2 0 0,2 2 0,0-3 0,0 6 0,-1-5 0,-1 7 0,-1-8 0,1 10 0,1-11 0,1 3 0,7-17 0,-6 6 0,6-8 0</inkml:trace>
  <inkml:trace contextRef="#ctx0" brushRef="#br0" timeOffset="338278">24136 6286 24575,'10'-14'0,"-5"9"0,5-6 0,0 1 0,-7 5 0,12-13 0,-12 12 0,9-7 0,-8 6 0,0-1 0,-1 4 0,-3 2 0,2 1 0</inkml:trace>
  <inkml:trace contextRef="#ctx0" brushRef="#br0" timeOffset="344361">31600 3184 24575,'0'28'0,"0"0"0,0 6 0,0-4-3277,0-12 0,0 8 0,0 3 0,1-19 4170,0 10 1,0 0-894,2-4 0,-1 0 0,-1 0 3276,-1-12-2015,2 0 2015,-2-4 0,4-6-3044,2-12-232,-2 7 0,2-5 0,-6 15 0</inkml:trace>
  <inkml:trace contextRef="#ctx0" brushRef="#br0" timeOffset="344686">31599 3277 24575,'23'-5'0,"-6"0"0,17-1 0,-15 2 0,1 0 0,14-3-1639,-10 3 1,-2-1-1639,-10 2 3047,22-2 230,-10 2 0,3 1 0,-5 1 0,-12 1 0,-7 0 0,1 0 0</inkml:trace>
  <inkml:trace contextRef="#ctx0" brushRef="#br0" timeOffset="345270">31594 3487 24575,'18'-7'0,"0"0"0,11 0 0,-3 1 0,-9 2 0,10 1 0,-1 2 0,-17 4 0,24 8 0,-25 2 0,10 16 0,-9-10 0,1 3 0,0 0 0,-1-1 0,-1 1 0,-1 2 0,-6 4 0,0 1 0,-8-12 0,-6-1 0,-7-3 0,-5-2 0,0-3 0,-2 0 0,1 0 0,1 1 0,-1-2 0,-6-4 0,-4-1 0,10-2 0,12-1 0,-20-1 0,2-1 0,21-2 0,-15-3 0,20 5 0,1-2 0,4 4 0,1-2 0,1-1 0,-1 3 0,2-1 0</inkml:trace>
  <inkml:trace contextRef="#ctx0" brushRef="#br0" timeOffset="345924">31957 3442 24575,'0'36'0,"0"-16"-1639,0 4 1,0 0-1639,0-12 0,2 24 0,-1-29 5064,5 14-1787,0-7 0,9 7 0,-3-1 0,2-5 3276,-1-11-2015,1-6 2015,-2-1 0,3 0-3044,-4-4-232,-4 5-3277,17-16 0,-18 14 2821,8-9 1,1 0 455,-7 4 0,13-18 0,-14 6 0,-2 1 0,-12-10 0,-10 4 0,0 4 0,-8-2 0,17 17 3276,-7 0-106,12 5-2151,-9 5-1019,-8 5 0,5-1 0,-4 4 0,1 1 0,7-5 0,-9 9 0,17-13 0</inkml:trace>
  <inkml:trace contextRef="#ctx0" brushRef="#br0" timeOffset="346604">32173 3430 24575,'6'21'0,"-4"-11"-3277,5 17 0,-5-23 1328,6 20 1949,-6-16 1719,5 15-1719,0-2 0,-1-7 0,4 1 0,-2-9 0,-1 0 0,13 5 0,-13-8 0,9 3 0,2-6 0,-5 0-3277,23-2 2017,-24 0 1260,9-2 0,-13 2 0,4-9 0,-3 7 3276,7-16-2015,-3-2-1261,-4 0 0,5-11 0,-16 7 0,3 1 3276,-16-5 0,-6 12-3044,0 5-1871,1 9 1,1 3-1639,6 2 1638,-6 6 1,2 0 148,10-4 1490,-10 8 0,1 0 0,4-3 0,-3 4 0,9-8 0</inkml:trace>
  <inkml:trace contextRef="#ctx0" brushRef="#br0" timeOffset="347061">32554 3439 24575,'-8'26'0,"0"1"0,2-3 0,0 0 0,1 0 0,1 0-1639,2 0 1,3-4-1639,1-9 1328,5 11 1949,1-18 1719,4 5-1719,17-7 0,-8-5 0,1-2 0,9-4 0,1-1 0,-9 2 0,-1 0 0,6-7 0,-4 2 0,-12 6 0,8-7 3276,-18 9 0,1-1-3044,-13-10-232,-10-3 0,6 2 0,-3 5 0,-1 3 0,7 4-1639,-7-2 1,-1 1 818,7 3 1,-6-1 0,17 4 0</inkml:trace>
  <inkml:trace contextRef="#ctx0" brushRef="#br0" timeOffset="347624">32082 3942 24575,'8'18'0,"-2"6"0,0 9 0,-5-10-1639,3 10 1,1-2-1639,-3-14 1638,5 17 1,2 1 493,-3-14 243,5 8 1,0-2 901,-4-11 0,7 7 0,0-16 0,-2 2 3276,10 0-3142,-11-4 1,-1-3-1,-9-2 1</inkml:trace>
  <inkml:trace contextRef="#ctx0" brushRef="#br0" timeOffset="348038">31711 4748 24575,'9'0'0,"16"2"0,12 2 0,0-1 0,-8-3 0,0-1 0,0 0 0,1 1-820,0 1 1,1 1 0,0 0 0,-1-1-274,4-2 1,-1 0 0,-4-2-547,1-3 1,-4 1-1,-6 2 1,0 0 1454,8-2 0,-2 0 2339,-1-1-2155,-20 6 0,5-5 0,-4 5 819,-1-3 0,-1 3 0,-4 0 0</inkml:trace>
  <inkml:trace contextRef="#ctx0" brushRef="#br0" timeOffset="348410">31981 4774 24575,'10'12'0,"-4"-8"0,16 24 0,-11-16-1639,11 12 1,0 3-1639,-7-9 1638,8 10 1,-1 0 2966,-9-7-1328,-2 6 0,-2 0 1719,-3-7-1719,-4 7 0,-6 2 0,-7-10 0,-1 0 0,5 1 0,-2 1 0,-9-3 0,-5 0 0,4-4 0,-3-1 0,-10 3 0,0-3 0,7-8 0,-4 1 0,1-1 3276,8-2-1638,-5-1 0,1-1-1406,17-2-232,-16-3 0,19 2 0,1-12 0,2 8 0,2-10 0,6 5 0,-3 5 0,2-2 0</inkml:trace>
  <inkml:trace contextRef="#ctx0" brushRef="#br0" timeOffset="348757">32215 5115 24575,'10'20'0,"6"9"0,-10-21-3277,20 16 0,-17-18 0,15 4 3040,7-5 237,-4-5 911,6 0 0,0-1-911,-2-6 0,-9 4 0,-5-4 0,-13-11 3276,-3 7-493,-7-21-2783,4 7 0,1 1 0,-1 7 0</inkml:trace>
  <inkml:trace contextRef="#ctx0" brushRef="#br0" timeOffset="349042">32611 4766 24575,'11'32'0,"0"0"0,0 1 0,-2 1 0,-1 2 0,-1-6 0,-1-7 0,-2-1 0,-2 13 0,-1-6 0,-1-21 0,0 17 0,-1-17 0,0-3 0,0 3 0,-2-8 0,2 0 0,3-8 0,-1 5 0,3-2 0</inkml:trace>
  <inkml:trace contextRef="#ctx0" brushRef="#br0" timeOffset="349239">32777 5090 24575,'0'37'0,"0"-13"0,3-4 0,-1-17 0,0 0 0,0-14 0,-2 4 0,3-11 0,-1 12 0,-1 1 0</inkml:trace>
  <inkml:trace contextRef="#ctx0" brushRef="#br0" timeOffset="349425">32802 5007 24575,'9'-3'0,"-3"1"0,-2 0 0,-3 2 0,11 12 0,-9-7 0,14 10 0,-16-12 0,4 3 0</inkml:trace>
  <inkml:trace contextRef="#ctx0" brushRef="#br0" timeOffset="349757">32947 5046 24575,'6'1'0,"5"15"0,-1 7 0,-1 2 0,3 8 0,-7-20 0,10 1 0,-4-15-1639,7-10 1,-1-2-1639,-1 3 3162,0-4 0,-1-2-798,2-1 913,-6-2 0,-1 0 0,-1-2 0,-7-9 0,4 2 0,-18-2 0,7 23 3276,-19-14-220,-5 18-3056,0-1 0,-2 13 0,1 5-3277,-2 1 2848,9-1 1,2-1-1,7-4 1,8-3 0</inkml:trace>
  <inkml:trace contextRef="#ctx0" brushRef="#br0" timeOffset="350228">31950 5809 24575,'6'36'0,"1"-1"0,-3-16 0,0 0 0,-1 9 0,-1 3 0,-1-5 0,1-2 0,0 11 0,1 2 0,-1-4 0,1 4 0,-3-13 0,-1-20 0,-2 3 0,0-7 0,1 0 0,2-1 0</inkml:trace>
  <inkml:trace contextRef="#ctx0" brushRef="#br0" timeOffset="350677">31911 5828 24575,'17'0'0,"0"6"0,1 2 0,1-1 0,11 14 0,0 2-1491,-10-5 1491,5 3 0,6 4 0,-5-5 0,2-1 0,-4-2 0,5 3 0,-6-5 0,-4-3 484,11 8-484,-27-9 0,-22 9 0,8-6-1639,-16 2 1,0-2-1370,12-4 3008,-3-2 0,-1 0 0,-13 2 0,6-2 0,-1 1 0,5-4 0,-2 1 0,-1 0 0,-2 1 0,6-1 0,-1-2 254,2 1 0,3-1-254,11-1 0,10-1 0,2-1 0,5-1 0,-10 0 0</inkml:trace>
  <inkml:trace contextRef="#ctx0" brushRef="#br0" timeOffset="350941">32358 6102 24575,'11'27'0,"2"3"0,2-3 0,-3 0 0,-8-23 0,0 8 0,-6-13 0,3-15 0,-2 3 0,2-9 0,1 16 0,-1 4 0</inkml:trace>
  <inkml:trace contextRef="#ctx0" brushRef="#br0" timeOffset="351092">32503 5952 24575,'4'12'0,"0"-3"0,18-1 0,-15-6 0,15 5 0</inkml:trace>
  <inkml:trace contextRef="#ctx0" brushRef="#br0" timeOffset="351376">32834 5955 24575,'-16'7'0,"6"-3"-3277,-20 16 0,21-15 1638,-6 11 1,2 2-1639,9-11 5064,-7 20-1787,9-6 0,4 3 0,-1-1 0,15-7 0,11-13 3276,-8 1-2646,2-5 1,-1-2-631,-10 0 3276,13-4 0,-18 4-3218,0-3 0,-5 3 0,0 1 0</inkml:trace>
  <inkml:trace contextRef="#ctx0" brushRef="#br0" timeOffset="352277">33128 3916 24575,'0'12'0,"0"15"-1639,-5 1 1,-2 0-1639,2 9 2184,-3-12 1,-2 2 0,0-6 2420,-2-3-1328,-4 9 0,1-1 0,4-12 859,0 4 1,0-2-860,6-7 0,-4 5 0,8-10 0</inkml:trace>
  <inkml:trace contextRef="#ctx0" brushRef="#br0" timeOffset="352679">32907 4232 24575,'7'18'0,"0"0"0,-2 2 0,-1 0 0,4 8 0,-5-3 0,2-22 0,23-25 0,-9 8 0,0-1 0,0-4 0,0 1 0,0 4 0,-5 3 0,-10 4 0,-12 14 0,-12 9 0,0-2-1639,2 1 1,1-1-1639,4-8 2184,-9 3 1,-7 2 0,3-1 990,4-5 0,2-1 0,-13 5 1,3 0-1,5-4 0</inkml:trace>
  <inkml:trace contextRef="#ctx0" brushRef="#br0" timeOffset="373416">24689 1874 24575,'9'24'0,"-1"-1"0,3 1 0,0 0 0,-1 0 0,1 0 0,3 2 0,-2-2 0,-4-10 0,5 13 0,-12-23 0,-13 9 0,0-12 0,-6 5 0,-1-1 0,6-3 0,-18 4 0,27-4 0,-1 0 0,32-1 0,-6 1 0,4-1 0,1-1 0,-4 2 0,10-1 0,3 0 0,-9-2 0,-1 0 0,3 0 0,0 0 0,-2 1 0,-4-1 0,-12-1 0,1 2 0,-10 0 0,-2 0 0</inkml:trace>
  <inkml:trace contextRef="#ctx0" brushRef="#br0" timeOffset="374161">25003 1986 24575,'1'8'0,"1"7"0,1-4 0,4 15 0,-3-17 0,13 16 0,-13-20 0,10 9 0,-4-8 0,-2 0 0,18 2 0,-3-4 0,2-1 0,1-3 0,-7-6 0,-7 1-3277,8-6 0,-16 7 3047,12-10 230,-9 8 0,1-5 0,-4 2 0,-8-6 0,-7-2 0,-5-8 0,-13 4 0,10 8 0,-4-2 0,16 13 0,1-4 0,5 6 0</inkml:trace>
  <inkml:trace contextRef="#ctx0" brushRef="#br0" timeOffset="374798">25301 1918 24575,'-12'6'0,"-1"3"0,11-5 0,-6 11 0,5-9 0,-1 16 0,2-14 0,4 15 0,8-2 0,-4-2 0,17 4 0,-15-14-1639,11-1 1,0 0-1639,-8-2 2444,14 0 0,1-2 833,-13-2 0,9 0 0,1-1 0,-10-1 0,5-1 0,-14-2 0,-3-15 0,0 7 3276,-4-23-479,-2 8-2797,-3 0 0,-7-5 0,8 22 0,-13-12 0,15 17 536,-7-5 1,11 8 0,-1 0 0</inkml:trace>
  <inkml:trace contextRef="#ctx0" brushRef="#br0" timeOffset="375280">25619 1903 24575,'-20'23'0,"9"-11"0,1 23 0,9-24 0,0 24 0,1-23 0,7 13 0,0-15 0,1-1 0,5-2 0,2-9 0,0 4 0,9-8 0,-16 6-3277,16-11 0,-18 7 1960,22-19 1317,-19 14-1639,6-9 1,0 0 738,-7 7 900,7-13 0,-15 22 0,2-1 0</inkml:trace>
  <inkml:trace contextRef="#ctx0" brushRef="#br0" timeOffset="379036">18633 16621 24575,'5'27'0,"1"1"0,-1-1 0,0 0 0,-1-1 0,0-1-1639,1 7 1,0-3 1003,-2-2 1,-1-1 1282,0-6 1,-1 0-649,2 6 0,0 1 0,-1-1 0,0 2 0,0-2 0,0-1 0,0 0 0,0 7 0,-1-1-1639,0-9 1,0-2-284,0 13 1922,1-1 0,-2-22 0,0 1 402,0-2 0,0-4 0,0-4 0</inkml:trace>
  <inkml:trace contextRef="#ctx0" brushRef="#br0" timeOffset="380022">18657 16633 24575,'30'-2'0,"0"0"0,0 0 0,0 0 0,0 0 0,3 0 0,2-1 0,1 0 0,0 0 0,0 0 0,1 0-547,-1 0 1,1 1 0,0 0 0,0 0 0,0 0 0,1-1 77,-2 0 1,1 0 0,2-1 0,-2 1 0,0-1 0,-2 1 0,-4 0-263,5 0 1,-4 0 0,-2 0 0,0 1-300,8-2 1,-1 0-1,-5 1 1030,-6-3 0,-3 5 1062,-5 8 0,-2 4-1062,0 11 0,-1 0 0,-1 1 0,2 8 0,-7-2 0,-3-2 0,-2-8 0,-1 16 0,0 0 3276,-3-21-3150,1 9 1,-1 6 0,1-6-127,-1-4 0,3 10 0,1-1 0,-3-15 0,12 16 0,-10-22 0,4 10 0,-5-1 0,-1-4 0,-11 11 0,-19-4 0,10-2 0,-4-8 0,-6 0 0,4-2-390,7-1 1,0-1 389,-8 0 0,-5 0 0,-2 0 0,2-1 0,-4-1 0,2-1 0,1 0-1093,2 1 1,1-1 0,1 0 758,1-2 0,1 0 0,2 0 334,-4-1 0,1 0-21,-3-1 0,-1 0 21,-5 0 0,2 0 0,11 0 0,4-1 3276,7-1-2294,26-9-982,-5 4-820,13-5 1,-18 10 0,1 3 0</inkml:trace>
  <inkml:trace contextRef="#ctx0" brushRef="#br0" timeOffset="380612">20106 16692 24575,'11'18'0,"0"1"0,0-3 0,2 11 0,0 0 0,-6-12 0,2 19 0,-2 4-2973,-3-3 2973,-1-1 0,-1 3 0,-2-6 0,0-1 0,0-11 0,0 0 0,-1 11 0,1-4 0,-1-14 0,0 9 939,1-8-939,3-34-3277,4 3 771,-2-17 2506,3 9 0,-8 22 0,2 2 0</inkml:trace>
  <inkml:trace contextRef="#ctx0" brushRef="#br0" timeOffset="381474">20186 16608 24575,'37'-2'0,"0"-1"0,0 1 0,-11-1 0,-1 1-771,2 1 0,4 0 0,-2 0 771,10 0 0,-3 0 0,-16 0 0,1 0 0,12 0 0,4 0 0,-7 1 0,-5-1 0,10 0 60,-24 1-60,3 0 539,19 0-539,-10 0 0,0 0 0,14 0 0,-8 0 0,4 1 0,-6-1 0,-6 1 0,11 0 0,9 0 0,-9 0 0,-8-1 0,8 1 0,-3-1 1159,-17-1-1159,-2 0 555,3 12-555,-7-3 0,13 14 0,-9-6 0,-2 1 0,-1 2 0,-1 2 0,-2 1 0,4 11 0,-6 0 0,-1-2 0,-1-11-1639,0 12 1,0 0-1639,0-14 3047,1 18-303,4-14 533,0-3 0,7 10 0,-6-14 0,3-1 0,-10-8 3276,-4-3-32,-18 1-3244,1-1 0,-12 0 0,-2 1-211,6-4 211,3 1 0,-8 0 0,-1 0 0,9-1 0,-3 0 0,-2 0 0,-9-1 0,-1 0 0,12 0 0,4-1 0,1 0 0,-8 0 0,-1 0 0,6 0 0,-8-2 0,3 2 0,6-1 0,21 2 0,8 1 0,14 0 0,-15 0 0</inkml:trace>
  <inkml:trace contextRef="#ctx0" brushRef="#br0" timeOffset="382327">19206 16794 24575,'-18'3'0,"8"-1"0,-3 1 0,3 1 0,5 1 0,-3 2 0,6-1 0,5 0 0,4-3 0,8 2 0,3-3 0,3-1 0,1 0 0,0 0 0,3 1 0,-1 0-628,7 0 628,-17 2 0,-4 8 0,7 12-1427,-5-8 1427,7 11 0,-7-11 0,-1-4 582,1 4-582,-12-12 0,-20 0 0,-1-3 0,0 1 0,-1 0 0,-4 0-1639,3 1 1,2-1-396,6 0 2034,-9-1 0,16-1 0,12-13 0,-3 6 0,19-14 0,-13 15 0,4-1 0</inkml:trace>
  <inkml:trace contextRef="#ctx0" brushRef="#br0" timeOffset="382625">19596 16942 24575,'7'11'0,"-1"5"0,-6-10 0,0 5 0,0-7-3277,-10-14 0,6 7 1328,-10-15 1949,5 8 0,4 3 0,-1 0 0</inkml:trace>
  <inkml:trace contextRef="#ctx0" brushRef="#br0" timeOffset="382807">19492 16796 24575,'5'-2'0,"2"2"0,-2-1 0,3 1 0,15 0 0,-4 6 0,2-5 0,-10 5 0</inkml:trace>
  <inkml:trace contextRef="#ctx0" brushRef="#br0" timeOffset="383631">20594 16825 24575,'13'12'0,"4"11"0,-7-7-1639,-1 5 1,-1 0-1639,-4-9 1638,1 9 1,-1-3-1639,-4-11 5064,1 14-1787,-5-34 0,2 11 0,-8-33 3276,7 24-2646,-1-11 1,1 0 2645,2 11-1638,2-10 0,2 0-1406,3 11-232,9-13 0,-6 17 0,1-1 0,-5 7 0,2 5 0,-2 0 0,8 17 0,-8-14 0,3 9 0,1-4 0,-3-5 0,7 11 0,-6-7 0,-3-3 0,1 1 0,-1-1 0,0 0 0,2-1 0,9-6 0,-7-3 0,6 1 0,-11-2 0</inkml:trace>
  <inkml:trace contextRef="#ctx0" brushRef="#br0" timeOffset="383979">20901 16880 24575,'11'15'0,"6"9"0,-1-5 0,-2-1 0,4-3 0,-12-14 0,7 2 0,0-15 0,-3 4 0,6-17 0,-10 12 0,5-16 0,-7 15-3277,-4-10 0,1 17 3047,-21-7 230,-10 11 0,-1 3 0,-1 1 0,8 1 0,-1 2 0,-12 6 0,3 0 0,9-2 0,5 0 0,3 0 0,9-5 0,0 3 0,7-6 0</inkml:trace>
  <inkml:trace contextRef="#ctx0" brushRef="#br0" timeOffset="385778">18699 17280 24575,'28'-12'0,"-13"6"-1639,6-2 1,0 2-1639,-12 4 1638,14-4 1,0 0 1550,-9 3 88,12-3 0,0 0 0,-10 3 0,13-2 0,1 1 0,-12 3 951,12-1 0,3-1-951,-10 3 0,0-1 0,12-1 0,0-1 0,-13 2 0,1 0 0,12-2 0,-2-1 0,-7 1 0,10 1 0,-1 0 3276,-12-1-1828,13 3 1,-3 0 395,-19 0-1844,14 2 0,-1 1 0,-18-2 0,16 4 0,-21-5 0,3 2 0,2-1 0,0 0 0,7 3 0,0-4 0,-4 3 0,0-3 0,3 2 0,-8-2 0,9 1 0,-14-1 0,0 0 0</inkml:trace>
  <inkml:trace contextRef="#ctx0" brushRef="#br0" timeOffset="386964">20705 17128 24575,'-15'0'0,"-18"0"0,15 0-1093,-6 0 1,-6-1 0,5 0-2185,4 1 1638,-10-1 1,-3 1 2302,12 0 0,1 0-664,-15-3 0,14 3 0,1-1 1719,6-3-1719,12 5 0,-13 1 0,11 0 0,-11 1 0</inkml:trace>
  <inkml:trace contextRef="#ctx0" brushRef="#br0" timeOffset="399112">19598 17258 24575,'23'0'0,"-2"0"0,10 0 0,-4 0 0,-11 0 0,12 2 0,-17-1 0,11 3 0,-18-3 0,6 1 0,-8-1 0,1 0 0</inkml:trace>
  <inkml:trace contextRef="#ctx0" brushRef="#br0" timeOffset="404946">18467 16153 24575,'7'20'0,"1"0"0,2 7 0,-1-4 0,-5-6 0,1-5 0,0 6 0,-2-14 0,1 0 0,-7-13 0,-4-3 0,-6-5 0,6 5 0,-6-1 0,11 6 0,-4-1 0,4 1 0,4 0 0,4-3 0,-4 2 0,7-1 0,-3 1 0,-1 3 0,7-8 0,-8 9 0,2-3 0,-5 5 0,-1 0 0</inkml:trace>
  <inkml:trace contextRef="#ctx0" brushRef="#br0" timeOffset="405548">18644 16237 24575,'4'11'0,"1"9"0,-1 0 0,-1 0 0,0-2 0,-3-8 0,0-2 0,-2 0 0,1-4 0,-2 4 0,1-3 0,0 2 0,1-5 0,1 1 0,-2-3 0,2 2 0</inkml:trace>
  <inkml:trace contextRef="#ctx0" brushRef="#br0" timeOffset="406198">18493 16115 24575,'3'6'0,"-2"5"0,2 1 0,-3-2 0,3 4 0,-2-10 0,0 8 0,0-3 0,0 6 0,3 4 0,-2-8 0,2 5 0,-2-13 0,-1 3 0,-2-4 0,-2 1 0,-1-4 0,1 2 0,2-3 0</inkml:trace>
  <inkml:trace contextRef="#ctx0" brushRef="#br0" timeOffset="406516">18486 16137 24575,'5'0'0,"-1"0"0,5-3 0,2 0 0,-1-1 0,6 0 0,-12 4 0,13-2 0,-7 2 0,16 0 0,6-4 0,-10 3 0,1-3 0</inkml:trace>
  <inkml:trace contextRef="#ctx0" brushRef="#br0" timeOffset="407083">18552 16279 24575,'7'-6'0,"0"1"0,9 2 0,2 3 0,0-2 0,-3 8 0,-11-3 0,2 12 0,-5-10 0,4 12 0,-3-9 0,0 1 0,-1-2 0,-7 1 0,2-4 0,-13 5 0,-6-6 0,6 1 0,-14-2 0,25-2 0,-13 0 0,17 1 0,0-1 0,6 2 0</inkml:trace>
  <inkml:trace contextRef="#ctx0" brushRef="#br0" timeOffset="407565">18800 16183 24575,'0'10'0,"-3"5"0,3-8 0,-6 17 0,5-6 0,0 4 0,4 4 0,6-8-1874,-3-5 1874,3 0 0,2-7 0,5-4 0,12-2 0,-9-4-3277,7-15 391,-21 12-391,7-20 2432,-11 21-1351,2-23 2196,-3 23 0,0-21 0,-2 17 0,2-4 0,-2 8 0</inkml:trace>
  <inkml:trace contextRef="#ctx0" brushRef="#br0" timeOffset="408099">19016 16213 24575,'0'11'0,"0"-1"0,1-1 0,1-3 0,2 10 0,4-6 0,3 1 0,-1-5 0,8-5 0,10-9-720,-10 6 720,8-8 0,-7-2 0,-8 7-172,16-18 172,-22 17 0,5-9 0,-11 9 0,-7-4 0,-7 1 0,-1 3 714,-19 4-714,3 11 178,4-3-178,-3 10 0,26-12 0,-8 6 0,11-6 0,-1-1 0,3-2 0</inkml:trace>
  <inkml:trace contextRef="#ctx0" brushRef="#br0" timeOffset="409501">18409 15909 24575,'-19'5'0,"3"1"0,-14 4 0,-3 6 0,8-3 0,3 0 0,2-1 0,12-6 0,-12 10 0,1 1-1696,11-9 1696,-13 14 0,15-6 0,0 6-1639,4-3 1,0 0-1307,0 4 2945,2 0 0,3 3-3277,3 5 3151,-2-1 126,5-3 0,2-2 0,1-10 0,0 0 3276,5 15-2646,1-10 1,0-3-631,-9-10 0,10 8 0,1 1 0,-11-9 0,13 7 0,-1-1 0,-13-7 0,18 9-1295,-4-7 1295,-5-1-1639,17 2 1,1 0 807,-12-4 831,4 1 0,6 0 0,-3-1-1374,-8-3 1,-2-1 1373,7 3 0,-1-1 0,2 0 0,-6-2 0,-12 0 51,10 1 1,1-1-52,-7-2 1399,9-2 0,4 0-1399,-5-4 0,-1 0 1638,-3 3 0,1-1-1527,2-4 1,-1 0 3164,14-4-2036,-2 2 0,1 0-2879,-11 2 1,-1 1 1401,9 0 0,-1 1 237,5 0 0,-7 2 0,1 2 0,-2 0 800,-10 2-800,17-6 0,-28 5 135,6-3-135,-3-2 3276,3-6-958,7-8-2318,-4 4 0,5-6 0,-9 7 0,-1-3 0,1-3 0,-7 10-3277,-1-20 0,-2 22 3047,-4-15-1079,-4 1 1309,2 8 0,-1-6 0,0-1 0,-2-4 0,1 0 0,2 10 0,1 5 0,3 5 0,-15-16 0,15 18 104,-12-9 1,-3-1-105,2 4-68,-8-4 1,-5-1 67,0 5 0,0 0 0,2 0 0,-1 2-1093,2 2 1,-1 0 0,4 2 241,-4 0 851,-1 1 0,-5 0 0,6 1 0,2 0 0,-6 0 0,-2 0 875,9 2 1,3 0-876,-3 0-1376,-8 1 1,3 1 1375,14 0 60,-20 8-60,24-4 0,-16 11 0,14-6 0,-7 10 0,15-16 0,-2 5 0</inkml:trace>
  <inkml:trace contextRef="#ctx0" brushRef="#br0" timeOffset="410536">19957 16175 22868,'27'-2'0,"-1"-1"0,10-3 0,-3 2 0,4 0-493,-13 1 0,1-1 0,2 1 493,9-1 0,3 0 0,-3 0 0,-10 2 0,-2-1 0,3 2 0,6 0 0,4 0 0,-2 1 0,-9 0 0,-2 1 0,-1 0 0,10 1 0,4 1 0,-1 0 0,-8-1-742,1 1 0,-1-1 742,1 1 0,7 1 0,1 0 0,-2 0 0,-6-1 0,-3 1 0,-1-1 0,6 2 0,7 2 0,-2-1 0,-8-1 0,0 0 0,-2 1 0,10 1 0,4 1 0,-3-1 0,-8-2 0,-9-2 0,0-1 0,8 2 0,8 2 0,5 0 0,0 1 0,-4-2 0,-10-1-1639,-6-2 1,-1-1 1324,7 2 1,6 1 0,1 1-1,-2-1 314,0 1 0,-2 0 0,1 0-1093,2 2 1,0 0 0,0 0 994,3-1 0,-1 0 1,1 1 114,-5 0 1,0 1 0,-1 1 0,-3-1-18,5 3 0,-2 0 0,3 0 0,2 1 0,-3 3 0,1 1 0,-8-3 0,-7-3 0,11 4 0,9 4 0,-4-2 0,-16-8 0,0 1 0,6 0 0,5 1 0,2 1 0,-3 0-659,2 0 1,-1-1 0,-1 0 658,-4-3 0,1 0 0,-2-1 1437,7 5 1,-3-2-1438,2-1 0,-15-5 1638,5 2 0,0 2-614,3 4-1024,1-2 0,-2 1 0,-15-7 0,1-8 0,-7 5 0,0-6 0</inkml:trace>
  <inkml:trace contextRef="#ctx0" brushRef="#br0" timeOffset="411052">22977 16561 24575,'1'19'0,"0"0"0,0-1 0,0 8 0,0-1 0,0-15 0,0 10 0,-2 0 0,1-13 0,0 13 0,2-17 0,1-2 0,6-25 0,-5-5 0,0-4 0,-16-1 0,0 20 0,14 11 0,6 5 0,11 6 0,7 4 0,0-2-876,3-3 1,2 0 875,-2 1 0,5 1 0,0 0 0,-4-2 0,5-2 0,-3 0 0,11 3 0,-18 0 0,-41-3 0,4-3 0,-19 1 0,-2 0 0,12-1 0,-9 1 0,0 0 0,5 3 0,5 5 0,14-4 0,13 0 0,-6-5 0</inkml:trace>
  <inkml:trace contextRef="#ctx0" brushRef="#br0" timeOffset="411753">23765 16595 24575,'5'22'0,"1"-1"0,1 4 0,-3 0 0,-1-1 0,-1-9 0,0 19 0,0-24 0,1 6 0,-1-18 0,-2-18 0,-2 0-1639,-1-3 1,0 1-1639,1 6 1638,-3-7 1,0 2 148,2 13-27,-1-13 0,-1 0 1517,3 13 0,-3-23 0,4 24 3034,-3-5-3034,-11 13 0,9 2 1638,-12 3 0,-1 3-377,4 2 2015,-7 2-2457,32-8 0,-2-5 0,9-1 0</inkml:trace>
  <inkml:trace contextRef="#ctx0" brushRef="#br0" timeOffset="412473">23954 16513 24575,'2'33'0,"-5"2"0,-2-15 0,-7 5 0,4-15 0,1 1 0,35 4-1639,-5-4 1,2-1-1,-4-2 1,0 0-1,13 5 1,-6-3 1293,-19-5 345,13 2 0,-12-24-3277,6-5 3141,-4-1 136,1 2 3276,0 5-3139,1-3-137,-1-1 3276,-3 5-3160,-12 23-116,2-4 0,-4 27 3276,3-22-2761,-2 15-1030,-1-4 515,2-9 0,-1 24 0,6-21 0,0 5 0,5-8 0,2-4 0,-4-2 2904,4 0-2904,17-2-3277,6-5 374,0 4 1264,-6-7 1,-5-1 378,-15 3 1260,17-8 0,-20-1 0,1 7 0,-2-5 0,-2 10 0</inkml:trace>
  <inkml:trace contextRef="#ctx0" brushRef="#br0" timeOffset="412889">24641 16599 24575,'-10'34'0,"0"0"0,5-16 0,0 1 0,-2 7 0,-2 3 0,3-7 0,4-4 0,-3 8 0,2-1 0,3-17 0,0 10 0,-2-16 0,-4-3 0,-8-1 0,-12-4 0,22 5 0,2 2 0</inkml:trace>
  <inkml:trace contextRef="#ctx0" brushRef="#br0" timeOffset="413305">24443 16579 24575,'14'6'0,"-1"-1"0,3 0 0,14-2-1639,-9-2 1,0-1-1639,9 0 0,5-6 1787,-29 4 1490,15-5 0,-14 5 0,1-2 0,-4 4 0</inkml:trace>
  <inkml:trace contextRef="#ctx0" brushRef="#br0" timeOffset="413608">24521 16705 24575,'5'7'0,"7"-1"0,-6-4 0,6-1 0,19-3 0,-3-3 0,-8 2 0,-1 0 0,5-5 0,-17-1 0,-6 7 0,-1-4 0,-4 6 0</inkml:trace>
  <inkml:trace contextRef="#ctx0" brushRef="#br0" timeOffset="414056">25294 16591 24575,'-12'12'0,"7"-6"0,-12 12 0,12-10-1639,-14 13 1,-3 2-1639,7-8 1638,-8 7 1,-2 2-1,8-11 1,2-1 1270,-8 7 1003,0-2 0,2-1-635,11-5-312,-19 9 312,21-12 3276,-2 1-2608,8-5 151,-3-6 0,4 3 0,-4-5 0</inkml:trace>
  <inkml:trace contextRef="#ctx0" brushRef="#br0" timeOffset="414292">24903 16646 24575,'10'-2'0,"1"1"0,-5 1 0,3 0 0,2 4 0,1 0 0,4 4 0,2 1-1639,0 1 1,1 0-1639,11 8 3047,-1-3-29,-27-11 1,2-3 0,-4 1 0</inkml:trace>
  <inkml:trace contextRef="#ctx0" brushRef="#br0" timeOffset="414474">25241 16808 24575,'6'0'0,"-1"0"0,-2-1 0,-6-1 0,2 0 0,-3 1 0</inkml:trace>
  <inkml:trace contextRef="#ctx0" brushRef="#br0" timeOffset="416926">19018 17569 24575,'26'-4'0,"9"-3"0,-14 5 0,2 0-1093,4 0 1,4 0 0,-3 1-547,-1 3 1,3 1 1091,-1-1 1,7 0 0,4 0 0,0 0 0,-3 0 0,-6 1-257,4 0 0,2 1 803,-11-2 0,7 0 0,5 1 0,3-1 0,2 1 0,-1-1 0,0 1 0,-3-1 0,-5 0 0,-6 0-385,4 0 1,-6 0-1,6 0 385,-6-1 0,5 0 0,3 1 0,4-1 0,1 0 0,2 0 0,-1 0 0,-2 1 0,-1-1 0,-4 0 0,-4-1 0,8 1 0,-5 0 0,-1 0 0,6-1 0,-6 1 0,3-1 0,2 1 0,2-1 0,2 0 0,-1 0 0,0 1 0,0-1 0,-3 0-327,0 0 0,0 0 1,0 0-1,-1 0 1,0 0-1,-1 0 1,-1 1-1,0-1 327,2 0 0,-1 1 0,-1-1 0,0 0 0,0 1 0,2-1 0,-2 1 0,2-1 0,0 1 0,0-1 0,0 1 0,0-1 0,0 1 0,-1-1 0,0 0 0,1 0 0,-1 0 0,-1 0 0,0 0 0,-2 0-184,3 1 0,-3 0 0,0-1 0,2 1 0,7 0 184,-12-1 0,4 0 0,2 1 0,3-1 0,2 1 0,2-1 0,0 1 0,1-1 0,-1 1 0,0-1 0,-1 1 0,-2-1 0,-3 1 0,-2-1 0,-3 0-44,7 1 1,-4-1 0,-3 0 0,0 0-1,2 0 1,5 1 43,-7-1 0,3 1 0,2 0 0,2 0 0,2 0 0,1 0 0,0 0 0,0 0 0,1 0 0,-1 0 0,-1 0 0,-2 0 0,-2 1 0,-2-1 0,8 1 0,-2 0 0,-2 0 0,0 0 0,-2 0 0,0 0 0,0 0 0,0 0 0,2 0 0,-1-1 0,0 1 0,0-1 0,-1 1 0,1-1 0,0 1 107,-1 0 1,1 1 0,0-1-1,-1 1 1,0 0 0,0-1 0,-1-1-108,2 0 0,1-1 0,-2 0 0,0 0 0,-1 0 0,-2 0 30,1 0 0,-2 1 1,0-1-1,7 0-30,-10 0 0,3 0 0,3-1 0,3 0 0,1 0 0,1 0 0,1 0 0,-1 0 0,-2 0 0,-1 1 0,-3-1 0,-3 0 0,10 1 0,-5 0 0,-3-1 0,3 1 0,6-1 0,-12 0 0,4 0 0,2-1 0,2 0 0,2 0 0,1 0 0,-1 0 0,1 0 0,-1 0 0,-2 0 0,-2 0 0,-2 1 0,-4-1 135,13 1 0,-5 0 1,-3 0-1,1 0 1,3-1-136,-5-1 0,3 0 0,2 0 0,0 0 0,0-1 0,-3 1 0,-2 0 0,-5 0 184,8 1 0,-6 0 0,-1-1-184,0-1 0,-2 0 0,-5 0 2844,-6 1-2844,-8-10 0,11-10 0,-1 0 0,-2 6 0,0 0 3276,-2-5-2674,-2 5 0,-1 0-602,-2-5 0,-2-6 0,-4-1 0,-4-2 952,-3 2 0,-1-5 1,-3 1-953,1 7 0,-2 2 0,0 0 0,1 1 0,1-1 0,-2-1 0,-7-9 0,-2-2 0,3 5 0,6 12 0,0 0 0,-5-9 0,-1-6 0,3 2 0,2-5 0,2 2 0,2 6 0,1 0 0,2 3 0,1-1 0,1 3 0,1-5-1639,3 3 1,0 2 1138,-2 8 500,4-9 0,-5 21 0,2-5 0,-8 5 0,-24-4 0,6 2 0,-3 0 0,1 1-727,1-1 0,-1 1 727,-5-1 0,-4 0 0,1 0 0,4 1 0,1 0 0,1 0 0,-6 1 0,-4-1 0,5 0 0,-5-1 0,-2-1 0,2 1 0,5 0 0,5 3 0,3 0 0,-3-1 0,-5-1 0,-5-1 0,-3 0 0,3 0 0,5 2 0,5 1 0,4 1 0,-4-1 0,0-1 0,-5 0 0,-3 0 0,1 0 0,3 0 0,6 1 0,-6-1 0,2 1 0,0-1 0,-5 0 0,-1 0 0,0 0 0,3 1 0,1 0 0,-1 1 0,1-1-708,4 1 0,1 0 0,-1 0 0,-5 0 708,6 0 0,-4 0 0,-1-1 0,-3 1 0,0-1 0,-1 0 0,0 0 0,1 0 0,1 1 0,-1-2 0,0 1 0,0-1 0,0 0 0,1 0 0,-1 1 0,1-1 0,0 0-336,1 1 1,0 0-1,0 0 1,0 0-1,0-1 1,1 1-1,-1 0 1,1-1 335,-7 0 0,0-1 0,-2 0 0,2 0 0,2 0 0,3 1 0,6 0 0,-1 1 0,6 0 0,-3 1 0,-10-3 0,-5 0 0,1 1 0,11 1-1006,2 1 1006,3-1 0,-6-1 0,5 1 0,-5-1 1766,-6-2-1766,5 2 0,-7 0 0,-4-1 0,11 1 0,-2-2 0,-2 0 0,-1 0 0,0 0 0,1 1-111,3 0 1,2 0 0,-1 1-1,0-1 1,-2 0 0,-4 0 110,7 1 0,-2-1 0,-2 0 0,-1 0 0,-2-1 0,0 1 0,-1-1 0,1 1 0,0 0 0,1 0 0,1 1 0,3 0-10,-7 0 1,3 0 0,0 1 0,1 0 0,0 0 0,1 0 0,-1 0 0,0-1 9,-2 1 0,1-1 0,-1 0 0,0 0 0,0 0 0,1 0 0,1 1 0,2 0 0,-6 0 0,0 1 0,0 0 0,3 1 0,5-1 0,6 0 0,4 0 0,2-1 0,-13 0 0,-6-1 0,8 1 0,4-2-313,1 1 1,-9 0-1,-4 0 1,3 0-1,8 1 313,6 1 0,0 0 44,-2-1 0,-7 0 0,-4-2 0,-2 1 0,-2-1 0,1 1 0,2 0-44,2 0 0,0 1 0,0 0 0,0 1 0,-1-1 0,2 0 0,-1 0 0,-3 0 0,0-1 0,1 1 0,-1-1 0,-1 1 0,-2 0 0,7 0 0,-3 1 0,-1 0 0,-1-1 0,-1 1 0,1 0 0,1 0 0,2 0 0,2 0 0,3 1 180,-8-1 0,4 1 0,2 0 0,-5 0-180,4 0 0,-3 1 0,-2-1 0,-2 1 0,1 0 0,2-1 0,4 1 0,4-1 0,-1 1 0,5 0 0,-4-1 0,-4 0 0,-7 1 0,-3-1 0,1 0 0,3 0 0,8-1 0,1 1 0,0-2 0,-1 1 0,-7 0 0,-2-1 0,2 0 0,8 1 0,3-1 0,-2 0 0,4 0 0,-7-1 0,-5-1 0,-3 1 0,0-1 0,1-1 0,3 1 0,5 0 0,-2-1 0,6 0 0,-2 0 0,-5-1 0,6 2 0,-3-1 0,-2 1 0,-3-1 0,-1 0 0,-1-1 0,-1 1 0,1 0 0,0-1 0,2 1 0,2-1 0,-5-1 0,1-1 0,1 1 0,0-1 0,1 0 0,-1 1 0,0-1 0,-2 0-36,4 2 0,-1 0 0,-1 0 1,-1-1-1,1 1 0,-1 0 1,1 0-1,0 0 0,2 0 1,0 0 35,0-1 0,0 0 0,1 0 0,1 0 0,0 0 0,0 1 0,1 0 0,-2 0 0,-5-1 0,-1 1 0,-1 1 0,1-1 0,2 1 0,3 0 0,5 1 0,-2-1 0,6 0 0,-4 1 0,-2 0 0,-5 0 0,-1 0 0,3 1 0,7 0 0,4 1 0,2 1 679,-14-3 0,7 2-679,23 3 3034,5 0-3034,9 15 0,7 13 0,-2-3 3241,-1-3-3241,-3-1 0,4 8 0,2 4 0,1 1 0,-2-2 0,-3-6 1435,1 2 0,0 0-1435,-2-2 0,3 7 0,2 3 0,-1-1 0,-1-2 0,-3-7 0,1 1 0,0 0 0,-2-2 0,3 7 0,2 3 0,0 2 0,-1-2 0,-1-3 0,-3-7-1639,0 4 1,-1-1 1281,3 1 1,2 7 0,2 3 0,-2-2 0,-2-5 356,-3-3 0,-2-3 0,1 0-406,3 8 1,1 2 405,-3-7 0,2 3 0,0 1 0,1-3 0,1-1 0,2-3 0,-1 0 0,-2 0 0,0-1 0,2 0 0,4 2 0,3 0 0,-4-4 0,6 6 0,-7-9 0,1 3 0,-1-3 0,-2-2 0,-1-1 0,0 0 0,-1 0 983,2 2-983,-12-9 2225,1 1-2225,-1 1 3276,6 2-307,13 0-1343,-10-5-1626,12 1 0,0-1 0,-6-5-1639,8 6 1,1-1-1639,-9-6 2919,3 6 1,5 3-1,1 0 358,1-4 0,2-2 0,1 2-897,2 3 0,2 1 0,4 0 897,-8-6 0,5 1 0,2-1 0,2 0 0,-2-1 0,-3 0 0,-5 0 0,2 1 0,-5-1 0,6 1 0,-6-2 0,6 0 0,3 1 0,3 0 0,0 1 0,-1-1 0,-1-1 0,-5 1 0,-4-2-948,4 2 1,-6-1 0,6 0 947,-4-1 0,4 1 0,3-1 0,3 1 0,1 0 0,0 0 0,-2-1 0,-3 0 0,-5-1 0,7 1 0,-6-1 0,0-1 0,5 1 0,-2-1 0,5 1 0,3-1 0,1 1 0,0-1 0,-3 0 0,-3 0 0,-7 0 0,2-1 0,-7 0 0,4 0 0,7 0 0,4 0 0,-2 0 0,-6 0 0,7 0 339,-11 0-339,-5-1 0,-4 0 2028,-12 2-2028,-5-2 3276,-7 3-2791,-3-2 2791,7 1 0,-15-2-3166,13 1-110,-9-4 0,12 3 0,1-1 0</inkml:trace>
  <inkml:trace contextRef="#ctx0" brushRef="#br0" timeOffset="418461">19197 17473 24575,'2'9'0,"1"16"0,-2-13 0,1 21 0,-1-15 0,-1 2 0,-2-9 0,-2-15 0,-6-15 0,4 3 0,-6-15 0,7 22 0,-1-14 0,0 13 0,-5 10 0,3 3-1639,-9 9 1,-1 1-1639,7-5 2157,-20 7 1,-1-2 1119,17-7 0,-8 1 0,6 0 0,19-4 0,16-6 0,2 2-1639,2-2 1,0 1 1044,-6 1 1220,7-3 1,7-1-1,-5 0-626,7-3-699,1 2 0,8-2 0,-7 1 699,-4-1 0,8 0 0,-5 0 0,-24 3 3276,4 1-2789,-29 13-487,2-3 2335,-11 14-2335,16-11 3276,-2 3 0,8-7-3044,6-4-232,14-7-3277,10-2 0,-5 1 3047,2-2 230,-23 7 0,-5 1 0,-1 2 0,-9 4 0,7 1 3276,5 0 0,16-2-3044,-2-4-232,10-5 0,-17 3 0,-1-3 0,-20 8 0,4-2 0,-19 6 0,13-5 0,-1 1 0,10-4 0,7 0 0,2-2 0</inkml:trace>
  <inkml:trace contextRef="#ctx0" brushRef="#br0" timeOffset="425920">4910 17521 24575,'19'-7'0,"-4"-3"0,0 8 0,6-11 0,-6 8-1639,5-5 1,-1 0-1639,-7 4 1638,12-5 1,0-1 148,-15 7 1490,19-9 0,-9 3 0,0 1 0,4-2 0,0 1-117,0-1 1,2 0 116,4-2 0,3-1 0,-5 2 1638,-10 5 0,0 0-1627,10-3 1,7-3 0,2-1 0,-1 2-12,-2 3 0,0 0 0,-1 0 0,0 1 0,-1-1 0,-1 1 0,0 0 0,1 0 0,5-1 0,1 0 0,0 0 0,-4 1-672,-5 3 1,-2 1 0,-1-1 671,8-1 0,-1 0 0,0 1 0,-4 3 0,-8 2 267,6 1-267,-13 0 941,1 0-941,-3 0 3276,1 0-2678,0 0 0,-3 0 0,-5 0 0</inkml:trace>
  <inkml:trace contextRef="#ctx0" brushRef="#br0" timeOffset="426723">6225 17068 24575,'0'8'0,"3"14"0,2 1-1753,-3-11 1753,3 12 0,0 2-3277,-1-1 0,0-8 4201,2 15-924,-3-22 0,-1 1 0,-5-13 599,-1-5-599,-12-21 3276,10 18-1638,-5-10 0,1 0-1406,8 12-232,-11-20 0,10 8 0,-1-10 0,5-3 0,0 10 0,9 4 0,-9 13 0,11-2 0,-8 6 0,13-3 0,12 6-2102,-11 0 2102,10 0 0,-9 4 0,-7-3 0,7 5 0,-14-3 0,-7 15 0,-10-1 0,-4 0 0,-4 10 0,2-11 0,-5 0 0,2-2 0,3-5 0,1-2 1051,-4 2 0,3 0-1051,12 0 0,25-3 0,4-2-820,-1 0 1,-15-3 0,-5-2 0</inkml:trace>
  <inkml:trace contextRef="#ctx0" brushRef="#br0" timeOffset="430021">8333 16382 24575,'0'31'0,"0"-3"0,0-10 0,0 3 0,-1-11 0,-4 9 0,-17 2 0,7-9-1639,-8 0 1,0-3-1639,10-6 1638,-10 0 1,1 1 799,14-4 839,-13 1 0,22-1 0,15 9 0,4-3 0,10 4 0,2 0 0,-13-6 0,1 0-1083,8 1 0,3 0 0,-5-2 1083,2-1 1590,6 0 0,-4-1-1590,-20-1 0,21 0 0,-28 0 0,4 0 0</inkml:trace>
  <inkml:trace contextRef="#ctx0" brushRef="#br0" timeOffset="430419">8558 16484 24575,'-8'17'0,"-6"12"-3277,7-2 0,-3-2 0,12 3 2587,0-23-1294,16 22 1984,-11-21-162,22 14 162,-17-16 3276,20 2-2681,-6-8-654,-6 2 59,-3-3 3276,-3-3-2621,-8 3-3932,19-19 1617,-19 16 1660,8-16-516,-8 1 516,-2 3 0,-1-5 0,-2 0 0,-1 3 0,0-7 0,-2 20 0</inkml:trace>
  <inkml:trace contextRef="#ctx0" brushRef="#br0" timeOffset="430937">8943 16435 24575,'-5'0'0,"0"0"0,3 11 0,1-3 0,2 20 0,11-2 0,7 4 0,0-9-3277,12-4 0,-21-15 2836,20 7 441,-22-9 0,15 0 0,-13-7 0,0-4 0,-4-5 0,-5 2 3276,-5-11 0,-4 3-3148,0-2-948,0 10 1,6 8 0,0 6 0</inkml:trace>
  <inkml:trace contextRef="#ctx0" brushRef="#br0" timeOffset="431452">9182 16456 24575,'1'11'0,"5"10"0,-1-8 0,8 13 0,6-16-3277,10 1 0,-9-5 3162,5-6 0,0-4 115,-6-6 0,15 1 0,-21-5 0,-16 2 0,5 3 0,-10-1 0,-6 0 3276,-13 2-1638,8 3 0,0 1-1406,-12 0-232,-2 8 0,23-3 0,-2 3 0,11-4 0</inkml:trace>
  <inkml:trace contextRef="#ctx0" brushRef="#br0" timeOffset="434272">6679 17830 24575,'23'0'0,"-9"0"0,8 0 0,3 0 0,-5 0 0,0 0-2033,17 0 2033,-2 0-3277,-12 0 770,-10 0 868,10-1 1,-1 0 720,-11 1 278,18-2 0,2 0 640,-9 0-43,3 0 1,7-1 0,1 0 42,-6 1 0,2 0 0,0 0 0,-2-1 0,1 1 0,-1 1 0,1-1 0,6 0 0,1-1 0,1 1 0,1-1 0,0 1 0,-4-1 1187,-5 1 1,1-1-1188,0 1 0,7-2 0,3 1 0,1-1 0,-5 1 0,-7 0-1001,-3 0 0,-2 1 1001,3-1 0,5 0 0,0 0 0,-2 0 0,-2 0 0,-1 1 0,-2-1 42,1 0 1,2 0-43,1 0 0,5 0 0,3-1 0,-3 1 0,-6 1 0,-3-1 0,0 1 0,1-1 0,6 0 0,1 0 0,1 0 0,-1-1 0,2 0 0,0-1 0,-1 1 0,-1 0 741,2-1 1,-2 2 0,5-2-742,-5 2 0,5-1 0,3-1 0,0 1 0,-2 0 0,-5 0 0,-7 2 0,-5 0 0,1 1 0,3-1 0,8-1 0,5-1 0,1 1 0,-1-1 0,-5 0 0,-7 2 0,-1-1 0,0 0 0,2 1 0,8 0 0,4-1 0,0 1 0,-4 0 0,-7 0-292,-4 1 1,1-1 291,-1 1 0,7-1 0,5 0 0,3 0 0,-1-1 0,-1 1 0,-5 0 0,-6 1 0,5-1 0,0 0 0,-5 0 0,4-1 0,3 1 0,2-1 0,-2 0 0,-1 1 0,7 1 0,-1 0 0,-2 1 0,-3 0-264,3-1 0,2 1 264,-10 0 0,6-1 0,4 0 0,0 0 0,-1 0 0,-4 1 0,-8-1 0,2 1 0,0 0 0,2-1 0,8 1 0,5-1 0,0 0 0,-4 0 0,-7 0-109,3-1 0,-1 0 109,-7 1 0,5-1 0,3-1 0,2 0 0,1 1 0,-1-1 0,-2-1-287,2 1 1,0-1 0,0-1 0,-1 1 0,-1 0 0,-1-1 286,-1 1 0,-3 0 0,0 0 0,0 0 0,3 0 0,2 0 0,4 0 0,2 0 0,0 0 0,-3 0 0,-6 0 0,-7 2 3160,10-3-3160,-6 3 0,9-1 0,-2 1 0,-9 0 1530,-7 0-1530,5 1 0,-1 1 0,-12 0 2092,16 0-2092,-7 1 0,8 2 0,-11-1 819,0 1 0,-15-3 0,0 0 0</inkml:trace>
  <inkml:trace contextRef="#ctx0" brushRef="#br0" timeOffset="434910">10190 17868 24575,'7'12'0,"4"5"0,-2-4 0,2 2 0,-7-13 0,0 1 0,-2-6-3277,-5-20 0,1 13 2067,-7-14 0,-1 0 1210,1 13-237,-4-9 1,0 1 236,3 10 0,-1-4 0,27 13 0,7-3 0,5 0 0,4 3 0,0 0 0,-4-3 0,-2 0 0,8 3 0</inkml:trace>
  <inkml:trace contextRef="#ctx0" brushRef="#br0" timeOffset="435372">10446 18037 24575,'12'8'0,"-2"0"0,-10-1 0,0 0 0,0 5 0,-2-2 0,-1 4 0,0-6 0,-6 6 0,1-10 0,-10 2 0,-4-5 0,-7-2 0,-2 0-820,0-1 1,-3-1 0,0 0 0,-1 0-1,2 1 1,0 0 0,-1 0 0,-3-1 780,4 0 1,-4-1 0,-1 0-1,1 0 1,3 0 0,5 1-500,-8-1 1,2 1 537,5-1 0,-5-1 0,-2 1 0,5-1 0,7 3-3277,-2-1 3096,-9-2 0,8 1 0,26 4 1,1 0-1</inkml:trace>
  <inkml:trace contextRef="#ctx0" brushRef="#br0" timeOffset="436008">7728 17662 24575,'4'26'0,"-2"6"0,3-7 0,-4-5-1639,2 5 1,2-2-1639,-3-13 1638,0 8 1,1 2 2966,2 1-1328,-1 6 1719,2-7-1719,-3-5 0,3-14 0,-2-3 819,3 0 0,-3-3 0,-2 4 0</inkml:trace>
  <inkml:trace contextRef="#ctx0" brushRef="#br0" timeOffset="436424">8466 17572 24575,'4'25'0,"-1"1"0,1-3 0,-1-1-3277,1 4 0,-1-12 1638,4 7 1,1-1-1639,-4-9 3678,6 8 0,1-1-401,-4-10-20,15 17 20,-12-17 3276,9 5-2513,-8-9 2513,10 0-1895,3-7 1,2 0-1382,9-2-1093,-8 1 1,4-2 0,-4 1 975,7-3 1,-11 4 0,-2 0-1,-7 1 1</inkml:trace>
  <inkml:trace contextRef="#ctx0" brushRef="#br0" timeOffset="436792">9733 17533 24575,'20'9'0,"-9"-5"0,12 9 0,-16-9-3277,10 13 0,-10-12 1328,5 12 1949,-1-4 0,-2 3 1719,10 11-1719,0 3 0,-4-9-3277,9 4 2017,-17-21 1260,11 3 0,2-1 0,-11-3 0,26 1 0,-14-7 0,4-4-607,-4-1 0,-1 0 0,-3 1 1,2-6-1</inkml:trace>
  <inkml:trace contextRef="#ctx0" brushRef="#br0" timeOffset="437076">10352 17505 24575,'17'15'0,"3"6"-1639,-6-4 1,0 0-1639,3 4 0,1 5 2339,-7-9 938,-2-3-1885,11 16 1885,-16-21 0,10 8 0,-11-11 0,3-4 3276,5 4-2676,18-10-600,-9-2 0,0 0 0,12-1 0,-6-6 0</inkml:trace>
  <inkml:trace contextRef="#ctx0" brushRef="#br0" timeOffset="437910">12190 17358 24575,'-5'-6'0,"-14"-9"0,-7-3 0,-5-2 0,8 8 0,-2 0 0,-4 1 0,2 1-1639,8 3 1,1 0 552,-13-2 0,-3 0 1086,-1 1 0,-1 1 0,5 2 0,-1 0 0,0 0 0,1 0 0,-1 0 0,2 0 0,2 1 0,0 1 0,5 0 0,-12 3 0,13-1 0,1-1 0,-1 2-1639,-5 2 1,1 0-371,11-1 2486,-10 4 1,-1 1-478,12-1-1639,-17 6 1,-2 1 1370,12-4 268,-2 0 0,-9 3 0,1-1 0,7-1 163,0-1-163,-3 1 0,-7 1 0,3 0 1638,3-3 0,2 0-1487,-1-1 0,0 0-732,1 1 0,3-1 0,4-3 0,18-2 0</inkml:trace>
  <inkml:trace contextRef="#ctx0" brushRef="#br0" timeOffset="438495">10351 17509 24575,'-1'-7'0,"-8"-5"0,-3 4 0,-1-2 0,-11-4 0,11 7 0,-17-7 0,13 5 0,-6 1 0,-2 1 0,1-1 0,7 3 0,-4 1 0,-16 0 0,0 0-2050,8 3 2050,-4-1 0,-6-2 0,8 2 492,9 2-492,-5 1 0,-6 0 0,5 1 0,0 4-989,-8-1 0,1 0 989,10 5 0,-4-1 0,12 2 0,-1-2 0,11-2 0,2-3 0</inkml:trace>
  <inkml:trace contextRef="#ctx0" brushRef="#br0" timeOffset="439043">9345 17476 24575,'-10'-14'0,"-21"-2"0,7 8 0,0 0 0,5 2 0,-2 1 0,-7 2 0,-5 3 0,5 1-721,6-2 1,0 2 720,-3-1 0,-4 1 0,-2 0 0,4 0 0,-9 2 0,1 2 0,4 0 0,0 1 0,2 0 0,6-1 0,2 1 0,-5 5 0,3 1 0,9-6-1639,-9 6 1,-1 0-1639,9-4 2200,-19 6 2874,26-9-1797,1-2 0,0 1 0,4-2 0,0-2 0,1 0 0</inkml:trace>
  <inkml:trace contextRef="#ctx0" brushRef="#br0" timeOffset="439509">7937 17566 24575,'-3'-3'0,"-6"-1"0,-9-1 0,-2 2 0,-7-1 0,-2-1-820,-4 0 1,-4 0 0,-2-1 0,0 0 163,7 2 1,-1 0-1,0 1 1,-1-1 0,-3 0 186,2 0 1,-2-1 0,-2 1 0,-1 0 0,2-1 0,1 2 0,3-1-352,-5 0 1,3 1 0,1 1 0,-3-1 640,7 1 1,-3 0 0,-1 1 0,0-1 0,1 1 0,3 0 0,6 0 178,-11 0 0,3 1 0,-1 0 0,-3-1 0,9 3 0,10 3 0,7 1 0,-3 2 758,14 0 1,0-6-1,0-1 1</inkml:trace>
  <inkml:trace contextRef="#ctx0" brushRef="#br0" timeOffset="440536">4723 18518 24575,'30'0'0,"-20"0"-1639,23-1 1,1-1-1639,-17 2 1638,10-1 1,9-1 818,-3 0 1,6 0 0,0 0 0,-6 1 635,-5 0 0,1 0 8,4-1 0,10 0 0,1-1 1,-6 0-1,-11 2 176,-9-1 0,10-1 0,4 0 0,-12 2 0,-1 0 0,3-1 0,0-1 0,0 2 0,-1 0 194,6-1 0,-5 1-194,-13 1 3226,22 0-3226,-24 0 0,4 0 0,-8 0 0,-1 0 0,-1 0 0</inkml:trace>
  <inkml:trace contextRef="#ctx0" brushRef="#br0" timeOffset="441003">5618 18280 24575,'1'17'0,"2"13"0,1-7-1639,-3 4 1,1-1-1639,-1-11 0,-2 20 3672,-2-12-395,-1-6 0,-5 20 0,7-25 1844,-8 23-1844,7-22 0,-1 6 0,2-9 3276,2-11-168,5-10-3928,0-4 1,0-1 0,-1 7 0</inkml:trace>
  <inkml:trace contextRef="#ctx0" brushRef="#br0" timeOffset="441488">5586 18316 24575,'11'4'0,"-2"-2"0,16 10 0,-4-3 0,1 0 0,5 3 0,-3-3 0,3 1 0,-5-1 0,-6-2 0,12 3 0,0 0 0,-15-4 0,7 2 0,-14-2 0,-3 10 0,-3 6-1639,-6-4 1,-2-1-1639,1 3 3047,-20 2 230,3-11 0,-1-2 0,-9 4-74,7-3 1,-5 1-1,4-1 74,4-4 0,2 0 0,-2 1 0,2 0 0,-1-3 0,33 0-3277,26-4 2091,-15 1 1186,11-3 0,-2 0 0,-20 0 0,19 0 0</inkml:trace>
  <inkml:trace contextRef="#ctx0" brushRef="#br0" timeOffset="441995">6546 18263 24575,'-3'10'0,"-3"4"0,-3-3-1639,-3 7 1,0 0-1639,2-5 1638,-11 14 1,1-1-1639,10-15 3042,-11 15 0,-1 0 235,12-14 0,-5 7 0,1-1 0,6-7 3276,-2 3-3133,5-10 3133,2-1-1439,-4-7 1439,-6-6-1506,-5-5-1770,2-1 0,5 7 0,7 5 0</inkml:trace>
  <inkml:trace contextRef="#ctx0" brushRef="#br0" timeOffset="442404">6174 18275 24575,'9'9'0,"0"-1"0,0-2 0,-3 0 0,0-4 0,-3-1 0,4 1 0,-2-2 0,0 0 0,0 0 0,0-3 0,-2 4 0,4-1 0,-4 2 0,2 1 0</inkml:trace>
  <inkml:trace contextRef="#ctx0" brushRef="#br0" timeOffset="442757">6577 18537 24575,'5'0'0,"2"4"0,1-1 0,-1 1 0,0-2 0,-5-1 0,1-1 0,1 4 0,-1-3 0,1 2 0</inkml:trace>
  <inkml:trace contextRef="#ctx0" brushRef="#br0" timeOffset="443356">6564 18307 24575,'-3'11'0,"-9"5"-3277,-8 3 0,4-6 0,-5 5 4605,3-2-1328,3 3 0,-6 6 0,12-10-2818,4 1 2818,4-10 0,-4 4 0,4-5 3276,-3 0-2015,2 2-1261,-2-3 0,0 6 3276,-5-5 0,2 4-3218,2-4 0,1-2 0,4-2 0</inkml:trace>
  <inkml:trace contextRef="#ctx0" brushRef="#br0" timeOffset="443822">6588 18529 24575,'-3'12'0,"0"-1"0,3-3 0,1-3 0,0-3 0,3-1 0,-2 0 0,5-2 0,-2 0 0,1-4 0,0 2 0,-4-3 0,1 4 0,-3 1 0</inkml:trace>
  <inkml:trace contextRef="#ctx0" brushRef="#br0" timeOffset="444208">6266 18367 24575,'0'0'0</inkml:trace>
  <inkml:trace contextRef="#ctx0" brushRef="#br0" timeOffset="444772">6611 18351 24575,'-15'6'0,"1"2"0,7-3 0,-5 10 0,7-8 0,-7 9 0,6-4 0,-9 14 0,6-11-1639,-3 3 1,0-2-1639,8-8 3047,-13 10 230,9-10 0,-2-1 0,-5 4 0,7-8 0,-2 7 0,5-8 0,0 2 0,1-1 819,2-1 0,1 0 0,1-1 0</inkml:trace>
  <inkml:trace contextRef="#ctx0" brushRef="#br0" timeOffset="447908">10071 16739 24575,'5'0'0,"2"0"0,1 2 0,18-1 0,1 4-1093,-1-3 1,5-2 0,3-1 1086,-1-1 1,3 0 0,0-1 0,-2 0-1088,1 2 1,-2 0 0,2-1 730,0-2 1,2 0 0,0-1 0,-4 1 361,-5 1 0,-2 0 0,1 0-1093,6-1 1,1-1 0,-1 0 808,-7 1 1,0 1 0,-1 0 283,7-3 0,-5 1 0,-7 5 0,2-1 0,12 1 0,-15 0 0,10 3 0,-17-3 0,15 6 0,-19-6 1172,8 6-1172,-6-4 0,-7 1 0,4-2 0</inkml:trace>
  <inkml:trace contextRef="#ctx0" brushRef="#br0" timeOffset="448647">11080 16574 24575,'0'20'0,"0"0"0,3 9 0,-2-5 0,0 0 0,4 2 0,0 7 0,-1-16 0,6 2 0,-7-13 0,2-1 0,-5-9 0,0-17 0,0 3 0,0-17 0,0 19 0,0-8 0,0 13 0,0-1 0,3 9 0,2 2 0,31 10 0,-22-6 0,10 3 0,10 2 0,0 2 0,-8-4-888,0-1 888,8 3 0,7 3 0,-12-4 0,-22-6 0,17 6 0,-37 6 0,-5 5 0,-3 0-484,-7 4 484,-3 1 0,3-3 866,13-14-866,-13 12 0,16-15 0,3 5 0,4-7 0,-2 3 506,0-2-506,0 1 0,1-2 0,15 3 0,-9-3 0,11 4 0</inkml:trace>
  <inkml:trace contextRef="#ctx0" brushRef="#br0" timeOffset="449509">11715 16450 24575,'2'20'0,"0"0"0,-1 15 0,3-11 0,0 0 0,-2 1 0,3 4 0,0-1 0,-2-8 0,3 1 0,-1-1 0,-3-8 0,7 16 0,-6-20 0,5 18 0,-3-21 0,4 12 0,2-9 0,-2 2 0,0-4 0,-6-8 0,-2 2 0,-1-3 0</inkml:trace>
  <inkml:trace contextRef="#ctx0" brushRef="#br0" timeOffset="450035">11639 16544 24575,'15'-9'0,"11"-4"0,3-1-1650,-3 0 1650,0 3 0,6-2 0,-5 4-3277,-1 3 2577,-3-1 1,1 1 699,1 4 0,-3 1 0,1-2 0,-3 3 0,-2 0 1370,-9 0-1370,1 15 0,-5 8 0,-2-3 0,-2 1 0,-4 0 0,-2-1 0,-4 10-1639,-9-9 1,-3-3 217,6-6 587,-17 7 1,1-2 833,18-10-303,-11 3 1,2-1 302,15-6 0,-8 1 0,23-17 0,-7 10 0,10-10 0,-9 13 0</inkml:trace>
  <inkml:trace contextRef="#ctx0" brushRef="#br0" timeOffset="450348">12034 16522 24575,'10'31'0,"-3"-10"0,0-2 0,-1-4 0,2 4 0,0 2 0,-1-2 0,1 1 0,-1 0 0,1 5 0,-1 1-3277,0 1 0,-5-20 3047,2 10 230,5-13-820,6-1 1,-5-1 0,3-3 0</inkml:trace>
  <inkml:trace contextRef="#ctx0" brushRef="#br0" timeOffset="450980">12465 16697 24575,'-13'-6'0,"-8"0"-3277,-9-1 0,10 4 2302,-1 1 1,1 2 974,2 6 1719,-6-3-1719,9 12 0,12-11 0,0 24 0,15-4 0,-8-1 3276,19 2 0,0-19-3044,-5 2-232,18-5 0,-29-3 0,27-7 0,-22-3 0,6-1 0,-11-5 0,-11 0 0,3 5 0,-3-9 0,4 15 0,-2-2 0,2 4 0,-1 4 0,13 1 0,-6 0 0,7 1 0,-10-3 0</inkml:trace>
  <inkml:trace contextRef="#ctx0" brushRef="#br0" timeOffset="451549">12573 16594 24575,'3'5'0,"5"3"0,4 0 0,8 9 0,-6-6 0,8 7 0,-2-1 0,-5-5 0,3 2 0,-10-11 0,-3 0 0,4 2 0,-7-5 0,0-2 0,-2-14 0,0 6 0,2-11 0,2 33 0,1-3 0,1 11 0,-1 6 0,-1-1 0,-1 1 0,0-1 0,0 0 0,-2-4 0,-1-1 0,-4 8 0,-13-10 0,5-1 0,-14 0 0,18-13 0,-9 0 0,10-2 0,-1-4 0,6-5 0,4 1 0,14-7 0,-10 9 0,6-2 0</inkml:trace>
  <inkml:trace contextRef="#ctx0" brushRef="#br0" timeOffset="451947">12945 16594 24575,'0'6'0,"3"14"-3277,3-3 0,-2 3 777,18 2 2500,-15-14 0,22 9 0,-20-12 0,15 2 0,-17-5 1794,6 2-1794,-13 4 0,-7 11 0,-1-4 0,-8 13 0,0-19 0,5 1 0,4-7 0,11-14 0,0 7 0,3-16 0,-6 16 0,0-4 0</inkml:trace>
  <inkml:trace contextRef="#ctx0" brushRef="#br0" timeOffset="452197">13061 16616 24575,'17'1'0,"-9"-1"0,11 1 0,2 0 0,-4-1 0,6-2 0,1-1 0,3-5 0,-3-3 0,-10 1 0,-12-9 0,-2 14 0,-5-20 0,4 21 0,-3-7 0</inkml:trace>
  <inkml:trace contextRef="#ctx0" brushRef="#br0" timeOffset="452866">13218 16335 24575,'9'25'0,"-5"-7"0,-1 1 0,-1 11 0,-2-3 0,0 2 0,-5 0 0,0-2 0,3-4 0,-1 0 0,-3 8 0,0-4 0,3-13 0,0 7 0,3 1 0,5-4 0,1 10 0,17-21 0,-2-22-848,-2 6 848,-2-10 0,-10 4 0,-1 8 0,7-20 0,-6 18 0,11-18 0,-5 8 0,1 1 0,-6 4 0,-8 12 0,-5 3 848,-14 18-848,2 8 0,-1 1 0,7 4 0,12-13 0,0-5 0,9-2 0,-6-9-3277,14 2 0,-12-4 1401,25-4 1876,-24 0 0,14-4 0,-17 5 0,4 1 0,10-1 0,-7 2 0,24-6 0,-24 4 0,11-3 0,1 0 0,-11 2 0,12-3 0,-23 6 0</inkml:trace>
  <inkml:trace contextRef="#ctx0" brushRef="#br0" timeOffset="453065">13597 16628 24575,'5'0'0,"7"0"0,11 2 0,10-5 0,-7 2 0,-4-6 0,-19 2-820,-1-10 1,-3 10 0,0-5 0</inkml:trace>
  <inkml:trace contextRef="#ctx0" brushRef="#br0" timeOffset="453285">13724 16445 24575,'4'35'0,"-2"-16"-1639,0 14 1,-1 0-1639,-1-16 1638,0 16 1,0-1 1145,0-17 2439,0 20-1946,0-20 0,4 1 0,-3-8 0,3-4 0</inkml:trace>
  <inkml:trace contextRef="#ctx0" brushRef="#br0" timeOffset="453493">13829 16667 24575,'13'13'0,"-4"-6"0,1 2 0,4-5 0,1 4 0,-1-5 0,-7 1 0,-5-3 0,-2 0 0</inkml:trace>
  <inkml:trace contextRef="#ctx0" brushRef="#br0" timeOffset="455368">7965 16781 24575,'32'11'0,"2"2"0,-15-8 0,0 1-1004,2 1 0,-1 0 1004,2-1 0,1 1 0,2 1 0,2 0 0,-1 0 0,0 0 0,2-1 0,0 1 0,3 0 0,2 1 0,-1 0-820,3-1 1,0 1 0,1-1 0,-3-1-1,-4 0 1,-3-1 0,2 0 0,1 0 671,7 0 1,4 0-1,1 0 1,-3-1 0,-8-1 373,-6-2 1,1-2-227,1 1 0,7-1 0,3 1 0,1-1 0,-4 0 0,-7 0-961,-1-1 0,0-1 961,1 0 0,6-1 0,5 0 0,3-1 0,1-1 0,-2 1 0,-4-1 0,-6 1-472,2-2 0,-5 0 0,5-2 472,-3 2 0,6-1 0,3-1 0,1-1 0,1 1 0,-1-1 0,-4 0 0,-4 0 0,1-3 0,-4 0 0,-1 1 0,1-1 0,5 0 0,2 2 0,-2-2 0,-3-2 0,-3-4 0,-4-1 0,-5 2 3276,-5 0-2860,0-9 1,-2-1 1047,-7 14-1464,1-22 0,0-2 0,-5 12 0,-2-1 0,-2-6 0,0 5 2744,-3 5-2744,-5-2 0,-5-4 0,0 5 0,-10 2-56,8 7 0,-4-4 0,-4 0 0,-2 3 56,1 3 0,-3 1 0,-1 2 0,-3 0 0,-1 0 0,0 1-365,6 1 1,-2 0 0,-1 1 0,-1 0 0,0 0 0,-1 0 0,1 0 0,1 0 0,0 0 95,1 0 0,0 0 0,1 0 0,1-1 0,-1 2 0,-1-1 0,-1 1 0,-2 1-29,1 1 0,-2 1 0,-3 0 0,-1 0 0,0 1 0,0 0 0,1 0 0,2 1 1,2-1-1,4 1 0,5 0 180,-12 1 0,7 1 1,-5 0-153,7 0 0,-7 0 0,-3 1 1,-2 0-1,-1 0 0,2 0 0,3 1 1,6-1-1,7 0 270,-3 1 0,3 2 112,-2-2 1,-4 1 0,-3 0 0,2 0 0,5 1-113,-5 5 0,5 0 1353,7-4 1,0 1-1354,-5 2 0,-2 3 0,7-3 3109,7-1-3109,-10 10 0,18-12 0,4-1 0,-3-1 0</inkml:trace>
  <inkml:trace contextRef="#ctx0" brushRef="#br0" timeOffset="456334">9512 17020 24575,'18'0'0,"0"2"0,2 0 0,17 2-1093,-8 2 1,4 1 0,-5-1-2185,3 0 2457,-3 1 1,9 3 0,-1 0 0,-9-3 1977,-3-2-1158,2 1 0,8 3 0,0 1 0,-8-3 0,3 1 0,-5 0 0,5 4 0,-1 0 0,3 4 0,-2 0 494,-5 0 1,1 2-495,3 0 0,3 3 0,-1 0-1093,-3 1 1,-1-1 0,-1 0 771,-3-4 1,-1-1 0,0 0 1412,2 1 0,-1 0 0,-3-1-130,3 10-962,-11-13-1639,3 10 1,-2 0 769,-10-13 869,4 15 509,-5-1-509,5 5 0,-3 2 1638,2-12 0,2-1-377,6 11-1261,-1-5-1639,2 1 1,-1-2 378,-3-9 1260,-2 1 0,3 3 0,8 1 0,4 0 0,-3-3 0,1 5-60,-2-5 0,6 3 1,1 0-1,-3-4 60,-1-2 0,-2-2 0,4 2 0,0 1 0,3 2 0,-1-3 0,2-1 0,-2 2 3276,-4-8-2134,-17-5-1142,6-5 0,-6 2 0,14-9 0,-13 9-151,25-10 151,-21 10 0,13-7 0,-18 7 0,-1-1 0</inkml:trace>
  <inkml:trace contextRef="#ctx0" brushRef="#br0" timeOffset="456817">11209 18011 24575,'10'20'0,"-3"-2"0,9 8 0,-8-3 0,4 0 0,-7-3 0,0-12 0,-4-28 0,-7 2 0,2-14 0,-8 16 0,-1 3 0,4 6 0,-6-3 0,-1 0 0,7 8 0,7 1 0,35 17 0,-10-7 0,7 1 0,-3-1-3090,-16-6 3090,16 2 0,-16 0 0,-16-2 0,-8 9 0,-6-7 0,-2 0 0,-6 6 0,2-6 0,3-1 0,13-2 772,-15 1 1,22-3-1,-1 0 1</inkml:trace>
  <inkml:trace contextRef="#ctx0" brushRef="#br0" timeOffset="457799">12279 17760 24575,'7'24'0,"1"-1"0,-1 2 0,0-1 0,-2-4 0,-1 0 0,3 5 0,-4-5 0,-1-2 0,2-11 0,-1 10 0,1-14 0,-3 1 0,-6-27 0,1 13 0,-5-12 0,1-4 0,2 5 0,0 1 0,0 2 0,1 0-391,0-3 1,2 5 0,3 12-1,0-2 1</inkml:trace>
  <inkml:trace contextRef="#ctx0" brushRef="#br0" timeOffset="458301">12323 17786 24575,'14'-5'0,"2"2"0,-6 0 0,7 3 0,-4-3 0,0 2 0,6-4 0,-7 3 0,3-1 0,-7 3 0,-2 0 0</inkml:trace>
  <inkml:trace contextRef="#ctx0" brushRef="#br0" timeOffset="458815">12305 17963 24575,'14'-2'0,"-7"2"0,20-10 0,-16 7 0,8-5 0,1 1 0,-7 3-3277,22-2 0,-27 5 0,27 8 0,-28-4 5064,18 8-1787,-16 0 0,11 14 0,-9-6 0,-1-2 0,-2-1 0,-6-3 0,-3 15 0,-21 1 3276,9-9-2646,-8-4 1,0-3-631,10-9 0,-12 3 0,-2 0 0,8-5 1638,-5 2 0,-2-2 1638,4-6-3044,0-11-232,11-7 0,10 3 0,3-4 0,-4 20 0,3-6 0</inkml:trace>
  <inkml:trace contextRef="#ctx0" brushRef="#br0" timeOffset="459432">12702 17835 24575,'-5'20'0,"4"-5"0,-6 10 0,7 1 0,-3-5 0,6 8 0,-1-21-3277,8 12 0,-6-15 0,13 9 1787,-13-10 1490,10 2 0,2-3 0,-7-2 0,10-1 0,0-1 0,-12-1 0,22-3 3276,-10-6-2015,8-6-1261,1-4 0,-11 2 3276,-10-4 0,-18-3-3044,5 3-232,-16-3 0,13 18 0,-19 1 0,3 6 0,1 2 0,-1 1 0,20 1 0,-2-1 0,8-1 0,5 0 0,-3 0 0,1 0 0</inkml:trace>
  <inkml:trace contextRef="#ctx0" brushRef="#br0" timeOffset="459952">13062 17790 24575,'-7'24'0,"0"3"-3277,4-13 1350,1 3 3284,3-2-1357,2-5 888,6 16-888,9-10 0,-2 1 0,15-5 0,-3-12 0,-8-4 0,-1-1 0,8-5 2766,0-15-2766,-21-1 0,1 5-3277,-11-11 0,3 23 3240,-15-19 37,8 18 0,-7-3 0,7 12 0,2 7 0,4-1 0,1-2 0,1-1 0</inkml:trace>
  <inkml:trace contextRef="#ctx0" brushRef="#br0" timeOffset="460349">13395 17723 24575,'-4'28'0,"1"-11"0,1 14 0,3-12 0,2 5 0,5-3 0,11-11 0,-1-3-1639,1-5 1,-1-2-1639,-1-1 3162,7-7 0,-1-4 115,-5-7 0,10-3 0,-20-1 0,-13 9 0,2 1 0,-11-3 0,7 11 0,-2 0 0,6 4 0</inkml:trace>
  <inkml:trace contextRef="#ctx0" brushRef="#br0" timeOffset="460816">12232 18515 24575,'29'-10'0,"0"-1"0,0 0 0,0 0 0,1 0 0,2-1 0,0 0 0,1 0 0,0 0 0,0 2 0,0 1 0,1 0 0,-1 0 0,-1 0-820,1-1 1,-2 0 0,0 1 0,3-1 460,0 1 0,4 0 0,1-1 1,-1 1-1,-5 2 0,-7 1 359,-4 3 0,-2 0 0,7-2 0,5-2 0,0 0 0,-10 2 0,-4 2 814,3-1 0,-1 0-814,-11 1 0,-3 0 878,0-7-878,-5 3 0,4-14 0,-4 12 0,0-4 0,-1 10 0</inkml:trace>
  <inkml:trace contextRef="#ctx0" brushRef="#br0" timeOffset="464042">13868 17198 24575,'0'29'0,"0"-6"0,0 6 0,0-10 0,3-6 0,-1-8 0,1-19 0,-6-8 0,0 0 0,-2 0 0,-1 1 0,0 0 0,1 2-1986,4 12 1986,-3-14 0,4 9 0,1 5 0,1-7 0,1 11 0,18-6 0,-2 5 0,3 1 993,6-2 0,2 1-993,4 1 0,-1 0 0,-13 2 0,-1 1 0,12 0 0,-27 0 0,2 0 0</inkml:trace>
  <inkml:trace contextRef="#ctx0" brushRef="#br0" timeOffset="464390">13902 17277 24575,'29'-1'0,"-1"1"0,3 4 0,2 1 0,-7 0 0,-2 1 0,0 3 0,5 1 0,-6 0 0,-7 0 0,3 3 0,-3 1 0,-9 3 0,-16 11 0,-1-14-1639,-19 0 1,-2-4-1639,9-6 3200,-7 0 0,-8 1 1,7-2-2039,6-2 2115,-9 0 0,-3 1-99,9-3 1,0-1 98,-9-4 0,1-1 0,6 5 0,1-3 0,-6-7 0,7 0 0,17 4 0,-18-12 0,22 15 0,-3-2 0</inkml:trace>
  <inkml:trace contextRef="#ctx0" brushRef="#br0" timeOffset="473995">26556 16302 24575,'4'28'0,"0"0"0,0 5 0,0 0 0,0 2 0,1-2-847,-2-8 1,0 0 846,0 3 0,0 3 0,-1-2 0,-3 7 0,-2-3-1639,3-7 1,0-1 225,-4 5 1,-1 1 1412,-3 3 0,0 3-1041,3-4 0,0 1 0,1 1 1041,-2 2 0,-1 0 0,2 0 0,2 1 0,0 0 0,1-6 0,2-7 0,1-3-1584,5 11 1,1-2 1583,-3-6-644,3 0 1,1 3 0,-2-5 643,-2-8 830,1 7 0,1 1-830,2 6 0,-4-10 0,1 1 0,-1-1 0,-1 1 1517,4 3 0,0-2-1517,-1 7 3276,5 8-2646,-7-17 1,1-1-631,0 2 0,3 13 0,-4-24 3276,2 19 0,-4-5-3044,-1-5-232,-1 15 0,0-26 0,0 24 0,0-22 0,-3 19 0,1-16 0,-2 15 0,-1-6 0,3-4 0,-2 8 0,1-11 0,1 2 0,0-5 0,4-8 0,0-2 0,-1 1 0,-4 3 0,-2 2 0,1-2 0,0-1 0</inkml:trace>
  <inkml:trace contextRef="#ctx0" brushRef="#br0" timeOffset="476834">27388 16283 24575,'-31'2'0,"-1"0"0,1 0 0,-1 2 0,9-1-2287,10 2 2287,-10 0 0,0 0 0,1 7 0,6-7-3277,-14 16 0,26-16 4011,-9 23-734,13-17-1639,2 9 1,0 0 816,1-7-380,5 9 1,2 0 1201,-4-14 538,9 14 1,2-1-539,-7-10-1050,15 8 0,0 0 1050,-13-11 635,17 5 0,1-2-635,-12-7 1515,13 0 1,2 0-1516,-12-2 0,0-2 0,2 0 0,-1 0-213,5 0 1,-20 0 0,-5 0 0</inkml:trace>
  <inkml:trace contextRef="#ctx0" brushRef="#br0" timeOffset="477487">27735 16440 24575,'-14'-6'0,"5"2"-3277,-17 2 0,19 2 1233,-22 5 2044,21-1 1733,-13 11-1733,6 9 0,6-10 0,1 7 0,2-1 0,5-10 0,-2 26 0,3-27 81,11 12-81,-4-17 0,20 6 0,2-9 0,-6-4 0,-1-1 0,8-2 0,-10-2 0,-3-1 0,-9 5-3277,16-12 2017,-20 11 4536,8-5-2015,-7-5-1261,-1 9 0,2-18 0,-5 12 0,2-3 0,-6 2 3276,1 11 0,-8 7-3044,1 8-232,1 1 0,2 4 0,18-5-1701,-7-2 1701,9-1 0,-12-9 0,-1-1 0</inkml:trace>
  <inkml:trace contextRef="#ctx0" brushRef="#br0" timeOffset="477903">27961 16426 24575,'31'10'0,"-16"-5"0,11 2 0,-1 1 0,-8-2 0,14 5 0,-23 3 0,-17 9 0,-12 8 0,0-3 0,-2-13 0,-2-2 0,3-5 0,-1-1 0,2 1 0,0-1 0,-6 0 0,3-1 0,8-4 0,2-20 0,12 11-1639,10-16 1,3 1-1639,-6 13 3047,13-19-317,-9 19 1,-4 2-1,2 2 1</inkml:trace>
  <inkml:trace contextRef="#ctx0" brushRef="#br0" timeOffset="478417">28181 16334 24575,'6'25'0,"-3"-11"-1639,0 6 1,-1 0-1639,-1-8 1638,-1 9 1,0-1-1639,0-11 2653,1 10 1,1 1 623,-1-13-552,7 18 552,-7-20 2760,6-9-2760,-4-18 0,1 2 1638,-2 1 0,2-1-787,2-2-851,0-3 3276,10-4-380,8 15-4501,-8-1 1605,4 5 0,-9 11 0,2 13 0,-2-7 0,2 15 0,-5 2 0,0 7 0,-2-11 0,-2 0 0,0 4 3276,-1 1-3099,-2-20-177,-1 10 0,2-12 0,-2 2 0,0-4 0,0 1 0</inkml:trace>
  <inkml:trace contextRef="#ctx0" brushRef="#br0" timeOffset="479718">28611 16254 24575,'7'35'0,"1"-1"0,-3-6 0,-1-7 0,0 0 0,1 5 0,-1-3 0,0 1 0,-2 1 0,1 1 0,3-25 0,6-23 0,-1-2 0,-1 6 0,1 2 0,6 6 0,-2-4 0,2 10 0,-6 9 0,-2-3 0,6 19 0,-11-15 0,5 24 0,-10-14 0,1 1 0,-15 3 0,-10-8 0,4 0 0,0-4 0,1-1 0,8-6 0,-18 6 0,20-7 0,0-5 0,7-8 0,3 5 0,0-3 0</inkml:trace>
  <inkml:trace contextRef="#ctx0" brushRef="#br0" timeOffset="480370">29002 16403 24575,'-11'2'0,"-2"5"0,3-3-3277,-9 17 0,12-16 0,-14 23 0,17-24 5064,-7 13-1787,5-1 0,3-7-3034,-3 19 3034,6-20 2923,2 17-2923,1-18 3276,4 9-2071,7-8-1205,-4-3 0,5-1 0,0-9 0,6-8 0,-3 0 0,1-10 0,-15 14 3276,3-9 0,-7 6-3126,2 2 99,-2 0-249,0 2 0,1 4 0,1-2 0,-3 17 0,0-4 0,-3 14 0,0-9 0,3-2 0,-2 10 0,2-11 0,3 14 0,-1-17 0,1 4 0</inkml:trace>
  <inkml:trace contextRef="#ctx0" brushRef="#br0" timeOffset="480787">29213 16482 24575,'-19'24'0,"6"-6"0,16-3 0,1-11 0,9 13 0,-7-13 0,15 14 0,-3-9 0,-1 2 0,0-4 0,-8-5 0,4-1 0,7-5 0,-8 2 0,4-6 0,-12 6 0,0-1 0</inkml:trace>
  <inkml:trace contextRef="#ctx0" brushRef="#br0" timeOffset="481223">29541 16432 24575,'-3'24'0,"1"-12"0,-2 6 0,-2 2 0,-6 3 0,-1 8 0,-1-8 0,9-16 0,2-3 0,12-18 0,12-14 0,-1-1 0,-3 7 0,2 1 0,-3 7 0,0 1 0,7-10 0,0 6 0,-15 15 0,-1 3 0,1 17 0,-5-10 0,-2 8 0</inkml:trace>
  <inkml:trace contextRef="#ctx0" brushRef="#br0" timeOffset="481438">29553 16563 24575,'21'0'0,"-11"0"-1639,11-1 1,-1-1-1639,-11 1 1913,15-1 1,1-1 1363,-13 2 1825,22-2-1825,-20 5 0,-1 1 0,-9 0 0,-5 0 0,0-1 0</inkml:trace>
  <inkml:trace contextRef="#ctx0" brushRef="#br0" timeOffset="482488">30755 16269 24575,'-22'5'0,"-10"2"0,-2 4 0,3-2-1639,12 0 1,3-1-1639,5-1 1328,-5 8 1949,12-8 1719,-2 3-1719,10 1 0,21 0 0,-1 0 0,0-5 0,3-1 0,-3-1 0,-2 0 3276,11 1-1638,-8 3 0,-5 0-1406,-13-3-232,8 7 0,0 1 0,-8-7 0,8 18 0,-13-18 0,-8 14 0,-17-7-523,10 0 523,-22-2 0,9-3 0,6-3 0,0 1 0,-1-1 0,1-1 0,-5 0 0,9-16 0,10-13 0,3 3 0,-1-5 0,4 23 0,0-2 0</inkml:trace>
  <inkml:trace contextRef="#ctx0" brushRef="#br0" timeOffset="482807">31003 16269 24575,'10'12'0,"-4"-8"-3277,15 13 0,-15-13 1638,12 3 1,0 0-1639,-9-4 4030,11 0 1,1-1-754,-10-2 0,13-1 0,-23 1 0,2-2 0,-7 2 0</inkml:trace>
  <inkml:trace contextRef="#ctx0" brushRef="#br0" timeOffset="483105">31069 16343 24575,'7'31'0,"-3"-13"-1639,-1 6 1,0-1-1639,-3-10 1868,1 9 1,-1 1 1408,0-9 918,0 5 0,0 0-918,0-3 0,0 0 0,2-4 0,-2-7 0,4 10 0,-2-11 3276,3 6-140,16-4-3956,4-3 1,-1 2 0,-5-5 0</inkml:trace>
  <inkml:trace contextRef="#ctx0" brushRef="#br0" timeOffset="483738">31470 16458 24575,'-6'20'0,"4"2"0,-2-1 0,7 3 0,-1-7 0,1-1 0,0-2 0,-3-8 0,3-3 0,-2-8-3277,1-13 0,-1 7 3047,-1-10 230,-1 1-3277,-2-7 2017,1 5 871,-5-9 389,3 23 3276,-2-14-2208,18 14-1068,15-6 0,-2 7 0,7 0 0,-25 5 3276,-6 6-57,-12 7-3219,-8 4 0,2-4 871,-4-3-871,11-7 0,-3-1 0,-4-6 0,8 2 0,-2-2 0,9 4 0</inkml:trace>
  <inkml:trace contextRef="#ctx0" brushRef="#br0" timeOffset="485015">32618 15963 24575,'-1'22'0,"-3"1"-3277,-2 6 0,1-11 0,-7 17 3231,5-21 46,-6 6 0,-2 0 0,2-5 0,-14 6 0,-3-1 0,6-4 0,0-3 0,-5 1 0,4-1 1897,0 2-1897,0-4 0,-6 0 0,8-2 0,7-2 0,-18 4 0,1 0 0,19-5 1638,-8 3 0,1-1 1278,9-2-2916,-9 3 0,16-9 0,0 1 0,4-2 0</inkml:trace>
  <inkml:trace contextRef="#ctx0" brushRef="#br0" timeOffset="485535">32132 16290 24575,'4'25'0,"-3"-9"0,9 5 0,-9-14 0,10 16 0,-9-16 0,6 10 0,-7-13 0,-10-1 0,-24-4 0,7-2 0,2 3 0,3 1 0,9 1 0,8 1 0,39-11 0,-14 4 0,7-3 0,-3 0 0,-15 3 0,7-1 0,-24 8 0,-9 9 0,-16 6-1312,13-3 1312,-6-1 0,22-12 0,-2 1 0</inkml:trace>
  <inkml:trace contextRef="#ctx0" brushRef="#br0" timeOffset="499677">26587 16361 24575,'-18'10'0,"-1"-1"0,-8 5 0,-6 2 0,16-7 0,10-1 0,23-18 0,-1 4 0,17-10 0,-22 11 0,2 0 0,-7 5 0,-11 13 0,-3 5 0,-1 4-3277,-7 9 0,13-21 3047,-7 8 230,9-7 0,0-6 0,1 7 0,9-12 0,10-4 0,-4-1 3276,8-2 0,-17 5-3044,3-2-232,-7 5 0,-2 5 0,-4 5 0,-13 19 0,-1-3 0,-2 2 0,10-12 0,13-10 0,16-12 0,-2 0 0,12-8 0,-14 6 0,6-1 0,-12 5 0,-3 13 0,-14 10 0,0 0 0,-9 11 0,12-19 0,-2 5 0,6-9 0,0 1 0,2-5 0,5 0 0,7-5 0,-2 0 0,5 0 0,-8 1 0,-3 10 0,-7 4 0,-1 5 0,-7 4 0,0-9 0,-7 9 0,4-5 0,6-3 0,5-5 0,7-10 0,-1 0 0,3 0 0,6-6 0,3 0 0,-3 7 0,-6 0 0,-10 16 0,-4-2 0,-1 6 0,3-8 0,3 0 0,3-10 0,0 2 0,2-3 0,-1-1 0,0 0 0,-2 12 0,-2-7 0,-3 23 0,2-19 0,-4 21 0,4-20 0,-1 7 0,4-13 0,2 0 0,5-4 0,4 1 0,0-2 0,1 3 0,-7-2 0,-1 5 0,-3 10 0,-2-7 0,-3 19 0,3-20 0,-9 13 0,10-12 0,-2-1 0,16-5 0,6-7 0,0 2 0,0-1 0,-18 17 0,-1-2 0,-5 7 0,2-8 0,2-6 0,2-2 0,-2-1 0,1 4 0,-2-1 0,1 9 0,1-6 0,0 7 0,0-1 0,0 6 0,0-7 0,0 7 0,0-12 0,0 9 0,0-1 0,1 0 0,2 7 0,1-13 0,0 6 0,-1-14 0,2 7 0,-3-7 0,2 1 0,-4 0 0,1 0 0,1-1 0,0 2 0,1-4 0,-2 3 0,6-3 0,-7 2 0,4-2 0,-7 3 0,1 3 0,-1 3 0,2 4 0,0-5 0,7-2 0,4-7 0,1-2 0,-2-1 0,-4 2 0,-3 14 0,-2-4 0,-2 17 0,-1-15 0,-2 13 0,-1 2 0,2-4-3277,-2 11 0,5-25 3047,-3 22 230,3-22 0,-1 13 0,2-15 0,0-1 0,0-1 3276,0 6 0,0 2-3044,0 1-232,0 4 0,0-9 0,0 10 0,-1-3 0,1 0 0,-5 3 0,3-6 0,-1 1 0,2-4 0,1-4 0,0 2 0,1 1 0,-1-1 0,3 7 0,-1 0 0,0 2 0,-1 5 0,-1-9 0,-1 1 0,-1-8 0,0-2 0,1-2 0</inkml:trace>
  <inkml:trace contextRef="#ctx0" brushRef="#br0" timeOffset="505799">33262 15214 24575,'3'26'0,"-1"-1"0,1 9 0,0-5 0,-1-17 0,1 15 0,1 0-1248,-2-17 1248,0 7 0,1 3 0,-1 8 0,-1-5 0,-1 2 0,-1 5 0,0 1 0,-2-1 0,-1-1 0,0 1 0,1-2 0,-1 1 0,0 0 0,0-1 0,-1 2 0,0-1 0,0-3 0,-4 2 0,2-1 0,1 2 0,0 1 0,0-2 0,0-4 0,4-10 152,-1 7 0,-1 0-152,3 9 0,-4 2 0,3-11 0,0-3 0,-1-9 0,-6 21 0,2-20 0,-9 14 0,6-13 0,-7 2 0,-5 0 0,-6-1 0,-2-3-328,4 1 1,-1 0 327,-6-1 0,-2 0 0,6-3 912,4 0-912,-13 3 0,5 1 0,24-5 0,-22 11 0,27-13 0,-5 5 687,5-3-687,0-1 0,2 0 0,1-4 0</inkml:trace>
  <inkml:trace contextRef="#ctx0" brushRef="#br0" timeOffset="506431">32756 16389 24575,'9'28'0,"-2"-11"0,-1 12 0,-3-21 0,0 15 0,-1-12 0,1 1 0,-3-3 0,-4-30-3277,-1 3 0,-1-9 3047,2 8 230,-3 17 0,-23 10 0,11-2 0,-3 4 0,2 1 0,9-5 0,-6 6 0,22-9 0,8 0 0,4-3 0,11-3 0,-17 1 819,9-4 0,-17 6 0,4-3 0</inkml:trace>
  <inkml:trace contextRef="#ctx0" brushRef="#br0" timeOffset="528209">29483 17182 24575,'2'19'0,"0"1"0,0 4 0,0-1 0,-1 2 0,2 6 0,-2 6 0,5-8 0,-5-19 0,3 6 0,0-9 0,3 2 0,24-19 0,-3-1-1093,-7 1 1,5-3 0,-2 1 316,4-2 1,1-1 775,0 0 0,5-2 0,0-1 0,-4 4 0,-3-1 0,0 1 0,-2 0 0,4-2 0,1 0 0,-3 0 0,-6 5 0,3-3 0,-4 2 0,4-3 0,-2 1 0,-3-2 0,-2 0 0,-1 0 0,-1-1 0,2 0 0,-1 1 0,-5-7 0,-8 20 0,-3-1 0</inkml:trace>
  <inkml:trace contextRef="#ctx0" brushRef="#br0" timeOffset="529114">29477 17742 24575,'3'12'0,"-1"-2"0,2 8 0,-2-7 0,-1 7 0,1-9 0,-2 15 0,2-8 0,-2 2 0,0 1 0,1-10 0,2 1 0,6-8 0,9-9 0,3-4 0,7-4-1093,-3 1 1,4-4 0,-3 2 30,-8 5 0,1-2 1062,4-2 0,5-4 0,1 0 0,-6 2 0,-5 3 0,0-1 0,8-4 0,3-2 0,-7 2 0,-3-2 0,1 1 0,1-1 0,-3 0 0,7-3 0,-18 16 0,-5 8 0</inkml:trace>
  <inkml:trace contextRef="#ctx0" brushRef="#br0" timeOffset="529912">29545 18144 24575,'0'15'0,"0"-6"0,0 17 0,0-14 0,-4 22 0,1-9 0,-1-2 0,2 3 0,2-17 0,1 3 0,3-2 0,-1-7 0,0 2 0,23-17 0,1 0-1639,4-4 1,1 0-1,-13 6 1,1 0 1561,10-5 0,3-1 1,-6 3-599,0-1 675,-3 1 0,7-3 0,-1-1 0,-8 5-1407,-3 0 1407,11-7 0,3-1 0,-14 6 0,-2 1 0,-1-2 0,0 1 0,2-1 0,-1 2 0,3-10 0,-18 17 0,3 0 0,-5 3 0</inkml:trace>
  <inkml:trace contextRef="#ctx0" brushRef="#br0" timeOffset="532315">28210 1670 19429,'25'-23'0,"0"1"0,1-1 0,-1 1 0,0-1 0,2 1 0,-3 2 0,2-1 0,1-2 0,3-1 0,-1 0 0,-2 3 0,-3 4 0,-1 3 0,-3 1-1389,6-6 1389,-3 3 0,1 0 600,-8 6 0,1 0-600,4-1 0,4 0 0,-1-1-577,5-3 0,4 0 577,-6 4 0,6-1 0,3 0 0,1-1 0,-2 1 0,-2 2-820,0-1 1,-4 2 0,2 0 0,7-2 768,-12 4 1,3-1-1,3-1 1,2 0 0,2-1-1,1 0 1,1 0-1,1 0 1,0 0 0,0 0-1,0 0 1,-1 1-1,-2 0-126,-2 2 0,0-1 0,0 1 0,-1 0 1,1 0-1,0 0 0,0 1 0,0-1 1,1 0-1,-1 1 0,0-1 0,1 0 1,-1 1-1,1-2 177,-1 1 0,1 0 0,0 0 0,0-1 0,0 1 0,1-1 0,-1 0 0,1 1 0,-1-1 0,0 1 0,-1-1 0,0 1 0,0 1 0,-1-1 0,-1 1-234,8-2 0,0 1 1,0 0-1,0 0 1,-2 0-1,0 0 1,-2 1-1,-2 1 1,-2-1-1,-3 1 234,14-3 0,-2 1 0,-7 1 0,-14 2 0,-14 3 0,-3-1 0</inkml:trace>
  <inkml:trace contextRef="#ctx0" brushRef="#br0" timeOffset="548596">24382 4168 24575,'6'1'0,"-2"1"0</inkml:trace>
  <inkml:trace contextRef="#ctx0" brushRef="#br0" timeOffset="548849">25078 4324 24575,'33'-4'0,"-21"4"0,14-5 0</inkml:trace>
  <inkml:trace contextRef="#ctx0" brushRef="#br0" timeOffset="566882">18892 5351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31:29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6766 7226 24575,'-4'16'0,"2"-5"0,5-6 0,0-4 0,14-13 0,-1-11 0,1-4 0,-1 8 0,0 0-656,5-13 1,-2 3-1,-8 13 1,-3 6 0</inkml:trace>
  <inkml:trace contextRef="#ctx0" brushRef="#br0" timeOffset="882">6140 8471 24575,'25'-21'0,"-1"0"0,1 0 0,-1 0 0,1-1 0,1-2 0,-2 2 0,3-4-547,-3 2 1,4-3 0,2-1 0,0 0 0,-3 2 0,-5 3 77,-1 2 1,-3 3 0,-3 1 0,4-6 0,-6 8 0,-11 15 0</inkml:trace>
  <inkml:trace contextRef="#ctx0" brushRef="#br0" timeOffset="1580">6103 9264 24575,'11'0'0,"5"-1"0,9-4 0,-2-2 0,1-1 0,4-3 0,-4 2-2108,0-2 2108,-1-1 0,8-3 0,3-2 0,-1 0 0,-7 3-1262,0 0 0,-1-2 1262,-3 2 0,5-3 0,2-1 0,1-1 0,-2 0 0,-4 2-365,6-6 1,-5 2 0,1 0 0,-1 0 0,-1 2 0,-2 0 0,-2 0 0,-1 1 0</inkml:trace>
  <inkml:trace contextRef="#ctx0" brushRef="#br0" timeOffset="2812">6915 10503 24575,'13'-5'0,"7"-9"0,0-1 0,1 0 0,1-5 0,5-5 0,-5 5-1071,-4 3 1071,8-11 0,-2 1 0,-15 18 0,4-8 0</inkml:trace>
  <inkml:trace contextRef="#ctx0" brushRef="#br0" timeOffset="4547">10609 10736 24575,'26'2'0,"-12"-2"0,14 3 0,0 1 0,-12-3 0,19 4 0,3-1 0,-8-4 0,-6 2 0,3-1 0,0 0 0,6 0 0,-1-1 0,-4 1 0,-1-1 0,5 0 0,-5 0 0,-15 0 0,13 1 0,0 1 0,-9-1-1639,9 1 1,0 0-1639,-12-2 1638,16 3 1,1 0 148,-16-2 478,14 0 1,9 1 0,-8-1 1011,-11-1-20,10-1 0,9 0 0,-4 0 20,-6-1 0,-1-1 0,4 1 0,0 0 0,0-1 0,-6 1 3004,-12 1-3004,20 0 0,-12-1 0,6 2 0,-5-1 0,-2 1 0,-4 0 1181,13 0 1,0 0-1182,-11 0 0,5 0 0,0 0 0,-9 0-892,18 0 892,-21 0-104,15 0 104,-14 0 3276,18 1-1383,6 2-1893,-4-1 0,-9 0 0,-1-1 0,-9-1 0,20 0 0,-21 0 2906,18 0-2906,-11 0 0,15 0 0,-15 0 0,13-1 0,-21 0 0,22-3 0,-21 2 0,16-1 0,-21 1 1766,9 1-1766,-9-1 203,2-1-203,-4 0 0,1-2 0,-2-1 0,2 2 0,-4 0 0</inkml:trace>
  <inkml:trace contextRef="#ctx0" brushRef="#br0" timeOffset="9099">6562 12685 24575,'6'-3'0,"3"-2"0,10-9 0,-7 5-1639,6-5 1,-1-1-1639,-8 6 1638,9-8 1,-1-1 954,-7 8-309,3-6 0,1 0 993,-7 7 0,9-12 0,-14 18 0,3-4 0</inkml:trace>
  <inkml:trace contextRef="#ctx0" brushRef="#br0" timeOffset="14468">17946 12325 24575,'11'16'0,"8"9"0,-2-6 0,-1 0 0,7 3 0,-16-15 0,14 15 0,-15-16-3277,14 16 0,-14-15 1638,5 7 1,1 1 1100,-4-9-1507,9 17 2045,-12-20 0,4 11 0,-4-7 3276,5 11-2556,1-3-720,-2-4 0,-1-3 1634,-3-7-1634,-2 0 0,0-1 0,-1 0 0</inkml:trace>
  <inkml:trace contextRef="#ctx0" brushRef="#br0" timeOffset="14802">18225 12383 24575,'-19'7'0,"-1"0"0,-2 0 0,-4 3 0,1-1 0,5-2 0,-4 3 0,1 0 0,8-5 0,-15 9 0,27-11 0,-7 1 0,8-1 0,1-3 0,-1 2 0</inkml:trace>
  <inkml:trace contextRef="#ctx0" brushRef="#br0" timeOffset="16322">16189 12445 24575,'8'7'0,"5"9"0,-7-9 0,8 10 0,-9-14 0,7 8 0,-7-10 0,17 10 0,1-7 0,1 0 0,1 0 0,11-2 0,0-4 0,-12-7 0,-1-13 0,-6 7-3277,4-13 0,-18 20 2717,8-16 560,-10 18 0,5-6 0,-6 43 0,0 2 0,0-12 0,0 2 0,0 3 0,0-2 0,0-6 0,0 10 0,0 3 0,0-1 0,1-12 0,-2 1 0,-3 2 0,-2-4 0,1-8 0,-20 19 0,15-23 0,-9 2 0,-1-1 0,7-3-1501,-18 1 0,-1-1 1501,14-1-1105,-12-3 0,0-2 1105,15 2-1351,-3-6 1,0 0 1350,9 4 675,-11-12 0,17 13 1,-1-5-1</inkml:trace>
  <inkml:trace contextRef="#ctx0" brushRef="#br0" timeOffset="58722">14554 15407 24575,'-1'24'0,"-2"-3"0,2 5 0,0-13 0,1 10 0,0-17 0,0 13 0,0-13 0,0 10 0,0-13 0,1 0 0,0 0 0,2-1 0,-3 1 0,3-2 0,-3-1 0,0-4 0,-2-3 0,0 0 0,1 3 0,1 3 0</inkml:trace>
  <inkml:trace contextRef="#ctx0" brushRef="#br0" timeOffset="59093">14526 15464 24575,'30'-8'0,"-8"1"-3277,5 1 0,-18 3 255,21-2 3022,-23 4-2367,16-2 2367,-17 2 0,11-1 0,-14 0 0,6 2 0</inkml:trace>
  <inkml:trace contextRef="#ctx0" brushRef="#br0" timeOffset="59674">14554 15609 24575,'28'-2'0,"1"0"0,-1 2 0,-1 1 0,-6 0 0,-2 1 0,6 4 0,-19 13 0,-8-2 0,-3 6 0,-2 4 0,-13-3 0,8-5-1639,-10-3 1,1-3-1639,11-9 1638,-24 6 1,-1 0 1307,17-8-552,-15 5 0,-1-2 883,16-5 0,-2 2 0,-1-2 0,5-5 0,-4 4 0,14-11 0,5 8 0,1-4 0,0 6 0</inkml:trace>
  <inkml:trace contextRef="#ctx0" brushRef="#br0" timeOffset="60155">15014 15677 24575,'14'-3'0,"12"-3"0,-10 4 0,4-1 0,2 0 0,13-4 0,-4 2 0,-4-2 0,-24 6 0,-2 1 0</inkml:trace>
  <inkml:trace contextRef="#ctx0" brushRef="#br0" timeOffset="60972">15501 15444 24575,'-8'6'0,"3"-1"0,-4 2 0,-2 8 0,3-5 0,-5 13 0,10-15 0,-6 15 0,4-1 0,0-3 0,2 11 0,3-21 0,1 23 0,1-22 0,5 23 0,4-14 0,-2-2 0,14 10 0,-17-23 0,15 14 0,-17-15 0,12 3 0,-11-5 0,6-1 0,-1-2 0,8-6 0,-6 2 0,7-7 0,-17 9 0,9-13 0,-9 10-3277,3-11 0,-5 12 3047,0-4 230,-3 6 0,-4-3 0,-13 4 0,-2-1 0,1 3 0,-2 2 0,7 4 0,2-1 3276,3 0 0,10 3-3218,0-4 0,0 3 0,2-5 0</inkml:trace>
  <inkml:trace contextRef="#ctx0" brushRef="#br0" timeOffset="61558">15922 15587 24575,'21'0'0,"0"0"0,11-2 0,-3-1 0,-8 2 0,7-2 0,9-1 0,-8 1 0,-8 2 0,17-2 0,-4 1 0,-25 1 0,1 0 0,-9 1 0</inkml:trace>
  <inkml:trace contextRef="#ctx0" brushRef="#br0" timeOffset="61993">16030 15430 24575,'-3'23'0,"1"-1"0,-3 10 0,4-13 0,1 1-1639,-1 1 1,2-3-1639,-1-5 1638,2 12 1,0 1-1639,0-15 3416,1 13 0,0-1-139,0-12 0,3 23 0,-2-27 3276,3 7-2762,5-12 305,-4-2 0,2 0 0,-9 0 0</inkml:trace>
  <inkml:trace contextRef="#ctx0" brushRef="#br0" timeOffset="62662">16216 15674 24575,'-18'0'0,"3"0"0,-4 3 0,6 0 0,9 2 0,-1 3 0,4-3 0,-1 7 0,1-7 0,3 6 0,0-6 0,9 8 0,5 2 0,-3-4 0,5 1 0,-14-11 0,3 1 0,-1-3 0,2-9 0,-1 5 0,0-11 0,-5 12 0,1-2 0,-2 4 0,1 2 0,-1 0 0</inkml:trace>
  <inkml:trace contextRef="#ctx0" brushRef="#br0" timeOffset="63413">16276 15706 24575,'-12'3'0,"-2"1"0,-3 1 0,5-3 0,-7 4 0,15-6 0,-5 4 0,6-2 0,-2 5 0,2 6 0,1-6 0,2 9 0,2-12 0,8 10 0,-5-10 0,12 8 0,-11-10 0,13 4 0,-3-4 0,-2-1 0,0-1 0,-11 0 0,2-1 0,-2-1 0,0-1 0,0 1 0,-1 1 0,-1 1 0</inkml:trace>
  <inkml:trace contextRef="#ctx0" brushRef="#br0" timeOffset="64726">16610 15754 24575,'25'6'0,"-1"-2"0,0-1 0,3 0 0,3-2 0,-3-1 0,-16 0 0,21-3 0,-27 3 0,7-3 0,-9 1 0,1-9 0,-2 6-3277,1-17 0,-3 17 2057,-3-24 1220,1 20 0,-2-19 0,2 18 0,-4-13 0,5 16 0,-7-21 0,7 21 0,-6-16 0,6 19 0,-2-5 0,3 7 0,0 1 0</inkml:trace>
  <inkml:trace contextRef="#ctx0" brushRef="#br0" timeOffset="65148">16795 15496 24575,'8'13'0,"-4"-5"0,10 6 0,-9-7 0,3-1 0,-5-2 0,-2-4 0</inkml:trace>
  <inkml:trace contextRef="#ctx0" brushRef="#br0" timeOffset="68322">17752 15310 24575,'-7'16'0,"0"4"0,3-11 0,-2 13 0,0-4 0,1 10 0,0-4 0,4-6 0,1 5 0,4-6 0,-3 1 0,11 16 0,-7-23 0,10 23 0,-10-23 0,11 17 0,-2-4 0,0-1 0,7 4 0,1-5 0,-4-3 0,-1-4 0,0-1 0,-2-5 0,3 3 0,3-1 0,5-4 0,-1-1 0,9 6 0,5-7 0,-4-3 0,-21-2 0,22-5 0,2-1 0,-16 0-1513,7-4 1,0 0 1512,-10 4-1639,-1-5 1,-2 0-867,-5 5 1513,8-10 1,-2-3 991,-8 7 0,6-8 0,-1 0 0,-7 7-690,2-8 0,-2-1 690,-2 5 330,-1-4 1,0 0-331,-4 7 0,0-5 0,0 0 0,-2 6 158,-1-9 1,-2 1-159,-1 11 770,-3-6 1,-4-2-771,-4 6 0,-2 3 0,-9-11 0,1 8 0,-1 1 0,6 4 0,0 0 0,-5-2 0,1 1 0,0 0 0,0-1 0,-5 0 0,1-1 0,5 1 0,6 2 941,9 4-941,-10-4 0,17 5 3276,-7-1-722,8 1 326,-1 1-2880,-7 6 0,7-3 0,-6 3 0</inkml:trace>
  <inkml:trace contextRef="#ctx0" brushRef="#br0" timeOffset="68640">17937 15498 24575,'11'4'0,"-4"-1"0,-3-1 0</inkml:trace>
  <inkml:trace contextRef="#ctx0" brushRef="#br0" timeOffset="68858">18104 15512 24575,'0'4'0,"0"-1"0</inkml:trace>
  <inkml:trace contextRef="#ctx0" brushRef="#br0" timeOffset="69391">17974 15626 24575,'8'2'0,"1"2"0,-2-1 0,10 9 0,-12-9 0,16 13 0,-15-12 0,16 11 0,-8-11 0,6 3 0,-3-8 0,1-4 0,15-7 0,-12 5 0,-1 0 0,-1 0 0,-8 5 0,11-14 0,-16 4 0,1-3 0,-11-1 0,1 10 0,-4-4 0,4 8 0,-1-1 0</inkml:trace>
  <inkml:trace contextRef="#ctx0" brushRef="#br0" timeOffset="70327">18872 15501 24575,'0'33'0,"-3"-3"0,1 6 0,-5-6 0,3-2 0,-1 1 0,4-14 0,1 4 0,28-38 0,-6 1 0,7-7 0,2-4 0,0 1 0,-4 4-1093,-1 0 1,-3 3 0,5-5 765,-6 6 0,4-4 0,2-3 0,2 0 0,-1-1 0,-1 1 0,-2 3 0,-4 3 327,4-6 0,-4 4 0,2-2 0,-3 3 0,2-3 0,1-1 0,0 0 0,-1 2 0,-4 4 0,1-1 0,-3 3 0,0-2 0,6-10 0,1-2 0,-9 9 0,-9 15 0,6-14 0</inkml:trace>
  <inkml:trace contextRef="#ctx0" brushRef="#br0" timeOffset="73586">17933 15314 24575,'-11'-5'0,"1"3"0,-2-1 0,5 3 0,-1-1 0,5 1 0,-1-2 0,0 2 0,-5 0 0,-3 0 0,2 0 0,-11 0 0,15 0 0,-15 0 0,13 0 0,-3 2 0,7-2 0,4 1 0</inkml:trace>
  <inkml:trace contextRef="#ctx0" brushRef="#br0" timeOffset="81400">17982 15299 24575,'12'-1'0,"0"0"0,5-2 0,-7 2 0,-2 1 0,-6-2 0,-1 2 0,-1-1 0</inkml:trace>
  <inkml:trace contextRef="#ctx0" brushRef="#br0" timeOffset="87677">17967 15328 24575,'5'0'0,"0"0"0,-1 0 0,2 0 0,-3 0 0,4 0 0,-3 0 0,3-2 0,-3 2 0,0-1 0,2 1 0,2 0 0,2 0 0,-1 0 0,0 0 0,-2 0 0,0-2 0,5 2 0,5-2 0,3 2 0,2 2 0,-10-2 0,0 2 0,-9-2 0,10 0 0,-8 0 0,9 0 0,-7 0 0,-1 0 0,4 0 0,0 0 0,1 0 0,1 0 0,-4 0 0,-3 1 0,3-1 0,0 6 0,8-4 0,0 4 0,-5-4 0,-2 1 0,-6-3 0,-1 3 0,2 2 0,2 8 0,-1-5 0,5 10 0,-6-16 0,1 7 0,-4-5 0,2 0 0,-1 3 0,1-1 0,0-3 0,-3 1 0,1-2 0,-1 4 0,2-4 0,-2 4 0,2-3 0,-1 2 0,1 4 0,-1-2 0,1 2 0,-2-5 0,1-1 0,1 3 0,1 1 0,0-1 0,-1 2 0,1-2 0,-2-3 0,2 3 0,0 0 0,-1-2 0,1 6 0,-3-6 0,2 6 0,2-2 0,-3 0 0,3 4 0,-3-8 0,0 7 0,0-8 0,-1 7 0,0-5 0,1 4 0,0-4 0,0 2 0,-1-3 0,0 0 0,0-1 0,0 2 0,0 2 0,0-1 0,0 5 0,-1-8 0,0 8 0,-1-4 0,-2 5 0,2-3 0,-2-4 0,2-2 0,-5 3 0,-4 1 0,2 1 0,-1-4 0,6-2 0,0-1 0,-2 2 0,0-1 0,-2 2 0,2-3 0,-6 2 0,-5 1 0,7 0 0,-7 0 0,15-2 0,-4-1 0,3-1 0,1 2 0,1-2 0</inkml:trace>
  <inkml:trace contextRef="#ctx0" brushRef="#br0" timeOffset="100865">17828 15298 24575,'14'-3'0,"2"0"0,-3-1 0,-3 1 0,2 3 0,-5-1 0,13-2 0,-11 1 0,15-4 0,-17 5 0,15-4 0,-15 4 0,7-2 0,-9 2 0,11-1 0,-3 0 0,4 0 0,-4 0 0,-4-1 0,0 1 0,-2-1 0,-4 3 0,0-2 0,1 2 0,-1 2 0,1-1 0,-3 1 0,5 1 0,-2-3 0,2 2 0,-2-2 0,-2 1 0,3 1 0,-2 1 0,2 0 0,-1-1 0,1 0 0,-2-1 0,-1 2 0,5 0 0,5 4 0,-2-1 0,5 2 0,-7-4 0,-2 0 0,0-1 0,-1 0 0,-1-1 0,0 1 0,-1-3 0,-1 3 0,-1-1 0,5 2 0,-2 2 0,3 0 0,1 2 0,-3-5 0,1 2 0,-4-3 0,-1 0 0,-1-1 0</inkml:trace>
  <inkml:trace contextRef="#ctx0" brushRef="#br0" timeOffset="134015">19698 17844 24575,'-19'-4'0,"8"2"0,-16-1 0,15 3-3277,-20 0 0,21 0 0,-20 0 3096,23 0 2093,-9 0-1912,11 1 0,5 1 0,3 4 0,13 6 0,-6-4 0,17 9 0,-21-11 52,12 3 0,1 0-52,-8 1-391,6-1 1,2 1 390,-7 0 0,12 9 0,-8 3 0,1-5 0,-2 12 0,-8-22 0,5 22 0,-8-21 3276,7 21-755,-9-14-822,1-2-1699,-4 0 1281,-8-7-1281,-25 3-1639,2-5 1,-1-2-1,8 1 1,-1-1 1561,0-1 0,-2-1 1,6-1 76,2 0 0,-4 0 0,2-1 0,13-2 0,-4-8 0,17 8 0,5-5 0,-5 7 0,1 1 0</inkml:trace>
  <inkml:trace contextRef="#ctx0" brushRef="#br0" timeOffset="134518">19827 17821 24575,'6'0'0,"8"0"0,12 4 0,-7-3 0,6 2 0,0-1 0,-6-2 0,4 0 0,5 0 0,-3 0 0,6 0-1639,6-2 1,-2 1-1639,-13 0 3953,-2-2 1,-2-1-677,-4 2 0,4-3 0,-14 4 0</inkml:trace>
  <inkml:trace contextRef="#ctx0" brushRef="#br0" timeOffset="134934">19925 17864 24575,'1'16'0,"3"11"0,0-4 0,0-4 0,1-1 0,-1-5-3277,4 21 0,-5-24 0,6 27 2460,-7-30 2797,3 17-1980,-3-22 0,-2 5 0,3-4 3276,0 6-701,0-3-2575,0 3 0,-1-8 0,-2 1 0</inkml:trace>
  <inkml:trace contextRef="#ctx0" brushRef="#br0" timeOffset="135573">20411 17899 24575,'0'9'0,"0"5"0,0-8 0,0 19 0,3 13 0,-2-13 0,1 3 0,0-3 0,-2-17 0,3 15 0,1 0 0,-1-12 0,6 22 0,-6-24 0,0-6 0,-1-3 0,-2-6 0,0 5 0</inkml:trace>
  <inkml:trace contextRef="#ctx0" brushRef="#br0" timeOffset="136119">20370 17958 24575,'3'-8'0,"11"-14"0,-10 15 0,17-23 0,-13 26 0,19-22 0,2 11 0,-6-1 0,8 4 0,-19 11 0,12 11 0,1 9 0,-6-2 0,-6-2 0,-2-1 0,-3-7 0,5 12 0,-10-8 0,0-3 0,-8 5 0,-1-6 0,-17 8-1639,5-8 1,-1 0-1639,-6 4 1638,-1-4 1,3-2 941,13-3 200,-10 1 0,-1-1 497,11-1 0,-20-5 0,13-4 0,0-2 0,5 2 0,8 4 0</inkml:trace>
  <inkml:trace contextRef="#ctx0" brushRef="#br0" timeOffset="136705">20881 18058 24575,'-2'24'0,"0"0"0,0-2 0,0-3 0,-1 1 0,6-11 0,11-18 0,3-7 0,-1 5 0,11-13 0,1-3 0,-13 11 0,-1 1 0,2-2 0,-1 1-1639,0-2 1,-3 2-1639,-6 7 0,11-13 1787,-13 15 1151,9-7 1,-12 12 0,4-1 0</inkml:trace>
  <inkml:trace contextRef="#ctx0" brushRef="#br0" timeOffset="137504">21672 17997 24575,'-4'-4'0,"-4"-7"0,7 7 0,-16-9 0,11 10 0,-15-4 0,11 7-3277,-20-3 0,19 3 1638,-13 2 1,0 1 148,14-1 665,-13 6 1,0 2 824,14-6-1244,-7 10 1,1 1 1243,9-8 1014,-3 11 1,1 0-1015,6-6 3276,-3 25-3060,9-9-216,0-3 0,11 3 0,-6-21 0,9 4 0,2 0 0,-3-5 0,8 2 0,1 0 0,-7-6-972,3-1 0,-1 0 972,-5-1 3276,15 0-2737,-24 0-338,6-4 1,-11 3 0,0-3 0</inkml:trace>
  <inkml:trace contextRef="#ctx0" brushRef="#br0" timeOffset="138219">21835 18046 24575,'-29'-10'0,"9"3"0,1 8 0,5 7 0,0 4 0,2 1 0,3 13 0,6 0 0,-2-3 0,9 8 0,-3-26 0,16 22 0,-13-21 0,13 12 0,-13-14 0,10 2 0,-2-7 0,1 0 0,8-17 0,-1-6 0,0-1 0,-7 7 0,-2 1 0,-1-4 0,0-1 0,-7 12 0,-14 33 0,8-12 0,-8 19 0,11-26 0,9 2 0,8-4 0,-2-2 0,0-1 0,-12 0 0</inkml:trace>
  <inkml:trace contextRef="#ctx0" brushRef="#br0" timeOffset="138705">22061 18007 24575,'-13'5'0,"10"-1"0,22 3 0,-3-4 0,6 2 0,1 1 0,-9 0 0,10 2 0,-18 3 0,-4-7 0,0 13 0,-1-7 0,-7 10 0,1-10 0,-15 4 0,10-11 0,-20 6 0,18-6 0,-9 2 0,15-5-820,2-1 1,2 0 0,2-2 0</inkml:trace>
  <inkml:trace contextRef="#ctx0" brushRef="#br0" timeOffset="139337">22257 17934 24575,'-2'11'0,"-2"13"0,1-6 0,1 1 0,-2 11 0,1-6 0,0-4 0,2-7 0,-4 18 0,3-24 0,-1 12 0,3-16 0,0-3 0,-1-4 0,2-22 0,0 3-1639,3 3 1,0 2-1639,2 0 1388,10-10 1889,-9 21 0,13-11 0,-15 14 0,9 0 0,-4 12 0,11 13 0,-9-5-332,0 4 0,-1-2 332,-7-10 0,9 17 0,-11-20 0,-4 2 0,-4-1 3276,-1-3-918,-4 1 918,9-3-3079,1-1-197,8-1 0,-1-1 0,1-1 0,-5 1 0</inkml:trace>
  <inkml:trace contextRef="#ctx0" brushRef="#br0" timeOffset="140651">22493 17782 24575,'0'12'0,"0"1"0,0 3 0,-3 4 0,-1-1 0,2-5 0,-2 5 0,0-1 0,2-6 0,-2 18 0,2-16 0,-1 14 0,3-22 0,0 11 0,0-2 0,0-3 0,0 2 0,0-10 0,0-2 0,0-14 0,0 3 0,3-14 0,-3 16 0,9-16 0,-7 16 0,8-12 0,-4 12 0,5-6 0,-1 5 0,-2-1 0,4 9 0,5 20 0,-4-5-1639,-2 5 1,-1 0-1639,-6-7 1638,1 11 1,-2-1 148,-2-13 795,2 12 1,0-1 694,-3-15 0,2 12 0,-8-15 3276,-8-2-2703,-12-4-573,8-2 0,-14-3 0,25 6 3276,-13-4-797,16 6-2479,2-1 0,4 1 0</inkml:trace>
  <inkml:trace contextRef="#ctx0" brushRef="#br0" timeOffset="141407">22704 18023 24575,'-20'20'0,"3"7"0,11-4 0,3 5 0,7-13 0,4 2 0,-1-7 0,6-5 0,-2-7 0,2-6 0,1-5 0,-5-7 0,-2 6 0,-3-7 0,-2 15 0,-2-13 0,0 14 0,0 3 0,-2 18 0,0 13 0,2-4 0,2-8 0,5-11 0,-1-9 0,0 2 0,-5-1 0</inkml:trace>
  <inkml:trace contextRef="#ctx0" brushRef="#br0" timeOffset="142088">22759 18038 24575,'9'16'0,"0"1"0,6 8 0,-7-7 0,-1 0 0,4 9 0,-2-4 0,-3-4 0,-6-15 0,-1-5 0,-1-6 0,-6-13 0,4 6 0,-5-10 0,5 9 0,-1-4 0,1 8 0,3 5 0,12 25 0,-7-11 0,5 11 0,1 0 0,-5-9 0,3 8 0,0 2 0,3 2 0,0 3 0,-4-10 0,-15-10-820,-3 0 1,-1-2 0,2-2 0</inkml:trace>
  <inkml:trace contextRef="#ctx0" brushRef="#br0" timeOffset="143094">23103 17906 24575,'-2'20'0,"-1"-3"0,1 15 0,-2-8-3277,-3 10 0,2-17 1638,0 4 1,0-1 275,1-8 504,-2 8 0,2 0 859,1-9 0,-1 11 0,7-25 3276,19-15-2803,2-6-473,-8 9 0,2-1-1079,2 0 0,-1 3 1079,-4 2 1323,6-4 0,-3 0-1323,-11 7 0,11-9 0,-16 18 0,0 0 0,-2 3 0,0-1 0</inkml:trace>
  <inkml:trace contextRef="#ctx0" brushRef="#br0" timeOffset="143414">23089 18144 24575,'29'3'0,"-16"0"0,11-1 0,-1 0 0,-11-1 0,11 3 0,0-1 0,-12-1 0,18 7 0,-23-6 0,12 8 0,4 7 0,-7-7 0,4 0 0,0-1 0,-8-9 0,10 2 0,-1-1 0,-10-3 0,10-1 0,-19 1 0,-1-1 0</inkml:trace>
  <inkml:trace contextRef="#ctx0" brushRef="#br0" timeOffset="144150">21718 18525 8191,'30'-3'0,"-1"1"0,0-1 0,0 1 0,2 0 0,11-1 0,0 0 0,-9 1 0,0 2 0,-8 0 0,8 2 0,4-1 0,-3 1 0,-7-1 0,-4 0 0,1 0 0,0 0 0,8 1 0,4 1 0,2-1 0,-1 1 0,-4-1 0,-6-1 0,6 0 0,1 0 0,-6-1 0,7 0 0,5 1 0,3-1 0,0 0 0,-3 0 0,-5 0 0,-6 0 0,6-1 0,-1 0 0,-6 0 0,7 0 0,4-1 0,3 0 0,-1 0 0,-2 0 0,-5 1 0,-7 0 0,4 0 0,-1 0 0,-4 0 0,6 0 0,3 0 0,3-1 0,-2 1 0,-2 1 0,-5 0 0,4 1 0,-5 2 0,4-1 154,-4 0 1,4-1 0,1 1-1,2 0 1,0-1 0,-1 1 0,-3 0-155,3 1 0,-2 0 0,-1 0 0,-1 0 0,1 0 0,6 1 0,1-1 0,-2 0 0,-2-1 0,1 1 0,-2-1 0,-11-1 2565,-11-1-2565,3-8 0,-13-7 0,-2 2 3276,1-21-2717,-3-3 2717,1 4-2046,-4 3 0,0 3 1935,3 14-3165,-9-18 0,-2-1 0,7 14 0,-6-10 0,0 0 0,6 14 0,-6-19 0,11 24 0,-2-11 0,7 6 0,-1 6 0,12-11 0,4 12-570,-2-3 0,-2 6 1,-13 2-1</inkml:trace>
  <inkml:trace contextRef="#ctx0" brushRef="#br0" timeOffset="145268">25284 17821 24575,'36'-2'0,"-8"2"0,5 0 0,-4-2 0,5-2 0,3 0 0,-2 0 0,-2 0-1093,2 1 1,-2 1 0,5-1 675,-5 0 0,5-1 0,3 0 0,-2 1 0,-2-1 0,-6 1 417,-3 1 0,-4 1 0,1-1 0,6 1 0,2-1 0,-7 1 0,3 1 0,-29-2 0</inkml:trace>
  <inkml:trace contextRef="#ctx0" brushRef="#br0" timeOffset="145946">25766 17861 24575,'7'34'0,"1"0"0,-1 3 0,0-3 0,-1-11 0,0 0 0,3 10 0,-1-5 0,-5-17 0,6 14 0,0 1 0,-5-14 0,6 22 0,-6-20 0,-7 6 0,3-9-3277,-22 4 0,16-13 1638,-18 2 1,-2 0 148,15-2 629,-18 0 0,-1-1 861,17 0 0,-9-2 0,1-2 0,10 2 0,-8-4 0,31 4 0,10 3 0,1-1 0,4 1 0,0 1 0,3 1 0,5-2 0,-2-1 0,2 3-438,-3-3 1,5 1 0,-8-1 437,-13-1-632,8 0 1,5 0 0,-5 0 631,-9 0 0,17-3 0,-3 0 0,-20 2 264,17-2 1,1-1-265,-16 2 1178,11 0 1,-1-1-1179,-14 2 3186,6-1-3186,-8 2 0,-2 0 0,-2 0 0</inkml:trace>
  <inkml:trace contextRef="#ctx0" brushRef="#br0" timeOffset="146849">26409 17807 24575,'-11'17'0,"0"12"0,4-8 0,0 14 0,7-25 0,-2 19 0,2-20 0,5 25 0,-3-26 0,8 26 0,-7-25 0,6 12 0,1 0 0,0-3 0,4 3 0,4 1 0,-1-8 0,0-2 0,7 7 0,-1-8 0,-1-3 0,-12-7 0,9 2 0,0 0 0,-10-3-1639,11-3 1,0 0-1639,-11 2 2550,11-5 0,-1-2 727,-8 2-1639,7-7 1,0-1 783,-6 4-30,9-11 0,-1 0 885,-10 11 0,6-11 0,-1 0 0,-10 12 0,7-24 0,-11 25 556,2-23-556,-3 24 0,-7-17 0,5 19 813,-16-21-813,11 18 0,-9-6 0,-2 1 0,5 7 0,-20-6 0,-4 0 0,3 4 0,7 2 0,-6 1 0,5 0 0,7 1 0,2 1 0,-12 0 0,2 2 0,8-1 0,-2 1 0,22 1 0</inkml:trace>
  <inkml:trace contextRef="#ctx0" brushRef="#br0" timeOffset="147349">26922 17979 24575,'21'0'0,"-12"-1"0,13-2 0,13-1 0,2-1 0,-8 2-1639,-10 0 1,1 1 818,6-2 1,6 0 0,3-1 0,0 0 163,-2 1 1,2-1-1,0 0 1,-1 0 0,-2 0 752,4 0 1,-3-1 0,3 1-98,-1-1 0,5-1 0,0 0 0,-3 1 0,-7 1 371,-1 0 0,-7 0 1,-6 0-1,-17 5 1</inkml:trace>
  <inkml:trace contextRef="#ctx0" brushRef="#br0" timeOffset="151300">25609 18320 24575,'14'0'0,"17"0"0,0 1-2662,-9-1 2662,13 2 0,0 0 0,-12-2-3277,13 2 0,-14-2 2928,-3 0 2209,-11 0-1860,0 0 0,0 0 0,-3 0 0,-4 0 0</inkml:trace>
  <inkml:trace contextRef="#ctx0" brushRef="#br0" timeOffset="152852">25517 18371 24575,'10'-3'0,"0"0"0,4-2 0,-1 0 0,21-1 0,-4 4 0,1 1 0,2 1 0,-3 0 0,-2 2 0,-7 0 0,0-1 0,10 1 0,-5-2 0,-16-2 0,21-1 0,-27 1 0,6-2 0,4 4-3277,19-2 0,-14 2 1638,5 0 1,-2 0 148,-15 0 1490,25 3 0,-26-2 0,7 1 0,-12-2 0</inkml:trace>
  <inkml:trace contextRef="#ctx0" brushRef="#br0" timeOffset="156775">19050 17765 24575,'4'23'0,"1"-3"0,1 4 0,-2 0 0,-3-15 0,-1 12 0,3-9 0,-1 11 0,1-2 0,0 1 0,2 5 0,2-2-1639,-1-3 1,-1 0-1639,2 6 1638,-2-2 1,-1-3 148,-4-14 1116,2 13 0,0 1 374,-1-11 0,1 8 0,0-1 0,-2-5 0,3 17 0,2-7 0,-2-3 0,6 4 0,-5-20 0,6 17 0,-6-16 3276,6 14-2386,-4-12 2386,0 5-323,2-3-2953,-7-3 1674,4 2-1674,-4-4 0,0 0 0,-1-3 0</inkml:trace>
  <inkml:trace contextRef="#ctx0" brushRef="#br0" timeOffset="164163">11971 17712 24575,'2'20'0,"1"0"0,-2-5 0,2 10 0,0-1 0,-3-7 0,-1 5-3277,-1 13 0,0-20 535,-1 18 2742,2-26 1826,-1 11-1826,2-16 0,7-13 0,3-16 3276,-1 4-1692,-3-6 1,0 3-1585,-3 12 0,1-12 0,-1-1 0,-1 13 1025,-1-21-1025,0 20 0,0-6 0,0 11 0,-1 7 0,-12 3-1639,-7 7 1,0 2-1639,-4-3 1638,-5 5 1,5-1 148,18-7 1490,-19 10 0,22-9 0,-9 4 0,9-5 819,-2 1 0,3-4 0,1 1 0</inkml:trace>
  <inkml:trace contextRef="#ctx0" brushRef="#br0" timeOffset="164782">12239 17761 24575,'10'12'0,"-5"-4"0,18 7 0,-6-3 0,-1-2 0,0 1 0,-13-6 0,6 10 0,-1 1 0,-3-2 0,1 1 0,-10-8 0,1-1 0,-14 2 0,11-6 0,-12 0 0,-3 1 0,-10 3 0,-2-2 0,7 2 0,24-6 0,-1 0 0</inkml:trace>
  <inkml:trace contextRef="#ctx0" brushRef="#br0" timeOffset="165233">12404 17878 24575,'7'7'0,"0"3"0,3-7 0,5 5 0,9-5 0,-3-5 0,4-8 0,-5-11 0,-10 8 0,0-8 0,-10 16 0,-4-11 0,1 12 0,-15-8 0,-4 10-1639,2 1 1,-1 2-1639,-2 1 2626,-11 5 651,28-3 0,0-1 0,6-2 0,5-1 0</inkml:trace>
  <inkml:trace contextRef="#ctx0" brushRef="#br0" timeOffset="165552">12584 17682 24575,'8'18'0,"-1"0"0,3 1 0,-1-2 0,-3-1 0,7 3 0,-11-13 0,9 10 0,2 0 0,-2-4 0,4 4 0,-12-14 0,1 2 0</inkml:trace>
  <inkml:trace contextRef="#ctx0" brushRef="#br0" timeOffset="167324">11531 18157 24575,'17'0'0,"0"0"0,3 2 0,7-2 0,6 0 0,-3 0 0,3 1 0,2-1 0,-2 0-1093,3 1 1,-1-1 0,3-1 663,-8 1 0,4 0 1,1 0-1,0-1 1,-3 1-1,-4 0 429,-1 0 0,-3 0 0,4-1 0,2 0 0,6 0 0,2 0 0,0-1 0,-3 0 0,-6 1 0,8-2 0,-1 1 0,-5-1 0,5 1 0,1-1 0,-2 0 0,-8 0 0,-6 0 0,-1 0 0,7 0 0,2 0 0,-4 1 1283,0 0-1283,11 1 0,-2 1 0,-20 0 0,15 0 0,1 0 0,-16 0 0,8 0 0,1 1 0,-8 0 0,14 0 0,-22-1 0,10-3 0,-12 1 0,19-7 0,-18 6 0,27-11 0,-25 12 3276,17-10-1986,-21 6-1290,3-13 0,-5 10 0,-2-18 0,0 20 0,-7-29 0,2 21 0,-2-6 0,0 1 0,-1 2-1639,-5-6 1,0 1-1639,3 7 1638,-11-16 1,1 2 148,11 16 221,-12-14 0,1 1 1269,13 16-519,-8-11 1,1 1 518,7 10 2463,-6-20-2463,10 23 3276,1-21-2566,5-2-710,-2 5 0,3-8 0,-4 29 3276,-14-6-1940,-16 7-1336,5 4 0,-7-1 0,-2 1 0,5 0 360,-1-1 1,-2 0-361,4 1 0,-5 0 0,-2 0 0,3 0 0,7 0 0,3 0 0,1 0 0,-8 0 0,-6 0 0,1 0 0,6 0 0,8 0 0,0 0 0,-6 0 0,-7 0 0,1 0 0,10 0 652,5 0-652,-8 1 0,-7 1 0,8 0 0,9 0 0,-21 4 0,-1-1 0,16-2 0,-2 0 0,-4 0 0,-1 0-319,3-1 1,-1 0 0,-1-1 318,-2 2 0,-2 0 0,0 0 0,2 0-433,2-1 1,2 0 0,0 1 432,-17-1 0,12 2 0,25-1 0,-2 16-1639,5 7 1,1 1-307,-1 7 1945,0-9 0,-1 7 0,-1 0 0,1-8 346,-2 0-346,-1 11 0,-1 8 0,2-11 2506,2-13-2506,-2 6 0,-2 6 0,2-6 0,3-7 0,-3 7 0,0 1 0,5-14 0,-1 3 0,1-9 0,0-4 0,0-1 0</inkml:trace>
  <inkml:trace contextRef="#ctx0" brushRef="#br0" timeOffset="171476">11495 18032 24575,'0'5'0,"2"4"0,0-1 0,4 6 0,-4-3 0,3-3 0,-5-2 0,3-6 0,-3 1 0,1-1 0</inkml:trace>
  <inkml:trace contextRef="#ctx0" brushRef="#br0" timeOffset="176331">5697 17663 24575,'-23'7'0,"4"0"0,-8 3 0,10 0 0,5-4 0,5 1 0,2-1 0,-1 10 0,3 1 0,-4 6-3277,0 11 0,4-20 2409,-2 9 1,0 0 867,4-10 0,-2 5 0,0 2 0,6 6 0,-3-5 0,6 6 0,-1-18 0,5 10 0,-2-9 0,14 13 0,0-8 0,1-4 0,2-1 0,4-2 0,-4-3 0,-1-2 3276,-6-2-1895,3 0 1,1-1-4659,5-4 2020,1 2-246,-7-10 1503,-15 7-944,11-19 944,-10 17 0,7-20 0,-11 15 0,-5-11 0,2 10 0,-14-2 0,10 11-2800,-23-6 2800,20 5 74,-12 2 1,0 0-75,7 1 0,-7 1 0,-1 1 0,0-1 3276,-4 1-3031,14 1 1,9 0 0,1 0 0</inkml:trace>
  <inkml:trace contextRef="#ctx0" brushRef="#br0" timeOffset="176998">5904 17869 24575,'-7'15'0,"4"10"0,2 12 0,2-12 0,4 10 0,-2-30 0,9 17 0,-8-16 0,12 8 0,-9-12-3277,24 1 0,-18-3 1638,14-3 1,-1 0-1639,-14 2 3256,12-4 1,0-1 20,-13 3-462,8-4 0,1-2 462,-8 1 3174,13-10-3174,-19 1 0,-4-10 0,-4 11 0,-6-11 0,5 20 0,-11-16 0,10 17 2389,-11-12-2389,10 15 1726,-6-3-1726,0 5 0,0 1 0,-2 1 0,-8 10 0,7-5 3276,-15 15-2457,16-16 0,1 5 0,8-9 0</inkml:trace>
  <inkml:trace contextRef="#ctx0" brushRef="#br0" timeOffset="177532">6269 17874 24575,'-4'9'0,"1"-3"0,3 13 0,0-9 0,0 20 0,0-20 0,7 22 0,-4-26 0,13 18 0,-2-14 0,-1 0 0,12 0 0,-19-9 0,11 1 0,3-2 0,11-11 0,0 8 0,-14-8 0,-4 0 0,-8 8 0,8-25 0,-11 21 0,4-20 0,-7 20-3277,-8-17 0,5 18 3047,-6-10 230,-4 6 0,-2 2 0,-1-1 0,6 4 0</inkml:trace>
  <inkml:trace contextRef="#ctx0" brushRef="#br0" timeOffset="178134">6579 17860 24575,'0'21'0,"0"-8"0,0 9 0,0-8 0,0 2 0,4 7 0,-1-15 0,10 11 0,0-13 0,14-1 0,-11-3 0,15-8 0,-24 3 0,17-12 0,-21 9 0,12-9 0,-12 12 0,1-11 0,-4-1 0,-2-1 0,-3-4 0,1 12 0,-11-5 0,7 9 0,-14-2 0,10 5-3277,-23 2 0,22-1 2621,-11 3 1,0 0-1,17-2 1,-18 3 0</inkml:trace>
  <inkml:trace contextRef="#ctx0" brushRef="#br0" timeOffset="180171">6754 17882 24575,'-10'29'0,"3"-10"0,-3 10 0,2-7 0,-2 10 0,4-11 0,-2 9 0,5-16 0,3-11 0,0-17 0,2-6 0,-1-1 0,1-10 0,-3 10 0,0 3 0,-1 10 0,-1-9 0,2 15 0,-6 15 0,4-4 0,-6 15 0,7-19 0,1 1 0,4-7 0,6-7 0,-2 1 0,9-12 0,-7 2 0,0-3 0,-5 2 0,-8 10 0,-1-1 0,-9 6 0,6-1 0,-5 6 0,11 0 0,-8 20 0,9-10 0,-5 22 0,6-22 0,4 8 0,1-13 0,2-1 0,3-3 0,5-10 0,-5 5 0,7-10 0,-13 9 0,4-9 0,-7 4 0,3 1 0,-5 1 0</inkml:trace>
  <inkml:trace contextRef="#ctx0" brushRef="#br0" timeOffset="181956">7526 17977 24575,'14'3'0,"11"-3"0,-7 3-1639,6-3 1,-1 0-1639,-12 0 1638,24 1 1,2 0-849,-19-1 2840,13 1 1,0 1-354,-16-1 0,20 7 0,-4 3 0,-5-2 0,-8 0 0,-4 1 0,-8-4 3276,6 6-2159,-4 1 2159,-6-7-2132,7 17-1144,-7-14-3277,1 21 2568,-2-20 709,-1 9 0,-1 2 0,2-3 0,7 14 0,-1-18-3277,17-3 2017,-16-8-257,12 1 0,1 0 1517,-11-3 3034,23 2-3034,-13-3 0,-9 0 0,10 0 0,-17 0 3276,8 0-2961,-3-3 0,1 2 0,-5-2 1</inkml:trace>
  <inkml:trace contextRef="#ctx0" brushRef="#br0" timeOffset="182720">8198 18180 24575,'3'24'0,"-1"0"0,1 6 0,-2-9 0,-1-1 0,0 0 0,0 0 0,2-3 0,0-15 0,-1 1 0,2-16 0,-4-14 0,1 5 0,-2 2 0,-2 1 0,-7-5 0,3 4 0,-3 0 0,7 17 0,12 3 0,4 5 0,6 2 0,1-1 0,-12-2 0,1 1 0,-8 18 0,-1-10 0,-2 9 0,3-11 0,-3-2 0,4 3 0,-2 0 0,1-5 0,-2 0 0,-3-5 0,1 0 0,-1-1 0,4-1 0</inkml:trace>
  <inkml:trace contextRef="#ctx0" brushRef="#br0" timeOffset="184273">8570 18209 24575,'1'18'0,"1"16"0,-2-21-1639,-3 6 1,0-1-1639,2-10 2302,-8 10 1,-5 2 974,-9 6 0,-2 2 0,-1-2 0,22-22 1719,-2 3-1719,22-3-1093,5 2 1,6 0 0,-2 0 462,-6-3 0,0 0 630,8 3 0,6 1 0,-1-1 0,-8-1 3276,-5-3-2646,20 7 1,-5-7-631,-29-22 0,16-1 0,-28-6-1639,-1 4 1,2 2 378,2 11 2898,-3-11 0,0 0-1445,6 11-193,-8-22 0,8 23 0,-1-15 0,2 28-3277,0 20 2371,0-5 906,0 10 0,0-2 0,0-17-349,-1 15 1,0 1 348,1-13-157,-1 6 1,1 0 156,0-8 3276,2 9-2870,3-5 2870,0-4-1045,1-2 798,4-12-3029,10-8 827,-6 5-827,15-11 0,-24 13 0,7-3 0</inkml:trace>
  <inkml:trace contextRef="#ctx0" brushRef="#br0" timeOffset="184775">8982 18387 24575,'0'14'0,"0"6"0,1-6 0,-1-1 0,3-9 0,-3-19 0,2 3-1639,-4-8 1,0 1-1639,0 8 3047,-3-17 230,-2 9 0,-4 2 0,1-2 0,1 10 0,9 7 0,7 7 0,-2-4 0,16 2 0,3-1 0,-11-2 0,22 0 0,1-1 0,-22 0-754,16-2 1,0-1 753,-20 3-562,14-3 562,-25 4 0,0 0 0,-1 0 0</inkml:trace>
  <inkml:trace contextRef="#ctx0" brushRef="#br0" timeOffset="185261">9142 18428 24575,'13'18'0,"-5"-8"-3277,1 10 0,-6-14 1328,2 9 1949,-4-3 0,1-1 1719,-2 1-1719,-7-6 0,2-2 0,-19 4 0,-10-6 0,9 3-27,-2-3 0,2-1 27,13-1 0,-12 3 0,22-4 0,7 0 0</inkml:trace>
  <inkml:trace contextRef="#ctx0" brushRef="#br0" timeOffset="185789">9310 18413 24575,'-3'13'0,"0"11"0,1-3 0,6 15 0,-1-17 0,11 9 0,-9-23 0,13 9 0,-13-12 0,11 1 0,-11-3 0,10-6 0,6-15 0,-7 6 0,8-14 0,-19 20 0,3-16 0,-9 16 0,-4-13 0,2 17 0,-18-7 0,-5 8 0,4-1 0,4 8 0,1 3 0,8 2 0,-8 4 0,19-5 0,2-5 0,3 1 0</inkml:trace>
  <inkml:trace contextRef="#ctx0" brushRef="#br0" timeOffset="186141">9528 18406 24575,'5'24'0,"0"5"0,-3-20 0,7 16 0,-4-17 0,17 11 0,-10-16-1639,6 2 1,1-1-1639,-5-4 1638,10-2 1,-1-2 510,-11 0 1128,8-5 0,-1-1 0,-11 2 422,3-7 1,0-1-423,-8 5 0,2-22 0,-19 7 0,5 6 0,-5 0 0,12 18 0,1 1 0</inkml:trace>
  <inkml:trace contextRef="#ctx0" brushRef="#br0" timeOffset="186776">10233 17865 24575,'-20'20'0,"1"0"0,-3-1 0,0 0 0,2-3 0,-1 0 0,-3 0 0,-2 0 0,5-2 0,2-1 0,-12 5 0,1 0 0,19-9 0,-22 6 0,28-13 0,-13 3 0,17-7 0,-3 1 0</inkml:trace>
  <inkml:trace contextRef="#ctx0" brushRef="#br0" timeOffset="188108">9907 18137 24575,'11'15'0,"5"4"0,-7-6 0,-2-10 0,-12-9 0,-16-18 0,4 7 0,0 2 0,10 12 0,6-12 0,0 8 0,5-19 0,-3 19 0,5-14 0,-14 24 0,-17 5 0,4 9-1093,1-4 1,-5 2 0,6-3-2185,0-1 3077,-7 4 0,3-2 200,18-11 0,0 4 0,18-9 0,13-3 0,-7-1 0,0 0 0,8-1 0,3-5 0,-22 12 3276,7-4 0,-10 4-2874,0 5-402,-8 8 0,1-3-3277,-8 6 0,7-11 3047,-3 4 230,6-7 0,-1 2 0,1 3 0,-2 0 0,9 1 3276,12-4 0,7-1-3044,-12-1-232,-18 2 0,-9-1 0,-9 2 0,17-3 0,2 0 0,9 0 0,-2 1 0,5 0 0,-7-1 0,-1-1 0</inkml:trace>
  <inkml:trace contextRef="#ctx0" brushRef="#br0" timeOffset="192206">9604 18416 24575,'0'5'0,"-2"-1"0,1 2 0,-3-2 0,1 6 0,1-6 0,5 8 0,7-1 0,-3-2 0,10 5 0,-11-10 0,14 6 0,-10-6 0,7 4 0,-7-4 0,-2 1 0,5-4 0,-7 0 0,13 1 0,-2-6 0,5-1 0,-5-7 0,-2-3 0,-11-4 0,2 6 0,-7-9 0,-3 15 0,-6-15 0,4 15 0,-6-6 0,7 12 0,-10-5 0,9 5 0,-16-3 0,18 4 0,-7 0 0</inkml:trace>
  <inkml:trace contextRef="#ctx0" brushRef="#br0" timeOffset="192870">9884 18086 24575,'0'18'0,"1"7"0,0-5 0,0 9 0,-1-23 0,0 8 0,0-13 0,-2-11 0,1 5 0,-8-11 0,-10 17 0,2 0-1639,-4 2 1,2 2-1639,7 0 3047,-19 5 230,38-8 0,0-1 0,18-3 0,-10 1 0,-2-1 0</inkml:trace>
  <inkml:trace contextRef="#ctx0" brushRef="#br0" timeOffset="201873">10187 17072 24575,'33'-12'0,"-15"5"0,7-3 0,1 1 0,-4-3 0,4 0 0,-1 0 0,-8 2 0,3-2 0,-2 1 0,-13 8 0,8-7 0,-11 10 0,-1-2 0</inkml:trace>
  <inkml:trace contextRef="#ctx0" brushRef="#br0" timeOffset="202525">12431 16532 24575,'19'-2'0,"0"0"0,3 0 0,2-3 0,5-1 0,-4 1 0,0-1-1093,1-1 1,5-2 0,-7 1-2185,-4 2 3794,1-3 1,-2 0-518,-6 6 0,1-4 0,-10 7 0</inkml:trace>
  <inkml:trace contextRef="#ctx0" brushRef="#br0" timeOffset="203748">14967 16959 24575,'7'6'0,"14"18"0,-12-11 0,11 16 0,-14-19 0,2 1 0,5 10 0,5-3 0,-6-3 0,4-1 0,0-2 0,-7-5-1639,13 6 1,0-1-1639,-11-6 1638,14 5 1,0 1 148,-12-7 776,10 5 1,0 1 713,-11-4-1281,9 1 1,-2 0 1280,-6-2 0,10 5 1426,-5-4-1426,-9-3 0,22 5 0,-23-8 928,22 4-928,-22-5 3276,18-2-2825,-18 0 33,3-1 0,-7 2 1,-3-1-1</inkml:trace>
  <inkml:trace contextRef="#ctx0" brushRef="#br0" timeOffset="204467">15484 17290 24575,'0'18'0,"0"-10"0,0 15 0,1-12 0,1-2 0,8-12 0,-4-3 0,17-16 0,-14 12-1639,5-3 1,0 0-1639,-6 6 3047,7-9 230,-16 16 0,0 2 0,-2 5 0,-1 6 0,3-7 0,0 13 0,1-9 0,3 3 819,-3-4 0,2-8 0,-2 1 0</inkml:trace>
  <inkml:trace contextRef="#ctx0" brushRef="#br0" timeOffset="206919">15020 16407 24575,'-27'-7'0,"9"1"0,-9-2 0,12 5 0,-2-2 0,-4 2 0,3-1 0,-13 2 0,-4 2 0,4 0 0,4 0 0,3 0 0,3 0 0,-8 0 0,0-1 0,7 1 0,-1-1 0,0 0 0,2 1 0,-3 4 0,9-3 0,-11 10 0,0 1 0,0 0 0,-8 4 0,20-8 0,-11 5 0,-2 6 0,7-7 0,3 0 0,1 2 0,-4 10 0,0-5 0,-1 11 0,14-19 0,-2 12 0,3-2 0,2-4 0,0 1 0,4-12-3277,-3 11 0,3-12 3047,-2 14 230,6-3 0,11 18 0,-3-9 0,1-5 0,1-1 0,11 6 0,-5-4 0,7 3 0,-11-14 0,14 10 0,-10-11 0,1 1 0,-1 0 0,-5-5 0,7 1 0,7 2 0,-3 0 0,-8-4 0,1 1 0,13 2 0,6 1 0,-5-1 0,-12-3 0,0-1-47,7 1 0,2-1 0,0 0 47,2 0 0,-1-1 0,-5-1 0,1 1 0,4-1 0,-4 0 0,-16-1 0,14 0 0,2 0 0,-3 0-1452,8 0 1,0 0 1451,-1 2 0,-4-1 0,6-1 0,-6 0 3276,2 2-2610,4-2 1,7 0 0,-9-1-502,-15 1-165,9-1 0,6 1 0,-7-1 0,-13 1 0,21-1 0,1-2 0,-18 2 0,10-2 0,0-1 0,-9 4 1638,3-3 0,3 0-1083,2-1 1,0 0-556,-5 1 0,1 0 0,10-4 0,-4 0 0,-11 4 0,10-5 0,-1 0 0,-8 3 0,3-1 0,-2 1 0,-9 1 0,8-4 0,-6-1 0,4-5 0,-5 5 0,5-12 0,-10 13 0,11-22 0,-12 1 0,4 7 0,-3-4 0,-2 1 0,-1 12 0,1-10 0,-1 1 0,-2 11 0,-3-8 0,-1 1 0,-2 6 0,-1-5 0,-2 0 0,0 6 0,-11-12 0,-3 0 0,8 7 0,-13-8 0,22 20 0,-7-7 0,-2 0 0,5 7 0,-6-8 0,-3-1 0,-7 5 0,2-6-1639,2 7 1,1 2-1639,10 2 1638,-14-3 1,1 0 148,14 4-27,-20-5 0,-1 0 1517,20 5-583,-20-4 1,0 0 582,17 3 0,-17-1 0,-1 0 0,15 1 0,-10 2 0,-7 0 0,5 0 0,0-1 0,-5 2 0,-7 0 0,8 1 0,1-1-288,2 1 0,-6 0 0,8-1 288,10 0 472,-14 0 1,0 0-473,18 0 1248,-8 1 1,-2-1-1249,3 2 0,0 0 3276,-12 1-3047,5-1 0,0 2-229,0 3 0,-4-2 902,2 3-902,26-6 0,-22 5 0,-8 7 0,10-6 0,-5 3 0,3 0 3276,15-7-2726,-9 5 1,2-1 0,13-7 0,-6 5 0</inkml:trace>
  <inkml:trace contextRef="#ctx0" brushRef="#br0" timeOffset="207703">15873 16608 24575,'6'-2'0,"1"-1"0,1 3 0,7-4 0,-3 2-1639,7-1 1,1 0-1639,-5 1 1742,21-3 0,2 0 1535,-16 3-1639,15-4 1,0-1 1319,-20 6-557,18-7 1,1 0 875,-16 5 0,10-4 0,-2-1 0,-15 7 2729,6-6-2729,-7 4 0,-2-1 2154,10 1-2154,3 0 0,-8 3 0,1-2 0</inkml:trace>
  <inkml:trace contextRef="#ctx0" brushRef="#br0" timeOffset="211329">15630 17311 24575,'-25'14'0,"8"-7"0,-3 3 0,-1-1 0,3-4 0,-8 5 0,0 0 0,8-4 0,-1 0 0,2 0 0,10-2 0,-2-1 0,7 0 0,10-7 0,6-1 0,0-1 0,12-8 0,-19 10 0,11-7 0,-15 9 0,12 3 0,4 4 0,-1 1 0,1 0 0,4 2 0,11 3 0,-27-9 0,10 4 0,-15-4 0,-2 3 0,-22 7 0,-2-1 0,-2-1 0,8-3 0,0 0 0,-10 3 0,4-3 0,13-5 0,-4 2 0,13-3 0,9 0-3277,16 0 0,-7 0 2056,5 1 1,-1 0 1220,-13-1 0,16 1 0,-21-6 0,-11-15 0,-7-14 3276,2 8-863,-5-6 863,17 26-3246,-3-4-30,17 19 0,6 2 0,0 2 0,0-3 0,-1-2 0,-10-5 0,25 10 0,-23-11 0,-5-9 0,-14-5 0,-10-1 0,-3 1 0,-2-1-1639,3 3 1,1 3-1639,11 4 3047,-6-1 230,39 5 0,8 1 0,-4-2 0,1 0 0,8 2 0,-8-2 3276,-34-2-2457,1-2 0,-5 0 0,3-1 0</inkml:trace>
  <inkml:trace contextRef="#ctx0" brushRef="#br0" timeOffset="212255">15331 16438 24575,'16'-16'0,"-1"0"0,1-2 0,4-5 0,-2 0 0,-10 12 0,4-4 0</inkml:trace>
  <inkml:trace contextRef="#ctx0" brushRef="#br0" timeOffset="225635">10278 16411 24575,'14'-30'0,"-9"19"0,10-23 0,-12 24 0,5-12 0,-4 12 0,0-3 0</inkml:trace>
  <inkml:trace contextRef="#ctx0" brushRef="#br0" timeOffset="238776">27020 13079 24575,'0'11'0,"0"2"0,0 9 0,0 12 0,0-4 0,0-11 0,0 0 0,0 2 0,2 2 0,0 1 0,-1-2 0,1-3 0,0 1 0,2 12 0,-3-15 0,3 9 0,-1-1 0,-2-11 0,4 23 0,-3-20 0,1-1 0,0-6 0,-2-7 0,0-3 0</inkml:trace>
  <inkml:trace contextRef="#ctx0" brushRef="#br0" timeOffset="240248">27010 13291 24575,'5'-3'0,"0"0"0,-1 2 0,0 0 0,1-2 0,0-1 0,0 0 0,4-6 0,-7 6 0,8-8 0,-3 1 0,8-9 0,-7 5-3277,11-9 0,-15 17 2315,18-20 962,-15 17 0,12-15 0,-4 5-3277,7-7 2259,-6 9 1018,8-7 0,-20 21-13,18-15 13,-18 14-52,16-9 52,-13 10 0,12-8 0,-11 8 3276,8-3-2290,0-2 2290,12 0-1728,-7 4 1,-1-1-1549,9-2 0,8 4 0,-27 2 0,24 1 0,-14 1 559,6 0 0,3 0-559,-6 0 0,-2 0 61,-1-1 1,1 2-62,6 0 0,-4 0 0,-13 0 0,10 2 0,1 1 0,-10-3 0,11 4 0,2 1 0,-8-2 0,8 1 0,0 2 0,-9-2-1639,5 1 1,-1-1-1639,-6 0 1667,11 3 1,-1 0 1609,-12-4-1639,10 4 1,-1 0 1368,-14-4-916,13 5 0,1 0 1186,-13-4 523,13 5 0,-1 0-523,-13-6 1628,19 10-1628,-4 0 0,-4-5 3276,9 9-2856,-17-8-420,5 2 0,-6-5 0,2-2 0,-6-5 3276,15 7-1024,-10-3-2252,9 5 0,-10-6 0,-2 0 0,-4-3 0</inkml:trace>
  <inkml:trace contextRef="#ctx0" brushRef="#br0" timeOffset="242116">28368 13165 24575,'13'-11'0,"13"-10"0,-10 4 0,8-3 0,-2 3 0,-13 10 0,10-8 0,0 1 0,-12 8 0,18-15 0,-17 15 0,8-10 0,-10 13 0,4-8 0,11 4 0,-9-2 0,20-2 0,-24 8-1639,14-5 1,-1-1-1639,-11 6 2079,12-6 1,1 0 1197,-15 8 0,24-12 0,-7 7 0,-3 0-1639,-1 2 1,-1 1 1096,-11 2 1426,19-2 1,1 0-885,-11 3 78,9-2 0,-1-1-78,-9 3 0,17-1 0,-9 1 0,-2 0 3276,8 5-1779,3 6-1497,-6-1 0,-2-1 0,2 1 0,-8-3 0,0 0-1345,11 6 1,-1-1 1344,-10-5 0,-1 0-1281,10 7 0,-5-2 1281,-12-9-861,12 10 0,0 1 861,-12-8 0,6 4 0,1 1 0,-5-3 0,0-1 3276,-4 0-2869,-3-6 2869,4 7-1043,-1-6 1043,3 8-2701,-6-8-575,5 3 0,-2-4 0,2 2 0,-4-2 0,-2 3 0,0-4 0,-1 2 0,4-2 0,3-3 0,-6 1 0,1-11 0,-7-8 0,-3-13 0,3 9 0,-3-6 0,3 13 0,0-6 0,0 9 0,0-4 0,0 9 0,0-1 0,0-3 0,9-4 0,1 2 0,5-4-3277,8 2 0,-12 10 1966,10-2 0,0 0 1311,-6 4 0,7-2 0,0 1 0,-7 2 0,11-1 0,0 0 0,-6 1 0,8-1 0,-1 1 0,-8 2 0,6 0 0,1-1 0,-4 1 0,10 1 0,-1-1 0,-12 0 0,6 1 0,-2 0 0,-12 1 2392,18-3-2392,-22 3 0,11-2 0,-13 3 0,7 0 0,-1 0 0,0 0 0,4 0 0,-9 0 0,18-1 0,-16-1 0,21-1 0,-17 1 0,19-1 0,-15 3 0,2-1 0,3 0 0,12 10 3276,-6-6-1638,1 7 0,-2 1-1406,-12-4-232,9 3 0,-1 0 0,-8-1 0,13 7 0,-18-8-3277,16 10 0,-21-13 2115,14 15 1162,-15-15-327,11 16 327,-11-16 0,9 16 0,-2-2 0,0 1 0,-1 1 0,4 7 0,-2-3 0,-1-3 0,-5-11 3276,7 19-392,-11-26-2545,2 7 0,-5-11 1,1 0-1</inkml:trace>
  <inkml:trace contextRef="#ctx0" brushRef="#br0" timeOffset="247106">27040 13405 24575,'9'-2'0,"16"0"0,-1 2 0,7 2-1639,-2-1 1,-1 0-1639,-8 0 2184,8 0 1,7-1 0,-8 1-2185,-12-1 2861,8-1 1,7 1-1,-8-1 416,-12 1-722,20-2 0,2 0 722,-16 0 714,13-1 1,0 1-715,-10-2 1510,6 2 1,4-1-1511,4 0 0,0 0 0,-7 0 0,2 1 0,2 0 0,3 0 0,-6 0 0,6-4 0,-4 3 0,6 0 0,-5 0 1162,-11 0 1,0 0-1163,19 0 0,-3 0 0,-13 1 833,0 1 1,1-1-834,1 0 0,-1-1 0,-3 2 0,1-1 0,12-1 0,-3 0 0,-8 1 0,8-1 0,7-1 0,-5 0-710,-11 2 0,1-1 710,6 1 0,6-1 0,0 0 0,-6 0 0,-6 0 0,0 0 0,11 1 0,6 0 0,-8 0 0,-2-2 0,3 3 0,7 1 0,-9 0 0,-6 0 0,1 0 0,4 0 0,-5 0 0,-4 0 0,11 0 0,1 1 0,-9-1 1638,10 2 0,3-1-547,-10-1 1,0 0-1092,1 1 0,2-1 0,-1 1-58,3-1 0,-1 0 58,-3-1 0,2 1 0,-5-1 0,6 1 0,-3 0 0,5 0 0,-4 0 0,3 1-741,-6 0 1,4-1 0,-5 1 740,-2-1-1639,4-3 1,0 0 199,-9 2-66,11-4 1,-1 0 1504,-15 4 0,13-2 0,3-1 0,-6 1 0,0 0 0,-3 0 0,0 0 0,10 0 0,-2 0 0,-10 0 0,4 2 0,6 0 0,1 0-325,3-2 0,1 0 0,-1 0 325,-5 1 0,-1 1 0,3 0 0,9-1 0,5 0 0,-2 0 0,-10 1 2634,3 0-2634,-7 0 0,10 1 0,2 0 0,-2-1 0,-9 0 3276,10-3-3238,-9 3 1,6 0 0,0 0 0,-9 0-39,1-6 0,11 5 0,0-1 3276,-15-1-1895,14 1 0,-3 1-1381,-21 1 0,9-1 0,0 1 0,-14 1-3277,22 0 1073,-22 0 2336,25 0-132,-23 0-3277,28 0 2287,-26 0-436,12 0 0,0 0 1426,-14 0 2589,27 0-2589,-31 0 530,1 0-530,-21 0 0,5 0 0,-5 0 0</inkml:trace>
  <inkml:trace contextRef="#ctx0" brushRef="#br0" timeOffset="257575">24655 2202 24575,'0'6'0,"0"14"0,4 15 0,-3-8 0,2-2 0,0-3 0,-3-9 0,2 9 0,0 1 0,0-7 0,0 6 0,-1-1 0,1-8 0,-2 16 0,1-4 0,-1-7 0,2 2 0,1-2 0,-3-9 0,6 17 0,1 3 0,-4-4-1639,4 4 1,1 2 595,-2 3 1043,-1-5 0,1 3-1093,-1-5 1,0 2 0,0-3 54,0 0 0,0 1 1038,-1 0 0,1 4 0,0-1 0,-1-6-296,1 6 296,-1-2 0,1 8 0,0 1 0,0-7-535,-2-5 0,0-1 535,0 3 0,1 5 0,0 0 0,-1-6 0,-1-4 0,0-1 0,1 12 0,0 6 0,-1-7 0,0-13 0,-1 0 0,1 8 0,1 7 0,-1-1 0,0-8 2524,-1-3-2524,0 6 0,0 6 0,0-8 3276,-1-10-1951,2 16 1,-1 2-1326,0-15 0,2 7 0,1-2 0,-3-11-3277,4 13 964,-5-18 3563,3 9-1250,-1-13 0,1 2 0,-1-4 0,-1-2 0</inkml:trace>
  <inkml:trace contextRef="#ctx0" brushRef="#br0" timeOffset="258672">24255 3146 24575,'26'0'0,"-12"0"0,17 0 0,-22 0 0,26 0 0,-21 0 0,20 2 0,-20-2 0,20 1 0,-6-1 0,0 0 0,-9 0 0,3 0-1093,10 0 1,5 0 0,-5 0-2185,1 2 2789,-4-1 1,9-2 0,1 1 0,-7 1 656,-6 0 1,-1-1-170,2 0 0,5 0 0,0-1 0,-5 1 0,-4 0 0,-2 0 0,16-4 0,-3 0 0,-7 2 0,6-3 0,-3 1 0,-21 3 0,13-2 0,-2 1 0,-12 1 0,24-2 0,-19 3 0,19 0 0,-18 0 3276,23 0-1864,-18 0 1,1 0-1413,16 0 0,1 0 0,-30 0 0,2 0 0</inkml:trace>
  <inkml:trace contextRef="#ctx0" brushRef="#br0" timeOffset="259529">24769 3093 24575,'0'0'0</inkml:trace>
  <inkml:trace contextRef="#ctx0" brushRef="#br0" timeOffset="260895">25523 3143 24575,'7'0'0,"7"-1"0,-6 1 0,7-3 0,-9 3 0,17-6 0,-10 5 0,11-5 0,-9 5 0,-1-5 0,-5 3 0,-2-1 0</inkml:trace>
  <inkml:trace contextRef="#ctx0" brushRef="#br0" timeOffset="261311">25703 2920 24575,'3'20'0,"1"1"0,0 2 0,1 5 0,0 2 0,-2-8 0,0-1 0,1 1 0,-1 0 0,2 6 0,-1-4 0,-2-7 0,1 4 0,0 0 0,-2-10 0,4 17 0,-3-24 0,1 5 0,-3-8 0,0 1 0</inkml:trace>
  <inkml:trace contextRef="#ctx0" brushRef="#br0" timeOffset="261908">25686 3459 24575,'18'32'0,"1"-6"0,-3-6 0,0-7 0,-11-11 0,8-1 0,4-7-3277,7-6 0,-7 2 858,5-11 2419,-18 15 0,8-15 0,-11 5 0,-1 1 0,-4-3 0,0 13 0,-5-3 0,2 3 3276,-1 1-852,-2 3 849,4 3-3273,-7 2 0,10-2 0,-4 1 0</inkml:trace>
  <inkml:trace contextRef="#ctx0" brushRef="#br0" timeOffset="262575">25689 3633 24575,'1'22'0,"3"3"0,-1-20 0,8 15 0,-8-13 0,8 10 0,-7-12 0,7 9 0,-6-9 0,6 5 0,-6-8 0,18-6 0,-2-5 0,6-4 0,1-9 0,-11-3 0,0 3 0,-5-5 0,-8 10 0,-1 2 0,-7 0 0,-10 12 0,3-2 0,-15 2 0,18 3 0,-7-2 0,11 2 0,1 0 0,2 0 0</inkml:trace>
  <inkml:trace contextRef="#ctx0" brushRef="#br0" timeOffset="263259">26089 3567 24575,'-8'6'0,"-2"6"0,5 4 0,0-4 0,13 20 0,-3-23 0,9 20 0,-7-22 0,10 9 0,-10-12 0,19 10 0,-19-12 0,20 3 0,-20-5 0,18-1 0,-17-2 0,9-2 0,-11-9-3277,1-8 0,-4 7 0,-5-19 2904,2 27 1,-3-10-1,3 15 1</inkml:trace>
  <inkml:trace contextRef="#ctx0" brushRef="#br0" timeOffset="263596">26250 3316 24575,'11'28'0,"1"5"-3277,-6-3 0,0-10 1638,-1 8 1,-1-3-1639,-1-14 2653,3 19 1,-1-1 623,-4-19-452,5 15 0,-1 0 452,-3-14 2184,9 23-2184,-10-24 3276,7 11-2884,-4-8-392,1-1 819,-1-2 0,-2-10 0,-1 2 0</inkml:trace>
  <inkml:trace contextRef="#ctx0" brushRef="#br0" timeOffset="263843">26436 3640 24575,'6'18'0,"0"0"0,1 4 0,1 1 0,-6-18 0,1 7 0,-1-9 0,-2-1 0,-7-19 0,5 11 0,-5-13 0</inkml:trace>
  <inkml:trace contextRef="#ctx0" brushRef="#br0" timeOffset="264010">26451 3585 24575,'4'-3'0,"1"2"0,3 2 0,-4 0 0,2 1 0</inkml:trace>
  <inkml:trace contextRef="#ctx0" brushRef="#br0" timeOffset="264594">26571 3546 24575,'-8'17'0,"-4"11"0,0-6 0,0 12 0,10-24 0,1 14 0,1-15 0,4 13 0,-1-18 0,4 8 0,-4-10 0,11 1 0,2-4 0,3-2-3277,4-15 0,-13 10 2160,5-20 1117,-12 20 0,1-12 0,-4 14 0,0-1 0,0 4 3276,0 2-208,5 9-1741,1-1-1327,7 7 0,3-6 0,17-15 0,-12 6 0,3-11 0,-18 11 0</inkml:trace>
  <inkml:trace contextRef="#ctx0" brushRef="#br0" timeOffset="264878">26818 3495 24575,'8'21'0,"-4"-11"0,3 20 0,0-14 0,-4 1 0,8 4 0,-10-13 0,10 9 0,-6-5 0,1-2 0,-3 0 0,-5-7 0,-5 2 0,1-4 0,-2 1 0,5-2 0</inkml:trace>
  <inkml:trace contextRef="#ctx0" brushRef="#br0" timeOffset="272235">24873 2978 24575,'30'17'0,"-2"0"0,-21-15 0,23 8 0,-17-7 0,18 5 0,-11-7 0,-7 0 0,9-5 0,-7-1 0,-3-1 0,1 1 0,4-4 0,2-2 0,1 0 0,6-3 0,-18 9 0,13-7 0,-14 9 0,13-6 0,-13 6 0,25-6 0,-23 6-3277,28-5 0,-29 7 2016,24-1 1261,-22 2 0,15 2 0,-6 1 0,-5 0 0,10 2 0,-17-2 0,19 3 0,6-1 0,-6 0 0,-1-4 0,-2 0 0,-5-1 1638,7 0 0,2 0 1359,6 0-2997,3-1 0,-16 1 0,-15-5 0,-2 5 0,1-3 0</inkml:trace>
  <inkml:trace contextRef="#ctx0" brushRef="#br0" timeOffset="274051">25699 2058 24575,'-12'-2'0,"-4"3"0,-5 1 0,7 1 0,-7 3 0,16-2 0,-8-1 0,9-1 0,-9 3 0,2 3 0,-8 4 0,7-3 0,-3 2 0,9-1 0,0-3 0,-1 10 0,5-3 0,0 10 0,1-9 0,8 6 0,2-6 0,2 1 0,0-2 0,-1-10 0,-5-2 0,8-4 0,7-6 0,-4 3 0,15-11 0,-20 11-3277,20-8 0,-22 11 3047,13-4-3047,-3 5 2017,-9 0 207,16 0 1053,-21 1 0,11 4 0,-9 3 3276,5 6-2536,-3 3-740,-2-4 0,-1 3 0,-6-10 3276,-6 19-548,-7-8-4367,0-2 1,0 0 485,-4-1 880,-10-4 273,20-8 0,-9 2 0,8-5 0,-3-1 0,-1-5 0,0-4 0,2 3 3276,1-5 0,7 3-3180,1 1-96,3-1 0,-1 8 0,1-1 0</inkml:trace>
  <inkml:trace contextRef="#ctx0" brushRef="#br0" timeOffset="274833">26037 2168 24575,'6'0'0,"3"0"0,-2 0 0,9-2-3277,-1-1 0,-2 1 3047,0-4 230,-11 3 0,-2-9 0,-2 6 0,-8-11 0,5 13 0,-16-13 0,15 15 0,-14-8 0,14 10 3276,-7-1 0,-12 10-3044,12-5-232,-10 9 0,1 2 0,12-6 0,-15 11 0,0 2 0,13-7 0,-3 2 0,0 1 0,11-5 0,-3 5 0,14-3 0,3-1 0,0-2-1639,9-5 1,0-3-1639,-8-1 1638,16 2 1,0-1 148,-16-4 101,17 1 0,0-1 1389,-18 0-588,14 1 1,0 0 587,-16-1 2578,14 1-2578,-10-1 0,-4 0 3276,12 0-3131,-11 0 0,2 0 0,-7 0 0</inkml:trace>
  <inkml:trace contextRef="#ctx0" brushRef="#br0" timeOffset="275353">26404 2197 24575,'9'23'0,"-1"1"0,1 4-1639,0 0 1,-1-2-1639,-5-13 1638,6 11 1,0 0 834,-6-11 1130,5 8 0,0-2-326,-5-7-3277,8 18 3077,-6-24 3476,9 22-3270,-11-24 1626,7 9-1632,-10-20 1507,2-3-1507,-2-8 0,-6-17 0,3 17 0,-4-3 0,-2 1 0,3 7 0,-6-3 0,1-1 0,2 4 0,-4-4 0,10 12 0</inkml:trace>
  <inkml:trace contextRef="#ctx0" brushRef="#br0" timeOffset="276305">26263 1775 24575,'2'5'0,"1"2"0,3 14 0,-1-7-1639,2 7 1,-1 0-1639,-1-8 0,2 16 0,-3-2 2909,-3-15 393,3 12 1,0 0-26,-2-14-597,3 15 0,0 1 597,-2-12 1065,3 7 1,-1 0-1066,-2-7 3276,7 19-2594,-2 0-682,-1-6 0,-3-7 0,-1-3 0,-1-8 0,1 12 0,1-1 0,-3-9 0,4 9 0,1-1 0,-3-12 3276,5 10-2988,-6-12 502,3 1 0,-5-4 0,1-1 1</inkml:trace>
  <inkml:trace contextRef="#ctx0" brushRef="#br0" timeOffset="277089">26691 2145 24575,'7'24'0,"0"0"0,3 4-1639,-3-5 1,-1-2-1639,-3-11 1638,4 11 1,0 2 1312,-4-10-1804,7 21 2130,-7-26 0,4 14 0,-3-12 0,1 6 3276,-3-6-2494,-1-10-782,-3-10 0,2 3-3092,-9-25 3092,6 24 1237,-4-14 0,-1 0-1237,2 9 0,-3-8 0,0 0 0,4 7 0,-4-3 0,-1-2 0,-1-8 0,0 0 0,2-1 0,9 12 0,-1 2 3276,8-10-789,11 1-2487,3 2 0,2 0 3084,2 11-3084,1-2 0,-3 4 0,2-1 0,-20 10 0,2-2 0,-7 4 0</inkml:trace>
  <inkml:trace contextRef="#ctx0" brushRef="#br0" timeOffset="277350">26684 2222 24575,'13'0'0,"-3"0"0,-1-5 0,4 3 0,1-3 0,0 4 0,-4 1 0,1 4-3277,16 4 0,-13-2 3219,13 2 1,-24-8-1,2 2 1</inkml:trace>
  <inkml:trace contextRef="#ctx0" brushRef="#br0" timeOffset="277971">27089 2003 24575,'-9'9'0,"3"-2"0,-4 16 0,7 6 0,-1-6 0,7 2 0,1-4 0,-2-12 0,7 12 0,0 0 0,-7-14 0,18 21 0,-18-23 0,13 10 0,-6-11 0,1 2 0,1-4 0,-6-2 0,7-7 0,-6 2 0,5-4 0,-8 4 0,1 4 0,-4-1 0</inkml:trace>
  <inkml:trace contextRef="#ctx0" brushRef="#br0" timeOffset="278422">27261 2056 24575,'7'14'0,"4"4"0,1 6 0,-2-7-3277,8 11 0,-14-21 0,18 14 1556,-17-16 2471,23 11-750,-22-14 0,28 4 0,-12-17 0,4 5 1638,-11-6 0,-1-3-120,1-9-1518,-8 4 0,-1 0 0,2-7 0,-11-7 0,1 26 0,-9-18 0,6 22 3276,-7-12-3203,9 15 0,0-2 0,1 3 0</inkml:trace>
  <inkml:trace contextRef="#ctx0" brushRef="#br0" timeOffset="279406">27585 1950 24575,'10'13'0,"-1"-3"0,4 11 0,-3-1 0,-2-4 0,-1 12 0,-5-17-3277,3 12 0,-4-16 2169,5 10 1108,-6-12 0,4 7 0,-2-5 0,1-3 0,-1-11 0,2-3 0,-2-7 0,10-7 0,-9 17 0,8-10-1204,2-4 1204,-6 12-1639,5-7 1,0 0 1068,-6 10 570,9-16 0,-12 20 3276,3 0-3134,-1 7 1,-1 0 0,0-2 0</inkml:trace>
  <inkml:trace contextRef="#ctx0" brushRef="#br0" timeOffset="280109">28003 1939 24575,'12'17'0,"-2"-1"0,-1-6 0,-3-1 0,-3-8 0,0 2 0,0-3-3277,6-4 0,-5 1 0,19-15 1787,-18 11 14,16-21 1476,-20 22 0,5-18 0,-11 11 0,4 0 3276,-4 4-2746,-1 8-530,-10 6 0,6-2-2330,-11 13 2330,16-11-3034,-14 21 3034,14-19-1015,-4 10 1,-1 1 1014,6-9 0,-7 16 0,0 1 0,6-13 1014,-3 7 1,-1 3-1015,2 0 3034,2 1-3034,7 4 0,2-15 0,13-3 0,-11-8 0,23-3 0,-18-2 3276,21-10-2425,-23 10-851,8-10 0,-13 11 0,2 1 0,-6 1 0,0 4 0</inkml:trace>
  <inkml:trace contextRef="#ctx0" brushRef="#br0" timeOffset="280859">26593 2735 8191,'19'-5'0,"7"2"0,7-1 0,-2-1 0,7 0 0,2 0 0,-1-1 0,-5 2 0,-1-1 0,-5 1 0,7 0 0,-5 0 0,6 0 0,4 0 0,2 0 0,0 0 0,-3-1 0,-4 1 0,-7 1 0,8-3 0,-1 0 0,-4 2 0,7 1 0,3-1 0,-1 0 0,-3 1 0,-8 0 0,-1-2 0,-3 0 0,11-1 0,3 0 0,-10 2 0,-16 2 1429,19-6-1429,-27 8 0,18-2 0,-8 1 0,16-1 0,4-1 0,-15 3 0,2 0 0,6-1 0,5 0 0,2 0 0,-6 0 159,-3 1 1,1 0-160,3-1 0,4-1 0,3 1 0,0 0 0,-2 1 0,1 0 0,1 0 0,-2 0 0,-1-1 0,-2 1 0,-2-1 0,1 0 0,2 1 0,2 0 0,4 0 0,2 0 0,-2 1 0,-4-1 0,-7 1 0,-1-1 0,-4 0 0,14 0 0,-8 0 0,-21 0 0,-2-1 0</inkml:trace>
  <inkml:trace contextRef="#ctx0" brushRef="#br0" timeOffset="284811">24804 2930 24575,'3'31'0,"-1"-16"0,-3 4 0,-1 1 0,-6 2 0,2 3 0,-5-3 0,7-14 0,-4 5 0,5-7 0,0 2 0,3-6 0,0 0 0</inkml:trace>
  <inkml:trace contextRef="#ctx0" brushRef="#br0" timeOffset="285295">24946 2965 24575,'-4'20'0,"1"-7"0,-7 10 0,-4-1 0,4-1 0,-7 6 0,13-16 0,-6 4 0,16-13 0,7-7 0,3-1-820,8-9 1,-18 13 0,3-4 0</inkml:trace>
  <inkml:trace contextRef="#ctx0" brushRef="#br0" timeOffset="285659">25078 2978 24575,'-17'29'0,"5"-9"0,-1-1 0,-3 3 0,3-5 0,1-2 0,4-8 0,-8 10 0,12-12 0,-1 5 0,21-2 0,5-4 0,6 1-656,-6-9 1,-2-1-1,-6 1 1,12-5 0</inkml:trace>
  <inkml:trace contextRef="#ctx0" brushRef="#br0" timeOffset="285992">25219 3021 24575,'-6'25'0,"-5"4"0,1-13 0,-5 9 0,10-21 0,-3 11 0,4-13 0,15-5-820,5-6 1,1-2 0,-3 4 0</inkml:trace>
  <inkml:trace contextRef="#ctx0" brushRef="#br0" timeOffset="286277">25437 3003 24575,'-18'30'0,"6"-12"0,1-1 0,-7 6 0,-6 6 0,7-10 0,1-4 0,12-12 0,1 1 0,30-21-656,0 2 1,-10 5-1,-1 0 1,3-1 0</inkml:trace>
  <inkml:trace contextRef="#ctx0" brushRef="#br0" timeOffset="286510">25572 3019 8191,'-8'19'0,"1"-2"3276,1-1-1489,-1 1-1787,5-14 2818,-4 14-2818,3-14 1719,-1 13-1719,3-10 0,6 7 0,-5-9 0,7 1 0</inkml:trace>
  <inkml:trace contextRef="#ctx0" brushRef="#br0" timeOffset="287163">25652 2966 24575,'-16'14'0,"4"-4"0,5-4 0,-2-1 0,-16 3 0,12-2 0,-9 1 0</inkml:trace>
  <inkml:trace contextRef="#ctx0" brushRef="#br0" timeOffset="287527">25091 3010 24575,'18'14'0,"-1"-4"0,2-1 0,4 3 0,5-4 0,0-2 0,-2-4 0,2 0 0,0-1 0,2 0 0,-5 0 0,-13-1 0,-15 0 0</inkml:trace>
  <inkml:trace contextRef="#ctx0" brushRef="#br0" timeOffset="287829">25062 3031 24575,'34'5'0,"-16"-3"-1639,8 3 1,-1 1-1639,-12-5 1638,14 3 1,1 1 647,-13-4 2092,22 2-1101,-26-3 0,3 0 0,-7-3 0,2-5 0,-6 4 0,0-3 0</inkml:trace>
  <inkml:trace contextRef="#ctx0" brushRef="#br0" timeOffset="288082">25316 2984 24575,'18'4'0,"-9"-2"0,20 3 0,-3-5 0,10 1 0,2-1 0,-17 0 0,0-1-1639,15 0 1,-5 0-1537,-16-2 3175,-1 1 0,-11 1 0,-2 1 0</inkml:trace>
  <inkml:trace contextRef="#ctx0" brushRef="#br0" timeOffset="289871">23556 1485 24575,'25'-14'0,"0"1"0,0 0 0,5 1 0,8-1 0,-7 3-1504,-5 4 1504,5-3 0,8-2 0,-11 3 488,-12 3-488,16 0 0,0 1 249,-21 1-249,13 2 0,-1 0 0,-14 1 0,23 5 0,-9 2 0,-1 1 0,-3-2 0,0 0-1639,15 7 1,-2-1-495,-10-5 604,12 7 1,0-1 1528,-12-6 0,7 5 0,1 2 0,-4-2 0,1 1-1639,-10-1 1,-2 0 1190,-5-6 1081,8 8 0,-1 1-633,-6-6-657,9 10 1,0-1 656,-8-7-376,6 8 1,-1 0 375,-8-9 1638,4 9 0,1 2-1611,-1-1 1,-2-1 2239,7 13-2267,-2-5 0,-3-4 0,-8-13 0,7 14 0,2 2 0,-6-11 0,3 10 0,-1 1 3276,-1-5-1863,0 4 1,2 3-3053,1 1 1,0-1 912,-3-6 1,0 0 725,6 15 0,-2-5 0,-7-16-1503,8 17 0,2 0 1503,-5-13-854,3 8 1,0 0 853,-3-11 0,6 13 0,-8-13 3276,2-2-2102,-7-4 2102,2-6-2776,-5 0 2771,4-1-3271,-5-1 0,0-1 0,-3-1 0,1 1 0,-1-2 0</inkml:trace>
  <inkml:trace contextRef="#ctx0" brushRef="#br0" timeOffset="291096">24972 2461 24575,'10'9'0,"-3"-5"0,-1 9 0,2 0 0,-3-2 0,2 4 0,-5-11 0,1 3 0,-3-3 0,2-3 0,6-17 0,4-3 0,-2 2 0,1 1 0,3-3 0,3 1 0,-10 9 0,4-2 0,-8 5 0,-5 8 0,-9 7 0,2 1 0,-9 5 0,12-11 0,-9 8 0,10-9 0,-9 7 0,9-8 0,-18 13 0,11-9 0,-5 4 0,11-7 0,16-12 0,1 3 0,3-5 0,-5 7 0,-6 2 0,0 2 0,0 4 0,5 8 0,-4 4 0,3-3 0,-4-4 0,0-7 0,4 4 0,-1 0 0,3 0 0,-7-2 0,-1-4 0,-15 7 0,-2 0 0,-2 2 0,1 0 0,20-7 0,6 0 0,9-4 0,-4 0 0,-4 1 0,-8 1 0,0 0 0</inkml:trace>
  <inkml:trace contextRef="#ctx0" brushRef="#br0" timeOffset="292212">24881 2986 24575,'2'19'0,"-1"1"0,-1-13 0,-1 1 0,0-4 0,9-2 0,11-7 0,2-1 0,6 1 0,0-4 0,6-3 0,-7 3-3277,-3 3 1943,3-4 0,1-1 1334,-4 4 0,-3 1 0,5-5 0,7 1 0,0-1 0,-8 4 0,1 1 0,-26 28 0,-10-3 0,-4 10 3276,-2-8-607,5-6-2669,0-2 0,4-1 0,6-8 0,0 0 0,8-1-3277,23-6 0,-14 0 1638,11-3 1,-2-1 148,-14 2 1247,11 0 1,0-1 242,-14 2 0,16 1 0,-20 2 3276,6 1-2255,-7 1 2255,7 9-127,-7-5-2065,4 12-1084,2-9 0,0 1 0,-1-5 0,-4-2 0</inkml:trace>
  <inkml:trace contextRef="#ctx0" brushRef="#br0" timeOffset="293961">25807 3132 24575,'25'6'0,"0"0"0,3 1-1639,1-3 1,-3-2-1639,-15-2 2184,11 0 1,8 1 0,-7-1-2185,-6 0 3058,9 0 0,6 0 0,-6 0 219,-7-1-116,5 0 0,6 0 0,-3-1 116,-4 0 0,-2 0 0,5 0 0,4 1 40,-5 0 1,3 0 0,3 1 0,3 0-1,1 0 1,0 1-41,-2 0 0,3 0 0,1 1 0,1 1 0,1-1 0,0 0 0,0 0 0,-2 0 0,-1 0 0,-2-1 0,-2 0 0,-1 0 0,0-1 0,0 1 0,2-1 0,1 1 0,4 0 0,-7 0 0,3 0 0,2 1 0,3-1 0,0 1 0,2 0 0,0 0 0,-1-1 0,0 1 0,-1 0 0,-2-1 0,-3 1 0,-2-1 0,-4 0 0,-4 0 75,16-1 1,-10 0 0,8 1-76,-10 0 0,5 0 0,5 0 0,3 0 0,2 1 0,1-1 0,-1 1 0,0 0 0,-2 0 0,-5-1 0,-3 1 0,-7-1 0,9 1 0,-8 0 0,5 0 0,-3 0 0,4 0 0,5 0 0,1 0 0,-1 0 0,-3 0 0,-4 0 0,-8-1 187,0 1 0,-3 0-187,12-1 0,3-1 0,-2 1 0,-6-1 0,-2 0 1378,2 0 0,2 0-1378,4 0 0,3 1 0,-8-1 3276,-6 0-3266,0 0 1,9 1 0,6-1 0,2 0-1,0 0 1,-3 0 0,-8 1-35,-1 0 1,-5 0 0,5-1 23,1 1 0,6-1 0,5 0 0,2 0 0,-1-1 0,-2 1 0,-5 1 0,-7-1 0,3 1 0,-1 1 0,0-2 0,7 0 0,4 0 0,-2 0 0,-4 0 0,-8 0 0,5 0 0,-2 0 0,7 1 0,-1-1 0,-11-1 0,-12-2 555,15 2-555,-17-3 1644,0 1-1644,9-3 0,-5-1 0,9 1 0,-15 2 0,13 2 0,-13 1 0,20-3 0,-19 3 3276,10-1-1520,-13 2-1756,1-3 0,-4 1 0,1-2 0,-3 3 0</inkml:trace>
  <inkml:trace contextRef="#ctx0" brushRef="#br0" timeOffset="295698">26132 2930 24575,'8'12'0,"-2"5"0,4 7 0,-1 2 0,-3 2 0,4 5 0,-2-1 0,-7-19 0,3 14 0,-3-23 0,0 3 0,0-4 0,2 3 0,4 13 0,-1-9 0,10 22 0,-10-23-1639,5 9 1,1-1-1639,-5-6 3219,14 19 1,-18-25-1,4 6 1</inkml:trace>
  <inkml:trace contextRef="#ctx0" brushRef="#br0" timeOffset="297451">27069 3045 24575,'3'8'0,"0"3"0,8 10 0,-5-9 0,1 6 0,-2-6 0,-1 3 0,1-2 0,-1 8 0,-2-11 0,1 6 0,0-6 0,-1 0 0,2 0 0,-3-4 0,1 0 0</inkml:trace>
  <inkml:trace contextRef="#ctx0" brushRef="#br0" timeOffset="297851">27684 3101 24575,'-1'5'0,"0"0"0,-1 3 0,1-5 0,0 4 0</inkml:trace>
  <inkml:trace contextRef="#ctx0" brushRef="#br0" timeOffset="298916">29292 3062 24575,'9'27'0,"2"-1"0,-1 9 0,-3-16-1639,-1 0 1,-2-2-1639,0-9 732,0 19 2545,-1-21-2566,3 20 2566,-3-19-2920,6 24 2920,-7-24 0,10 24 0,-10-25 144,10 16-144,-8-16 747,5 6 1,-5-8 0,-1-2 0</inkml:trace>
  <inkml:trace contextRef="#ctx0" brushRef="#br0" timeOffset="299506">29088 3511 24575,'23'-5'0,"-1"1"0,1 1 0,0-2 0,12 2 0,-3 1 0,-21 2 0,23 0 0,-36 4 0,-13 13 0,5-7 0,-8 6 0,-1-1 0,12-10 0,-19 15 0,28-12 0,5 7 0,3-8 0,10 3 0,1-1 0,-9-4 0,6 3 0,-2 1 0,-12-6 0,3 13 0,-6-11 0,-7 25 0,0-20 0,-10 20 0,6-22 0,-7 6 0,-3 1 0,4-5 0,-9 4 0,0-1 0,2-4-3277,-9 3 0,17-9 2674,-1-3 603,12 0 0,-9-4 0,10 3 0,-4 0 0</inkml:trace>
  <inkml:trace contextRef="#ctx0" brushRef="#br0" timeOffset="300034">29442 3684 24575,'-8'18'0,"1"0"0,-2 5 0,2-3 0,4-12 0,-2 23 0,4-25 0,6 14 0,-3-16 0,15 7 0,-10-7 0,16 2 0,-14-6 0,8-4 0,2-5 0,-3-3 0,0-1 0,13-6 0,-10-2 0,-5 1 0,-9 11 0,2-14 0,0 0 0,-5 10 0,0-8 0,-2 0 0,-5 8-1639,-2-6 1,-1 1-1639,1 7 1877,-11-7 0,-2 3 1400,8 9 0,-18-2 0,-2 2 0,15 4 0,-20 6 0,-1 2 0,19-2-1639,-8 4 1,1 1 1536,14-7 0,-2 4 0,12-6 0</inkml:trace>
  <inkml:trace contextRef="#ctx0" brushRef="#br0" timeOffset="300804">29516 2205 24575,'-14'23'0,"0"0"0,0 0 0,5-6 0,0 1 0,-5 5 0,1-1 0,-4 10 0,1-4 0,2-4 0,10-14 0,-6 9 0,0 1 0,8-13 0,-6 16 0,8-17 0,-2 3 0,2-6 0,0-1 0</inkml:trace>
  <inkml:trace contextRef="#ctx0" brushRef="#br0" timeOffset="301874">29299 2524 24575,'7'23'0,"-2"-3"0,1 1 0,-2 0 0,5 11 0,-5-8 0,0-15 0,3 13 0,-3-17 0,0 4 0,-6-16 0,-1 2 0,-7-18 0,7 17 0,-9-20 0,8 19 0,-10-16 0,4 8 0,1-1 0,2 5 0,7 8 0,6-3 0,14-6 0,-8 5 0,13-6 0,-21 13 0,2-2 0,-4 9 0,-5 17 0,1-8 0,-6 18 0,4-21 0,0 2 0,7-10 0,14-8 0,-3-3 0,20-4 0,-17 4 0,-6 3 0,-18 11 0,-5-2 0,-6 8 0,13-11 0,-1 6 0,2-5 0,2 8 0,-1-4 0,3 0 0,0-3 0,2-5 0</inkml:trace>
  <inkml:trace contextRef="#ctx0" brushRef="#br0" timeOffset="302881">29614 3210 24575,'8'0'0,"-2"0"0,1 0 0,12 2 0,-8-1 0,10 0 0,0-1 0,-5 1 0,7-3 0,7-1 0,-4 0 0,5-1-1093,-5 1 1,5-2 0,-3 2-465,-6 1 1,0 1 1556,4-1 0,1-1 0,1 1 0,-1 1 0,1 1 0,-2 0 0,10-2 0,0 1 0,-9 1 0,0 0 0,-3 0 1381,8 0-1381,-5-1 0,5-1 0,-5 1-857,6 0 857,-5-2 0,5-1 0,-4 1 0,4 0 0,-9-1 0,4-1 0,-4 1 0,3 1 0,9-3 0,-3 1 0,-21 5 3276,24-3-1821,-32 3-1455,9 1 0,12 5-1639,0-2 1,1-1-734,9 4 733,-3-5 1,-5 0 378,-18-2 1260,19 0 0,-24 1 0,4-1 0,-8 2 0</inkml:trace>
  <inkml:trace contextRef="#ctx0" brushRef="#br0" timeOffset="303749">31137 3432 24575,'-9'2'0,"-15"6"0,13-2 0,-15 5 0,1 0 0,13-4 0,-12 5 0,1 1 0,14-8 0,-20 17 0,22-16 0,-8 17 0,12-18-3277,-1 23 0,1-21 1929,2 13 0,1 0 1348,2-10-1639,2 10 1,2 1 1195,-3-13-8,7 12 1,1-1 450,-5-11 2628,14 20-2628,-13-21 2029,13 8-2029,0-8 0,0 0 0,11-8 0,-20-3 0,19-3 0,1-2 0,-15 2 0,14-3 0,-3 0 0,-20 6 3276,12-12-972,-16 11-7,1-5-2297,-9 5 1337,-2 2-1337,-9-6-3277,-9 2 0,9-1 3047,-13 2 230,20 3 0,-5 1 0,4 1 0,6 1 0,-2 0 0,4 0 0,1 0 0</inkml:trace>
  <inkml:trace contextRef="#ctx0" brushRef="#br0" timeOffset="304212">31320 3614 24575,'-2'8'0,"-2"8"0,3-9 0,-4 22 0,4-21 0,1 22 0,2-24 0,9 19 0,-6-20 0,12 11 0,-11-13 0,14 4 0,0-9 0,-3 4 0,4-14 0,-3-5 0,-6 2 0,8-11 0,-13 12-3277,5-20 0,-7 20 1638,-2-11 1,-3 1 148,-2 15 731,-1-20 1,1 28-1,2-1 1</inkml:trace>
  <inkml:trace contextRef="#ctx0" brushRef="#br0" timeOffset="304715">30924 3174 24575,'14'2'0,"8"0"0,0-1-1283,5-1 1283,1 1 0,7 0 0,-5-1-819,-10-2 1,1 0 818,11 0 0,7 0 0,1 1 0,-8-1 0,-8-1 0,0 0 0,7 1 0,7-1 0,-2 1 0,-9 1 688,-4 0-688,8 0 0,-3 1 0,-18 0 0,14 4 0,-19-3 0,18 4 0,-15-4 0,15 0 0,-12-1 0,1 0 0,-8 0 0,-5 0 0</inkml:trace>
  <inkml:trace contextRef="#ctx0" brushRef="#br0" timeOffset="305151">31333 2840 24575,'0'14'0,"0"5"0,0 1 0,0-9 0,0 15 0,0 1 0,0-13-1639,2 16 1,1-1-1639,-2-13 1638,3 11 1,1-1 912,-2-18 2697,7 18-1971,-6-19 0,0 0 0,-2-4 0</inkml:trace>
  <inkml:trace contextRef="#ctx0" brushRef="#br0" timeOffset="306566">30625 2377 24575,'-22'-5'0,"-12"2"0,25 2 0,-17 2-3277,-2 11 0,13-8 3047,-16 14 230,23-11 0,-6 15 0,6-12 0,1 15 0,12-14 0,1 9 0,2-10-3277,8 1 2017,-9-7 1260,12 3 0,2-1 0,-11-3-305,13 3 1,-1-2 304,-15-4-2832,22 3 2832,-22-2 0,10 0 2832,-7-1-2832,-2-1 3276,5-11-2317,-6-13-504,-4 6 1,-1-2-456,-3-6 0,0 0 3276,-1-4-1638,-4 6 0,0 5-1406,1 12-232,1-12 0,0-1 0,2 13 0,-1-27 0,3 29 0,-2-23 0,2 23 0,0-17 0,0 18 0,-1-3 0,1 7 0,0 14 0,3 22 0,0-9-1639,1 8 1,-1-1-1639,0-19 1921,1 16 1,0 0 1355,-1-17-1639,0 9 1,1 1 1200,-1-11 438,4 24 0,-3-28 3276,1 9-3167,-4-12 1,-1-3 0,0-1 0</inkml:trace>
  <inkml:trace contextRef="#ctx0" brushRef="#br0" timeOffset="307114">30841 2461 24575,'11'1'0,"-5"-1"0,9 3 0,-10-2 0,13 0 0,-13-1 0,9 0 0,-10-2 0,6-12 0,-6 8-3277,6-24 0,-7 23 2694,4-20 583,-7 20 0,3-6 0,-7 6 0,-7 1 0,3 2-3277,-18 1 2134,20 3 2557,-13 3 1,0 2-1415,7 0-1639,-6 3 1,0 0 1229,9-2 409,-17 12 0,16-6 0,-5 3 0,11 2 0,4-11 0,10 18 0,-5-15 0,14 15 0,-13-17-1941,23 12 1941,-21-13 1192,11 2 0,1 1-1192,-7-5 0,5 0 0,4-1 0,1-4 0,-1-1 0,10 3 0,-10-5 0,-4-1 0,-13 4 0,2-3 0</inkml:trace>
  <inkml:trace contextRef="#ctx0" brushRef="#br0" timeOffset="307416">31101 2432 24575,'31'-4'0,"-2"1"0,-2-1 0,-9 0 0,18-2 0,-4-1 0,-22 2 0,11-1 0,-1 1 0,-16 2 0,7-5 0,-9 6 0,-1-10 0,-4 3 0,0-8 0,-1 10 0,1-2 0</inkml:trace>
  <inkml:trace contextRef="#ctx0" brushRef="#br0" timeOffset="307689">31135 2221 24575,'-2'24'0,"0"-1"0,0 9 0,1-1 0,1 4 0,2-12 0,0 0 0,1 7 0,1-11 0,-4-3-3277,-9 7 0,4-10 1683,-6 5 1,-2-2 1593,7-8 0,-10 13 0,14-19 0</inkml:trace>
  <inkml:trace contextRef="#ctx0" brushRef="#br0" timeOffset="308517">31371 3113 24575,'19'0'0,"5"1"0,7 1 0,-3-1-1639,-5 1 1,3-1 1563,2 1 0,8-1 1,2 1-1,-3 0 1,-7-1 74,-7 1 0,1-1 0,7 1 0,7-1 0,4 1 0,-4-1 0,-9 1 0,8 0 0,-1 0 0,5 0 0,-9 1 0,-13-1 0,15 3 0,-25-4 0,27 4 0,-22-4 0,22 3 0,4-1 0,-15-1 0,4-1 0,10 1 0,6 0 0,-2 0 0,-8-1-1504,1-1 0,0 1 1504,-6-1 0,7 1 0,2 0 0,1-1 0,-4 1 0,-6-1 0,4 1 0,-2-2 0,1 1 0,2 0 0,-7 0 356,-1 0 1,0 0 0,-23 0 0</inkml:trace>
  <inkml:trace contextRef="#ctx0" brushRef="#br0" timeOffset="309469">32660 3386 24575,'-5'-7'0,"-5"-3"0,-1 4 0,-10-4 0,8 6 0,-9 0 0,16 4 0,-11 0 0,12 0 0,-15 4 0,6 2-3277,-12 14 0,11-10 1194,-3 18 2083,15-22-549,-4 26 549,8-22-52,1 13 52,3-15 3276,9 4-984,16-2-2292,-7-2 1315,-3-4 0,0-2-1315,-3-8 945,2 3-945,-9-4 95,-4-5-95,-4-4 0,1 1 0,-3-6 0,0 16 0,-7-16 0,9 20 0,5 12 0,5 12 0,2 6 0,-4 3 0,-9 3 0,3-8 0,-7-1 0,-1-3 0,1-12-1639,-9 10 1,-2 0-1639,7-12 2702,-8 6 1,-1-2 574,6-8 0,-25 6 0,8-10 0,1 3 0,4-11 0,17 3 0,-7-24 0,9 8 3276,-2-14-2513,4 14 0,1 10 1,0 5-1</inkml:trace>
  <inkml:trace contextRef="#ctx0" brushRef="#br0" timeOffset="310020">32699 3503 24575,'11'16'0,"1"9"0,6 5 0,-4-6 0,-2-9 0,2-2 0,18-3-1639,-8-3 1,0-1-1639,9-2 3162,-12-3 0,-2-4 115,-3-10 0,-1 5 0,0-19 0,-14 16 0,2-7 0,-2-3 0,-7 1 0,-2 0 0,3-13 0,-10 7 0,-2 4 0,8 14-1271,-15-8 0,-3 2 1271,11 11-1639,-14-7 1,1 1 1221,15 8 417,-19-2 0,-3 0 0,13 3 0,0 0 1638,-4 0 0,2 0-1220,-11 2 217,41-2 1,-6 1-1,8-1 1</inkml:trace>
  <inkml:trace contextRef="#ctx0" brushRef="#br0" timeOffset="310704">32793 2860 8191,'1'14'0,"2"18"505,2-8 1,-1 0-506,-1-5 0,0 1 563,2 12 0,-1-1-563,-2-10 1079,-2 6 1,1 3-1080,-1-6 0,0-1 1638,0-4 0,0 0-1198,0 5 0,0-4-440,0-14 0,0 17 0,0-19 3276,0 6-2295,0-13-1759,0-13 1,0 7 0,0-7 0</inkml:trace>
  <inkml:trace contextRef="#ctx0" brushRef="#br0" timeOffset="311743">32261 1767 24575,'11'11'0,"-6"-3"0,5 0 0,5 6 0,-6-10 0,7 8 0,-9-9 0,7 6 0,-5-3 0,8 6 0,-11-7 0,7 4 0,-5-1-3277,17 9 0,-16-9 1968,16 5 1,2 0 1308,-13-4-1639,8 2 1,-1-1 1169,-12-3 469,4 0 0,-11-7 0,1 2 0</inkml:trace>
  <inkml:trace contextRef="#ctx0" brushRef="#br0" timeOffset="313576">21522 4894 24575,'3'19'0,"1"2"0,0-1 0,-2-5 0,3 20 0,-1-1 0,-4-21 0,2 19 0,-1 0 0,-2-17-1639,0 11 1,0 0-1639,-1-10 2254,0 14 1,1 0 1022,1-14 0,-1 10 0,1-2 0,0-12-3277,0 16 2618,0-22 659,0 11 0,0-13 0,1 0 0,-1-2 0,2-2 0</inkml:trace>
  <inkml:trace contextRef="#ctx0" brushRef="#br0" timeOffset="314191">21466 4979 24575,'13'-18'0,"-1"1"0,3-7-1639,4 5 1,-1 2-1639,-5 4 1638,10-5 1,1 2-369,-9 9 2007,6-4 0,0 1 0,-8 7 280,9-2 0,1 0-280,-10 3 0,10 1 0,-2 2 0,-10 0-1524,7 5 0,-1 2 1524,-8-5 707,10 10 1,0 2-708,-12-3 0,7 6 0,0 1 0,-9-8-552,5 10 0,1-2 552,-7-10 832,7 20-832,-11-24 3276,-14 11-3107,-6-7 0,-1-2 2185,-5 5-2354,-10-3 0,3-2 3276,18-5-1638,-15 2 0,-1-1-1619,15 0 625,-20-1-644,29-2 0,2-1 0,9-4 0,-3 3 0,5-2 0</inkml:trace>
  <inkml:trace contextRef="#ctx0" brushRef="#br0" timeOffset="314708">22012 4807 24575,'11'13'0,"-6"-5"0,15 14 0,-18-14 0,10 5 0,3 2 0,-1 6 0,6 3-3277,-3 2 0,-15-20 3047,5 13 230,-5-14 0,0-4 0,5-26 0,-5 10 0,5-8 0,0 2 3276,-2 14 0,13-23-3044,-12 24-232,12-8 0,-13 11 0,16-1 0,1 6 0,-5 0 0,11 6 0,-26-5 0,8 3 0</inkml:trace>
  <inkml:trace contextRef="#ctx0" brushRef="#br0" timeOffset="315257">22418 4848 24575,'5'20'0,"3"10"0,-5-17-3277,11 17 0,-12-23 1328,12 11 1949,-10-13 1719,8 2-1719,4-4 0,-4-1 0,14-5 0,-15-1-1639,9-4 1,1-2 378,-9 5 2898,7-6 0,-1 0-1093,-11 7-3822,9-15 2254,-12 12 736,-1-17 287,-5 18 0,-3-16 0,3 18 0,-12-12 0,9 12 3276,-16-5-2395,15 7-188,-7-3-693,6 7 3276,-2 9-2457,4 4 0,0 0 0,5-7 0</inkml:trace>
  <inkml:trace contextRef="#ctx0" brushRef="#br0" timeOffset="315756">22723 4806 24575,'13'13'0,"3"5"0,-11-10-3277,17 22 0,-16-21 1638,6 8 1,-1-1 1625,-4-7 1906,16 20-1893,-5-15 0,-1 2 0,4-8 0,-16-8-3277,21-7 2404,-18 5 4110,21-19-3237,-22 15 1081,13-20-1081,-11 11 0,0-6 0,-5 4 0,-4 9 819,0-1 0,0 7 0,0-1 0</inkml:trace>
  <inkml:trace contextRef="#ctx0" brushRef="#br0" timeOffset="316090">23126 4748 24575,'1'27'0,"1"-1"0,-2 1 0,1-1 0,-1-2 0,-3-4 0,3 2 0,-1-5 0,-1-14 0,3-15-3277,4-10 2457,-3 0 1,4 3 0,-6 16 0</inkml:trace>
  <inkml:trace contextRef="#ctx0" brushRef="#br0" timeOffset="316242">23147 4708 24575,'0'0'0</inkml:trace>
  <inkml:trace contextRef="#ctx0" brushRef="#br0" timeOffset="317417">23484 4732 24575,'-17'7'0,"2"1"0,-3 3 0,5-1 0,-2 4 0,7-7 0,-2 5 0,7-7 0,-1 4 0,3-3 0,4 2 0,0-3 0,2-1 0,1-2 0,-3 1 0,10 5 0,-4-2 0,9 2 0,2-6 0,-3-1 0,16-3 0,-12 1 0,-1-1 0,11-2 0,5 2 0,-23 16 0,1 2 0,-1 15 0,-7-14 0,-2 2 0,-8-5 0,-9 6 0,4-6 0,-24-1 0,26-9 0,-17-2 0,0-1 0,11-1 0,-9-2 0,0-1 0,12 1 0,-18-8 0,18 4 0,-5-2 0,9 2 0,4 3 0,2 0 0,0 1 0,0 1 0</inkml:trace>
  <inkml:trace contextRef="#ctx0" brushRef="#br0" timeOffset="317802">23733 4862 24575,'2'14'0,"2"6"0,2-2 0,-2-1 0,5 4 0,-2-2 0,-1-4 0,3 3 0,-10-23-820,-6-9 1,3 3 0,-3-6 0</inkml:trace>
  <inkml:trace contextRef="#ctx0" brushRef="#br0" timeOffset="318503">23887 4794 24575,'4'28'0,"4"-5"-3277,3 5 0,-3-15 0,8 9 2990,-11-17 287,20 19 0,-17-16 1555,19 9-1555,-19-14 0,12 2 0,-1-5 0,-2-5 0,9-7 0,-16 1 0,0-5 0,0-1 0,-6 3 0,0-22 0,-5 26 0,-17-17 0,13 19-506,-13-4 1,-3 1 505,9 8 0,-11-2 0,0 1 0,10 4-1639,-8 3 1,0 0 1529,11-2 109,-16 5 0,24-5 3276,-3 4-2828,11 7-448,-2-5-522,6 8 1,-6-13 0,0 2 0</inkml:trace>
  <inkml:trace contextRef="#ctx0" brushRef="#br0" timeOffset="319138">24076 4828 24575,'17'-6'0,"13"2"0,-9-2 0,8 4 0,-19 18 0,0 7 0,-1 3-1639,-7-3 1,0-1-1639,0-8 1638,-1 10 1,-1-2 148,0-14 1490,1 17 0,8-46 0,-3 9 0,1-5 0,-1-3 0,1 1 0,-2 1 0,2-3 0,-1 2 0,0 2 0,-4 6 3276,6-2-2015,14 17-1261,-11 0 0,22 9 0,-24-10 0,13 7 0,-16-6 0,5 4 3276,-6-1 0,3 5-3044,1 10-232,1-6 0,-3 7 0,0-17 0,10 8 0,12-13 0,-9 4 0,3-6 0</inkml:trace>
  <inkml:trace contextRef="#ctx0" brushRef="#br0" timeOffset="319670">24587 4834 24575,'-13'18'0,"5"-10"-3277,-1 19 0,7-21 899,2 19 2378,0-19 1778,4 9-1778,-2-12 0,0 2 0,3-3 0,7-3 0,-3 1-994,19-11 994,-21 8-3277,15-10 2469,-19 9 808,4-3 0,-3 14 3276,7 1-2872,9 0 1,1 0 959,-2 1-1364,9-6 0,-1-2 0,-17-1 3276,22-3-2457,-23 1 0,3-1 0,-9 2 0</inkml:trace>
  <inkml:trace contextRef="#ctx0" brushRef="#br0" timeOffset="321041">25326 5263 24575,'29'-7'0,"5"0"0,-8 4 0,1 1-1548,-3 0 0,1 0 1548,10-1 0,-1 0 0,-11 2 0,1 0 0,10-2 0,0 0 0,-14 3 0,3 0 0,8-1 0,8 1 0,0-1 0,-7 1-1639,-5 0 1,-1 0 818,2 0 1,4 0 0,2 0 0,3 0 805,-8 0 1,1 0 0,2 0 0,1 0 0,0 0-1,2 0 1,-1 0-243,-1 0 1,0 0-1,2 0 1,-1 0 0,2 0-1,-1 0 1,0 0 0,0 0-1,-1 0 256,1 0 0,-1 0 0,0 0 0,-1 0 0,1 0 0,1 0 0,3 0 0,2 0-175,-9 0 0,3 0 1,1 0-1,3 0 0,1 0 1,1 0-1,1 0 0,-1 0 1,1 0-1,-2 0 0,0 0 1,-2 0-1,-2 0 1,-3 0-1,-2 0 0,-3 0 175,10 0 0,-7 0 0,-2 0 0,1 0 0,7 0-95,-8 0 0,3 0 0,4 0 0,2 0 0,1-1 0,2 1 0,0 0 0,0 0 1,0 0-1,-2-1 0,-2 1 0,-2 0 0,-4 0 0,-3-1 95,14 1 0,-7-1 0,-3 1 0,4-1 304,0 1 1,3-1 0,1 1 0,-3 0-1,-4 0-304,-1 0 0,-4 0 0,-3 0 0,-2 1 0,2 0 0,8-3 0,8-2 0,0 1 0,-6 0 325,-5 1 0,1 0-325,-2 0 0,8-1 0,4-1 0,2-1 0,0 1 0,-4 0 0,-6 1 62,2 0 1,-6 1-1,8-2-62,-10 2 0,4-1 0,5 0 0,2 0 0,2-1 0,2 1 0,-1-1 0,0 1 0,-2-1 0,-3 1 0,-3 0 0,-5 1 0,7-2 0,-7 2 0,0-1 0,7 0 0,-7 1 0,4-1 0,5 1 0,2-1 0,3 0 0,1 0 0,1 0 0,0 0 0,-1 0 0,-2 1 0,-3 0 0,-3 0 0,-5 0 0,-4 1 0,8 0 0,-8 0 0,6 0 0,-3 0 0,6 0 0,5-1 0,1 1 0,1-1 0,-1 0 0,-4 1 0,-5 0 0,-8 0 0,0 1 0,-3-1 0,8 0 0,5-2 0,-2 1 0,-7-1 0,-4 0 0,14-3 0,-1-1 0,-12 2 0,10-3 0,10-2 0,-9 2-337,-4 0 337,-3 1 0,6-1 0,0-1 0,0-1 0,0-2 0,-5 2 337,7-3-337,-4 1 0,8-4 0,-1 0 0,-12 5 2306,-11 3-2306,12-6 0,8-5 0,-8 5 0,-11 5 0,16-8 0,0-1 3276,-17 8-2878,3-2 0,0-1-398,-5-4 0,0 0 3276,-8-2-86,-4-1-3190,-3 5 0,1-12 0,0 20 0,1-16 0,2 17 0,3-18 0,-2 18 962,4-14-962,-4 16 0,2-5 0,-3 7 0,0 1 0</inkml:trace>
  <inkml:trace contextRef="#ctx0" brushRef="#br0" timeOffset="322305">31490 4497 24575,'19'21'0,"-10"-9"0,15 14 0,-11-5 0,-1-3 0,5 7 0,-14-18 0,7 7 0,-4-4 0,-1-5 0,-3-1 0,-14-15 0,-7-2 0,-6-7 0,4 4 0,8 6 0,3-1 0,8 6 0,-8-10 0,7 8 0,-4-8 0,5 10 0,2 0 0,25-2 0,-14 6 0,11-4 0,0 0 0,-10 3 0,21-3 0,-25 4 0,8 1 0,-11 0 0,0 0 0,-7 11-3277,-7 16 0,2-8 1638,-2 3 1,1-2 148,4-15 1490,-6 17 0,8-18 0,-1 4 0,3-6 3276,0-3-2015,7-5 2015,6-6 0,1 0-3044,-5 1-232,-15 9 0,-4 4 0,-6 8 0,18-11 0,-1 4 0,5-7 0,-16 4 0,2 0 0,-10 3 0,15-3 0,-1 1 0</inkml:trace>
  <inkml:trace contextRef="#ctx0" brushRef="#br0" timeOffset="325006">32859 3165 24575,'8'1'0,"28"5"0,-5-1 0,-10-1 0,2 0 0,8 0 0,-3 0 0,-9-1 0,5 1 0,7 0 0,-8-1 0,-9-2 0,19 3 0,-1-1 0,-21-2 0,13 0 0,-1 0 0,-15 0 0,12 0 0,-21-1 0,0 0 0,-1 0 0</inkml:trace>
  <inkml:trace contextRef="#ctx0" brushRef="#br0" timeOffset="325386">33288 2965 24575,'8'16'0,"0"3"0,-2-1 0,-2-8 0,3 11 0,0-1 0,-5-12 0,11 21 0,-6-14 0,1 2 0,-4-6 0,-2-3 0,1 6 0,-1 7 0,1-5 0,-3-1 0,0-13 0</inkml:trace>
  <inkml:trace contextRef="#ctx0" brushRef="#br0" timeOffset="326270">33145 3825 24575,'6'13'0,"-4"-5"0,8 7 0,-9-10 0,7 9 0,-3-6 0,0 2 0,-3-12 0,-4-9 0,-3-3 0,-1-6 0,1-1 0,0-1 0,-2-2 0,4 12 0,-2 2 0,2 7 0,-8-1 0,-6 3 0,2 1 0,-6 0 0,9 4-3277,-15 15 0,14-9 1638,-2 7 1,0-1 148,9-9 756,-15 21 734,16-24 0,-4 13 0,5-19 0,3 1 0,-1-2 0,2-2 0</inkml:trace>
  <inkml:trace contextRef="#ctx0" brushRef="#br0" timeOffset="327055">33222 3792 24575,'1'-3'0,"5"-1"0,10-2 0,-3 2-3277,19-7 0,-23 9 1328,14-2 1949,-19 4 1719,11 11-1719,-7 1 0,3 3 0,-5 10 0,-13-2 0,4 1 0,-15 6 0,12-22 0,-23 15 0,22-19 0,-20 12 0,21-14 0,2 2 0,11-10 0,5 2 0,9-8 3276,-12 9 0,12-4-3044,-16 7-232,6 0 0,2 10 0,0-4 0,8 6 0,4-12 0,-11 0 0,12-9 0,-20 5 0,15-8 0,-16 8 0,12-6 0,-14 7 0,2-1 0</inkml:trace>
  <inkml:trace contextRef="#ctx0" brushRef="#br0" timeOffset="327506">33529 3823 24575,'-5'36'0,"1"-13"0,5-2 0,4-12 0,-3 0 0,5 0 0,-5-7 0,10-3 0,-1-9 0,2-4 0,0-1 0,-1-1-1639,-2-2 1,-4 1-1639,-5 10 0,-7-24 1787,4 23 1490,-7-14 0,-2 8 0,0 7 0,-1-4 0,-7 9 0,13 2 3276,-17 0-2151,18 0-1125,-19 3 0,6 2 0,1-1 0,5 0 0</inkml:trace>
  <inkml:trace contextRef="#ctx0" brushRef="#br0" timeOffset="328055">32579 4509 24575,'13'-2'0,"6"1"0,0 1 0,1 0 0,6-1 0,-1-2 0,-1 0 0,-3-3 0,1-1 0,1-2 0,-3-2 0,-1 0 0,12-5 0,-8 0 0,-3 0 0,-10 6 0,17-9 0,1-2 0,-10 7-1639,12-6 1,1 0 1284,-13 8 354,2 0 0,-2 0 0,-8 5 0,-2-2 0,-9 7 0,-2 1 0</inkml:trace>
  <inkml:trace contextRef="#ctx0" brushRef="#br0" timeOffset="332215">33365 3076 24575,'0'7'0,"1"12"0,0 2 0,-1-5 0,1 8 0,-1 1 0,0-11 0,0 17-3277,0-1 0,0-6 1395,2 12 1882,-2-22 0,3 6 0,0 1 0,-2 3 0,3 3 0,-4-11 0,0-7 3276,0-3-2604,0 2 1,0-5-1,0-1 1</inkml:trace>
  <inkml:trace contextRef="#ctx0" brushRef="#br0" timeOffset="332735">33223 3246 24575,'29'1'0,"-11"1"-1639,12-1 1,-1-1-1639,-10 2 1638,12-2 1,-1 0-1639,-19 0 5064,19-2-1787,-28 2 0,6-1 0,-9 1 0</inkml:trace>
  <inkml:trace contextRef="#ctx0" brushRef="#br0" timeOffset="334302">18691 1363 24575,'-11'0'0,"-4"4"-3277,-7 4 0,7-1 0,-13 11 0,21-14 4360,-14 23-1083,16-21-1401,-2 13 1,1 1 1400,4-10 0,-2 20 0,1 0 0,2-18 0,4 17 0,1 0 0,0-19-779,9 15 0,1 0 779,-6-14 0,12 11 0,2-2 0,-13-14 0,23 7 0,2-1 0,-18-7 1014,11 2 1,2-1-1015,-1-3 0,-8-1 0,5-2 0,-2-1 0,-13 0 911,16-5 0,1-2-911,-15 2 0,7-3 0,-2-1 0,-10 4-391,9-8 1,-13 11 0,5-4-1</inkml:trace>
  <inkml:trace contextRef="#ctx0" brushRef="#br0" timeOffset="335000">19138 1435 24575,'-14'2'0,"0"5"-3277,-6 12 0,9-8 0,-8 18 2557,16-22 2175,-7 19-1455,9-19 0,0 12 0,8-3 0,6-2 0,1 0 0,0 4-1311,14-4 0,2-4 1311,-8-6-879,7-2 0,8 0 0,-6-2 879,3 1-677,-3-4 1,5-2 0,-7 1 676,-7 2 1014,5-7 1,-1-1-1015,-11 0 3034,3-5-3034,-16-6 0,-3 15 0,-12-21 0,8 21 3276,-13-13-2126,14 15-1150,-13-9 0,4 6 0,1-1 0,2 2 0,7 6 0,-2-2 3276,2 2 0,0 4-3099,5 14-177,0-8 0,7 12 0,-6-19 166,14 8-166,-10-10 0,17 7 0,-13-7 0,19 1 0,-20-3 0,7 0 0</inkml:trace>
  <inkml:trace contextRef="#ctx0" brushRef="#br0" timeOffset="335403">19691 1337 24575,'-4'11'0,"-1"0"0,7 3 0,-1-4 0,20 13 0,-2-13 0,0-1 0,6 8 0,-1-7 0,3-1 0,-6-2 0,-6-1 0,14 2 0,0 1 0,-18-4 0,8 3 0,-14-3 0,-5-2 0,-3 7 0,1-6 0,-3 6 0,2-8 0,-3 1 0,2-3 0,-5 2 0,7-2 0,-2 0 0</inkml:trace>
  <inkml:trace contextRef="#ctx0" brushRef="#br0" timeOffset="336018">20208 1178 24575,'1'30'0,"0"-15"0,3 20 0,-2-23 0,1 13 0,0 3 0,-3-5-3277,2 8 0,-1-22 2132,1 20 1145,-1-20 0,1 16 0,-2-19 0,1 2 0,-1-4 0,2-3 0,-2 1 0</inkml:trace>
  <inkml:trace contextRef="#ctx0" brushRef="#br0" timeOffset="336421">19823 1274 8191,'24'7'0,"0"-1"0,-8-1 0,21 3 0,-1 0 0,-25-7 0,11-1 0,9 1 0,-7-1 0,-5-1 217,8-2 0,6-1 0,-7 1-217,-6 1 1175,6-5 1,-1 0-1176,-13 2 0,3-6 0,-13 4 0,-14-13 0,8 13 0,-7-8 0</inkml:trace>
  <inkml:trace contextRef="#ctx0" brushRef="#br0" timeOffset="336719">20213 1003 24575,'10'19'0,"0"0"0,2 3 0,-4 4 0,-1 1-916,-1 5 916,-3-8 0,0 4 0,0 2-1093,1 3 1,0 2 0,0-3-547,-1 6 1,1-1 1173,0-5 1,1 1 0,-2-9 2233,-2-12-1769,5 16 0,1-36 0,1 4 0,1-9 0,-4 4 0</inkml:trace>
  <inkml:trace contextRef="#ctx0" brushRef="#br0" timeOffset="336888">20444 1427 24575,'8'19'0,"1"3"0,-3-15 0,2 4 0,-3-12-820,8-20 1,-8 12 0,4-13 0</inkml:trace>
  <inkml:trace contextRef="#ctx0" brushRef="#br0" timeOffset="337055">20559 1200 24575,'13'2'0,"-3"1"0,5 25 0,-11-19 0,8 18 0</inkml:trace>
  <inkml:trace contextRef="#ctx0" brushRef="#br0" timeOffset="337705">20699 1264 24575,'-12'20'0,"1"0"0,-2 3 0,2 13 0,11-28 0,0 6 0,1-12 0,4 2 0,14-9-1639,-4-6 1,1-1-1639,8 0 1638,-6-5 1,-3 1 148,-9 11 1490,6-11 0,-10 41-1517,0 6 0,0 3 1517,-2-12 0,0 2 0,0 5 0,0 4 0,0-8 3034,0-6-3034,0 5 0,0 0 0,0-4 3276,0 12-2015,-4-15-1261,1-3 0,-9 0 0,5-12 0,-20 4 0,17-6 0,-19 1 0,21-1 0,-7-1 0,3-5 0,6 0 3276,-3-15-2457,15-8 0,-5 8 0,5-1 0</inkml:trace>
  <inkml:trace contextRef="#ctx0" brushRef="#br0" timeOffset="338069">20902 1222 24575,'-2'19'0,"1"0"0,0 10 0,-1-8 0,0 1 0,1 12 0,4-16 0,-2 2 0,10-8 0,-8-10 0,29-4 0,-19-3 0,8-3 0,-2-2 0,-7-1-1639,4-9 1,-2-1-1639,-8 8 1638,5-16 1,-2 0 1107,-10 16-577,1-12 1,-2 0 1107,-2 15-1309,-5-9 0,0 1 1309,1 9 2317,-13-13-2317,12 19 0,-1-1 0,6 4 0</inkml:trace>
  <inkml:trace contextRef="#ctx0" brushRef="#br0" timeOffset="338921">19713 2224 24575,'20'17'0,"-2"-4"0,-2 2 0,1-4 0,-6-6 0,5 3 0,-7-7 0,6 1 0,-4-10 0,-3-6 0,1 3 0,-9-5 0,-3 10 0,-1 0 0,1 3 0,2 3 0</inkml:trace>
  <inkml:trace contextRef="#ctx0" brushRef="#br0" timeOffset="339407">19496 2498 24575,'26'-7'0,"1"0"0,10 0 0,-4 0 0,-15 3 0,14-1 0,0 0 0,-20 4 0,24-5 0,-35 6 0,-9 0 0,4 0 0,-7 0 0</inkml:trace>
  <inkml:trace contextRef="#ctx0" brushRef="#br0" timeOffset="339721">18971 2530 24575,'7'0'0,"12"-3"0,2 0 0,6 1-1093,3-2 1,7-1 0,-3 1-547,-2 1 1,4 0 1091,-7 0 1,5-1 0,4 0 0,2 0 0,0-2 0,0 1 136,-6-1 0,1 0 1,1-1-1,0-1 1,0 1-1,-1 0 0,0 0 1,-1 0 356,-1 2 1,-2 0-1,0 1 1,0-1-1,0 0 1,1 0-1,2-1 53,-1-1 0,4-2 0,1 0 0,1 0 0,-1-1 0,-1 1 0,-4 0 0,-4 1 0,-5 2 660,5-2 1,-1-1-661,0 0 0,8-3 0,3-1 0,0 0 0,-4 1 0,-7 3-920,-3 0 0,1 1 920,-1 1 0,8-2 0,3-1 0,2-1 0,0 2 0,-3 0 0,-6 2 0,3 1 0,-4 2 0,5-2 0,-3 2 0,5-2 0,5 0 0,1 0 0,1 0 0,-3 0 0,-3 1 0,-7 1 0,4-1 0,-5 1 0,3 0 0,-1 0 0,7-2 0,2 1 0,1-1 0,-3 1 0,-6 0 0,-9 1 0,5-1 0,1-1 0,5 0 0,-14 3 0,-17 3 0,-1 0 0</inkml:trace>
  <inkml:trace contextRef="#ctx0" brushRef="#br0" timeOffset="340291">20261 2185 24575,'0'15'0,"3"3"0,-1-3 0,6 7 0,2-12 0,0 2-3277,16-3 0,-18-7 1638,15-4 1,1-2 148,-12 1-27,11-5 0,-2 0 1517,-14 3 0,14-10 0,-26 3 0,10 1 0,-11 3 0</inkml:trace>
  <inkml:trace contextRef="#ctx0" brushRef="#br0" timeOffset="341020">20340 2273 24575,'0'0'0</inkml:trace>
  <inkml:trace contextRef="#ctx0" brushRef="#br0" timeOffset="355791">9912 1176 24575,'2'18'0,"1"3"0,-2 5 0,5 3 0,-2-5 0,1-1 0,3 8 0,-2-2 0,0-1 0,1-5 0,0 8 0,-1-1 0,-1-12 0,0 13 0,-1-2 0,-3-17 0,0 22 0,-12-23 0,-7 0 0,-5-4 0,-4-6 0,-4-2 0,0 1 0,0 0 0,2-1 0,0 0 0,-2 1 0,6 0 0,16 0 0,3 1 0,21 2 0,9-1 0,3 2-1093,6-2 1,8-1 0,-5 0-547,-17 0 1,0 0 1592,8-2 0,6 0 0,4-1 0,-3 0 0,-7 1-442,-5 1 1,0-1 487,5-1 0,6-1 0,-1 0 0,-7 1 0,-2 2-1639,3-2 1,-1-1 701,-12 3 937,16-3 0,-26 2 3276,-1-3-3042,-15-15 1,7 13-1,-7-13 1</inkml:trace>
  <inkml:trace contextRef="#ctx0" brushRef="#br0" timeOffset="356372">10309 1257 24575,'-9'19'0,"2"-2"0,0 1 0,-2 8 0,2-4 0,2-1 0,3-8-1639,4 7 1,0 0-1639,1-7 1638,7 12 1,0-1-1639,-5-14 3909,7 7 0,0-1-632,-7-11-318,20 9 318,-18-11 0,20-1 0,-14-5 0,9-4 0,0-1 0,-6 2 0,8-6 0,6-3 0,-6 1 0,-6 3-807,6-3 1,5-5 0,-6 4 806,-8 5-297,10-11 0,-1 1 297,-11 7 1314,2-3 0,-1-1-1314,-5-4 0,-6-6 0,-4 8 0,-19-4 0,12 18 0,-17-6 0,-3 1 0,10 6 0,-13-3 0,1 1 3276,14 3-2623,-17 1 2623,24 1-676,-2 1 142,5 4-2742,4-2 0,-5 7 0,6-7 0,-2 2 0</inkml:trace>
  <inkml:trace contextRef="#ctx0" brushRef="#br0" timeOffset="356979">10875 1156 24575,'-8'10'0,"-4"8"-1639,6 0 1,0 1-1639,-2 3 2302,3 5 1,4 1 974,9-9 0,1-1 0,-1 16 0,7-11 0,1-4 0,-7-13 0,10 4 0,1-1 0,-6-7 0,8 1 0,1 1 0,-7-4 859,2-4 1,2-2-860,8-12 0,-3-1 0,-13 4 0,-2-3 0,-7-16 0,1 7 0,-5 5 0,-2 2 3276,1 2 0,-10-15-3044,9 19-232,-11-8 0,9 19 0,-6-4 0,-6 16-3277,-6 9 0,6-3 1687,-5 13 1590,19-23 0,-4 14 0,30-10 0,-18-1 0,18-2 0</inkml:trace>
  <inkml:trace contextRef="#ctx0" brushRef="#br0" timeOffset="357458">11346 1167 24575,'-12'24'0,"6"12"0,7-16 0,2 0 0,3 15 0,11-13 0,3-4 0,-6-6 0,11-1 0,8 2 0,-5-4-787,-6-4 787,4 0 0,8 0 0,1 0 0,-8-2 0,4-2 0,-3-2 0,8 0 0,-1 0 0,-7-1 0,4-3 0,-6 1 0,3-2 0,-7-1 0,-9-2 0,6-14 0,-22-9 0,2 8 0,-11 2 0,-3 2 0,5 8-1093,-9-2 1,-7-1 0,3 1-2154,-5-3 3246,4 6 0,-5-1 0,5 2 0,-9-1 0,6 6 0,-3 0 0,5 2 0,1 1 0,5-1 0,0 1-45,-16 2 0,32 0 0,-3 2 1</inkml:trace>
  <inkml:trace contextRef="#ctx0" brushRef="#br0" timeOffset="358976">8455 2400 24575,'7'-24'0,"-3"9"0,7-11 0,1-2 0,-2 3 0,1 1 0,1-1 0,-2 6 0,1 2 0,2 2 0,1 0 0,10-12-1639,-4 11 1,0 4-1639,-10 9 2170,17-6 0,0 0 1107,-10 6-1639,6-2 1,0 1 1035,-12 2 603,7-3 0,-11 4 0,5-6 0,-5 6 0,-3-2 0,-2 3 0</inkml:trace>
  <inkml:trace contextRef="#ctx0" brushRef="#br0" timeOffset="362202">21553 4551 24575,'-29'-1'0,"0"1"0,-1-1 0,-3 3 0,1 1 0,2 1 0,11-2 0,-10 2 0,23-2 0,-18 4 0,6 7-1639,-1-2 1,0 0-1639,-1 6 1638,-1-3 1,2 0 148,14-9 718,-11 10 1,-2 1 771,10-6-565,-8 8 1,0 0 564,7-6 0,-3 7 0,1 0 0,6-7 0,-9 18 3213,7-9-3213,0-3 0,0 0 1965,0 6-1965,-2 2 0,2-1 0,4-10-1253,-1 7 0,-1-1 1253,2-9 0,1 8 0,1-1 0,-1-10-1517,2 15 0,0-1 1517,0-15-2029,7 29 2029,-4-33 1422,13 28-1422,-10-23 0,4 7 0,-1 1 0,-3-9 0,6 11 0,0-1 0,-6-10 962,8 11 0,2 1-962,-5-8-959,8 8 0,0-1 959,-4-5 327,11 6 0,1-1-327,-8-12 0,4 5 0,0-1 0,-10-7-251,9 1 0,2 0 251,-5-2 796,8 0 0,2 1-796,-4-4-385,7 1 1,0-1 384,-10 0 0,16 0 0,-3 0 0,-23 0-627,8-1 0,-1 0 627,-15 0 596,16-16-596,-14 11 0,6-8 0,1-1 0,-3 3 0,11-7 0,1 0 0,-8 6 214,6-2 0,6-4 0,-6 4-214,-4 3 0,15-7 0,-1 0 0,-16 8 483,13-2 0,0-1-483,-11 5-258,9 0 0,-1 0 258,-8 3 1638,2 3 0,3 0-1559,2 1 0,-1 0 3197,10 0-3114,2 3 0,-3 0 3114,-19 0-2965,14 2 1,8 3 0,-5-1-312,-4 0-644,-2 1 0,5 1 0,-4-1 644,3 0-1639,-4 1 1,-1 0-467,0-1 994,9 0 0,-1 1 1111,-11-2-47,13 2 1,7-1 46,-4-4 0,0-1 768,-6 3 1,0-1-769,-1-2 0,3-2 0,-5 1 3276,3 0-2416,4-2 0,3-2-860,0-2 0,-1 0 1487,-6 2 0,0-1-1487,-2 0 0,3-2 0,-7 3 196,-4 2-196,5 0 0,6-2 0,-6 2 0,3 1 0,0 0 0,7-1 0,-1 2-1093,-5 2 1,-2 1 0,0 0 126,3-3 0,2 1 966,0 2 0,5 2 0,-2 0 0,-8-2-431,-4-1 431,4 0 0,9 1 0,-1 0 0,-7-1 0,0 0 0,-2-1 0,6 0 0,1-1 0,-6 1 0,11 1 0,-8-1 0,6 0 0,-7-1 0,1 0 0,8 0 0,0 0 632,-12 0-632,2-1 0,5 1 0,-6-1 0,-4 1 0,16-2 0,-1 1 0,-19 0 0,14-2 0,1-1 0,-14 1 1638,9-1 0,0-2 1638,-3-5-3269,4-2-7,-9-2 0,-5-5 0,-7 8 0,3-7 0,0-1 0,-3 6 0,3-7 0,0 0 0,-2 6-1639,2-6 1,0 0-1192,-2 6 1191,3-12 1,1-1 1367,-5 11 271,2-7 0,-1 0 0,-3 9-868,0-10 1,-2-1 867,-1 9-498,-2-9 1,-1-1 497,-4 10 1638,-2-2 0,-2-3-1439,-2 5 0,-1 0-199,-6-11 0,0 6 0,0 3 0,6 10-541,-11-11 1,-1-1 540,8 11-175,-10-9 1,-2 1 174,9 9 378,-1-1 0,-7-1 0,1 1-378,-9 0 0,1 1 0,4-1 0,0 1 0,1 3 0,-2 2 0,6 1-663,1 2 663,1-1 0,-2 1 0,2 0 0,-1 1 0,-10 0 0,0 0 0,10 0 0,-1 1 0,-3 0 0,-6 0 0,0 1 0,1-1 0,-2 1 0,1 0 0,0 0 1092,-1 0 0,0 0 0,-1 1-928,-6 0 0,1 0 1,10 0 3111,12 0-3178,-17 4 0,0 1-98,17-4 0,-11 5 0,1-1 262,12-4-262,-11 5 0,0 0 0,10-3 0,-15 2 0,-10 3 0,7-3 188,6-2-188,0-2 0,-9 1 0,0-1 0,9-1 1602,1-1-1602,-3 0 0,-6 0 0,7 0 0,9-1 0,-11 2 0,1 0 0,19-2 0,-12 3 0,0 0 0,15-1 0,-27 3 0,-2-1 223,22-3-223,-8 0 0,-8 0 0,-1 0 0,7-1 0,2 0 0,-2 0 0,-11-1 0,-4 1 0,2 0 0,9-1-1008,7 0 1,0 0 1007,-4 0 0,-7 1 0,-2-1 0,3 1 0,7-1 0,-9-1 0,1 1 0,2-2 0,16-2 0,-13-1 746,4-3-746,-1 6 0,-1 0 2100,-9-2-2100,8 3 0,-4 0 0,6 1 0,6 0 0,-16 0 0,4-1-2895,24 1 2895,-14-1 0,20 1 0,-1-2 0</inkml:trace>
  <inkml:trace contextRef="#ctx0" brushRef="#br0" timeOffset="367352">8730 2099 24575,'5'-2'0,"2"-2"0,-3 3 0,11-6 0,12-1 0,-5-1-1639,-2 2 1,0 1-1639,-9 2 0,23-9 1787,-26 11 1490,11-6 0,-7 3 0,-3-1 0,5-4 0,-8 5 0,-3 1 0</inkml:trace>
  <inkml:trace contextRef="#ctx0" brushRef="#br0" timeOffset="368316">8984 1922 24575,'17'28'0,"-8"-10"0,14 12 0,-19-21 0,14 14 0,-14-13 0,5 4 0,-1-4 0,-3-1 0,-1-9 0,-4-6 0,-3-10 0,-5-9 0,4 7 0,-6-5 0,8 17 0,-10-10 0,9 11 0,-8-5 0,10 7 0,5 2 0,13 4-1639,4-2 1,1 1-1639,0 3 2576,2-4 0,-4-1 701,-12 1 0,10 0 0,-19 3 0,-10 4 0,-14 8 3276,8-6-349,-2 5-1174,21-14-1753,16 2 0,-8-4-820,16-2 1,-23 3 0,4-1 0</inkml:trace>
  <inkml:trace contextRef="#ctx0" brushRef="#br0" timeOffset="371125">10747 2091 24575,'6'12'0,"2"3"0,-5-3 0,7 17 0,-7-17 0,6 13 0,-8-19 0,1 5 0,-1-4 0,-1-8 0,-4-12 0,-4-10 0,1 6 0,-8-6 0,12 18 0,-5-10 0,7 12 0,-3-8 0,2 7 0,-1-4 0,0 5 0,8-5 0,1 4 0,2-4 0,3 1 0,-6 4 0,3-4 0,-6 7 0,1-3 0</inkml:trace>
  <inkml:trace contextRef="#ctx0" brushRef="#br0" timeOffset="371706">10800 2205 24575,'9'0'0,"26"0"0,-15 0 0,9 2 0,0 1 0,-12-2 0,7 3 0,1 3 0,-8 1 0,9 4-3277,-13 8 0,-9-13 1511,10 26 1766,-9-22-723,9 22 723,-11-24 0,2 14 0,-16-5 0,9-3 0,-15-4 0,-2-3 0,9-4-519,-21 1 1,-4 0 518,13-1 329,-10-2 0,-2 0-329,12-1 0,-2-2 0,14-15 3276,10 10-2726,-3-20 0,2 22 1,0-6-1</inkml:trace>
  <inkml:trace contextRef="#ctx0" brushRef="#br0" timeOffset="372104">10739 2097 24575,'17'-5'0,"11"-1"0,2-2 0,5-2 0,-6 3 0,-2 1 0,-1-1 0,-21 5 0,2 0 0,-7 1 0</inkml:trace>
  <inkml:trace contextRef="#ctx0" brushRef="#br0" timeOffset="372875">11154 2064 24575,'0'8'0,"-1"2"0,-2 8 0,-1-6 0,-1 14 0,4-18 0,-1 21 0,4-19 0,2 17 0,0-16 0,13 13 0,5-3 0,-1-2-3277,11 1 0,-24-16 1922,26 6 1355,-26-8-258,21 2 258,-23-4 0,18-5 0,-1-8 3276,-3 3-453,7-14-2823,-24 17 0,7-9 0,1 0 0,-8 6 0,9-20 0,-11 23 1647,-3-16-1647,-9 2 0,1 3 0,-9-9 0,12 19 0,-7-5 0,-1 1 0,4 3 421,-20-10-421,20 12-3277,-19 0 0,19 3 2407,-21 0 870,25 4 0,-9 0 0,15 4-820,1 4 1,0-2 0,0-1 0</inkml:trace>
  <inkml:trace contextRef="#ctx0" brushRef="#br0" timeOffset="373528">11449 2018 24575,'6'14'0,"1"3"0,1-1 0,5 13 0,0-6 0,-3 1 0,8 7 0,0-11 0,-5-2 0,9-1 0,-16-14 0,13 2 0,-12-3 0,14-1 0,-5-5 0,1 3 0,18-12 0,-24 8 0,20-9 0,-25 8 0,7-8 0,-10 6 0,-2-11 0,-13-8 0,5 11 0,-5-4 0,0 2 0,4 11 0,-4-8 0,0 0 0,5 9 0,-19-16 0,8 9 0,-1 0 0,-8 2 0,-2 11 0,10-1-3277,-14 6 0,28-3 3219,-4 5 1,8-6-1,1 3 1</inkml:trace>
  <inkml:trace contextRef="#ctx0" brushRef="#br0" timeOffset="375191">11996 2187 24575,'5'0'0,"2"0"-3277,5 0 0,-4 0 1638,11 0 1,1 0-1639,-9 0 4170,8-1 1,4 2-894,6-1 0,4 1 0,-2-1 0,2 0 0,-1 0-93,-4 1 0,0-1 1,1 1 92,2-1 0,2 1 0,-1 0 0,-5 0 582,-6 1 0,-1 1-582,9-1 0,-1 1 3276,3 5-1576,-14-2-1700,-1-2-3277,8 5 1578,-18-7 1154,12 6 1,3 2 544,-8-5 0,13 8 0,2 0 0,-6-4 0,0 0 0,6 2 0,-3-1 0,-6-4 0,0 1 0,5 0 0,3 2 0,-4-2 0,7 0-519,-6-2 0,-1-1 519,-7-3 0,19 5 0,-23-6 0,4 3 3276,4 0-2630,-7-1-646,7 1 1856,0-3-1856,-3-4 0,-4 3 0,-3-4 0</inkml:trace>
  <inkml:trace contextRef="#ctx0" brushRef="#br0" timeOffset="376026">13258 2273 24575,'-9'29'0,"3"-12"0,-3 11 0,7-18-3277,-2 24 0,4-23 484,-2 25 2793,2-26 1833,0 15-1833,0-14 0,0 1 0,0-9 3276,0-3-130,0-5-3146,0-15 0,0 11 0,0-23 0,0 25-3277,-2-25 862,0 24 2147,-4-19 268,2 23 0,-3-11 0,17 12 0,-9-2-1639,25 6 1,6 5 467,-17-5 1171,9 4 0,-1 0 3276,-17-4-2104,1 6-904,-1-4-268,1 8 0,0-2 0,-2 0 0,-7 5 0,1-9 0,-13 9 0,9-9 3276,-8 7 0,6-2-3044,2-2-232,6 2 0,5-8 0,-1 1 0,-2-5 0,-4 1 0,0-1 0</inkml:trace>
  <inkml:trace contextRef="#ctx0" brushRef="#br0" timeOffset="379588">13873 1924 24575,'-4'20'0,"0"-6"0,1 9 0,2-11-3277,9 21 0,-6-22 0,9 14 4605,-2-14-1328,11 2 0,-1 0-1409,1-5 0,-1-3 1409,-5 0-496,8-4 0,-1-1 496,-12-1 1638,11-4 0,4-4-1254,-7 0 1,-1-1-385,15-10-1639,-11 5 1,-4 1 870,-9 7 4044,9-13-2507,-17 14 715,-1-9-1484,-20-3 0,7 8 0,-5-1 0,-3 0 0,3 6 0,-1 0 0,-13-5 0,12 5 0,3 3 0,12 2 819,-4 0 0,9 0 0,1 0 0</inkml:trace>
  <inkml:trace contextRef="#ctx0" brushRef="#br0" timeOffset="380271">14016 2155 24575,'-7'7'0,"-3"1"0,6-6 0,-12 8 0,12-6 0,-13 9 0,14-7 0,-10 7 0,8 1 0,-2-4 0,4 6 0,3-12 0,7 21 0,-2-14-1639,7 7 1,1-1-1639,-5-8 3162,7 2 0,4-2 115,6-5 0,0-3 0,5 4 0,-4-3 0,3-2 0,-7 1 0,-11-1 0,22-4 0,0-1 0,-19 3 1638,9-4 0,0-3 1638,-8-4-3044,4-15-232,-9 7-3277,-3-10 0,-7 20 0,-9-25 1787,6 26 1269,-7-7 0,0 1 221,2 9 0,-23-8 0,11 11 0,0 1 0,-11-3 0,5 5 0,3 2 0,14-1 3276,-14 4-2234,20-2-223,2 1 0,2-1 0,3-2 0</inkml:trace>
  <inkml:trace contextRef="#ctx0" brushRef="#br0" timeOffset="380827">14363 2016 24575,'1'21'0,"2"8"0,0-21 0,3 10 0,1 1 0,-3-7 0,6 7 0,1-1 0,6-1 0,11 4 0,-9-10 0,10-6 0,-21-5-1639,11-5 1,1-1-1639,-11 3 2228,13-10 0,0-2 1049,-10 5 0,3-8 0,-1 0 0,-7 6 0,-2-9 0,-1 0 0,-5 10 0,-1-8 0,-3 0 0,-1 9-1204,-21-13 1204,14 16-644,-19-3 644,23 9 3276,-12 4-1609,17-1 690,-11 5-2357,13-3 489,-3 4 1,5-5-1,0 1 1</inkml:trace>
  <inkml:trace contextRef="#ctx0" brushRef="#br0" timeOffset="381292">14754 1983 24575,'5'19'0,"3"1"0,-3 1-3277,11 9 0,-11-22 0,16 17 0,-16-20 2030,23 11 1247,-21-13 0,13 3 0,0-5 0,6-7 0,-2 3 1060,-4-5 0,-2-3-1060,-8 2 1638,5-4 0,0-2-830,-7-10-808,-1-10 0,-9 12-3277,-14-6 2470,9 21 2140,-12-4 1,-2 1-1334,5 8-1403,-12-4 1,0 1 1402,11 6-896,-10 1 1,-7 0 0,6 1 895,7 1 398,-17 1 1,4 0-399,26 0 0,-1-1 0,6-2 0</inkml:trace>
  <inkml:trace contextRef="#ctx0" brushRef="#br0" timeOffset="388470">15738 2110 24575,'1'5'0,"1"8"0,1-6 0,1 11 0,0-7 0,0 4 0,1-2 0,-2-3 0,0-1 0,1-1 0,-2-6 0,-1-8 0,-8-13 0,-6-12 0,3 9 0,0-4 0,8 21 0,-1-5 0,4 6 0,13-7 0,-7 6-3277,22-7 0,-23 11 2691,22-6 586,-20 6 0,15-3 0,-10 2 0,7 0 0,-3 1 3276,-4 1-2457,1 0 0,-11 0 0,4 0 0</inkml:trace>
  <inkml:trace contextRef="#ctx0" brushRef="#br0" timeOffset="389070">15755 2210 24575,'5'-4'0,"-2"0"0,6 4 0,-5-2 0,7 8 0,-2 5 0,2 1-3277,6 15 0,-8-17 2458,2 7 1,0-1 818,-7-9 0,10 16 0,-13-15 0,-1 4 0,-10 1 0,-14 0 0,8-5 0,-19 0 0,26-8 0,-22 6 0,22-5 3276,-9 3-465,16-10-2285,1 2 0,1-2 0,0 3 0</inkml:trace>
  <inkml:trace contextRef="#ctx0" brushRef="#br0" timeOffset="389720">15997 2210 24575,'-6'30'0,"1"-12"0,4 8 0,1-20 0,5 14 0,-2-14 0,7 7 0,-5-8 0,7 5 0,5-3 0,-5 1 0,8-1 0,-14-5 0,4-2 0,1-9 0,-5 4 0,13-19 0,-13 19 0,11-21 0,-14 21 0,-1-18 0,-4 15 0,-9-14 0,3 14-3277,-15-9 0,13 12 1855,-15-7 1422,19 10 0,-7-1 0,12 3 0,-1 0 0</inkml:trace>
  <inkml:trace contextRef="#ctx0" brushRef="#br0" timeOffset="390268">16240 2219 24575,'3'30'0,"-1"-14"-1639,0 5 1,0 0-1639,-1-11 2302,3 9 1,3 2 974,12 7-1409,-7-11 0,0 0 1409,9 5-732,0-16 0,-1-3 732,-9-3 1638,9-1 0,0-2-1103,0-11-535,-4 4 0,3-17 0,-17 19 0,3-18 0,-5 19 0,-11-20 0,5 18 0,-15-18 0,11 19 1638,-4-2 0,-4 0-427,-6 2 1,-1 0 2063,-9-6-3275,-2 4 0,4 2 0,20 5 0,-13-2 0,2-1 0,15 2 0,-13-2 0,21 5 0</inkml:trace>
  <inkml:trace contextRef="#ctx0" brushRef="#br0" timeOffset="392757">15710 2193 24575,'0'22'0,"0"-4"0,2-14 0,-2-1 0,3 1 0,0 2 0,-1-1 0,2-1 0,-2-3 0,5 1 0,9 9 0,-4-3 0,19 12 0,-23-17 0,12 7 0,-18-9 0,1 2 0,-10 4-3277,-17 6 0,10-6 2379,-7 2 0,1-2 898,11-5 0,-21 8 0,22-8 0,-4 1 0,9-2 0</inkml:trace>
  <inkml:trace contextRef="#ctx0" brushRef="#br0" timeOffset="395063">15896 1166 24575,'-14'29'0,"5"-14"0,0 4 0,2 0 0,3-9 0,-5 24 0,8-22-3277,0 16 0,1-18 1328,3 9 1949,6-3 0,-3-5-2818,15 17 2818,-15-20-667,20 15 667,-18-17 3276,15 8-2912,-17-12-364,7 2 0,-10-4 3276,2-4-542,-7-3-1308,-1-1-1426,-9-4 912,6 5-912,-10-2 0,11 5 0,-9 0 0,9 4 0,-3-2 0,4 2 0,-1 0 0,-6 2 0,-3 2 0,3-1 0,5 1 0,12-3 0,-3 0 0,4 0 0</inkml:trace>
  <inkml:trace contextRef="#ctx0" brushRef="#br0" timeOffset="395660">16147 1303 24575,'-16'17'0,"9"-8"0,-6 10 0,12-14 0,-3 9 0,4-10 0,4 11 0,4-4 0,16 8 0,-10-9 0,14 1 0,-22-10 0,13 0 0,-13-1 0,10-6 0,-2-6 0,-3 2 0,0-6 0,-1-1 0,-4 5 0,3-5 0,-3-2 0,-7-7 0,1 6 0,-12-7 0,4 19 0,-23-10 0,6 14 0,-2 1 0,-9-4 0,3 8 0,4 3 0,19-2 0,-13 10 0,20-10 0,-1 3 0</inkml:trace>
  <inkml:trace contextRef="#ctx0" brushRef="#br0" timeOffset="396063">16397 1277 24575,'-1'21'0,"0"0"0,0 8 0,7-6 0,7-8 0,-1-2 0,13-2 0,-16-9-1639,11-2 1,1-1-1639,-9 0 2341,12-5 0,1-2 936,-10 0-1639,4-6 1,-1-1 922,-7 4-619,2-11 0,-3 0 1335,-8 13 889,2-13 1,-2 0-890,-4 12-431,-14-23 1,11 25 0,-7-7-1</inkml:trace>
  <inkml:trace contextRef="#ctx0" brushRef="#br0" timeOffset="396563">15700 1165 8191,'-3'21'0,"2"-12"0,-3 13 0,0 2 0,3-13 0,-5 17 0,1 1 0,4-18 252,-2 23 0,0 1-252,3-18 850,-1 11 0,0-1-850,1-11 3120,0 12-3120,3-8 3276,-1-4-1886,1-3 1886,0-7-1883,-3-4-1393,2-1 0,-2-6 0</inkml:trace>
  <inkml:trace contextRef="#ctx0" brushRef="#br0" timeOffset="397230">15762 1118 24575,'33'-7'0,"-11"3"0,0-1 0,2 2 0,3-1-820,1 1 1,4-1 0,4-1 0,2 1 350,-8 1 1,3-1 0,1 1 0,1 0 0,0-1 0,-1 1 0,-2 0-188,4-1 1,-3 0-1,0-1 1,2 1 0,1 0 607,-3 0 0,3 0 0,3 0 0,0-1 0,-2 1 0,-2 0 0,-4 0 0,-5 1 48,5-2 0,-3 1 0,1 0 0,5 0 0,-2 0 0,-6 1 1935,6 0-1935,-1 0 0,-3 2 0,-9 1 0,-1 30 0,-15-9 0,-2 3 1256,0 1 0,-1 2-1256,-1 0 0,-1 4 0,3-2 0,2-3 0,2 0 0,-1-2 0,-2 7 0,0 0 0,6-4 0,1 0 0,-3-6 3276,-3-10-1317,11 21-1959,-13-24 0,1 10 0,-2-16 0,-16 6 0,-10-8 0,-8-2 0,7 3 0,-4 0 0,-3 0 0,0 0 0,2 0-820,-3-1 1,1 0 0,-1 0 0,-4 1 450,9-1 1,-3 1-1,-2-1 1,-2 1 0,1 0-1,1-1 1,2 1 0,2-1 368,-7 1 0,4-2 0,-1 1 0,-4 0 0,6 0 0,-4 0 0,-2 0 0,-2 0 0,1 0 0,2 0 0,3 0 0,5 0 0,-6 0 0,5 0 0,-3 0 0,1 0 0,-6 0 0,-2 0 0,1 0 0,7 0 0,9 0 0,0 0 0,-10 0 0,4 0-820,19 2 1,6-2 0,-1 1 0</inkml:trace>
  <inkml:trace contextRef="#ctx0" brushRef="#br0" timeOffset="400512">12313 1877 24575,'6'-2'0,"-1"-1"0,1 3 0,3-3 0,12 0 0,-1 1-1639,7-3 1,-2 0-1639,-5 3 2244,6-5 1,-1 0 1032,-12 4-1639,9-7 1,0 0 986,-7 5-543,16-10 0,2-1 1195,-16 7 0,8-1 0,5-2 0,-6 2 0,-4 1 0,2 1 0,11-1 0,4-1 0,-2 1 0,-6 1-246,0 0 0,1 0 246,-1 0 0,6-1 0,4-1 0,0 1 0,-3 0 0,-5 1 0,-4 2 0,-5 1 0,5 0 0,2-2 0,5 0 0,3-2 0,0 1 0,1 0 0,-2 0 0,-4 2 0,0 0 0,-1 0 0,1 0 0,-2 0 0,1 0 0,1-1 0,-1 0 0,0 1 0,1-1 0,1 1 0,-1 0 0,3 1 0,1 0 0,0 0 0,-3 0 0,-4 1 0,-6 1 747,-2 0 0,1 1-747,2 0 0,8 0 0,4-1 0,3 1 0,-2-1 0,-4 1 0,-7 0 633,1 0 1,1 0-634,-3 1 0,7 0 0,5 0 0,3-1 0,0 1 0,-2 0 0,-4 0 0,-6 1-153,-1 0 0,-4 0 0,6 0 153,-4-1 0,7 1 0,4-1 0,3 1 0,1-1 0,1 0 0,-2 0 0,-2 1 0,-4-1 0,-6 0 0,8 1 0,-6 0 0,7-1 0,-8-1 0,5 0 0,5 0 0,2-1 0,3 0 0,0-1 0,-1 1 0,-1 0 0,-4 0 0,-5 1 0,-5 0 0,5 0 0,-7 1 0,5-2 0,-1 0 0,7-1 0,3-1 0,0 0 0,-2 0 0,-6 0 0,-7 2 3276,7-1-3203,-10-1 0,-5 0 1,-13 2-1,2 2 0</inkml:trace>
  <inkml:trace contextRef="#ctx0" brushRef="#br0" timeOffset="401928">13672 927 24575,'7'19'0,"-1"0"0,5 16 0,3-3 0,-7-13-3277,10 14 0,-13-25 1638,5 11 1,0-1 756,-5-10 2848,10 21-1966,-12-23 0,1 3 0,-1-4 3276,-2 2-741,-3-3 366,-9 6-2901,2-6 0,-3 2 35,4-2-35,17-2 0,9 0 0,5-1 0,3-2 0,2-1 0,0 0 0,1 2 0,0-1 0,1-2 0,1 0 0,-9 0 0,-14 1 0,20-3 0,-28 4 0,-1-5 0,-11-5 0,4 5 0,0-4 0</inkml:trace>
  <inkml:trace contextRef="#ctx0" brushRef="#br0" timeOffset="402459">13933 974 24575,'0'28'0,"0"-16"-3277,3 22 0,-3-27 137,13 22 3140,-9-21 1414,14 18-1414,-10-20 0,17 5 0,11-8 0,-10-1 0,-5-3 0,-2-2 0,-11-1 0,11-9 0,-15 7 0,6-15 0,-10 10 0,3-20 0,-3 20 0,-1-26 0,-1 28 3276,-4-15-508,-10 9-2768,5 6 0,-15-5 0,16 12 0,-12-1 0,14 1 1490,-12 4-1490,17 0 746,-9-1-746,8 3 0,0 0 0,-1 1 0,4-2 0,1-2 0</inkml:trace>
  <inkml:trace contextRef="#ctx0" brushRef="#br0" timeOffset="402960">14174 1001 24575,'-6'34'0,"2"-19"0,5 8 0,4 0 0,19 3 0,-8-1 0,5-12 0,-1-4 0,-7-5 0,24 0 0,-12-9 0,-2 2-3277,1-18 0,-19 15 2296,5-15 1,-1-2 980,-3 10-1639,1-8 1,0 0 952,-5 11 686,-5-21 0,-15 11 0,3 3 0,-1 1 0,-9-1-626,1 10 1,-5 2-1,5 1 626,5 3 0,-12-2 0,-8 1 0,10 0 0,14 2-234,-14 0 1,3 0-1,21 0 1,-8 0 0</inkml:trace>
  <inkml:trace contextRef="#ctx0" brushRef="#br0" timeOffset="404778">9649 1151 24575,'-26'8'0,"2"2"0,3-3 0,1 2 0,-7 6 0,10-4 0,-1 3 0,12-8-3277,1 6 0,2-10 2461,-1 16 816,1-14-3277,-5 25 2211,5-21 725,-1 10 1,-1 1 340,2-6 0,0 8 0,1 1 0,1-8-528,1 12 1,2-1 527,1-12 0,2 9 0,1 0 0,-1-10 1216,6 5 0,1 1-1216,-2-5 9,4 4 0,1-2-9,-3-7 3276,17 14-2566,-11-14 1,0-1 2145,8 9-2856,5-4 0,-2-2 1891,-17-5-1891,15 3 0,9 3 0,-6-3 716,-9-4-716,3 1 0,9 2 0,0 0 0,-5-2-864,-7-3 0,2-1 864,2 2 0,8 0 0,1 1 0,-1-1 0,-6 0 0,-1-2 0,0 1 0,3-1 0,7 1 0,3 0 0,1-1 0,-4 0 0,-8 0 0,-3 0 0,1-1 0,1-1 0,7 1 0,5 0 0,-2-1 0,-3 1 0,-8-1 0,-5 1 0,-1-1 0,9-1 0,9-2 0,3-1 0,-1 1 0,-6 0-1093,-6 2 1,-4 1 0,4-1 1046,0-1 0,5-1 0,3-1 1,-1 1-1,-2 0 0,-6 1 46,0 1 0,-4 0 0,3 0 0,2-1 0,5-1 0,3-1 0,-1 0 0,-4 0 0,-6 2 0,-4 0 0,-1 0 0,11-3 0,9-1 0,3-1 0,-4 1 0,-12 2 0,-3 1 0,6-4 0,7-4 0,-12 4 0,-16 5 0,17-11 0,2-2 0,-13 9 0,12-6 0,1-1 613,-10 6-613,4-1 0,4-1 0,-3 1-1462,-2 0 1462,5 0 0,2-3 0,-6 1 0,0-2-1121,-1-3 1,0-2 1120,3 4 0,-2-3-1252,0-14 0,-6 1 1252,-9 11-1452,0-11 0,-1 0 1452,-3 14 630,-4-11 1,-4-1-631,-1 9 0,0 0 1638,1-1 0,0-1-1512,-4-2 1,-3 3-1621,-16-3 1494,11 2 656,-8 4 1,-1 3-657,10 4-183,-6 1 1,-6-3-1,-2 3 183,-2 1 0,-2 2 0,1 0-439,6-1 1,1 1-1,-3 0 439,-5 2 0,-7 0 0,-1 1 0,4 1 0,7 0 0,8 1 0,-2 1 0,-1-1 0,-8 1 0,-6-1 0,-1 0 0,1 0 0,3 1 0,8 0 920,-7 0 0,-1 2-920,8-1 0,-6 0 0,-4 1 0,-2 0 0,0 0 0,1 0 0,4 2-262,-2 0 0,2 1 0,1 0 0,1 1 0,0-2 262,2 0 0,1 0 0,0-1 0,1 1 0,-1 0-239,1 0 0,0 1 1,0 0-1,0 0 0,-2 0 239,2 0 0,0 1 0,-1-1 0,-1 1 0,0-1 0,-2 1 0,1-2 0,-2 0 0,0 0 0,-1 0 0,0 1 0,0-1 0,1 1-165,3 0 1,1 0 0,0 1 0,0 0 0,-1 0 0,-2-1 0,-1 0 164,3-1 0,-4-1 0,-1 1 0,-2-1 0,-1 0 0,1 0 0,1 0 0,1-1 0,3 1 0,4-1 0,3 1 0,-9 1 0,7 0 0,-6-1 0,5 0 0,-6 0 0,-4 0 0,-1 0 0,1 0 0,2 0 0,5 0 0,7-1 0,-4 2 0,4 0 0,-6-2 0,-1 1 0,9-1 394,14-2 0,-14 0 0,22 0 0</inkml:trace>
  <inkml:trace contextRef="#ctx0" brushRef="#br0" timeOffset="412050">15425 459 24575,'-20'8'0,"-5"4"0,2-3 0,7 1 0,-1 0 0,-12 5 0,7-3 0,-8 3 0,1 0 0,12-6 0,-4 2 0,-6 2 0,4-2 0,-1-2 0,-1 1 0,-7 3 0,6-3 0,1-3 0,1 1 0,-5 2 0,6-1 0,6-3 0,-5 3 0,-1-1 0,6-2 0,-1 2 0,14-7 0</inkml:trace>
  <inkml:trace contextRef="#ctx0" brushRef="#br0" timeOffset="412966">14801 698 24575,'8'33'0,"-2"-8"-3277,-1-4 0,-2-14 833,-1 14 2444,-1-16 0,1 14 0,-2-15 0,1 16 0,-1-14 1787,0 9-1787,-3-25 0,0 5 0,-1-14 0,2 9 0,-3-2 0,3 6 0,-5-7 0,3 10 0,0-11 0,2 11 3276,-2-7 0,1 8-2617,-1-1-659,1 4-3277,-24 7 0,18-5 1638,-21 9 1,0 0 148,17-6-27,-16 6 0,1 1 1517,19-8 0,-11 3 0,0 2 0,7-1 3034,2 2-3034,32-15 0,-4 0 0,7-2 0,-3 1 0,-12 1 3276,16-2-2015,-19 4-1261,12-8 0,-9 9-298,4-6 1,-10 6 0,-2 0 0</inkml:trace>
  <inkml:trace contextRef="#ctx0" brushRef="#br0" timeOffset="414401">16210 477 24575,'-5'0'0,"-5"0"0,-3 0 0,-3 3 0,4-1 0,-2 2 0,4 2 0,1-2 0,-5 0 0,11-1 0,-9 1 0,4 0 0,-2 5 0,2-7 0,1 5 0,3-2 0,-2 3 0,3 4 0,1-5 0,1 6 0,2-2 0,5 5 0,7 4 0,4 0 0,-3-6 0,0-2 0,-4-7 0,1-1 0,1-2 0,1-2 0,-4 0 0,0 0 0,-5 0 0</inkml:trace>
  <inkml:trace contextRef="#ctx0" brushRef="#br0" timeOffset="415283">16398 521 24575,'-5'0'0,"-6"0"0,6 0 0,-18 0 0,15 0 0,-13 0 0,15 0 0,-7 2 0,10 1 0,-3 20 0,6-4 0,2 8 0,5 7 0,-3-24 0,9 21 0,-7-23-3277,8 9 0,-9-11 3047,10 6 230,-13-11 0,6-2 0,-6-21 0,0 12 0,0-16 0,-1 22 3276,1-6 0,-1 6-3044,1-1-232,0 4 0,10 6 0,-7-3 0,24 5 0,-21-7 0,11 1 0,-17-1 0</inkml:trace>
  <inkml:trace contextRef="#ctx0" brushRef="#br0" timeOffset="415668">16511 593 24575,'12'17'0,"3"4"0,-10-18 0,2 10 0,-2-11 0,-4-2 0,4-6 0,-3-2 0,5-9 0,-3 12 0,6-12 0,-5 12 0,1-2 0,-3 5 0</inkml:trace>
  <inkml:trace contextRef="#ctx0" brushRef="#br0" timeOffset="416022">16713 525 24575,'8'-1'0,"21"-3"-1639,-9 1 1,-1 1-1639,14-2 1638,-6 1 1,-5 0-970,-17 1 4725,13 1-2117,-18-2 0,2 3 0,-2-2 0</inkml:trace>
  <inkml:trace contextRef="#ctx0" brushRef="#br0" timeOffset="416389">16754 383 24575,'2'27'0,"1"1"0,0 0 0,0 3 0,-1-2 0,1-16-1639,1 16 1,1-1-1639,-3-14 1807,3 9 0,0 0 1470,0-16 1850,6 15-1850,-7-17 0,2 3 0,-6-7 0</inkml:trace>
  <inkml:trace contextRef="#ctx0" brushRef="#br0" timeOffset="417318">17080 613 24575,'-15'-6'0,"5"2"0,-7-5 0,11 7 0,-11-4 0,10 6 0,-5-2 0,6 2 0,1 0 0,-5 4 0,-5 3 0,0 4 0,0 4 0,7-2 0,3-2 0,4-1 0,5-5 0,1 2 0,3-4 0,1-3 0,0-1 0,4-1 0,-5 1 0,8-6 0,-10 4 0,9-7 0,-7 5 0,-2-1 0,0 3 0,-2 4 0,11 8 0,-5-3 0,16 8 0,-11-8 0,1 1 0,-6-4 0,-8-1 0</inkml:trace>
  <inkml:trace contextRef="#ctx0" brushRef="#br0" timeOffset="418839">17517 598 24575,'-25'0'0,"-2"4"0,-7 3 0,13-2 0,8 6 0,11-8 0,2 18 0,2-13 0,7 19 0,10-11-3066,-6-2 3066,5-2-407,-8-7 407,-5-3 0,6 2 0,-6-6-3277,2-17 920,-3 10 2357,0-12 0,-4 18 0,0 1 0</inkml:trace>
  <inkml:trace contextRef="#ctx0" brushRef="#br0" timeOffset="419154">17489 494 24575,'11'19'0,"0"0"0,-1-3-1639,3 12 1,-2-2-1639,-6-16 1638,1 12 1,-1 0 1409,-2-10 1188,-1 6 0,1 1-959,0-1 0,1 3 0,1-8 0,2-9 3276,2 0-2568,1-2 1,-4-2 0,-3 0 0</inkml:trace>
  <inkml:trace contextRef="#ctx0" brushRef="#br0" timeOffset="419639">17657 640 24575,'-3'13'0,"2"-1"-3277,15-3 0,-6-2 1638,24-1 1,4-1-749,-10 1 2695,9-2 0,-1 1-308,-15-1 0,4-2 0,-15-1 0,-1-1 0</inkml:trace>
  <inkml:trace contextRef="#ctx0" brushRef="#br0" timeOffset="420389">18018 601 24575,'16'23'0,"-2"6"0,-3-12 0,-3 4 0,-3-2 0,-2-12 0,5 26 0,-7-27 0,3 9 0,-4-17 0,3-13 0,-2 4 0,2-13 0,0 1 0,-1 9 0,2-7 0,1 0 0,-2 11 0,5-12 0,-2 15 0,0-3 0,1 9 0,-2 3 0,8 10-3277,3 8 0,-3-4 394,8 15 2883,-16-23-3277,10 16 2896,-12-18-2065,5 9 2446,-7-10 2446,2 5-2446,-2-11 0,-1 3 0,2-5 0</inkml:trace>
  <inkml:trace contextRef="#ctx0" brushRef="#br0" timeOffset="420757">18301 677 24575,'15'25'0,"-6"-7"0,7-11 0,-6-5 0,2-1 0,0-4 0,0-9 0,3-13 0,-4 8 0,-1-16 0,-11 22 0,-6-8 0,-12 10 0,-17 14 0,4 3 0,5 3 0,17 0 0,8-9 0,2 3 0,0-4 0</inkml:trace>
  <inkml:trace contextRef="#ctx0" brushRef="#br0" timeOffset="421623">18867 608 24575,'-30'9'0,"10"0"0,2 0 0,10-5 0,-22 17 0,22-16 0,-7 8 0,13-8 0,3 2 0,1-2 0,8 3 0,7-3 0,-4-1 0,13-1 0,-12-1-3277,8-8 0,-10 5 0,9-16 1787,-17 13 1023,10-11 0,-1-1 467,-8 5 0,13-18 0,-16 21 0,1-5 0,-2 11 3276,0 7-2478,1 9-798,0 1 3276,3 4-460,6-8-2816,-4-1 0,14 1 0,-16-8 0,12 1 0,-13-4 522,5 0 0,-7 0 0,1 0 1</inkml:trace>
  <inkml:trace contextRef="#ctx0" brushRef="#br0" timeOffset="422141">19155 529 24575,'-32'6'0,"16"-5"0,-4 6 0,1 1 0,11-3 0,-17 13 0,20-12 0,-4 10 0,11-1 0,-3-1-3277,16 6 0,-12-16 0,25 13 1787,-22-13-1055,24 7 2545,-25-9 0,16 1 0,-17-2 3276,7-3-3276,-3-22 0,-2 3 0,0-8 368,-3 14 1,-3 10 0,0 4 0</inkml:trace>
  <inkml:trace contextRef="#ctx0" brushRef="#br0" timeOffset="422442">19133 366 24575,'15'21'0,"-4"-2"0,2 2-1639,1 5 1,-1-1-1,-3-7 1,0 1-1,5 13 1,-4-4-1639,-9-20 2653,5 12 1,0 1 623,-4-13 0,6 19 0,-8-23 3034,1 4-3034,-1-5 819,2-1 0,-1-2 0,1 0 0</inkml:trace>
  <inkml:trace contextRef="#ctx0" brushRef="#br0" timeOffset="422994">19415 623 24575,'8'-3'0,"0"-1"0,-2 0 0,1-7 0,-1 2 0,1-6 0,-2 7 0,-1-13 0,0 14 0,-2-23 0,-3 22 0,-2-17 0,-4 16 0,1 0 0,-4 5 0,-4 5 0,4-1 0,-17 11 0,20-7 0,-13 13 0,16-14 0,0 8 0,2-8 0,8 8 0,8 4 0,-4-2 0,12 10 0,-17-17 0,16 18 0,-15-18-556,5 10 0,-10-14 1,-1-1-1</inkml:trace>
  <inkml:trace contextRef="#ctx0" brushRef="#br0" timeOffset="423376">19568 563 24575,'8'3'0,"8"7"0,-11-7 0,11 9 0,-12-9 0,6 6 0,-6-7 0,1 0 0,3-18 0,-4 9 0,7-24 0,-8 26-388,4-12 1,-7 15 0,2 1 0</inkml:trace>
  <inkml:trace contextRef="#ctx0" brushRef="#br0" timeOffset="424292">19815 491 24575,'-14'9'0,"8"-5"-3277,-16 16 0,17-14 1638,-6 10 1,0 1 1102,8-7 1527,-9 22-991,12-24 0,-1 11 0,1-13 3276,1 4-1051,2-8 20,-1-1-2245,12-11 0,-9 3 0,14-14 0,-12 9 1630,6-17-1630,-10 10 0,-2 0 0,4-9 0,-7 4 0,-1 2 0,-1 11-1639,-2-8 1,1 1-1639,1 9 2471,-4-25 806,8 23 0,1-10 0,1 10 0,7 7 0,0 9 0,4 18 0,-5-8-780,-1 8 0,-3-1 780,-2-8 0,1 5 0,1 3 0,-3 2 0,2-4 0,1 3 0,0-15 0,-2-1 0,1-3 0</inkml:trace>
  <inkml:trace contextRef="#ctx0" brushRef="#br0" timeOffset="424681">19887 554 24575,'10'10'0,"3"8"0,-9-12-3277,9 16 0,-10-16 1328,8 9 1949,-6-12 1719,3 1-1719,5-10 0,-5 2 0,9-21 0,-11 15 0,1-18 0,-7 21 0,-7-10 0,-12 9 0,7 0 0,-21 3 0,25 4-242,-26 7 0,28-4 1,-11 4-1</inkml:trace>
  <inkml:trace contextRef="#ctx0" brushRef="#br0" timeOffset="425887">20885 507 24575,'25'-1'0,"0"0"0,-5 3 0,5-1 0,-3 0 0,7 0 0,5-1 0,3 1 0,1-1 0,2 0 0,-2 0 0,-2 1 0,-3-1-547,1 0 1,-3 1 0,-1-1 0,0 1 0,2-1 0,2 0 181,0 0 1,2 0 0,1 0 0,2 0 0,0 0 0,0 0 0,-1 0 0,-1-1 0,-3 0-183,6-1 1,-1 0 0,-2-1 0,-1 1 0,-4-1 0,-2 0 701,0 1 1,-4-1 0,3 0-156,5 0 0,6-2 0,-4 1 0,-12 0 673,-11 2-673,22-4 0,-26 3 0,5 1 0,20-3 0,-14 3 0,1-1 0,-1-1 0,-7 3 3276,13-7-713,-18 5-1548,1-2-1015,-8 3 0,-2 0 0,-1 2 0</inkml:trace>
  <inkml:trace contextRef="#ctx0" brushRef="#br0" timeOffset="427588">22429 356 24575,'8'19'0,"1"11"0,-4-10 0,0 14 0,-1-15 0,-3 5 0,3-2 0,-4-10 0,2-4 0,-2-7 0,-3-5 0,-1-9 0,-2-6 0,-2-6 0,2-6 0,1 12 0,1-3 0,3 17 0,0-2 0,20 8 0,9 4 0,2 0-1639,-3 3 1,-2-1-1639,-13-4 2802,8 3 0,-2-1 475,-12-3 0,10 4 0,-10-4 0,2 2 0,-4-4 3276,0 3-124,-1-2-2076,-3 0-1076,-7 3-3277,-24 10 0,15-6 2575,-5 2 0,3 0 702,12-6-3277,-11 12 2406,11-13 871,4 5 0,17-12 3276,-6 3-2404,19-9-872,-23 8 1174,10-6-1174,-20 6 3276,-1 1 0,-5 1-3044,0 1-232,5 0 0,4 0 0,12-6 0,-5 3 0,8-5 0,-14 7 0,-8-2 0,-9 4 0,7-5 0,-2 1 0,13-1 0,-6-3 0,-9 4 0,2 0 0,-1-2 0,11-1 0,2 0 0,1-1 0,-5 4 0,5 2 0,1-1-3277,-22 9 0,18-6 3219,-27 8 1,27-8-1,-2-1 1</inkml:trace>
  <inkml:trace contextRef="#ctx0" brushRef="#br0" timeOffset="432824">22488 572 24575,'13'-5'0,"6"3"-3277,3-7 0,-7 7 1328,1-4 1949,-5 6 0,7-3 0,-2 3 0,10-6 0,-18 5 1719,-1-3-1719,-13 5-3277,-11 1 2017,8 0 2079,-2-1 0,9-1 0,-1 0 0</inkml:trace>
  <inkml:trace contextRef="#ctx0" brushRef="#br0" timeOffset="434243">21881 1634 24575,'19'-13'0,"0"1"0,12-8 0,-1-1 0,0-1-1639,-3 2 1,0 0-641,-2 0 2279,0-1 0,0 0 0,3-2 0,0 2 0,4-5 0,-5 6 0,-1 3 0,-5 3 0,7-5 0,0 0 0,-7 5 0,3-1 0,3-2 0,7-5 0,-7 6 0,-5 3 0,1 0 0,7-4 0,0-1 0,-5 5 0,5-2 0,-5 3 0,6-3 0,1 0 0,-8 3 1660,6-4-1660,-4 3 0,3-1 0,-5 3 898,-6 1-898,9-3 0,-4 3 0,-16 8 0,18-8 0,3 7 0,-6-2 1499,2 0 0,3 1-1499,-2 1 0,-1-1 0,-5 1 0,0-1-1639,7 0 1,-4 1-1639,-14 3 3219,3-2 1,-9 2-1,-1 0 1</inkml:trace>
  <inkml:trace contextRef="#ctx0" brushRef="#br0" timeOffset="435056">23115 800 24575,'5'18'0,"-1"1"0,2-1 0,-2 5 0,1-3 0,-2-11-1639,1 12 1,-1 0-1639,0-11 1638,1 11 1,1 1 72,-2-13 2498,6 19-932,-7-22 0,3 10 0,-4-10 3276,3 4-1591,-4-8 1591,2-8-3099,-4-8-177,2 0 0,-6-13 0,5 18 0,-13-22 0,11 24-3277,-16-23 1821,15 24 1456,-8-14 0,9 17 0,-1-5 0,5 3 0,22-7 0,-11 5-1639,12 1 1,0 1 378,-12 5 2898,10-1 0,-1 0-1331,-14 1-307,13 6 0,-16 16 0,-2-10 0,-2 8 0,-1-1 3276,-1-12-1758,-7 13 0,0 1-1518,3-10 0,-14 20 0,17-24 1426,-8 6-1426,7-8 0,-2 0 0,-1-2 0,4-2 0,-8 12 0,9 5 0,-5 1 0,7-5 0,0-11 0</inkml:trace>
  <inkml:trace contextRef="#ctx0" brushRef="#br0" timeOffset="435827">23692 477 24575,'21'17'0,"-12"-10"0,5 6 0,1 1 0,-5-5-1639,7 9 1,0 0-1639,-6-7 1638,9 11 1,0-2-1639,-12-13 2946,14 13 0,0-1 331,-15-12-1112,16 11 1,0 0 1111,-15-10 752,12 7 1,0 0-753,-15-6 0,22 12 0,-22-14 2188,11 4-2188,-10-7 3276,1 2-2501,-2-2 690,1-2-1465,5-15 0,6-15 0,-6 9 0,0-5 0</inkml:trace>
  <inkml:trace contextRef="#ctx0" brushRef="#br0" timeOffset="436126">24091 504 24575,'-18'18'0,"0"-1"0,1-1 0,-4 1 0,-4 4 0,4-4 0,7-5 0,-11 4 0,-6 5 0,6-3 0,7-3 0,-14 6 0,2-1 0,20-6 0,-12 3 0,19-9 0,-9-4 0,7-1 0,-2-3 0,4 2 0</inkml:trace>
  <inkml:trace contextRef="#ctx0" brushRef="#br0" timeOffset="437425">24542 559 24575,'7'3'0,"7"6"0,-4-2-3277,14 15 0,-15-14 1638,4 10 1,-1 1 855,-6-10 783,3 9 0,0-1 0,-5-8 1293,8 18-1293,-10-19 0,5 8 0,-5-12 3276,0 2-1025,0-3 360,-1 2-2611,0-5 1183,-5-12-1183,2-5 0,-4-1-3277,1-15 0,3 24 2748,-1-21 529,2 23 0,0-16 0,3 3 0,-2 3 0,7-5 0,-4 18 3276,3-6 0,-3 7-6553,14 23 301,-11-13 1337,9 13 1,-1 1 1600,-6-12-949,7 14 0,1 2 987,-8-13-320,4 8 1,-1-2 319,-7-10 0,4 13 0,-6-14 0,5 16 0,-4-19 2480,3 11-2480,-2-13 2407,-1 3-2407,13-4 0,-3-1 0,1 0 0,-6 0 0</inkml:trace>
  <inkml:trace contextRef="#ctx0" brushRef="#br0" timeOffset="438042">25016 696 24575,'12'0'0,"0"0"0,-8 0 0,3 0 0,10-9 0,-7 6-3277,21-13 0,-25 12 2877,18-11 400,-21 11 0,6-7 0,-13 1 0,1 4 0,-9-9 0,8 13 0,-13-10 0,10 11 0,-13-5 0,9 8 0,-7 6 0,9-3 0,-6 16 0,13-15 0,-7 21 0,8-20 3276,1 17 0,8-5-3128,6 11-148,-5-11-3277,9 6 24,-16-20 3212,12 9 41,-11-10 0,8 6 0,0-3 0,13-1 0,-8-1 0,17-4 0,-26-1 0,10 0 0</inkml:trace>
  <inkml:trace contextRef="#ctx0" brushRef="#br0" timeOffset="438961">25325 575 24575,'-12'5'0,"1"-3"0,0 3 0,4-3 0,-4 4 0,6-4 0,-5 5 0,6-5 0,0 15 0,1-4 0,1 4 0,0 6 0,4-15-3277,2 17 0,-1-20 2468,5 16 809,-6-16 0,13 16 0,-10-15 0,13 11 0,-8-14 0,10 2 0,-8-6 3276,7-5-55,-1-10-2355,-1-5-866,1-7 0,-11 5 0,-5 7 0,-3 7 0,-1 6 0,2 1 0,-4 4-3277,-2 18 0,0-11 1638,0 14 1,1 0 148,3-14 292,1 18 1,1 1 1197,0-16-299,3 11 0,0 0 299,1-9 1527,0 4 0,-1 3-1527,-2 15 0,-1-5 0,-4-9 0,-3-4 0,1-9 0,-14 8 0,-3-1 0,4-7 0,-13 7 0,-4-2 0,13-9 0,2-2 1638,1 2 0,-1 0-993,-4-2 1,4-3-646,15-1 0,-18-7 0,20 2 0,-11-18 0,8 14 0,-5-19 0,8 20 0,3-21 0,1 22 0,2-9 0</inkml:trace>
  <inkml:trace contextRef="#ctx0" brushRef="#br0" timeOffset="440015">25583 627 24575,'-6'-5'0,"-1"2"0,1 3 0,-9 4 0,-6 14 0,5-9-3277,-3 21 0,16-24 0,-4 23 1787,7-22 1070,1 20 420,2-21 0,5 21 0,2-10 0,-2 1 0,4 1 0,-8-17 3276,4 5-2223,-4-6-425,5 0-628,-6-1-3277,18-11 2017,-14 8 1260,14-11 3276,-6 1-2015,-2-3-1261,1-1 0,-7 6 0,-7-2 0,1-2 0,-1-11 3276,0 10 0,0 2-3044,0 12-232,0 6 0,4 6 0,2 2 0,4 3 0,3-4 0,2 1 0,11 2 0,-11-6 0,13 1 0,-14-9 0,-1 2 0,-5-2 0</inkml:trace>
  <inkml:trace contextRef="#ctx0" brushRef="#br0" timeOffset="440578">25816 650 24575,'17'-2'0,"-4"1"0,7 1 0,4 1 0,-3 0 0,13 0 0,-15 0 0,0-1 0,8 1 0,-5-3 0,-3-1 0,-7-1 0,2-8 0,-8 7 0,-3-3 0,-5 7 0,-5-2 0,1 2-820,-11-1 1,11 1 0,-3 0 0</inkml:trace>
  <inkml:trace contextRef="#ctx0" brushRef="#br0" timeOffset="441015">25934 476 24575,'8'23'0,"1"5"0,-2-6 0,3 13 0,-2-5 0,-2-8 0,0 1 0,-1-1 0,-4-10 0,4 7 0,0 1 0,-1 4 0,2-3 0,-2 3 0,-1-16 0,-1 16 0,-1-16-3277,-1 23 0,0-25 1795,3 21 1482,-2-22-3277,4 19 2432,-4-18-1752,5 15 2597,-4-18 2835,5 12-2835,-2-13 0,0 5 0,-2-7 0</inkml:trace>
  <inkml:trace contextRef="#ctx0" brushRef="#br0" timeOffset="441344">26198 821 24575,'5'3'0,"2"8"-3277,0 2 0,-2 0 275,4 11 3002,-7-19 1858,5 12-1858,-13-14-820,-1-17 1,0 9 0,0-13 0</inkml:trace>
  <inkml:trace contextRef="#ctx0" brushRef="#br0" timeOffset="441498">26204 753 24575,'-4'7'0,"3"-3"0,-1-2 0</inkml:trace>
  <inkml:trace contextRef="#ctx0" brushRef="#br0" timeOffset="442181">26286 791 24575,'14'14'0,"-4"-4"0,4 7 0,-1 2 0,-3-5 0,4 9 0,-9-20 0,11 16 0,-10-14 0,12 9 0,-12-11 0,11 3 0,-10-4 0,8-1 0,-11-1 0,4-7 0,-5 1 0,5-18 0,-3 9 0,3-17 0,-6 19 0,1-16 0,-3 10 0,2-1 0,-2 6 0,0 10 0,2 1 0,1 0 0,0 3 0,-2-1 0</inkml:trace>
  <inkml:trace contextRef="#ctx0" brushRef="#br0" timeOffset="442696">26633 781 24575,'2'16'0,"-1"3"0,3 9 0,-3-11 0,6 18 0,-2-17 0,0 1 0,3-4 0,-5-13 0,7 0 0,6-6 0,-5-1 0,18-16 0,-21 13 0,4-6 0,-1-2 0,-7-10 0,2 6 0,-7-1 0,-1 3 0,1 11 0,-8-14 0,-3 14 0,-3 4 0,-20 4 0,10 7 0,-3-1 0,14 0 0</inkml:trace>
  <inkml:trace contextRef="#ctx0" brushRef="#br0" timeOffset="446202">24166 1137 24575,'7'0'0,"2"0"0,-4 0 0,6 0 0,6 4 0,8-1 0,2 1 0,3 1 0,-1-1 0,6 1 0,-6-2-630,0-1 630,0 0 0,8 1 0,2 0 0,-6 0-1471,-2-1 1,0 0 1470,-4-1 0,6 0 0,0 0 0,-1 0 0,-6 0 0,-1 2 0,0-1 0,4-1 0,7 0 0,3-1 0,-4 0 0,-8 1-3277,8 1 2696,-8-1 0,6-1 0,2 0 0,-4 1 581,-4-1 0,-2 1 0,-2-1-533,-1 0 0,3 0 533,1 1 0,6-1 0,3 0 0,1 1 0,-1-1 0,-3 0 0,1 0 0,-1 0 0,0 0 0,-1 0-354,4 0 0,-2 0 0,0 0 0,2 0 354,-2 0 0,3 0 0,1 0 0,-2 0 0,-3 0 0,-7 0 0,-2 0 0,-2 0 0,8 0 0,6 0 0,1 0 0,-3 0-633,-3 0 1,-2 1 0,-1-1 632,-1 1 0,0-1 0,0 1 0,6 0 0,2 0 0,-9 0 3276,-10 1-3224,10-1 0,7 0 0,-7 0 1026,-8-1-1078,18 0 0,-2-2 0,-19 0 1128,6-2 1,2 0-1129,4-5 0,-2 2 3276,-3 0 0,-9 1-3044,7-2-232,14-6-2314,-15 4 2314,6 1 0,-9 0 0,1 0 0,1 2 0,-5-1 0,-9 6 0,4-5 0,-4 1 0,6-6 0,4-10 0,-2 7-1639,0-2 1,-1 0 445,-3 8 668,2-8 1,0-1 524,-6 5 0,7-20 0,-10 7 0,2 6 0,-1-2 0,-1 2 3276,0 11-1782,1-16 1,0 1-1495,-1 15-1639,0-20 1,0-1-301,0 18 300,-1-18 1,-1 0 378,1 21-257,0-17 0,0 0 1517,1 17-1015,0-14 1,1 2 1014,-1 14 0,3-19 0,-1 22 0,1-23 0,-1 19 1583,0-22-1583,-1 23 2812,1-17-2812,-1 10 0,0-3 3276,-1 7-2346,0 7 2346,-3-1-262,-25-10-3014,12 7-1639,-10-2 1,1 1-376,11 5 375,-20-3 1,0 0 378,19 4 744,-8-1 1,-6-1 0,5 1 515,3 2-1261,-12-2 0,-1-1 1261,10 2 384,-8-1 1,1-1-385,15 0 786,-8 2 0,-1 0-786,11 0-727,-11 0 1,0 0 726,10 1 981,-11-1 0,0 0-981,11 1-521,-9 0 1,0 0 520,10 0-730,-14 0 0,2 1 730,16 0 0,-11-1 0,0 0 0,15 1 66,-31-4-66,27 3 0,-25-4 0,24 4 0,-25-5 0,25 6 607,-15-2 1,-1 1-608,11-1 0,-11 2 0,-1 0 0,11-1 0,-6 0 0,-6 1 0,6 1 0,3-1 0,-6 0 0,-6 0 0,6 0 755,4 0-755,-11 0 0,-3 0 0,8 0 0,2 0 0,2 0 0,-1 0 0,-2 0 0,4 0 0,13 0 0,-12 0 0,1 0 0,10 0 106,-15 0 0,-3 0-106,4 0 0,2 0 0,-5 2 0,3-1 0,-8 0 0,4-1 0,-7 1 0,0 0 0,7 0-487,10-1 0,0 0 487,-10 0 0,-8 0 0,-3 0 0,3 0 0,8 0 0,11 0 0,-1 0 0,-12 0 0,-10-1 0,-3 1 0,4-1 0,10 1 0,-3-1 0,3 1 0,-9-1 0,1 1 0,10 0 0,7 0 1638,-7-1 0,-2 2-1614,9-1 1,2 1-25,-17 1 0,14-1 0,-4 1 0,-1 2 0,-2 1 0,2-1 685,8-2 1,-2 0-686,-7 2 0,-7 1 0,2-1 0,9-1 3276,7-2-2484,-8 1 0,-8 0 0,9 0 1685,12 0-2477,-13-1 0,2 0 0,16 0 0,-11-1 0,6 2-3277,-12 2 711,9-1 1203,-5 2 1,1-1 1362,10-2-814,-25 9 814,26-10 0,-9 4 0,7-3 0,-22 9 0,13-7 0,-6 5 0,0 0 0,11-4 0,-14 3 0,1 0 0,13-4 515,-10 4 0,2-2-515,14-4 897,-10 3-897,15-4 0,-7 4 0,6-3 3276,-7 3-567,5-4-298,-3 1-2411,4 1 0,0 3 0,9 14 0,3 12 0,-1-6-1639,0-1 1,-2-3-1639,-1-13 1638,2 17 1,1 0 148,-4-16-27,3 16 0,1-1 1517,-5-17-1015,4 18 1,2 1 1014,-4-17 2029,6 26-2029,-1-12 0,4 4 0,-2-2 1890,6 7-1890,-12-27 3276,9 21-2582,-2-8-694,-2-3 0,8 16 0,-14-25 0,14 21 0,-12-24-3277,23 17 2584,-21-17 693,14 6 0,0 0 0,-13-6-945,20 7 0,1-1 945,-18-6-1015,21 7 1,0 0 1014,-20-7 0,10 6 0,-1 0 0,-13-5 0,7 6 0,0 0 0,-8-5 0,10 9 0,0-2 0,-11-8 0,17 9 0,0 0 0,-13-9 1014,7 2 1,1 1-1015,1-2 0,-8-4 3034,16 5-3034,-21-6 3276,5 3-2015,-10-5 2015,-8-1 0,2-1-3044,-4-6-232,5 2 0,0-5 0,1 5 0,0 1 0,-1 4 0,0 1 0,-5 1 0,7-2 0,-2 2 0</inkml:trace>
  <inkml:trace contextRef="#ctx0" brushRef="#br0" timeOffset="447834">24046 1226 24575,'11'-2'0,"3"-1"0,-10 3 0,5-2 0,-5 2 0,3 0 0,-3-1 0,11 1 0,-8-3 0,18 0 0,-3-2 0,-2 0 0,-5 2 0,-20 1 0,-12 2 0,-3 0 0,0 0 0,-3 0 0,0 0 0,2 0 0,14 0 0,-28 0 0,26 0 0,-21 0 0,22 0 0,-21-1 0,15-1-1639,-6 1 1,-1-1-1639,9 0 1638,-10-1 1,1-1 1524,12 3-1525,-15-3 1,0 1 1425,15 2 192,-23 0 21,27 1 0,-11-3 0,12 3 3276,-18-6-3073,8 2 2948,-3 0-3151,-3-2 3276,15 4 0,-8-1-3002,4 3-274,-12-2 0,-9 2 0,8-1 0,0 1 0,19 0 0,-2-3 0,3 1 0,-3-9 0,4 7-3277,-8-20 0,8 17 1,-4-22 3276,4 24 0,-1-18 0,1 12 0,0-6 0,1 0 3276,0 9-1277,0-9-1999,0 12 3276,0-16-1997,0 7-1279,0-3 0,0 3 0,0 3 0,0 2 0,0-11 0,0 13-3277,0-23 0,0 22 2878,0-23 399,0 24 0,0-16 0,3 5 0,-3 4 0,4-8 0,-3 17 0,1-16 0,0 5 0,0-2 0,1-4 0,-3 16 3276,1-14 0,-1 10-2875,0-7-401,0 9 0,0-8 0,0 10 0,0-8 0,0 7 0,0-3 0,0-1 0,0 2 0,0 2 0,0 1 0,0-2 0,0-2 0,0 4 0,0 1 0</inkml:trace>
  <inkml:trace contextRef="#ctx0" brushRef="#br0" timeOffset="453589">18933 2554 24575,'8'0'0,"4"-2"-1639,12 0 1,2 0-1639,-4-1 2184,4 2 1,6-1 0,-5 1 1777,5-2-685,-2 1 0,8 0 0,-2 0 0,-6-1 0,-2 0 0,1 0 0,-2 0 0,0 1 0,0-1 0,1 1 0,0-1 0,-6 1 1806,-1-2-1806,9 1 0,0 0 0,-13 1 0,15-2 0,1 1 0,-15 0 0,4-1 0,5 0 0,2-1 0,6 0 0,2 1 0,-3-1 0,1-1 0,2 0 0,-8 2 0,5 0 0,1 0 0,-3 0 0,-6 0 128,10-3-128,-5 2 0,9 0 0,-1 0 0,-7 1-378,-11 0 0,0 1 378,10-2 0,5 1 0,-7 0 0,-3 1 0,-2-1 0,2 0 0,-2-2 0,-1 0 0,-5 3 0,1-1 0,15-6 0,-2 0 3276,-10 8-2653,2-4 1,9-2 0,0 0 0,-7 2-1504,9 1 880,-4 0 0,10-3 0,0 1 0,-8 2 0,-8 3 0,-1 0 0,7-1 0,7-1 0,0-1 0,-7 2 0,-7 1 0,-1-1 0,9-1 0,7-1 0,-1 0 0,-10 1 0,-3-1 0,2 1 0,6 0 0,-9 1 1053,-11 1-1053,16-2 0,-21 2 0,14-4 0,-10-2-3277,12 0 728,-11 1 2361,7-4 188,-16 9 0,16-10 0,-5 4-3277,10-7 2432,-10 7 4121,-2-1-2430,-10 7 408,6-9-1254,-1-2 0,-1 3 0,1-6 0,-6 7 0,1 2 0,-1 2 0</inkml:trace>
  <inkml:trace contextRef="#ctx0" brushRef="#br0" timeOffset="454672">21893 1682 24575,'-5'4'0,"-15"15"0,13-13 0,-14 14 0,-2-1 0,14-12 0,-13 12 0,0-2 0,15-12 0,-9 6 0,0 2 0,8-7 0,-13 12 0,10-6 0,-6 14 0,5-10 0,-9 16 0,-2-4 0,9-8 0,-1-3 0,1-2 0,8-6-3277,-16 13 0,15-16 2402,-13 15 875,15-18 0,-5 9 0,4-1 0,1 0 0,-3 7 0,0-1 0,5-7-3277,-6 3 2662,8-9-2159,-9 7 2774,7-6 0,-14 7 0,-4-2 3163,4-3-3163,-5 3 0,-1-2 0,11-4 0,-9 3 0,2 0 0,10-3 0,-19 0 0,22-1 3276,-20-1-2419,20 0-857,-18-1 0,16-1-1639,-14 1 1,-1 0 383,11-1-261,-15 0 1,-1 1 1515,17-1 680,-17 3 1,1 0-681,13-2 9,-23 3-9,32-4 3276,-8 0-2844,-3 0-432,-3-1 0,5 0 0,5 0 0</inkml:trace>
  <inkml:trace contextRef="#ctx0" brushRef="#br0" timeOffset="455488">19843 2426 24575,'9'6'0,"-4"-3"0,16 1 0,15-3 0,-12 0 0,6-1 0,-3 0 0,-18 0 0,23 0 0,1 0 0,-20 0 0,20-1 0,0-1 0,-23 2 0,9-3 0,-1 1 0,-13 2 0,8-3 0,10-1-3277,4-4 0,1 2 2621,-1 0 1,-3 1-1,-14 3 1,20-3 0</inkml:trace>
  <inkml:trace contextRef="#ctx0" brushRef="#br0" timeOffset="457339">17492 2297 24575,'11'0'0,"1"0"0,6-2 0,3 0 0,5 0 0,2 0 0,2 0 0,-3 0 0,5 0 0,-6 0 0,-4 0 0,10 0 0,9 0 0,-9 0-764,-11 0 764,3 0 0,8 0 0,1 0 0,-8 1 0,-1 0 0,9-1 0,9 1 0,-9 0 0,-6 1 0,4 1 0,11 0 0,1 1 0,-9-1-816,-14 0 1,0 0 815,10 1 0,8 1 0,3 1 0,-3 0 0,-9-1 0,6 1 0,-8 0 0,7 2 0,3 1 0,-2-1 0,-10-2 0,6 2 0,-2 0 0,9 2 0,-1 0 0,-10-2 0,-7-1 0,13 2 0,9 3 0,-10-2-3277,-12-2 2982,11 2 0,3 0-1344,-11-2 1,-4 0 205,2 1-50,14 4 1,-2 0 1482,-21-5-864,18 9 1,1 1 863,-20-9-360,17 12 0,-1 1 360,-17-12 0,8 8 0,6 6 0,-5-4 0,-6-6 966,11 10 0,2 3-966,-5-6 0,-3-3 0,6 5 0,-5-3 0,4 3 0,-5-5 2985,-8-8-2985,14 12 0,0 0 0,-15-12 1638,6 4 0,-1 0-449,-3 0-1189,5 7 0,-7-9-3277,4 11 2235,-9-18-1673,9 20 2715,-9-19-2135,13 18 2135,-12-19 1433,26 16-1433,-22-17 1200,9 4 1,1-2-1201,-9-4-201,9-3 0,1 0 201,-9 2 0,12-6 0,1-1 0,-15 5-387,10-3 1,-1 0-1,-13 5 1,7-2 0</inkml:trace>
  <inkml:trace contextRef="#ctx0" brushRef="#br0" timeOffset="461376">20407 3250 24575,'5'15'0,"-3"-8"-1639,2 21 1,0 2-1639,-2-16 2184,-1 10 1,2 7 0,-2-7 2420,-1-3-1328,0 9 0,0 6-1409,-1-3 0,-1 0 1409,2-7 0,0 1 0,-3-1 0,1 3 0,0-6 0,0-1-1012,0 3 1,-1 5 0,0-6 1011,2-4 465,-1 5 1,-1 5 0,1-6-466,1-7 0,-1 7 0,0 0 0,2-3 0,-1-2 0,1-9 0</inkml:trace>
  <inkml:trace contextRef="#ctx0" brushRef="#br0" timeOffset="465300">20340 3181 24575,'-11'15'0,"4"-7"-3277,-13 20 0,14-23 0,-10 17 4605,0-5-1328,1 4 0,-2-1-2818,-1 7 2818,15-21 0,-5 9 0,7-11 3276,-1 3-2015,0-1-1261,0 1 0,4-2 0,11 1 0,-6-4 0,14 4 0,1 0 0,-12-3-1081,19 2 1,0-1 1080,-13-2-1639,18-1 1,1 0 1094,-15 0-308,7-1 0,7 1 1,-8-1 851,-10 0 0,17 0 0,-2 0 0,-24 0-1063,23-1 1063,-24 0 2029,8-1-2029,-14-2 0,-12-20 0,7 13 834,-8-11 1,1 1-835,7 9 0,-7-9 0,-1 1 0,7 9 0,-9-13 0,4 2 0,0 1 0,-2-3 0,3 2 0,6 16 3276,0-8-2692,2 6 1458,-2-8-2042,2-1 3276,-1 3 0,-2-3-3044,5 12-232,-3-3 0,1 6 0,2 2 0,-24 10 0,2 3 0,-10 2-1639,11-3 1,3 0-1639,5-4 2163,-6 6 1,0 0 1113,12-7-1639,-7 7 1,0 0 1039,10-6-1992,-16 14 2591,16-17 2591,-6 7-2591,7-10 1336,-1 3-1336,1-1 3276,-1-1-2015,18-13 2015,3-7-1638,6-3 0,2 0-1406,-1-1-232,0 2 0,-4 2 0,-12 10 0,19-13 0,-13 8 0,0 1 0,-4 2 0,-11 10 0,-16 17 0,10-9 0,-15 15 0,-1 0 0,11-12 0,-5 5 0,-4 5 0,4-5 0,4-4 0,-8 7 0,1-2 0,16-12 0,-14 11 0,18-14 0,0-3 0,5-2-3277,18-15 0,-15 15 1638,11-9 1,-1-1 148,-11 8 1279,24-13 211,-26 13 0,12-7 0,-13 8 3276,2-1-2119,-9 14-1157,-8 15 0,3-7 0,-6 8 315,0-5-315,2-3 0,-1 3 0,6-11 0,12-12 0,17-13 0,-6 4-1639,15-6 1,1 1 378,-16 6 2493,15-3 0,-3 1-1233,-18 5 0,11-7 0,-30 22-3277,-12 2 2703,0 5 574,-11 5 0,0-2 0,16-10 692,-8 6 1,0 0-693,2 1 0,10-8 0,-11 11 0,26-21 0,23-9 0,-7 0 0,-2 2 0,0 0 3276,11-4-2015,-5-1-1261,2 0 0,-9 2 0,-16 11 0,-10 0 0,3 4-3277,-26 7 2017,24-5 1260,-13 6 0,0 0 0,13-6 0,-16 10 0,26-18-3034,9-7 3034,-2 3 0,11-10 0,2 0 0,-9 9 1517,4-4 0,-1 0-1517,-2 2 0,-6 5 0,3-5 0,-12 9 0,-18 13 0,11-6 0,-11 8 0,0 2 0,13-9-1517,-15 12 0,0 0 1517,15-10 0,-20 16 0,40-30 0,0-1 0,8-6 3034,5 0-3034,-15 9 3276,6 12-2015,-9 5 2015,2 10 0,1-5-3160,3-6 0,3-1-116,12 6 0,-12-8 0,0-1 0,11 5 0,-18-8 0,6-1 0,-1-7 0,5-9 0,-5 4 0,6-10 0,-17 13 0,5-10 0,-9 11 0,-5-11 0,2 9 0,-10-14 0,7 12-3277,-14-12 0,12 11 2421,-17-11 856,19 15 0,-10-6 0,13 9 0,-1-2 0,3 7 0,-7 9 0,4-3-1639,-6 8 1,-1-1 1004,6-8-82,-10 23 716,13-27 0,-3 7 0,5-11 3276,-1 0-2370,-6-20-906,3 13 0,-3-11 0,-2 0 0,5 12 1071,-9-20-1071,9 19 0,-13 6 0,0 11 0,0 3-1701,-4 6 1701,0-3 0,-1 0 0,-7 4 0,6-6 0,-9 5 3276,36-19-611,4-3-2665,8-2 0,15-6 0,-23 10 0,17-5 0,-20 6 0,3 0 0,-6-1 0,-1-1 0,-1-1 2544,-4 5-2544,2 9 0,-3-4 0,4 4 0</inkml:trace>
  <inkml:trace contextRef="#ctx0" brushRef="#br0" timeOffset="470383">20418 3165 24575,'2'4'0,"6"12"0,-2-10 0,5 12 0,-9-12 0,5 5 0,-3 2 0,2 4 0,3 3 0,-5-6 0,3-2 0,-7-7 0,3-1 0,0 1 0,-1 1 0,2 0 0,-3 3 0,2-6 0,-3 1 0,4 0 0,-2 1 0,3-2 0,-4 2 0,-2-3 0,-7 3 0,-3 1 0,0-1 0,-4 1 0,10-3 0,-14 1 0,4 0 0,1-1 0,-3 0 0,7-3 0,1 1 0,-1-1 0,7 2 0,-2-2 0,-1 3 0,-5-1 0,-10 1-3277,1-2 0,2 1 3047,5-2 230,9 1 0,-8 2 0,8 1 0,-9-1 0,10-2 0,-4-1 0</inkml:trace>
  <inkml:trace contextRef="#ctx0" brushRef="#br0" timeOffset="473765">20484 3189 24575,'20'22'0,"-6"-10"0,2 6 0,-11-15 0,9 13 0,-4-7 0,1 3 0,-1-4 0,-4-2 0,-5-5 0,1 1 0</inkml:trace>
  <inkml:trace contextRef="#ctx0" brushRef="#br0" timeOffset="475188">20469 3132 24575,'-9'-20'0,"-1"2"0,1-3 0,2 10 0,0-10 0,5 15 0,-7-17 0,8 16 0,-8-12 0,7 12 0,-1 2 0,2 2 0</inkml:trace>
  <inkml:trace contextRef="#ctx0" brushRef="#br0" timeOffset="481154">19943 3247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39:53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2835 9325 24575,'0'0'0</inkml:trace>
  <inkml:trace contextRef="#ctx0" brushRef="#br0" timeOffset="792">3328 9880 24575,'3'2'0,"0"-1"0</inkml:trace>
  <inkml:trace contextRef="#ctx0" brushRef="#br0" timeOffset="1279">3824 9678 24575,'0'0'0</inkml:trace>
  <inkml:trace contextRef="#ctx0" brushRef="#br0" timeOffset="1641">4307 9898 24575,'4'0'0,"-1"0"0</inkml:trace>
  <inkml:trace contextRef="#ctx0" brushRef="#br0" timeOffset="6397">2983 10182 24575,'8'-1'0,"-1"-3"0,6 2 0,1 0 0,12 0 0,7-2 0,-11 1 0,-1 0 0,-2 1 0,-8 0 0,18-3 0,0 0 0,-11 1 0,14-3 0,0-1 0,-17 3 0,14-2 0,-1-1 0,-13 3 0,14-2 0,-1 1 0,-17 3-1639,12-3 1,-1 1-1639,-14 3 1638,13-3 1,1 0 148,-13 4 799,14-3 0,2-1 691,-10 2-1288,16-4 0,0-1 1288,-14 5 0,8-3 0,5-1 0,-4 1 0,-4 0 0,2 0 0,6-2 0,-6 2 0,-5 0-193,13-2 1,0 1 192,-18 4 635,10-3 1,-1 0-636,-8 3 0,16-8 0,-20 9 662,8-4 1,0 0-663,-10 5 0,13-4 0,1 0 0,-10 3-554,15-3 0,1 1 554,-14 1-435,21-1 1,1 0 434,-14 1 829,4-1 1,7-2 0,-1 0-830,1-1 0,-1 1 0,-1-1 0,1 1 0,4-2 0,-7 1 1807,-20 6-1807,13-5 0,1 1 0,-12 2 0,9-3 0,1 0 0,-10 3-401,15-4 0,0 0 401,-14 5-935,10-2 1,8-2-1,-7 2 935,-8 3-677,7-2 1,7-2 0,-8 2 676,-8 1 0,20-4 0,0 0 0,-23 4 0,19-4 0,0 1 0,-20 4 432,20-4 0,3 0-432,-17 4 678,18-4 1,-1-1-679,-13 4 0,14-5 0,1 0 0,-14 3 0,11-1 0,8 0 0,-9 0 2646,-10 4-2646,5-1 0,9-2 0,2 1 0,-9 1 0,7-1 0,-5 0 0,8-2 0,0 0 0,-7 1 660,-9 2 0,-2-1-660,14-3 0,4 0 0,-7 1 1792,-6 2-1792,9-1 0,-1 0 3276,-12 3-2375,7-2 1,7-1 0,-7 1-604,-11 1-298,11-1 0,12-2 0,0 0 0,-10 1 0,-3 2 0,-2-1 0,9-1 0,2-1 0,-1 1 0,-10 1-101,10-2 101,-1 0 0,8 0 0,-8 0 0,0-2 0,-5 2 0,4-1 0,-5 1 0,1-2 0,6 0 0,7 0 0,-9 1 0,-10 1 0,6 0 0,8-1 0,-7 2 0,-4-1 0,2 3 0,8-1 0,-6 1-1301,6-4 1301,-5 5 0,6 0 0,-6 0 0,-12-1 0,0 1 0,16 0 0,6 2 0,-6-1 0,-15 0 0,1 0 0,11 0 0,7 0 0,1 0 0,-9 0 0,-12-1 0,0 1 0,16-2 0,7 1 0,-8-1 622,-7-2-622,-2 0 0,4-1 0,-5 2 0,0-1 0,8-1 0,0 1 0,-8 1 0,9-1 0,0 0 0,-6-1 0,4 2 0,7-1 0,-7 1 473,-5-2-473,7 2 0,7 0 0,-7 1 0,-7-1 0,8 1 0,9-1 0,-10 1 774,-9 2-774,8-3 0,7 0 0,-8 0 0,-8 1 0,5-1 0,7 0 0,2-1-1093,-1 0 1,1-1 0,-2 2 106,-5 0 0,-2 1 1,3-1 985,5 0 0,4-1 0,-2 1 0,-9 0 555,0 0-555,-3 1 0,8 0 0,-1 0 0,-6 0-650,4-2 650,-1 2 0,5 1 0,-5-1 0,-2-2 0,-4 2 0,5 0 0,0 0 0,0-2 0,0-1 0,0 2-251,-3 0 0,-2 1 0,3-1 251,2 0 0,2-1 0,0 0 0,-7 1 0,10 1 0,-3-2 0,10 0 0,1-1 0,-8 0 1422,-10 1 0,1 0-1422,5 0 0,8 0 0,2-1 0,-1 0 0,-6 1 0,-6 0 0,-3 0 0,4 0 0,1 0 0,3 0 0,4 0 0,1-1 0,-1 1 0,-2 0 0,2-1 0,-1 0 0,-1 1 0,0-1 0,0 1 0,3-1 0,-1 0 0,1 0 0,0 0 0,-1 1 0,2-2 0,0 1 0,-4 0 0,-9 2 0,3-1 0,-3 1 0,8-1 0,2-1 0,-1 1 0,-8 1 0,11-3 0,-9 2 0,8 0 0,0 0 0,-8 0 0,-8 1 0,-1 0 0,7 0 0,6-2 0,2 1 0,0-1-820,2 2 1,2-1 0,-1 0 0,-1 1 453,-5-1 1,-2 0-1,1 0 1,2 0 365,1 0 0,4 0 0,2 0 0,-1 0 0,-4 0 0,-7 1-153,-2 0 1,0-1 152,2 1 0,8-1 0,3 0 0,0-1 0,-3 1 0,-7 1-239,1-1 1,-1 1 238,1 0 0,7-1 0,1 0 0,-1 1 0,-8 0 0,-3-1 0,-1 1 0,5-1 0,5 1 0,0-1 0,-6 0 0,-10 1 0,2-1 0,9 0 0,9-1 0,3 0 0,-2 0 0,-9 1 0,-8 2 0,0-1 0,5 0 0,9-2 0,4 1 0,1-1 0,-4 0 0,-8 2 0,-1 0 0,1 0 0,-4 0 0,7 0 0,5-1 0,0 0 0,-1 0 0,-4 1 0,-6 0 0,3 0 0,0 0 0,-1-1 0,9 0 0,3 0 0,-1-1 0,-4 1 0,-9 0 0,-6 1 0,0 0 0,10-1 0,8-1 0,5 0 0,-4 0 0,-8 1 0,-7 1 0,0 1 0,2-1 0,6 0 0,3-1 0,1 0 0,-4 1 0,-6 1 0,1 0 0,1-1 0,-1 1 0,8-2 0,3 0 0,-1 0 0,-2 1 0,-8 0 0,0 0 0,0-1 0,2 2 0,8-1 0,4-1 0,0 1 0,-4 0 0,-8 1 0,-2-1 0,0 0 0,3 0 0,6 0 0,3-1 0,-2 0 0,-8 1 0,-2-1 0,-1 1 0,3-2 0,4 0 0,2 0 0,-2-1-589,4 1 0,-2-1 0,1 1 589,-3 0 0,0 1 0,2 0 0,0-1 0,4-1 0,-4 1 0,-6 2 3276,4 1-3244,-4-1 0,7 0 0,-1-1 1,-9 1 227,-4-1-260,2 2 0,9 1 0,0 0 0,-7 0 0,9-2 0,-9 2 0,8 0 0,1 0 0,0-1 0,-2 0 0,1-1 0,-1 0 0,0 1-14,-4-1 1,-1 1 0,1-1 0,1 0 13,6-1 0,3-1 0,1-1 0,-3 1 0,-9 1 0,-7 1 0,1-1 0,3 0 0,9-2 0,3-1 0,1 0 0,-5 0 0,-6 2 0,-3-1 0,-1 1 0,4-1 0,8-1 0,2-1 0,-3 1 0,-8 1 0,-6 0 0,-2 1 0,12-2 0,4 1 0,-6 0 3276,-1-2-2567,1 1 0,6-1 0,-9 1-391,-10 2-318,12-3 0,8-1 0,-8 2 997,-12 3-997,13-1 0,9-1 0,-9 2 2356,-10 3-2356,10-2 0,10-1 0,-8 1 0,-4 1 0,-1-1 0,8-1 0,0 1 0,-7 0-968,7 1 968,-8-1 0,10-1 0,2-2 0,-2 1 0,-9 2-863,-6 0 1,0 0 862,10-2 0,8-1 0,4-1 0,-4 0 0,-9 3 0,5-1 0,-7 0 0,8-3 0,4 1 0,-5 0 0,-8 2 0,-1 0 0,0 0 0,7-3 0,-1 1 0,-8 2 0,-7 0 0,15-1 0,1-1 432,-13 1-432,6 3 0,8 0 0,-6 1 259,4 0-259,3 2 0,7 1 0,-8 0 0,-5 0 0,-2 0 0,7 1 0,0 0 0,-8 0 0,2-2 0,5 2 0,8-1 0,-9 0 1794,-9-1-1794,3-1 0,4 0 0,-5 0 0,-8 1 0,9-3 0,5 0 0,-7 0 0,-10 0 0,20 0 0,-2-1 707,-20 2-707,16-1 0,0-1 0,-16 3 0,14-3 0,-1 1 0,-13 3 0,15-4 0,1 1 0,-11 1 0,8-1 0,5-2 0,-5 2-833,-4 2 833,3-1 0,10-1 0,0 0 0,-8 0 0,0 0 0,5 0 0,9-1 0,1 0 0,-11 1 0,-1-1 0,2-1 0,5 0 0,-9 1 0,-14 3 0,8-2 0,-1 0 0,-11 3 0,16-3 0,-15 3-3277,15-4 46,-14 3 2756,10-2 0,0 0 475,-8 1-1639,10-1 1,1-1 877,-12 1-589,21-4 0,1 0 1350,-18 4 729,21-4 0,0-2-729,-19 5-859,9-2 1,-1 1 858,-11 1 0,9 1 0,-2 0 0,-12 3 2067,25-1-2067,-26 1-1531,17-2 1531,-18 2 2836,7-3-2836,-10 3 0,-4 0 0,0 1 0</inkml:trace>
  <inkml:trace contextRef="#ctx0" brushRef="#br0" timeOffset="10091">16474 7069 24575,'7'-4'0,"-1"1"0,1 2 0,4-1 0,2-1 0,1 0 0,1 1 0,5 1 0,2 1 0,-4 0 0,19 0 0,0 0 0,-20 0 0,20 0 0,1 0 0,-16 0 0,6 0 0,5 0 0,-4 0 0,-1 0-1093,-4 0 1,5 1 0,-6-1-181,-4 1-366,7-1 1,-1 1-362,-11-1 361,19 2 1,-1 0 1386,-20-1-535,15 1 1,10 1-1,-6-1 787,4-2-134,-8 0 1,9 1-1,4 0 1,-3-1-1,-7 1 134,-3-2 0,0 0 0,5 2 0,8 0 0,2 0 0,-3 1 0,-9-1 0,-9-1 0,-1 1 0,13 1 0,9 2 0,-1 0 0,-9-1 0,3-2 0,-8 2 0,7 1 0,-1 0 0,-8-2 0,-5 0 0,8 1 0,7 1 0,-7 0 0,-9-3 0,13 2 0,9 1 0,-9-1 0,-11-2 0,3 1 0,7 1 0,1 0 0,-7-1 0,7 1 0,-6 0 0,6 0 0,1 0 0,-7 0 0,9 2 0,-5-1 0,8 2 0,0 0 0,-10 0 0,1 2 0,0-1 0,8 2 0,1 0 0,-9-2 0,2 2 0,-2 0 0,10 2 0,0 0 0,-7-2 0,-9-3 0,1 0 0,1 1 0,6 1 0,1 0 0,-1 0 0,-5-2 0,2 0 0,1 0 0,2-1 0,8 2 0,2 0 0,-1 0 0,-8-2 0,-2-1 0,1 0 0,-3 0 0,8 1 0,4 0 0,1 1 0,-1-1 0,-6 0 0,-7-2 0,-4-1 0,-1 0 0,4 0 0,8 2 0,3 0 0,-1 0 0,-4-1 0,-10-1 0,-1 0 1014,17 0 1,-2 0-1015,-26-2 3034,14-5-3034,-2-2 0,-7-2 0,9 3 0,-19 3 0,1 3 0,-6-1 0</inkml:trace>
  <inkml:trace contextRef="#ctx0" brushRef="#br0" timeOffset="11026">17838 7054 24575,'10'-3'0,"15"-9"0,-4 0 0,8-5-1639,-4-1 1,-2 0-1639,-6 3 2457,1-2 1,8-5 0,-1 0 0,-4 4 1108,3-7-289,-6 7 0,5-5 0,1-1 0,-7 5 0,4-9 0,-1 0 0,4-6 0,-5 5 0,-2-2 0,-4 7 0,4-6 0,-1-1 0,-3 5 0,-6 7 0,0-1 0,2-4 0,2-5 0,0-2 0,0-1 0,-1 3 0,0-3 0,-1-1 0,1 2 0,-1 2 76,1-2 1,0 1-1,0-2-76,-2 3 0,1-4 0,-1-1 0,1 0 0,-2 4 0,-2 7 0,4-12 0,-3 6 0,2-8 0,-1 0 0,-1 8 0,-1 9 0,0 0 0,3-12 0,1-6 0,-2 8 0,1 1 0,1 3 0,1-4 0,-1 6 0,-2 2 0,6-6 0,5-5 0,-5 7 3276,-3 11-2654,8-9 1,8-6 0,-5 5-269,0 4-354,-3 5 0,7-5 0,2-2 0,-1 3 0,-5 3 76,-5 4 0,1 0-76,8-3 0,7-5 0,4-2 0,-2 3 0,-7 5 0,-5 5 0,0 1 0,6-3 0,8-4 0,2-2 0,-2 2 0,-8 4 0,-6 3 0,0 0 0,8-3 0,8-2 0,-1 1 0,-12 3 0,-8 4 0,10-1 0,-1-1 401,-19 5-401,5 1 0,4-3 0,-7 4 820,19-8-820,-12 6 0,2-2 0,-9 2 0</inkml:trace>
  <inkml:trace contextRef="#ctx0" brushRef="#br0" timeOffset="13109">20058 3788 24575,'-14'-6'0,"2"1"0,6 4 0,0 1-3277,-8 0 0,7 0 0,-17 4 2536,17-2 312,-10 5 0,-2 0 429,6 0 0,-4 2 0,1-1 0,5-1-2998,-15 11 2998,18-12 1673,-16 19-1673,17-18 2005,-6 25-2005,9-22 0,4 8 0,2 2 0,0-5 461,4 3 1,4 1-462,16 5 3276,-8-3-2276,8-6 1,-1-2-1001,-14-8-1639,21 8 1,-1 0 1465,-19-8-325,16 6 1,0 0 497,-17-7-857,22 7 857,-24-9 0,12-1 0,3-9 3276,-7 4-1287,16-11-1989,-26 10 378,16-4 0,-19 8 0,4-1 0</inkml:trace>
  <inkml:trace contextRef="#ctx0" brushRef="#br0" timeOffset="13875">20466 3774 8351,'-15'-2'0,"-12"2"3276,7-3-1472,-12 3-1804,21-2 2795,-11 2-2795,4 2 0,2-1 1697,-2 7-1697,2 15 0,3-9 0,-4 18 0,10-22 3276,5 15 0,11 1-3176,-2-5-100,16 3 0,-17-18-3277,28 5 0,-27-8 2798,12 0 1,0-1 478,-8-2 0,26 0 0,-11-4 0,0 3 0,-2-14 0,-19 10 0,5-12 0,-1-4 0,-6 9 0,4-9 0,1-1 0,-7 10 0,4-23 0,-4 25 0,1-18 0,-1 27 0,0 9 0,-1 6 0,0 14 0,-1 0 0,-1-9-1639,1 17 1,2-1 1432,-1-21 206,2 9 0,3 1 0,10-7 0,4 0 0,6-7 0,-3-18 0,-8 3 0,-4-9 0,-10 11 0,0-2 0</inkml:trace>
  <inkml:trace contextRef="#ctx0" brushRef="#br0" timeOffset="14360">20731 3775 24575,'2'25'0,"2"9"0,1-8 0,1 10 0,-1-12 0,1-1 0,-6-18 0,6 9 0,-4-11 0,1-2 0,0-23 0,-3 10-1639,2-13 1,-1-1-1639,-1 13 2276,1-12 0,0 1 1001,-1 13 0,0-25 0,8 19 0,-5-3 0,18 3 0,-13 13 0,23-9 0,-21 8 0,19-4 0,-19 8 0,19-4 0,-12 5 0,2-3 0,-9 3 0</inkml:trace>
  <inkml:trace contextRef="#ctx0" brushRef="#br0" timeOffset="14695">21171 3570 24575,'22'-3'0,"6"-1"0,8-5 0,-11 3 0,9-7 0,-23 8 0,6-10 0,-11 9 0,2-5 0,-10-5 0,2 11 0,-2-9 0</inkml:trace>
  <inkml:trace contextRef="#ctx0" brushRef="#br0" timeOffset="15042">21202 3333 24575,'2'23'0,"0"3"0,1 5 0,-1-5 0,1-1 0,-1 3 0,1 10 0,-1-1 0,-1-10 0,0-6 0,-1 11 0,0 9 0,0-10 0,-2-15 0,1 9 0,-1 7 0,0-7 0,0-9 0,0 8 0,2-1 0,2-16 0,0 4 0,3 10 0,-5 0 0,-3 3-416,-1-5 0,0-15 1,2 0-1</inkml:trace>
  <inkml:trace contextRef="#ctx0" brushRef="#br0" timeOffset="15762">21154 3971 24575,'22'-3'0,"-10"3"0,5-2 0,-11 4 0,12 0 0,-1 3 0,18-2 0,0 0 0,-9-4-1639,-3-3 1,-2-2-1639,-10 1 2263,11-4 0,-1-2 1014,-10 3-824,17-13 824,-20 11 0,2-8 0,-8-7 0,0 10 0,-2-16 0,0 23 0,-5-22 0,3 20 0,-9-17 0,10 17 3276,-12-6-1066,3 10-2210,-1-1 2502,-3 14-2502,4 19 0,2-8 0,2 3 0,1 0 0,3-10 0,0 24 0,2-25 1418,2 21-1418,3-19 0,13 8 0,-2-11 0,1-2 0,12-7 0,-21 0 0,14-5 0,0 0 0,-13 1 0,22-10 0,-28 10 0,4-5 0,-7 7 0,0-1 0</inkml:trace>
  <inkml:trace contextRef="#ctx0" brushRef="#br0" timeOffset="16600">21718 3660 24575,'4'32'0,"-2"-14"0,2 0 0,2 1 0,8 5 0,-4-2 0,8 7 0,-14-24 0,12-4 0,-3-16 0,-1 0-3277,11-14 0,-19 19 2195,8-7 0,-1 0 1082,-6 10-1448,13-19 1448,-14 22-264,15-11 264,-14 12 3276,9-4-1574,-6 6-1702,8 3 0,-6 0 0,3 2 0,-12-2 0</inkml:trace>
  <inkml:trace contextRef="#ctx0" brushRef="#br0" timeOffset="17161">22126 3665 24575,'-32'10'0,"13"-6"0,-4 16 0,17 6 0,-3 2 0,6-2 0,9-8 0,-3-13-3277,12 6 0,-10-8 1078,26 1 2199,-22-4 0,14-3 0,2-1 0,-10-1-399,4-1 0,-1-1 399,-9 1 0,7-5 0,-14 4 3276,4 1-1138,-6 12-2138,0 10 0,0-2 2743,5 3-2743,9-10 1394,3-2-1394,15-1 0,-18-4 0,7 0 0,-18 0 0,-1 0 0</inkml:trace>
  <inkml:trace contextRef="#ctx0" brushRef="#br0" timeOffset="18112">22694 3638 24575,'30'18'0,"-13"-10"0,8 10 0,0 3 0,-8-7 0,4 8 0,1 5 0,-11-6 0,0 1 0,-1-4 0,1 1 0,-2 5 0,-3-3 0,-4-11 0,1 9 0,-3-14 0,0-2 0,-2-31 0,2 16 0,-1-15 0,-1 0 0,2 17 0,0-16 0,0 0 0,0 16 0,3-12 0,1 1 0,0 13 0,11-18 0,1 18 0,-4-3 0,2 8 0,2 29 0,-7-13 0,1 10 0,-1 2 0,-3-8 0,-3 4 0,0 0 0,2-1 0,-3-11 0,9-40 0,-8 5-1491,7-5 0,1 2 1491,-3 12-1639,6-4 1,0 0-881,-4 10 1670,10-7 0,0 4 849,-8 10-155,19-11 155,-24 14 0,7 14 0,-9-6 0,3 21 0,-6-17 1678,-1 13-1678,-1-3 0,0-4 0,-1 3 0,1-14 1957,0 5-1957,17-7 0,-12 2 0,12-5 0</inkml:trace>
  <inkml:trace contextRef="#ctx0" brushRef="#br0" timeOffset="18511">23359 3674 24575,'0'20'0,"0"0"0,0 10 0,0 5 0,6-8 0,-4-17 0,13 14 0,-4-19 0,23-6 0,-16-4 0,4-9 0,-1-4 0,0-12 0,-7 5 0,-2 1 0,2-4 0,-13-8 0,-3 31 0,-28-18 0,17 19 0,-9-2 0,-1 1 0,6 5-1639,-3 4 1,1 1-1639,5-1 2196,-3 7 1,2 2 1080,9-6-1269,-6 18 1269,11-18 0,21 19 0,-10-17 0,16 8 0,-19-13 0,0-3 0</inkml:trace>
  <inkml:trace contextRef="#ctx0" brushRef="#br0" timeOffset="18966">23620 3677 24575,'17'24'0,"-8"-12"0,12 15 0,-16-19 0,10 12 0,-7-11 0,-1 3 0,-2-6 0,-5-5 0,5-20 0,3 0 0,1-2 0,3-9-1639,4 2 1,0 5-1639,-8 14 3047,22-13 230,-26 33 0,3 6 0,-9 1 0,-3 2 0</inkml:trace>
  <inkml:trace contextRef="#ctx0" brushRef="#br0" timeOffset="19431">24006 3588 24575,'-16'11'0,"-12"11"-1639,18-4 1,1 0-1639,-9 6 1638,10-1 1,3-3 33,5-12 3221,5 16-1616,-2-17 0,18 4 0,-11-9-1639,12-5 1,2 0 1384,-11 1 254,14-10 0,0-1 0,-17 9-622,7-13 0,-2 0 622,-10 12-83,7-26 83,-11 21 0,3-16 0,-5 18 0,-6-15 0,2 17 0,-16-14 0,14 17 0,-21-4 0,22 7 2874,-16 4-2874,18-3 0,-4 3 0,7-4 0</inkml:trace>
  <inkml:trace contextRef="#ctx0" brushRef="#br0" timeOffset="20202">24339 3572 24575,'-18'10'0,"11"-4"0,-3 2 0,36 1 0,-1-4 0,2-1 0,-8 1 0,1 0 0,9 1 0,-5-2 0,-15-1 0,15 13 0,-20-10 0,11 18 0,-13-13 0,7 15 0,-7-8 0,2-1 0,-12-6 0,-15-6-3277,-5-1 0,3-2 3047,-7-3 230,20-4 0,-8 3 0,10-6 0,8 5 0,3-8 0,0 7 0,3-3 0</inkml:trace>
  <inkml:trace contextRef="#ctx0" brushRef="#br0" timeOffset="20713">24761 3597 24575,'-20'9'0,"-6"7"0,8-5 0,-6 15 0,19-17 0,-6 24 0,8-23 0,2 17 0,3-24 0,9 8 0,-6-10 0,13-3 0,2-2 0,-6-1 0,11-4 0,-1-2 0,-8 3 0,3-6 0,1-3 0,2-5 0,1-3 0,-8 4 0,-11 18 0,0 4 0,5 10 0,-6-2 0,18 8 0,-15-12-1639,15 2 1,1 0-1639,-11-4 1638,23 2 1,0-1 148,-21-3 883,16 1 0,-3-1 0,-20-1 1,10 0-1</inkml:trace>
  <inkml:trace contextRef="#ctx0" brushRef="#br0" timeOffset="20917">25162 3669 24575,'23'-5'0,"0"1"0,3-1 0,4 1 0,-2 1 0,-12 2 0,12-1 0,-24 1 0,7 0 0</inkml:trace>
  <inkml:trace contextRef="#ctx0" brushRef="#br0" timeOffset="22383">20846 7245 24575,'1'30'0,"1"1"0,0 4 0,-1-9 0,1 3 0,-1 1-1093,1 1 1,-1 1 0,0 1 878,-1-4 0,1 2 0,0-1 0,-1 0 214,1 2 0,1-1 0,-2 2 0,-2 2 0,-1 2 0,-1-1 0,2-8 0,0 5 0,-1-7 0,-1 7 0,0 0 0,1-9 0,1 0 0,-2 3 0,-1 7 0,1-7 0,-1-2 0,0 9 0,-2 8 0,2-8 1275,0-11-1275,1 2 0,1 6 0,1-6 0,3 0 0,1 5 675,-1-36-675,0-14 0,-2-3 0,1 7 0</inkml:trace>
  <inkml:trace contextRef="#ctx0" brushRef="#br0" timeOffset="23300">20863 7140 24575,'-10'17'0,"0"0"0,-3 3 0,0 0 0,-3 6 0,2-4 0,-2 2 0,4-4 0,3-4 0,-4 4 0,-3 5 0,4-6 0,7-10 0,-4 14 0,0 0 0,8-14 0,-4 22 0,4-27 0,1 6 0,5-7 0,3-1 0,7-13 0,1-3 0,-2 4 0,8-15 0,-1-3 0,-12 11-1639,9-13 1,-1 0-1639,-7 12 1638,5-16 1,-2 0 1094,-7 18-384,1-11 1,-2 1 927,-3 12-159,4-18 159,-5 23 3276,3-10-2545,-1 38-731,6 7 0,-2 7 0,3-11 0,2 3 0,-1-4 0,0 5 0,6 4 0,-2 0 3276,-8-11-2765,1-1 1,0 1-512,-2 11 0,1-2 3276,-5-2-2864,-11-19-412,-7 0 0,-4-4 197,-3-4 1,-2-1-198,0-1 0,1 0 0,2 0 0,1 0 0,0-1 0,4 1 0,13 3 0,-2-1 0,5 2 0</inkml:trace>
  <inkml:trace contextRef="#ctx0" brushRef="#br0" timeOffset="28998">2192 13740 24575,'21'-1'0,"0"-1"0,10-1 0,-6 1 0,-1-1 0,7 0 0,-11 1 0,-1 0 0,5 1 0,3-1 0,1-1 0,-6 3 0,11 0 0,10 0 0,-7 1-3277,-3 1 2887,-6-1 0,6 1 1,3 0-1,-3 0 390,0 2 0,-1 1 0,-1-1 0,4-1 0,4 1 0,-7 0 0,7 0 0,4 2 0,-2-1 0,-3-1 0,-10-1-889,-4-1 1,-1 0 888,2 1 0,8 0 0,3 0 0,0 1 0,-3-1 0,-8-1 0,-4-1 0,-1 0 0,8 0 0,6 0 0,3 0 0,0 0 0,-6 0 0,2-1 0,0 1 0,1-1 0,-1 0 0,-2 1-472,4-1 1,-2 1-1,1-1 1,2 0 471,-2 1 0,5-1 0,0 0 0,-1 0 0,-4 0 0,-7-1 0,-3 1 0,0 0 0,4 1 0,8-1 0,2 0 0,-2 1 0,-8-1 0,-4 0 0,0 0 0,3 0 0,9 1 0,3-1 0,0 0 0,-5 0 0,-8 1 0,-6-1 0,-1 0 0,6 0 0,10 0 0,3 0 0,1 0 0,-5 0 0,-8 0 0,-7 0 0,0 0 0,7 0 0,9 0 0,4 0 0,0 0 0,-4 0 0,-8 0 0,-5 0 0,0 0 0,6-1 0,9 0 0,4 1 0,1-1 0,-4 0 0,-8 0 0,1 1 0,1-1 0,-4 0 0,7-1 0,4-1 0,2 1 0,-2-1 0,-4 1 0,-8 0 0,1 1 0,0-1 0,-5 0 0,7 0 0,5 0 0,4 0 0,1-1 0,1 1 0,-2-1 0,-3 1 0,-6 0 0,-5 1 0,7-2 0,0 1 0,-6 1 0,7 0 0,5-1 0,2 0 0,2 1 0,-2-1 0,-4 1 0,-5 0 0,-8 0 0,-2 1 0,-2-1 0,8 0 0,9-1 0,4-1 0,0 0 0,-5 0 0,-7 1 0,-5 0 0,0-1 0,10-1 0,7-1 0,0 0 0,-11 1 0,-5 0 0,13-3 0,-3-1 0,-19 3 0,7 0 0,10-1 0,1-1 0,-7 2 230,-7 3 0,0-1-230,12-2 0,8-1 0,1 0 0,-9 1 0,-13 3 0,1 0 0,7-1 0,8-2 0,2 0 0,-2 0 0,-9 2 0,6-3 0,-3 2 0,8-2 0,0 0 0,-12 2 2125,-10 3-2125,18-6 0,0-1 0,-19 4 0,10-2 0,0-1 0,-12 3-1069,6-5 1,1-2 1068,-8 6 0,17-17 0,-2-5 0,-7 9 0,-1 3 0,4-4 0,-3 4 0,3-1 0,3-2 0,-1 2 1267,-9 6-1267,10-12 0,-17 17 0,10-26 0,-14 22 0,11-25 0,-11 19 0,9-11 0,1 0 0,-4 6 0,8-13 0,0 0-633,-4 10 633,0-3 0,3-6 0,-2-4 0,-5 6 0,-2-3 0,0-2 0,0 2 0,1 2-974,2-2 0,2 3 0,-2-7 974,-5 10 0,0-6 0,0-3 0,0-2 0,-1-1 0,0 1 0,-1 3 0,0 4 0,-1 5-1541,0-9 1,-1-3 1540,0 15 0,1-6 0,1-4 0,-1-3 0,1-4 0,0-1 0,1-2 0,-1 0 0,1-1 0,-1 2 0,1 2 0,-1 2 0,0 3 0,0 5 0,1-8 0,0 7 0,-1 2 0,1-1 0,0-2 0,0-6 0,-1 9 0,0-3 0,1-2 0,-1-3 0,1-1 0,0-2 0,-1-1 0,1 0 0,0-1 0,0 1 0,0 0 0,0 2 0,-1 1 0,1 2 0,0 2 0,-1 4-302,2-11 1,0 5-1,-1 2 1,1 2 0,-1-1-1,1-3 1,0-5 301,-2 11 0,0-2 0,1-2 0,-1-2 0,1-2 0,0 0 0,-1-2 0,1 0 0,-1 0 0,1 0 0,0 1 0,-1 0 0,0 1 0,1 2 0,-1 2 0,0 2 0,0 2-98,1-12 0,0 6 0,0 2 0,-1 2 0,1-3 0,0-2 0,-1-7 98,0 17 0,-1-3 0,1-2 0,-1-3 0,1-1 0,0-1 0,0-2 0,0-1 0,-1 0 0,1-1 0,0 0 0,0 0 0,0 0 0,-1 1 0,1 1 0,0 1 0,-1 1 0,0 2 0,1 2 0,-1 2 0,0 2 0,-1 3-28,2-16 0,0 7 0,-1 4 0,0 0 0,0-3 0,0-7 28,-1 13 0,0-3 0,1-2 0,-1-3 0,0-1 0,1-2 0,-1-1 0,0-1 0,0 0 0,0 0 0,0 1 0,0 0 0,0 2 0,0 2 0,-1 1 0,0 3 0,0 3 0,0 3 0,-1-15 0,0 8 0,-1 3 0,0-1 0,-1-5 0,1 3 0,0-3 0,0-3 0,-1-1 0,1 0 0,-1 1 0,1 3 0,-1 3 0,1 6 0,-2-6 0,1 6 0,-1 1 0,0-4 0,-1 0 0,1 0 0</inkml:trace>
  <inkml:trace contextRef="#ctx0" brushRef="#br0" timeOffset="31584">8207 13320 24575,'4'20'0,"0"-5"0,2 6 0,0-3 0,-1-2 0,-2-4 0,3 9 0,-4-15 0,6 20 0,-4-17 0,5 15 0,-4-15 0,4 13 0,2-1 0,-3-5 0,7 10 0,-10-21 0,11 18 0,-9-16 0,15 16 0,1-6-1639,2-3 1,2-1-1639,4 3 3200,-7-6 0,3 0 1,-5-3 76,-3-2 0,9 3 0,9 5 0,-7-4-346,-8-3 346,8 2 0,6 4 0,-6-4 0,-10-4 0,3 3 0,5 2 0,-5-3 3276,-5-1-2184,10 2 0,8 4 0,-6-3-2596,-8 0 1504,1-4 0,11 2 0,3 0 0,-2-1 0,-8-2-1035,-4 0 0,0-2 1035,1 1 0,7-1 0,5 1 0,3-1 0,0 1 0,-2-1 0,-4 1 0,-7-2-1493,8 1 0,1-1 1493,-8 1 0,7-1 0,5 1 0,1 0 0,1 0 0,-3-1 0,-6 1 0,-6-1 0,0 1 0,-1-1 0,7 1 0,7 2 0,4-1 0,-5 0 0,-8 0 0,6-1 0,-8 2 0,9 0 0,2 1 0,-3-1 0,-8 0 0,-9-1 0,0 0 0,7 0 0,7 1 0,2 0 0,-2-1 0,-7 1 0,-8 0 0,2-1 0,5 0 0,9-1 0,5-1 0,1 1 0,-3-1 0,-6 1-1093,-2 0 1,-3 0 0,4-1 1056,-2 0 0,4-1 0,4-1 1,2 1-1,0-1 0,-2 0 1,-3 1-1,-5 0 36,6 0 0,-5 0 0,6 0 0,-5-1 0,7-1 0,3-1 0,2 0 0,1 0 0,-3 1 0,-4 0 0,-7 1 0,2 0 0,-5 1 0,4 0 0,0 0 0,6-1 0,4-1 0,2 1 0,-1 0 0,-3 0 0,-5 0 0,-9 2 0,-1-1 0,-2 2 0,4-2 0,6 1 0,3 0 0,-2 1 0,-4 0-1342,8 4 1,-4 0 1341,-3-2 0,0-1 0,0 2 0,1 0 0,-5-1 747,3-1-747,6-1 0,8-1 0,-6 1 522,-15-1 1,1 0-523,3-1 0,7 1 0,4-1 0,1 1 0,-4-1 0,-7 1 1041,-1 0 0,0-1-1041,4 0 0,7 0 0,2 0 0,-4 0 0,-8 1 3276,2-1-2557,1 1 1,7-1-1,-8 0-719,-6 0 0,11 1 0,-2 0 752,-17-3-752,6 0 0,0 1 1372,-8 0-1372,14-5 0,-1 0 1952,-15 4-1952,24-7 0,2-1 0,-22 7 0,15-3 0,9-3 0,-7 2-943,-8 4 943,1-1 0,7-1 0,1 1 0,-6 0 0,6 2 0,-6-1 0,6-1 0,0-1 0,-7 2 0,6 0 0,0-2 0,5-1 0,-8 2 0,-12 2 0,12-3 0,-2-1 0,-15 3-1639,9-6 1,0 0-1557,-10 3 2271,14-7 1,1 0 923,-11 6-51,12-7 0,4-4 51,-2-1 0,0-1-212,-3 4 1,1-1 211,-1-3 0,2-2 0,-7 4 3276,-3 3-2603,2-8 1,5-7-1,-6 6 2017,-6 4-2690,2-5 0,5-7 0,-6 5 0,-6-3 0,-3 4 0,2-6 0,-1-2 0,-1 6-1108,-1 6 0,-1-2 1108,0-2 0,1-7 0,-1-5 0,0-1 0,0 0 0,0 4 0,0 6-1093,0 4 1,-1 4 0,0-6 998,0 3 1,1-6-1,-1-4 1,0-4-1,1-1 1,-1-2 0,0 1-1,1 2 1,-1 2-1,0 4 1,-1 6-1000,1-12 1,-1 8 0,1-9 1042,-1 15 0,1-4 0,0-4 0,0-4 0,0-1 0,1-3 0,-1 0 0,0-1 0,0 0 0,1 0 0,-1 2 0,0 2 0,0 3 0,0 3 0,0 4-440,-1-10 0,1 7 1,-1 2-1,0-2 0,1-7 490,0 10 0,-1-3 0,1-4 0,0-2 0,0-2 0,0-2 0,0 0 0,0-2 0,0 1 0,0 0 0,0 1 0,0 1 0,0 2 0,0 2 0,-1 4 0,1 2-222,-1-9 0,0 6 0,0 3 1,1 0-1,-1-3 0,0-7 222,0 12 0,0-2 0,-1-4 0,1-2 0,0-1 0,0-2 0,0-2 0,0 0 0,0 0 0,-1-1 0,1 1 0,0 1 0,0 1 0,0 1 0,0 3 0,-1 2 0,1 2 0,0 4-43,0-11 1,0 7-1,0 3 1,0 0 0,0-5-1,-1-7 43,0 15 0,0-2 0,0-4 0,-1-2 0,1-2 0,-1-2 0,0-2 0,0-1 0,0-1 0,0-1 0,0-1 0,0-1 0,0 1 0,-1-1 0,1 1 0,0 1 0,0 0 0,-1 2 0,1 0 0,0 3 0,0 1 0,0 2 0,1 3 0,-1 2 0,1 3 0,-1-14 0,0 8 0,0 3 0,0 2 0,1-2 0,-1-3 0,-1-7 0,1 12 0,0-3 0,0-2 0,0-3 0,0-2 0,-1-2 0,0-1 0,1-1 0,-1-2 0,0 0 0,0 0 0,0 0 0,0 0 0,0 0 0,1 2 0,-1 0 0,0 2 0,1 2 0,0 2 0,0 2 0,0 3 0,0 2 0,1 4 115,-2-15 0,2 9 0,-1 3 0,1-2 0,0-6-115,1 5 0,-1-5 0,0-3 0,1-3 0,0-2 0,-1 1 0,1-1 0,0 2 0,1 3 0,-1 4 0,0 4 0,1 5 0,0-13 0,3 4 0,0-1 0,1-8 0,1-1 0,0 7 0,-1 13 2313,-1 12-2313,5-12 0,0 3 3276,-7 16-3230,6-7 0,-7 12-1,1 0 1</inkml:trace>
  <inkml:trace contextRef="#ctx0" brushRef="#br0" timeOffset="34165">16242 13879 24575,'31'-1'0,"-1"0"0,0 0 0,0 0 0,6 0 0,-1-1 0,6 0-410,-12 1 0,3-1 1,2 1-1,2-1 1,1 0-1,0 0 0,0 0 1,-1 1-1,1-1 0,1 1 1,-1-1-1,1 1 1,-1-1-1,1 0 0,-1 1 1,0-1-1,-3 1 0,-1-1 1,-1 1-1,0-1 1,1 0-1,1 1 0,3-1 1,2 1 216,-8 0 0,3 0 0,2 0 1,1 0-1,3 0 0,0 0 0,1 0 1,1 0-1,0 0 0,-1 0 0,0 0 1,-2 1-1,0-1 0,-3 0 0,-2 1 1,-2-1-1,-3 1-15,12-1 0,-8 1 0,-2 1 1,0-1-1,4-1 0,7 0 208,-15-1 0,3 1 0,3-1 0,2-1 0,3 1 0,2-1 0,1 0 0,1-1 0,1 1 0,1-1 0,0 1 0,0-1 0,-1 0 0,0 1 0,-2-1 0,-1 0 0,-2 1 0,-2-1 0,-3 1 0,-3 0 0,-2 1 0,-5-1-508,19-1 1,-11 0 0,-1 0 0,10-2 507,-14 2 0,4-2 0,3 0 0,4 0 0,2-2 0,1 0 0,2 0 0,1-1 0,0 1 0,-1-1 0,-1 1 0,-1 0 0,-3 0 0,-2 1 0,-4 1 0,-3 0 0,-5 1 157,13-2 0,-9 2 0,7-5-157,-10 2 0,5-2 0,3-2 0,4-1 0,1-2 0,2-1 0,1 0 0,1 0 0,-2-1 0,-1 1 0,-2 0 0,-3 1 0,-3 1 0,-5 2 0,11-6 0,-8 2 0,-1-1 0,7-7 0,-14 9 0,3-1 0,2-2 0,1-2 0,2 0 0,1-2 0,0-2 0,2 0 0,-1-1 0,0 0 0,0-1 0,-1-1 0,-1 0 0,0-1 0,-3 1 0,-1-1 0,-2 1 0,-1-1 0,-1-1 0,-1-2 0,0 0 0,-1 0 0,-1-1 0,1 0 0,-1-1 0,-1 1 0,1-1 0,-1 1 0,1 1 0,-1 0 0,1 0 0,0 2 0,0 0 0,3-4 0,1 3 0,-1 0 0,0 2 0,-1 0 0,1 1 0,0-2 0,0 0 0,0-2 0,1-2 0,1-2 0,0-4 0,-8 14 0,1-2 0,0-1 0,0-1 0,1-2 0,1-1 0,-1-1 0,1-2 0,1 1 0,-1-2 0,1-1 0,0 0 0,0 0 0,0-1 0,-1 0 0,1 0 0,0 0 0,0 0 0,0 0 0,-1 0 0,0 1 0,0 0 0,0 1 0,-1 1 0,-1 0 0,1 2 0,-1 0 0,-1 1 0,-1 2 0,0 1 0,0 2 0,-2 1 0,0 2 0,7-15 0,-4 5 0,0 3 0,-2 1 0,0 2 0,-1 1 0,0-1 0,2-2 0,0-2 0,3-4 0,-4 8 0,2-2 0,0-2 0,1-2 0,1-1 0,1-1 0,0-2 0,1 1 0,-1-2 0,1 1 0,-1 0 0,1 0 0,-2 2 0,1 0 0,-2 2 0,0 1 0,-1 2 0,-1 2 0,-2 3 0,-1 2 0,-1 4 0,1-8 0,1 0 0,-1 0 0,0 0 0</inkml:trace>
  <inkml:trace contextRef="#ctx0" brushRef="#br0" timeOffset="85552">15832 6523 24575,'0'0'0</inkml:trace>
  <inkml:trace contextRef="#ctx0" brushRef="#br0" timeOffset="89387">20904 7313 24575,'0'10'0,"0"10"0,0-8 0,0 10 0,0-16 0,0 3 0,0-4 0,-2 0 0,-1 8 0,1-4 0,-2 8 0,2-8 0,0 0 0,-1 4 0,2-8 0,-1 6 0,1-8 0,1-1 0,0-8 0,1-11 0,-1 2-3277,3-17 0,-3 23 1897,3-20 1380,-3 24 0,3-11 0,-2 12 0,1-5 0,-1 7 0,0-2 0</inkml:trace>
  <inkml:trace contextRef="#ctx0" brushRef="#br0" timeOffset="95176">5396 5340 24575,'5'3'0,"-2"1"0,1 9 0,0 2 0,0 5 0,5 7 0,-6-18 0,4 20 0,-6-21 0,4 16 0,-3-16 0,2 16 0,-2-15 0,1 14 0,-1-16 0,0 4 0,-1-5 0,0-3 0,-1 0 0,0-1 0</inkml:trace>
  <inkml:trace contextRef="#ctx0" brushRef="#br0" timeOffset="99825">14188 13452 24575,'9'4'0,"17"2"0,3 1-3277,-10-3 2921,15 5 0,2 0 356,-7-3-1093,3 0 1,8 3 0,-4-2-332,-7-2 0,1-1 1424,-1 2 0,6 0 0,1 1 0,-2 0 0,-6-2 506,-5-2 0,0 1-506,2 1 0,8 1 0,3 1 0,0 1 0,-3-1 0,-7-2-682,1 2 1,0-1 681,1 1 0,5 0 0,3 0 0,-4 1 0,-7-2 0,8 4 0,-8-2 0,3 0 0,-1-1-1276,0 0 1,-1-1 1275,0 2 0,1 0 0,5-2 0,-5-2 3276,-13-2-3136,10 0 0,9 1 1,-6-2-113,-3 0-28,4 0 0,11 1 0,0-1 0,-8 0-159,-11-1 0,1 0 159,3 1 0,8-1 0,4 0 0,2 1 0,-1-1 0,-3 0 0,-8 0 0,6 0 0,0 0 0,-3 0 0,9 0 0,3 0 0,2 0 0,-1 0 0,-6 0 0,-7 0 0,0 0 0,-1 0 0,0 1 0,6-1 0,2 0 0,-4 1 0,-7-1 3276,7 1-2573,-6 2 0,5 1 0,-7 0-703,-8-2 0,16 6 0,0 0 0,-14-6 0,7 1 0,7 1 0,-6-1-362,-3 3 362,4-5 0,10 0 0,1 0 0,-11 0 388,-2 2-388,0-2 0,8-1 0,4 0 0,-2-1 0,-9 1 0,8 0 0,-4 0 0,8 0 0,-1 0 0,-8 0 0,-1 0 0,-4 1 0,5 1 0,-5-1 0,0 2-1639,8 2 1,-1 0 1365,-10-2-820,3 1 1,6 0 0,-6-1 152,-6-1 43,8 1 0,9 0 0,-9 0 897,-8-3-576,13 2 0,9 0 0,-8-1 576,-8 0 0,6-1 0,6-1 0,-6 1 0,-9-1 0,16-2 0,0 1 0,-19 1 186,18-1 1,0 0-187,-22 1 0,16 1 0,-1-1 0,-19 1 476,19 1 1,3-1-477,-12 1 0,16-1 0,1-1 0,-10-1 0,10-2 0,-1 0 2685,-11 1-2685,2-1 0,7-1 0,-7 2 3004,-5 2-3004,2-2 0,6 0 0,-7 1 3276,-10 2-2163,14-2 1,-1 0-1114,-12 1 0,8-1 0,1 0 0,-9 1-1459,10 0 0,0 0 1459,-10-1-1639,21-4 1,1-2 378,-20 2 248,11-2 1,8-2 0,-7 3 1011,-9 2-677,10-2 1,8-2 0,-5 1 676,0 1 0,-2 1 0,7 0 0,-6 1 0,-1-2 0,8 3 0,-4 0 0,-24 2 0,17-1 0</inkml:trace>
  <inkml:trace contextRef="#ctx0" brushRef="#br0" timeOffset="108410">3591 8876 24575,'-16'-1'0,"-6"-1"0,-3-1 0,-11 1-1093,11 0 1,-5 1 0,6-1-2185,-6 2 2184,3 0 1,-4-1 0,5 0-2185,3-1 3495,-10 0 1,3 0-219,20 1 0,-16 1 0,20 0 0,-16 0 0,15 0 3276,-23 6-2980,10-3 0,0 0 2980,-8 4-2022,-9 0 0,3-1 1765,15-2-3019,-18 1 0,1-1-1159,17 0 1159,-4-1 0,0-1 0,-5 4 0,10-2 0,-4 1 0,1 0 0,11-4 0,-13 6 0,-1 1 0,11-3 0,-9 4 0,0 1 0,3-1-1639,-7 3 1,0-1-1485,5-3 1484,-13 9 1,2-1 635,20-12 105,-13 10 1,0 0 897,16-10-1993,-17 13 1993,18-14 2400,-10 9-2400,14-9 0,-19 17 0,16-13-335,-13 14 0,-2 0 335,11-8 0,-14 13 0,1 0 0,14-15-1089,-11 13 0,1-1 1089,13-13 810,-7 9 1,2-1-811,7-11-423,-12 24 423,13-23 1387,-4 11 1,-2 1-1388,4 2 3276,-3 4-2839,4-6 0,2-3-437,1-5 0,1 8 0,-1 1 0,1-7-1639,2 12 1,1 0 1546,-2-11 92,3 22 0,0-2 0,-1-22-1517,1 22 0,0 0 1517,-1-23-697,3 20 0,-1 2 697,-2-16 1171,4 9 1,1 2-1172,-3-9 0,1-2 3276,3 11-3163,2 0 1,-1-4 3162,-5-12-2294,7 15 0,1 0-982,-7-14 0,8 14 0,1 1 0,-8-16-1061,7 12 1,1-1 1060,-7-14-1639,6 10 1,2-1 378,-5-10-158,9 11 0,1-1 1418,-9-10-1047,13 7 0,1 0 1047,-15-8 0,11 1 0,7 3 0,-6-3 0,-7-1 0,13 3 0,8 2 0,-7-3 0,-7 0 0,3-2 0,11 2 0,0 0 0,-9-2 0,4 1-27,-5-3 1,9 1-1,3 0 1,-3 0-1,-9-2 27,6 2 0,-4-3 0,9 0 0,3 1 0,-3-1 0,-9-1 0,4 2 0,-6-3 0,9-1 0,6 1 0,0-1 0,-3 0 0,-9 0 0,1 0 0,-1 0 0,0 0 0,8-1 0,3 0 0,0 1 0,-4-1 0,-6 0 0,-1 0 0,0 0 0,2 0 0,8 0 0,2 1 0,-3-1 0,-8 1 0,-7-1 0,-1 0 0,7 2 0,8 1 0,2 0 0,-4 0 0,-10-1 0,1 1 0,-1 1 0,8 1 0,0 0 0,-8-1 0,-5-3 0,9 3 0,8 1 0,-7 0 0,-10-2 0,12 1 0,10 0 0,-8 0 0,-3 0 0,-2-2 0,9 0 0,1-1 0,-8 1 0,-9-1 0,-1 0 504,9-1 1,4 1 0,-2-1-505,-5 1 0,-2-2 0,2 1 0,4 0 0,3 0 0,0 0 0,-3 0 0,-1 0 0,-2 0 0,4 0 0,2 1 0,6-1 0,1 0 0,-4 1 0,-8-1 0,-10 1 0,0 0 0,10 0 0,9-1 0,-2 1 0,-8-1 0,-1 2 0,0-2 0,7 1 0,1 0 0,-7-1 0,8 3 0,-9-2 0,6 0 0,0-1 0,-7 1 0,8 1 0,-6-2 0,4 0 0,-4 0 0,6 0 0,-2 0 0,7 0 0,-8 0 0,2 0 0,-7 0 0,5 0 0,-7 0 2779,-4 0-2779,5-1 0,6 0 0,-4 0 3276,2 1-3157,-3-1 0,5 0 1,-4 0 3156,3 3-1937,4-1 1,0-1 310,-8 0-1650,-1 0 0,6 0 0,-6-1 0,-1 0 0,7 0 0,8 0 0,-9 1 0,-5 0 0,-1-1 0,8 1 0,1-1 0,-8 1-1267,6 0 1267,-1-1 0,7 0 0,-5 0 0,-12 2 0,0-1 0,4 0 0,3 0 0,-3 0 796,13 1-796,-2 0 0,-1-2 0,-8 1 0,5 0 0,-1 0 0,-10 0 0,11-1 0,1 0 0,-13 0 0,11-1 0,-1 1 0,-12 1-1639,5-1 1,1 1-546,-9-1 1382,5 1 1,0-1 801,-9 1 0,22 0 0,-20 0 0,11 0 0,2 0 0,-9 0 0,11-1 0,0 1 0,-9-1-1639,6-1 1,-1 0 909,-6 1 48,8-2 0,-3 1 681,-13 1 3276,23-3-3220,-19 2 1277,1 0-1333,5-1 0,-10 2 0,25-2 0,-21 1-201,14-1 0,-1 0 201,-10 2 0,9-2 0,-2-1 0,-10 2-1069,23-2 1069,-25 0 0,24 0 0,-27 2-607,20-4 607,-21 5 0,21-7 0,-19 7 0,11-7 0,1 0 0,-8 4 0,8-4 0,1 1 0,-10 4 0,9-5 0,0 0 0,-9 6-775,11-6 1,0 0 774,-15 6 623,22-8-623,-24 6 0,13-9 0,-14 8 547,14-15-547,-8 7 0,11-13 0,-10 13 0,8-9 0,-15 16 0,16-18 0,-15 16 3276,16-20-2128,-7 5-1148,-6 3 0,1 1 0,4-5 0,-7 5 0,-1 1 0,-3 10 0,2-11 0,1-1 0,-4 7 0,3-7 0,-1 1 0,-2 6 0,1-22 0,-3 23-858,0-9 1,0 1 857,-2 8 0,1-7 0,-1 0 0,-1 5 0,-2-6 0,0-1 0,-1 5-708,-2-6 0,1 0 708,1 7-1639,-3-5 1,-1 1 1527,6 5 374,-9-12 0,0 0-263,7 13 0,-7-13 0,-1 1 0,9 13-85,-7-8 0,1-1 85,6 7 122,-5-3 0,1 1-122,4 5 0,-13-16 0,14 18 410,-10-8 1,0 0-411,8 7-804,-10-11 0,0 1 804,7 11-480,-10-13 1,-3 0 479,5 7 1355,-8-7 0,-2-4-1355,7 10 0,-1 0 0,-2-1 0,-1 0 0,1 1 0,2 1 0,-1 0 0,-2 0 0,-3-1 0,6 2 2105,3 2-2105,-7-1 0,-6-4 0,5 4 3276,3-1-2917,-4 2 1,-6-3 0,5 3-360,-1 0 0,-2 2 0,-6-3 0,6 3 0,2 2 0,2 0 0,-8-2 0,0 0 0,8 3 0,0 1 0,-6-3 0,-9-2 0,9 3 3276,11 6-2948,-6-4 0,-7-1 0,7 0-1030,5 2 702,-6 0 0,-7-1 0,5 1 0,13 1 0,-1 0 0,-8 0 0,-8 1 0,0-1 0,6 1-795,6-1 1,-1 0 794,-2 1 0,-8 0 0,-4 1 0,0 0 0,4 0 0,6 0-622,0 0 1,-1 0 621,0 0 0,-9 1 0,-3 0 0,1-1 0,3 1 0,9 0 0,6 1 0,0 0 0,-8-1 0,-10 0 0,-3 0 0,4 0 0,10 0 0,-2 0 0,2 0 0,-10 0 0,1-1 0,11 1 0,11 1 0,-12-1 0,-9-1 0,9 0 0,9 2 0,-9-3 0,-11 0 0,-1 0 0,10 0-3,3 1 3,-3 0 0,-12-1 0,2-1 0,11 2 1472,9 2-1472,-11-2 0,-10 0 0,9 1 0,7 1 0,-11-1 0,0 0 2412,16 1-2412,-8 1 0,1 0 0,11-1 0,-7 0 0,-6 1 0,5-1 0,4 0 0,-8 1 0,-6 0 0,5 0 592,2 0-592,-7 0 0,-9 2 0,9-2-887,7 0 887,1 0 0,-7 1 0,-1-1 0,9 0 0,1 0 0,0-1 0,-7 1 0,-5-1 0,3 0 0,7 0-1201,3 0 0,0 0 1201,-10 0 0,-8-1 0,-1 1 0,9 0 0,10 0 0,0 1 0,-3 0 0,-6-1 0,1 0 0,5 1 0,6 0 0,0 0 0,-7-1 0,-6 1 0,2 0 0,7-1 0,4 1 0,-7-1 0,-5 1 0,7-1 0,11 0 0,-23 0 0,-1 0 0,13 0-1045,-8 1 1,1-1 1044,11 1-1639,-6-1 1,-1 1 505,8-1-77,-12 0 1,1 0 1209,20 0-681,-13 0 1,-1 0 680,11 0 0,-15 0 0,-1 0 0,9 0 169,-6 0 0,1 0-169,11 0 0,-15 0 0,20 0 3276,-6 0-3168,6 0-108,-2 0 0,-23 0 0,19 0-401,-17-2 0,0-1 401,14 2-120,-10-2 0,2 0 1,18 3-1,-5-1 1</inkml:trace>
  <inkml:trace contextRef="#ctx0" brushRef="#br0" timeOffset="109813">3761 7522 24575,'9'17'0,"-5"-8"-3277,17 22 0,-17-22 1638,9 10 1,0 2 621,-6-8 90,7 9 0,1 0 927,-7-11-1288,7 13 0,1 0 1288,-9-15 0,8 20 0,0 0 0,-9-17 0,6 15 0,-1-1 0,-6-15-98,6 17 1,0 1 97,-3-12 0,4 14 0,0-1 0,-4-16 0,2 13 0,1-1 0,-4-14 0,6 17 0,-1 0 0,-7-19 315,7 15 1,-1 0-316,-7-15 630,6 12 0,1 1-630,-1 2 0,-1-3 0,0 0 0,-2-1 3276,-2-1-3135,-3-15 3135,-5-5-2818,2-1 0,-2-2 1,2 2-1</inkml:trace>
  <inkml:trace contextRef="#ctx0" brushRef="#br0" timeOffset="110396">3861 8308 24575,'29'-3'0,"-3"1"0,1-2-3277,4-4 0,-23 5 0,24-8 2402,-24 10 875,26-10 0,-22 9 0,15-4 0,10-3 0,-6 2 0,-1 3 0,-3-1 0,7-3 0,0-1 0,-8 3 1985,0 0-1985,5-3 0,-2 0 0,-16 5 0,1-2 0</inkml:trace>
  <inkml:trace contextRef="#ctx0" brushRef="#br0" timeOffset="111049">3946 8279 24575,'17'14'0,"-7"-6"0,12 15 0,-15-15-1639,5 9 1,1 1-1639,-6-8 1638,9 14 1,0-1-1376,-7-13 2463,6 12 1,1 0 550,-9-15-407,9 11 0,-1-1 407,-7-10 2441,15 17-2441,-17-21 3276,2 5-3274,-4-7 3274,11-24-2081,-2 2 0,-1-1-1195,-1 2 0,0 0 0,1-4 0,1-2 0,-3 6 2433,-1 4-2433,5-15 0,-1 1 0,-6 19 188,0-8 0,-1 2 1,-3 13-1,-3-2 1</inkml:trace>
  <inkml:trace contextRef="#ctx0" brushRef="#br0" timeOffset="111547">4813 7996 24575,'-2'23'0,"0"0"0,0 10 0,-4-10 0,-1-2 0,2-4 0,0 2 0,0 0 0,2-10 0,-1 10 0,3-13 0,-1 0 0,2-12 0,0-3 0,4-19 0,-3 16 0,4-15 0,-5 24 0,0-4 0</inkml:trace>
  <inkml:trace contextRef="#ctx0" brushRef="#br0" timeOffset="111881">4652 8055 24575,'-10'26'0,"3"-2"0,1 0 0,10 1 0,1-12 0,3 4 0,8 0 0,-9-9 0,11 8 0,-9-11-3277,15 9 0,-14-9 1638,9 3 1,-1-2 148,-10-3 391,27 3 1099,-27-6-370,23 0 370,-20-3 3276,17 1-2742,-10-11 2742,-3 7-2792,1-11 0,-3-1 0,-8 11 0,12-19 0</inkml:trace>
  <inkml:trace contextRef="#ctx0" brushRef="#br0" timeOffset="112414">5089 7935 24575,'-22'16'0,"3"4"0,3-5 0,6 3 0,10-13 0,16 6 0,-10-8-1639,12 2 1,1 1-1639,-11-4 2063,10 5 0,0-1 1214,-10-1-1601,19 9 1601,-19-11-435,12 12 435,-13-11 3276,6 6-1865,-11-7-1411,-2-2 0,-1 2 2704,-2-1-2704,2-3 0,0 1 0,0-2 0</inkml:trace>
  <inkml:trace contextRef="#ctx0" brushRef="#br0" timeOffset="113116">5107 8143 24575,'13'5'0,"-3"0"0,1 1 0,2 4 0,-3-4 0,4 8 0,-6-6 0,-2 2 0,-1 2 0,-5-5 0,2 4 0,-5 4 0,4-5 0,-11 8 0,6-11 0,-21 11 0,15-11 0,-16 6 0,20-10 0,-4 2 0,5-5 0,-2-6 0,2-4 0,0 1 0,5 2 0</inkml:trace>
  <inkml:trace contextRef="#ctx0" brushRef="#br0" timeOffset="113501">5301 7888 24575,'25'-5'0,"0"-1"0,-6 2 0,0-1 0,6-3 0,2-1 0,-5 0 0,4-1 0,9-4 0,-3 1 0,-24 6 0,20-8 0,-34 9 0,8 3 0,-10 0 0</inkml:trace>
  <inkml:trace contextRef="#ctx0" brushRef="#br0" timeOffset="113856">5356 7691 24575,'5'21'0,"-1"5"0,0 1 0,-1-8 0,2 16 0,-2-1 0,-2-18-1639,2 16 1,1 0-1639,-3-14 2302,3 15 1,0 0 974,-3-20-591,3 9 1,-1 0 590,-2-13 0,4 15 0,-1-16 0,1 5 0,3-8 0,-4-2 0,6-4 0,-7 0 0,1-2 0</inkml:trace>
  <inkml:trace contextRef="#ctx0" brushRef="#br0" timeOffset="114450">5588 8034 24575,'-2'-6'0,"-2"-1"0,-5 11 0,-2 8 0,3 1 0,-1 12 0,9-11 0,-2 0 0,6 1 0,2-9 0,0 0 0,8-3-3277,6-12 0,-6 6 1638,4-10 1,0-1 1270,-9 7 1,4-8 1,-1 1 366,-6 10 0,0-7 0,1 18 3276,-5-7-1822,11 10 1822,4-10-2543,1-1 1,2-2-734,5 0 0,-6-5 0,-2 0 0,-6 2 0,5-17 0,-9 14-820,0-24 1,-5 25 0,-2-10 0</inkml:trace>
  <inkml:trace contextRef="#ctx0" brushRef="#br0" timeOffset="114998">5822 7723 24575,'5'36'0,"0"-9"0,-1-3 0,1-5 0,1 12 0,-1 0 0,-2-11 0,1 6 0,0-1 0,-2-12 0,3 16 0,-3-18 0,-1 1 0,-1-9-3277,1-26 0,0 15 1638,7-15 1,2 1 148,-5 13-27,13-11 0,0 2 1517,-11 12 0,9-5 0,1 2 0,-13 6 0,22 15 0,-21-6 0,3 14 0,0 0 0,-5-12 909,-1 12 0,-1-1-909,1-12 3208,-12 23-3208,6-23-186,-13 11 186,9-12 3276,-14 4-1121,5-4 356,1-12-2511,7-8 0,8-1 0,2 0 0</inkml:trace>
  <inkml:trace contextRef="#ctx0" brushRef="#br0" timeOffset="115381">6095 7701 24575,'0'26'0,"0"-1"0,0 2 0,0-4 0,0-6 0,2 4 0,1-1 0,0-5 0,1 6 0,0-1 0,0-10 0,0 17 0,-2-20 0,1 22 0,-3-22 0,2 27 0,-2-27 0,0 15 0,-3-11 0,1-2 0,-2 5 0,-1-7 0,4 1 0,-3-4 0,4-2 0</inkml:trace>
  <inkml:trace contextRef="#ctx0" brushRef="#br0" timeOffset="116376">6357 7895 24575,'-5'0'0,"-3"3"0,2-1 0,-3 1 0,4-1 0,-1 0 0,0 6 0,2-2 0,-6 11 0,9-11 0,-9 16 0,7-3 0,-1-3 0,1 3 0,3-9 0,-2 3 0,6 5 0,2 1 0,0-5 0,4 1 0,-6-11 0,16 4 0,-3-4 0,3-1 0,0 0 0,3-1 0,7-1 0,-25-1 0,1 0 0</inkml:trace>
  <inkml:trace contextRef="#ctx0" brushRef="#br0" timeOffset="116961">6442 7947 24575,'-12'24'0,"-4"4"0,13-21 0,-12 18 0,11-19 0,-6 14 0,7-16 0,-2 6 0,3-6 0,1 0 0,8-18 0,-4 7 0,4-9 0,-7 14 0</inkml:trace>
  <inkml:trace contextRef="#ctx0" brushRef="#br0" timeOffset="120880">4061 8354 24575,'0'7'0,"0"4"0,-3 9 0,2 1 0,-1-3 0,3 0 0,1-8 0,-1 0 0,1 0 0,-1-8 0,4 1 0,14-7 0,0-1 0,6-3 0,-1-4 0,-7 2 0,-1 0 0,-6 2 0,-7 5 0,-1 3 0,-3 3 0,-1 6 0,-2-2 0,3 2 0,1-9 0,5-4 0,7-10 0,0-2 0,3-1 0,4-7 0,-1 1 0,-8 10 0,1-3 0,0 1 0,-6 9 0,3-9 0,-7 15 0,-1-1 0,-6 11 0,2-2 0,-3 3 0,1-1 0,4-6 0,-1 0 0,4-3 0,-9 2 0,5-1 0,-7 3 0,8-4 0</inkml:trace>
  <inkml:trace contextRef="#ctx0" brushRef="#br0" timeOffset="123312">3094 11602 24575,'20'2'0,"-9"-2"0,14 1 0,-18-1 0,16 2 0,1-5 0,-5 4-1639,4-6 1,-1 0-1639,-10 1 1638,14-3 1,-1-2 148,-14 4 893,24-8 597,-31 11 0,5-2 0,-8 4 0</inkml:trace>
  <inkml:trace contextRef="#ctx0" brushRef="#br0" timeOffset="130539">6886 7816 24575,'16'-6'0,"-1"-2"0,5-3 0,4-3 0,-3 0 0,5-3 0,2-1 0,-5 3-1639,-2 4 1,0-1 1024,3-3 1,5-3 0,1 0 0,-2 1 613,1 0 0,-1 2 0,-2 2 0,-5 1 0,3 0 0,2-1 0,6-4 0,5-3 0,-1 1 0,-2 1 0,-8 4 0,1-1 0,0 0 0,-5 3 0,6-1 0,5-3 0,1 0 0,2-1 0,-1 0 0,-2 1 0,-4 2 0,-6 2 0,9-8 0,0 1 0,-8 8 0,5-3 0,4-1 0,1 0 0,1 0 0,-2 0 0,-3 3 0,-6 1 0,10-4 0,0 0 0,-8 4 0,4-2 0,3-1 0,2 0 0,0-1 0,1 0 0,-3 1 0,0 1 0,0-1 0,1 1 0,-1-1 0,-1 1 0,1 0 0,-2 0-450,0 0 1,-1 0 0,0 0 0,0 0 0,1 0 0,1 0 449,2-1 0,3-2 0,2 0 0,0 0 0,-1 1 0,-2 0 0,-6 3 0,-5 2 0,0 0 0,0 1 0,-1-1 0,6-1 0,4-3 0,3 0 0,1-1 0,-3 2 0,-4 1 0,-6 2 0,5-2 0,1 1 0,-6 2 0,6-2 0,3-1 0,3-1 0,0 0 0,-2 1 0,-3 0 0,-6 3 0,3-1 0,-5 2 0,5-2 0,0 2 0,6-1 0,4-1 0,2 0 0,0 0 0,-2 0 0,-4 1 0,-6 1-1093,0-1 1,-6 2 0,9-2 1083,-8 4 1,6-1 0,5-1 0,3 0 0,3 0 0,1-1 0,1 1-1,0 0 1,-1 0 0,-3 0 0,-3 1 0,-5 0 0,-5 2-950,12-4 1,-8 2-1,10-1 958,-18 3 0,5 0 0,4 0 0,2-1 0,3 0 0,3 0 0,2-1 0,0 0 0,2 1 0,0-1 0,-1 0 0,0 1 0,-1-1 0,-1 1 0,-3 0 0,-2 1 0,-3-1 0,-3 2 0,-5-1-210,16-1 0,-11 1 1,1 0-1,11-1 210,-17 2 0,3 0 0,3 0 0,2 0 0,4-1 0,1 1 0,2-1 0,2 0 0,1 0 0,0 0 0,2 0 0,-1 0 0,1 0 0,-1 0 0,-1 0 0,-1 0 0,-1 1 0,-1 0 0,-3-1 0,-2 2 0,-2-1 0,-3 1-70,10-1 1,-4 1 0,-4 0 0,-1 1 0,-1-1-1,2 1 1,3-1 0,5 0 69,-10 0 0,1 0 0,3 0 0,2 0 0,1 0 0,1 0 0,2 0 0,0-1 0,1 1 0,0 0 0,0-1 0,0 1 0,-1 0 0,-1-1 0,0 1 0,-2 0 0,-1 0 0,-2 1 0,-2-1 0,-3 1-39,12-1 0,-5 1 1,-3 0-1,-2 0 0,0 0 1,2 0-1,3 0 0,4-1 39,-9 0 0,3 0 0,3-1 0,1 0 0,2 0 0,2 0 0,0 0 0,1-1 0,0 1 0,0-1 0,-1 0 0,0 1 0,-2 0 0,-1-1 0,-2 1 0,-3 1 0,-2-1 0,-2 1 0,10-1 0,-7 1 0,-3 0 0,0 0 0,4 0 0,7-1 0,-14 0 0,3 0 0,3 0 0,3 0 0,2-1 0,2 0 0,1 0 0,1-1 0,1 1 0,0-1 0,0 1 0,0-1 0,-1 1 0,-1-1 0,-1 1 0,-3 0 0,-1 0 0,-4 1 0,-2 0 0,-3 0 0,-4 1 57,12-2 1,-9 2-1,-1 0 1,8-2-58,-6 2 0,4-1 0,5-1 0,3 0 0,3 0 0,1 0 0,1 0 0,1-1 0,-1 1 0,-2 0 0,-1 0 0,-4 0 0,-4 1 0,-4 0 0,-5 1 0,14-2 0,-2 1 0,-7 0 0,6 0 0,5 0 0,2-1 0,-1 1 0,-3 0 0,-5 1 0,-9 1 0,14 0 0,-7-1 0,4 1 0,-5 0 0,2 2 0,-1 0 419,-8 0 1,-1 0-420,-6 0 0,15 0 0,0 0 0,-14 0 343,19 0 0,0-1-343,-20 0 1449,9 0 1,-3 0-1450,-17 0 0,0 0 0,-6 0 0</inkml:trace>
  <inkml:trace contextRef="#ctx0" brushRef="#br0" timeOffset="131507">16705 5776 24575,'-6'21'0,"3"-7"0,-2 6 0,3-15 0,0-2 0,-3-17 0,3 4 0,-9-15 0,8 18 0,-7-9 0,6 12 0,1-1 0,2 6 0,-2 6 0,0 1 0,-6 12 0,3-12 0,-7 15 0,7-16-3277,-9 14 0,9-15 3047,-4 10 230,5-12 0,3 2 0,0-5 0,3-1 0</inkml:trace>
  <inkml:trace contextRef="#ctx0" brushRef="#br0" timeOffset="142806">17092 4577 24575,'2'12'0,"2"12"0,-2-12 0,3 10 0,0-1 0,-4-12 0,6 15 0,-1 0 0,-4-12 0,4 15 0,1 1 0,-2-8 0,0 6 0,2 3 0,-2-6 0,0-1 0,1 9 0,0 5 0,1-3 0,-3-15 0,1 11 0,0 0 0,-1-10 0,1 13 0,1 0 0,-3-10 0,2 10 0,1 0 0,-2-11 0,1 8 0,0 0 0,-1-8 0,1 3 0,1 5 0,-1-5 0,0 0 0,0 0 0,2 6 0,-1-1 0,0 4 0,0-2 0,-1-5 0,0 1 0,2 12 0,-3-4 0,-3-19 0,1 16 0,0-1 0,-2-14 0,2 17 0,0-2 0,-1-18 0,3 18 0,0 0 0,-2-21 0,6 25 0,1 0 0,-3-18 0,3 13 0,2 1 0,-3-14 0,5 11 0,0-1 0,-3-10 0,3 10 0,-1-3 0,-9-17 0,7 17 0,-8-22 0,1 5 0,-3-7 0,-5-4 0,3 2 0,-3-4 0</inkml:trace>
  <inkml:trace contextRef="#ctx0" brushRef="#br0" timeOffset="143289">17167 6139 24575,'18'1'0,"8"-1"-1639,-2 1 1,0 0-1639,4-1 1638,7-1 1,-3-1-1639,-17 1 2861,9-1 1,6-2-1,-5 1 416,-6 1-487,15-2 0,0-1 487,-22 4 0,24-5 0,-26 3 2552,8-2-2552,-17 4 0,0 0 0,-4 1 0</inkml:trace>
  <inkml:trace contextRef="#ctx0" brushRef="#br0" timeOffset="145393">17195 6240 24575,'13'3'0,"6"6"0,-9-3-3277,16 17 0,-19-17 1638,8 10 1,2 0 557,-7-6 167,6 6 0,-1 1 914,-8-8 0,7 7 0,0 4 0,2 10 3276,2-1-2998,-5-10 1,-4-4-279,-6-9 2123,12 12-2123,-11-10 0,4 0 3276,-4-2 0,-1-5-3044,0 1-232,0-1 0,0-1 0,17-30 0,-4 0-306,-2 7 1,0-3 305,3-8 0,-1 3 0,-2 2 0,-3 6 0,3-4 0,-5 5 0,-4 5-1639,5-7 1,-2 2-1639,-7 13 3250,7-15 27,-10 20 408,0-2-408,-12 13-3277,-16 12 2017,13-10 2898,-3 4 0,2-1-1563,10-7-75,-18 18 0,12-11 0,1 3 0,3-8 3276,7-11-355,-5-8-1148,-3-4-1773,-1 3 0,1 4 0,3 6 0,-5 4 0,5-1-3277,-16 8 0,18-6 1638,-14 6 1,-1 0 148,11-6 1490,-22 10 0,29-12 0,-7 3 0,5-2 3276,1-1-2015,0-2 2015,11-5 0,-6 1-3044,9-8-232,1-5 0,2-1 0,-1 2 0,-4 9 0,-9 9 0,0 0 0,-6 9 0,-7 6 0,6-3 0,-9 4 0,15-9 0,0-3 0,15-6-1639,5-2 1,1-2-1639,3-1 1941,7 0 1,-3 1 1335,-13 5 0,6-6 0,-2 3 0,-13 8-3277,-1 3 2826,-10 1 451,-13 19 0,14-21 1444,-11 20-1444,13-20 0,-4 8 0,8-12 0,6-5 0,-2 0 0,21-13 0,-18 13 0,14-6 0,0 1 0,-12 6-465,27-7 465,-30 9 0,5 5 0,-12 9 0,-1 12 0,-2-5 3276,-1 9-2338,4-18 2338,-3 9-252,4-9-1564,0-5-1460,1-22 0,-1 9 0,2-12 0</inkml:trace>
  <inkml:trace contextRef="#ctx0" brushRef="#br0" timeOffset="146359">17324 4302 24575,'13'21'0,"-7"-8"0,7 18-3277,-8 2 0,-2-18 1638,0 9 1,0-1-1639,-3-14 3238,2 15 1,-1-1 38,1-15 0,-3 14 0,2-2 0,2-14 3276,12-3-2939,3-20-337,3-7 0,-5 8 0,-3 1 0,-6 6-875,10-9 1,-1 0 874,-10 11-1517,8-9 0,1 1 1517,-9 9-1323,16-20 1323,-16 20 2379,6-9-2379,-8 12 0,-1-1 0,-2 4 0,-1-2 0</inkml:trace>
  <inkml:trace contextRef="#ctx0" brushRef="#br0" timeOffset="146863">17411 4522 24575,'17'0'0,"4"0"0,-7 1 0,18 8 0,-20-5-1639,7 5 1,-1 1-1639,-8-5 1638,7 5 1,0 1 1238,-9-6 1856,18 11-1456,-21-12 0,9 2 0,-10-5 3276,2 3-753,-3-3-1981,6-1 0,-6-1 1,5-1-1</inkml:trace>
  <inkml:trace contextRef="#ctx0" brushRef="#br0" timeOffset="147612">17798 4397 24575,'6'6'0,"6"4"0,1-2 0,0 1 0,5-5 0,-12-1 0,4-1 0,-7-1 0,-3-2 0,-2-1 0,-1-1 0,-9 4 0,-12 0 0,6 2-1639,-14 3 1,-1 0-1639,15-2 2204,-14 6 0,1-1 1073,19-6 0,-13 8 0,20-3 0,1-1 0,11 11 0,12 4 0,-5-9 0,2 0 0,13 10 0,-1-11 0,-1-2 0,-5-3-781,4 0 1,6 1-1,-6-2 781,-4-2-1258,12 2 0,-3 0 1258,-20-5 0,17 3 0,-22-4 3276,6-1-3123,-6-14-153,-1 7-62,2-10 1,0 1 0,-3 10-1,5-14 1</inkml:trace>
  <inkml:trace contextRef="#ctx0" brushRef="#br0" timeOffset="147927">18108 4501 24575,'0'17'0,"0"-4"0,3 14 0,1-7 0,-1-2 0,1-2 0,-2-12 0,-6-17 0,4 11 0,-6-15 0</inkml:trace>
  <inkml:trace contextRef="#ctx0" brushRef="#br0" timeOffset="148129">18067 4398 24575,'7'3'0,"1"3"0,-5-3 0,1 1 0</inkml:trace>
  <inkml:trace contextRef="#ctx0" brushRef="#br0" timeOffset="148594">18216 4218 8191,'5'18'0,"-1"-7"0,9 23 0,-10-23 0,5 15 0,0-1 0,-7-14 0,5 17 0,-1 0 0,-4-17 0,3 16 0,-1-1 0,-2-15 1014,2 9 1,1-3-1015,-3-14 3034,4-1-3034,8-36 0,4 4 0,-7 10 0,1 0 0,5 3 0,0 4 0,-5 3 1638,5-4 0,-1 3-1323,-11 10 0,9-9 0,-13 12 1</inkml:trace>
  <inkml:trace contextRef="#ctx0" brushRef="#br0" timeOffset="148928">18379 4451 24575,'11'13'0,"15"5"0,3 0 0,-1-3-3277,-4-2 0,-17-7 1328,9 4 1949,-12-5 1719,2 1-1719,-4-3 0,-1-1 0,0-2 0</inkml:trace>
  <inkml:trace contextRef="#ctx0" brushRef="#br0" timeOffset="149428">18642 4457 24575,'-2'30'0,"3"-2"0,0-12 0,5 3 0,8-5 0,-6-3 0,10 2 0,-13-14 0,10-7 0,-3-5 0,1-2 0,5-1 0,-2-3 0,-1 1 0,-7 0 0,4 0 0,-11 5 0,-3 10 0,-1 1-1639,-28 0 1,-8 1-1,20 1 1,-2 0 1592,-7 1 0,-7 1 0,-4 0 0,2 1 0,5-1-979,4 0 0,4 1 0,-3 0 1025,-7 0 0,-4 2 0,1-1 0,7 0 0,8-2 0,3 1 0,-14 0 0</inkml:trace>
  <inkml:trace contextRef="#ctx0" brushRef="#br0" timeOffset="151831">17633 3682 24575,'1'3'0,"-1"7"0,2 25 0,-2-15 0,0 8 0,0-2 0,0-10 0,0 8 0,0-1 0,-2-8 0,2 21 0,-1-28 0,1 8 0,0-5 0,0-2 0,1-4 0,-1-5 0,2-3 0</inkml:trace>
  <inkml:trace contextRef="#ctx0" brushRef="#br0" timeOffset="152267">17601 3724 24575,'7'0'0,"3"0"0,3-5 0,14-4 0,-12 2 0,4-2 0,1 1 0,-10 6 0,16-11 0,-18 12 0,1-1 0,-6 2 0,0 0 0</inkml:trace>
  <inkml:trace contextRef="#ctx0" brushRef="#br0" timeOffset="152601">17623 3903 24575,'2'4'0,"2"-3"0,12-6 0,9-4 0,-7 3 0,11-2 0,-17 6 0,14-3 0,-15 5 0,4-1 0</inkml:trace>
  <inkml:trace contextRef="#ctx0" brushRef="#br0" timeOffset="153420">17998 3723 24575,'2'10'0,"2"16"0,-3-19 0,1 13 0,1 2 0,-2-14 0,3 28 0,-2-28 0,2 20 0,-2-16 0,2 6 0,-3-10 0,0-7 0,-1 0 0,0-11 0,0-13 0,-1 7 0,-1-17 0,0 23 0,-2-25 0,3 23 0,-1-17 0,3 20 0,1-6 0,-1 6 0,2 2 0,0 0 0,3 3 0,0-3 0,5 2 0,-7 1 0,8-2 0,-7 3 0,9-6 0,6 3 0,1 1 0,1-3 0,7 2 0,-2 2 0,-20 4 0,13-2 0</inkml:trace>
  <inkml:trace contextRef="#ctx0" brushRef="#br0" timeOffset="153754">18013 3895 24575,'11'-1'0,"14"-3"0,-15 1 0,16-4 0,-21 6 0,5 0 0,-8 1 0,-1 2 0</inkml:trace>
  <inkml:trace contextRef="#ctx0" brushRef="#br0" timeOffset="154017">17990 4041 24575,'6'-2'0,"-1"2"0,12-1 0,19 1 0,-12 0 0,2-1 0,1 0 0,-1 0 0,-1-1 0,0 1 0,9 0 0,-3-1 0,4-3 0,-31 4 0,0 0 0</inkml:trace>
  <inkml:trace contextRef="#ctx0" brushRef="#br0" timeOffset="154817">18392 3729 24575,'0'17'0,"0"18"0,0-27 0,1 13 0,0 0 0,-1-14 0,1 12 0,1 0 0,0-11-3277,2 22 0,-2-23 3047,1 12 230,-3-18 0,0-12 0,0-7 0,0-3 0,-1-8 0,-1 0 0,0 4 3276,-1 16-1638,-1-13 0,1 0-1406,-1 12-232,-4-23 0,6 27 0,1-3 0,12 28 0,-4-8-1639,4 7 1,-1-2-1639,-3-8 2018,7 8 1,1 1 1258,-7-9-171,5 6 0,0 0 171,-7-7 0,9 9 0,-5-7 3276,5-10-1070,9-23-2206,-9 2-1088,0-2 0,2-4 0,-2 6 1088,-2 3-1093,2-7 1,4-7 0,-6 8 243,-8 13 849,6-14 0,-3 4 0,-7 20 0,2-8 0,-3 12 0</inkml:trace>
  <inkml:trace contextRef="#ctx0" brushRef="#br0" timeOffset="157636">16776 7810 24575,'0'0'0</inkml:trace>
  <inkml:trace contextRef="#ctx0" brushRef="#br0" timeOffset="159686">16894 7731 24575,'0'0'0</inkml:trace>
  <inkml:trace contextRef="#ctx0" brushRef="#br0" timeOffset="160305">17461 7915 24575,'3'-2'0,"0"0"0</inkml:trace>
  <inkml:trace contextRef="#ctx0" brushRef="#br0" timeOffset="160870">17966 7810 24575,'0'0'0</inkml:trace>
  <inkml:trace contextRef="#ctx0" brushRef="#br0" timeOffset="161442">18590 8435 24575,'10'-5'0,"-2"1"0</inkml:trace>
  <inkml:trace contextRef="#ctx0" brushRef="#br0" timeOffset="161740">19067 8187 24575,'3'0'0,"0"0"0</inkml:trace>
  <inkml:trace contextRef="#ctx0" brushRef="#br0" timeOffset="161990">19862 8169 24575,'0'0'0</inkml:trace>
  <inkml:trace contextRef="#ctx0" brushRef="#br0" timeOffset="172664">21545 4931 24575,'-19'3'0,"0"-1"0,-13 5 0,8-3 0,-2 1 0,2 0 0,5 0 0,0 1 0,-7 1 0,-4 0 0,7-1 0,3-1 0,-7 4 0,-6 3 0,6-3 0,8-5-1093,-6 5 1,-7 3 0,8-4-2185,8-5 3141,-7 3 1,-6 4-1,0-1 136,1 1 0,1 1 0,-5-1 0,0 0 0,-5 8 0,7-2 0,20-9 0,-16 13 0,0 1 0,11-8 0,-6 8 0,1 0 0,7-4 0,-1 4 0,1 0 3276,7-6-1638,-10 11 0,-1 0-1493,11-12-1784,-10 10 1,-1 0-1605,9-14 2228,-9 11 1,1 0 1014,4-10-1639,-1 7 1,2-1 1051,5-8 587,-11 19 0,12-15 3276,-7 6-3129,10-11 0,1-6 0,2-2 0</inkml:trace>
  <inkml:trace contextRef="#ctx0" brushRef="#br0" timeOffset="173463">20430 5494 24575,'7'35'0,"-1"-14"0,-1 0 0,2 12 0,0-10 0,-1-4 0,-2-10 0,7 16 0,-7-18 0,6 10 0,-7-12 0,2 2 0,-3-6 0,0-5 0,-2-21 0,-2 14 0,0-12 0,0-1 0,-2 12-1639,2-13 1,1-1-1639,-1 13 2423,2-20 854,0 29 0,2-3 0,-2 4 0,0 2 0,-20 15 0,-4 5 0,-6 4 0,11-8 0,2-1 0,4-7 312,-3 7 0,1 1-312,4-6 0,-5 8 0,11-7 0,7-9 0,4-1 0,-1-4 0,11-8 0,-11 6 3276,13-9 0,-13 12-3044,4-5-232,-12 9 0,-4 5 0,-15 12 0,4-2 0,-3 1 0,7-8 0,10-8 0,-1 4 0,4-5 0,2 0 0</inkml:trace>
  <inkml:trace contextRef="#ctx0" brushRef="#br0" timeOffset="174870">21642 5366 24575,'24'-2'0,"0"-1"0,4-7 0,1-2 0,-3 2 0,8-5 0,-3 1 0,-15 8 0,5-7 0,-4 5 0,-12-1 0,15-5 0,-15 7 0,10-13 0,-10 16-3277,10-22 0,-10 22 1616,11-23 1661,-12 24 0,10-19 0,-5 12 0,7-11 0,-1 7 0,-4 4 3276,8 1-476,0 1-2800,-2 2 0,3-1 0,-16 7 0,2-2 0</inkml:trace>
  <inkml:trace contextRef="#ctx0" brushRef="#br0" timeOffset="175356">22128 5038 24575,'9'17'0,"-1"0"0,9 15 0,-3-8 0,-5-11 0,-4-5 0,-8-11 0,-1 4 0,-7-3 0,3-2 0,-2 2 0,8-2 0,-4 4 0,6-2 0,-3 2 0</inkml:trace>
  <inkml:trace contextRef="#ctx0" brushRef="#br0" timeOffset="176345">23285 4572 24575,'2'37'0,"-2"-13"0,0-3 0,1-3 0,0 7 0,0 4 0,-1-7 0,0 0 0,1-1 0,0 1-1639,-1 3 1,0-5-1639,0-11 3047,0 15 230,0-19 0,0 10 0,0-10 0,0-1 0,-5-16 3276,3 7-1638,-7-17 0,-1-2-1406,4 14-232,-6-19 0,0 1 0,8 20 0,-8-19 0,-1-1 0,8 17 0,-6-10 0,0 0 0,8 16 0,-2-8 0,3 11 0,-5 2 0,-7 2 0,2-1 0,-3 3 0,11-3 0,-4 3 0,5-3 0,-2 0 0,4-1 0,-1 0 0</inkml:trace>
  <inkml:trace contextRef="#ctx0" brushRef="#br0" timeOffset="177744">23185 4640 24575,'3'7'0,"-1"8"0,3 5 0,-4-5 0,5 6 0,-6-15 0,6 16 0,-5-3 0,3-2 0,-6 9 0,2-21 0,-3 18 0,1-18 0,-1 11 0,0-13 0,1 3 0,2-4 0,2-1 0,0-5 0,1-1 0,-3-6 0,1-16 0,-1 14 0,3-23 0,-2 28-3277,4-23 0,-4 24 3047,3-19 230,-5 23 0,-9-3 0,-6 10 0,1-1 0,-4 1 0,15-3 0,-9 1 0,10-1 0,-2 0 0</inkml:trace>
  <inkml:trace contextRef="#ctx0" brushRef="#br0" timeOffset="181011">23258 4652 24575,'2'9'0,"1"10"0,-1-10 0,1 21 0,-3-21 0,0 8 0,-2 0-3277,2 5 0,-2-1 0,4 12 1787,-2-26 1490,4 18 0,-3-20 0,2 5 0,-3-13 3276,-3-3-2015,1-2-1261,-7-13 0,5 12 0,-5-15 0,1-2 0,3 10-1639,-2-11 1,0 1 378,7 18 1260,-4-16 0,3 19 0,0-5 0,-3 5 0,3 2 0,-4 0 0</inkml:trace>
  <inkml:trace contextRef="#ctx0" brushRef="#br0" timeOffset="187810">19797 2125 24575,'-7'13'0,"-7"9"0,2-7 0,-4 5 0,-2-1 0,8-8 0,-11 8 0,0 0 0,6-6 0,-7 6 0,-3 2 0,3-3 0,1 0 0,2-1 0,0 1 0,-10 7 0,3-4 0,12-7 0,-13 8 0,0 1 0,10-11 0,-11 9 0,2-1 0,11-10 0,-14 11 0,-1 0 0,13-11 0,-6 6 0,-6 7 0,6-6 0,5-6 0,-1 3 0,-4 5 0,6-5 0,8-9 0,-11 13 0,0-1 0,12-13 0,-5 9 0,-1 0 0,7-8 0,-14 17 0,13-14-1639,-10 9 1,2 0-1639,8-8 1638,-8 6 1,2-1 148,9-9 1490,-5 7 0,7-10 0,1 1 0,0-3 0</inkml:trace>
  <inkml:trace contextRef="#ctx0" brushRef="#br0" timeOffset="188829">18909 2825 24575,'17'33'0,"-8"-19"0,-1 5 0,0-2 0,-4-10-3277,9 25 0,-10-23 1080,8 17 2197,-9-18 1754,8 14-1754,-4-9 0,0 2 0,-3-10 3276,-3-5 0,-3-10-4915,-1-8 1,0-1-1424,-1 1 1613,-1-12 1,1 3 1448,4 17 0,-4-20 0,4 20 0,-2 2 0,-4 13 0,-9 14 0,1 5 0,2-7 0,0 0 0,4-3 0,-4 6 0,0-2 0,5-5 1638,-2 4 0,-1 3 435,-4 2 1203,4 3-2220,3-13-1056,18-14 0,-6-6 0,12-6 0,-13 10 0,6-4 0,-13 9 0,-2 3 0,-1-1 0,0 2 0</inkml:trace>
  <inkml:trace contextRef="#ctx0" brushRef="#br0" timeOffset="190679">17853 3541 24575,'-22'11'0,"-1"-1"0,-1 2 0,-5 2 0,1-2 0,14-5 0,-9 2 0,1 1 0,11-4 0,-10 3 0,14-6 0,0 1 0,2-1 0,-5 6 0,2-3 0,-18 15 0,16-15 0,-14 15 0,19-16 0,-10 9 0,11-10 0,-10 12 0,9-7 0,-6 6 0,7-1 0,-3 3 0,5-7 0,-5 13 0,4-9 0,-3 12 0,4-12 0,1 1 0,1-11 0,4 6 0,4-1 0,6 6 0,1-4 0,1 0 0,1 1 0,4 0 0,0-2 0,-7-4-1639,10 3 1,-1 0-1639,-8-5 1638,13 5 1,0 0 769,-17-5-751,11 3 1,0-1 1619,-15-4-1084,12 2 1,0 0 1083,-11-2 794,14 2 1,1 1-795,-10-4 1193,13 2 1,5 0-1194,1-1 0,0-1 1638,-3 0 0,2 0-1514,-4 0 0,0 0 0,-4 0 3152,2-1-1943,4 0 1,-1 1 403,-15-1-1737,12 1 0,-1 0 0,-13-1 0,24 0 0,-3-4 802,-9 2-802,1-2 0,-1-1 0,-12 2 0,19-5 0,2 0 0,-14 3 0,9-3 0,-1 0 0,-14 3-3277,21-7 0,-24 7 1781,21-7 1496,-24 10 0,13-11 0,1-6 0,3-5 0,-7 5 0,-1-1 0,-1 2 0,-2 0 0,2-5 0,1-5 0,-13 21 0,4-13 0,-4 12 3276,-2-10-395,-5 1-2881,-4-9 0,2 7 0,-5-5 0,10 17-3277,-10-14 1663,11 15 1245,-12-17 369,10 17-3277,-13-16 2139,13 15-201,-24-17 1339,21 16 0,-9-3 0,-2-1 0,9 6 1638,-8-4 0,-2 0-1163,0 2-475,-5-5 0,-3 5 0,18 5 0,-12-2 0,0 0 0,10 3 0,-12-4 0,-1 1 0,13 3 0,-16-1 0,-1 2 0,13 1 0,-10 0 0,-1 0 0,9 0 157,-9-1 0,-4 2-157,-3 2 0,0 1 1638,2-2 0,-1 1-1049,3 1 0,0 1 0,4-1 2361,-1 2-2950,-7 2 0,2 0 0,16-3 0,-11 3 0,2 2 0,15-5-3277,-25 13 51,25-10 2316,-10 1 0,1 0 910,8-3-1555,-20 9 1555,22-10 0,-11 5 0,12-3 819,-5-1 0,8-1 0,2-4 0</inkml:trace>
  <inkml:trace contextRef="#ctx0" brushRef="#br0" timeOffset="191734">18879 2957 24575,'-1'8'0,"-2"3"0,-10 17 0,4-10 0,-1 0 0,0 2 0,-2 5 0,0-4 0,-1 3 0,6-12 0,-1-1 0,4-1 0,2-6 0,2-2-820,0-8 1,0 2 0,0-3 0</inkml:trace>
  <inkml:trace contextRef="#ctx0" brushRef="#br0" timeOffset="192433">18850 2919 24575,'-3'10'0,"-3"19"0,0-6 0,0 4 0,0 5 0,4-25 0,-1 14 0,14-32 0,0 3 0,5-9 0,-3 1 0,-8 12 0,0-3 0,2 7 0,22 7 0,-14-2 0,5 2 0,-2 1 0,-12-5 0,4 7 0,-8-8 0,-4 5 0,-11 9 0,5-4-3277,-19 11 0,19-17 3047,-17 12 230,17-14 0,-4 7 0,6-9 0,4 1 0,-5 0 0,4-1 0,-2 1 0</inkml:trace>
  <inkml:trace contextRef="#ctx0" brushRef="#br0" timeOffset="193915">14278 1672 24575,'6'-5'0,"2"-2"0,-6 2 0,7-6-3277,0-4 0,-2 7 2202,4-9 0,-1 0 1075,-2 7 0,6-9 0,0-1 0,-5 9 0,8-5 0,0-1 0,-7 9-440,17-13 440,-20 17 0,4-1 0,-2 8 3276,5 9-936,4 14-2340,-4-4 1381,-6-4 1,-3 1-1382,-3 12 765,-1-7-765,-5 3 0,-2-1 0,1-12 0,-7 12 0,-2 0 0,6-12-1639,-15 11 1,-2-1-1639,13-13 2252,-12 8 1,0-1 1024,13-10 0,-19 14 0,20-14 0,7-1 0,29-15 0,-7 2 0,14-2 0,-1 2 3276,-18 5-1973,18 0 1,-1 3-1304,-17 4-1639,9 4 1,0 2 851,-10-5-96,18 12 883,-27-17 0,6 3 0,-6-10 0,10-14 0,-7 7-1639,5-8 1,0 1 671,-6 10 2605,3-8 0,0 0-1533,-8 7-105,7-10 0,-7 14 0,2 0 0</inkml:trace>
  <inkml:trace contextRef="#ctx0" brushRef="#br0" timeOffset="194352">14727 1560 24575,'-6'11'0,"-11"16"0,11-16 0,-5 13 0,0-1 0,6-12-1639,0 13 1,0-1-1639,3-13 2598,4 9 0,2-1 679,0-11 0,12 16 0,-10-21-3277,27 4 2391,-23-6-506,25-6 0,2-1 1392,-20 3 0,6-4 0,6-2 0,-8 2 0,-11 2-138,10-7 1,-1-2 137,-14 5 1944,11-20-1944,-15 18 0,-2-7 0,-1-1 0,-1 10 586,-4-13 0,-1 1-586,1 14 616,-4-7 1,-3-1-617,-10 5 0,3-2 936,-15 12-936,12 7 3276,2 0-2779,1 8 1,18-12-1,-3 4 1</inkml:trace>
  <inkml:trace contextRef="#ctx0" brushRef="#br0" timeOffset="194782">14949 1508 24575,'-13'25'0,"-3"6"0,12-24 0,-2 12 0,2 0 0,1-7 0,3 23 0,3-24 0,12 12 0,14-3 0,-10-5 0,5-6 0,-1-4 0,-14-5 0,17-3 0,2-2 0,-11-2 0,5-1 0,-1-2 0,-6-1-3277,7-14 0,-14 13 2195,-1-7 1,-2-1 1081,-4 10 0,-2-10 0,-2-1 0,-2 8-1639,-8-7 1,-1-1 1019,5 9 364,-7-3 1,-1 2 254,9 8 0,-6-2 0,10 6 0</inkml:trace>
  <inkml:trace contextRef="#ctx0" brushRef="#br0" timeOffset="195400">15312 1337 24575,'12'0'0,"17"0"0,2 0 0,-8 0 0,4-1 0,5 0 0,-7-1 0,-10-1 0,5 1 0,-2 0 0,-12-1 0,-2 3 0,-6 4 0,-1-1 0,-3 23-1639,5 0 1,0 0-1639,-4 8 1770,5 3 1,2-4 1506,-2-18-1639,4 8 1,0-1 1300,-2-7-282,9 19 620,-8-27 3276,5 12-3244,-4-16 2515,-1 9-2547,-2-6 0,-4 7 0,3-8 0,-32 5 0,23-7 0,-26 1 0,32-4 0,-3 0 0</inkml:trace>
  <inkml:trace contextRef="#ctx0" brushRef="#br0" timeOffset="195637">15374 1592 24575,'12'-9'0,"21"-7"0,-10 7 0,11-5 0,1 2 0,-9 4 0,-1 0 0,5-2 0,-6 2 0,-9 6 0,12-6 0,0 1 0,-17 6 0,12-1 0,-16 2 0,-2 3 0,-3-3 0,-2 1 0</inkml:trace>
  <inkml:trace contextRef="#ctx0" brushRef="#br0" timeOffset="196787">16327 1240 24575,'12'22'0,"-3"-6"0,6 18-1639,-3-5 1,0 0-1639,2 3 2184,-3-6 1,1 5 0,-3-6 2420,1 0-1328,3 8 0,-1-1 1719,-6-14-1719,5 8 0,-1-3 0,-7-15 0,10 20 3276,-10-36 0,1-4-3044,-4-7-1052,0-18 1,0 27 0,0-11 0</inkml:trace>
  <inkml:trace contextRef="#ctx0" brushRef="#br0" timeOffset="197102">16363 1332 24575,'5'-4'0,"17"-6"0,-10 7 0,15-7 0,11-3 0,-7 2-871,-5 2 871,5-1 0,7-4 0,-10 5 214,-17 6-214,19-6 0,-27 10 0,-4 5 0,-9 6 0,-1-1 0,5-3 0,3-5 0</inkml:trace>
  <inkml:trace contextRef="#ctx0" brushRef="#br0" timeOffset="197338">16389 1441 24575,'5'0'0,"-1"0"0,10-1 0,14-4 0,-8 3 0,8-4 0,-1-1 0,-12 4-1639,9-3 1,-1 0-1639,-13 3 3047,18-3 230,-20 4 0,6-1 0,-11 3 0</inkml:trace>
  <inkml:trace contextRef="#ctx0" brushRef="#br0" timeOffset="198040">16871 1321 24575,'5'20'0,"1"0"0,-1 1 0,0 2 0,4 12 0,-2-1 0,-4-20 0,3 12 0,-5-18 0,3-1 0,-3-3 0,0-10 0,-1-6 0,0-2 0,0-14 0,0 18 0,-7-26 0,0 17 0,-5-6 0,-2-4 0,7 19 0,-3-12 0,7 17 0,0-4 0,4-3-3277,5-1 0,0 0 1776,15-7 1501,-15 14 0,12-9 0,-14 14 0,2-1 0,7 1 0,-8 0 819,8 0 0,-11 1 0,-1 0 0</inkml:trace>
  <inkml:trace contextRef="#ctx0" brushRef="#br0" timeOffset="198436">16893 1455 24575,'27'-4'0,"-3"-3"0,1 1 0,4-2-1639,-8 2 1,-2 1-1639,-6 0 1328,-7 5 1949,0 2 1719,3 4-1719,-1-4 0,-1 8 0,-6-9 0,-1 3 0</inkml:trace>
  <inkml:trace contextRef="#ctx0" brushRef="#br0" timeOffset="198741">16950 1616 24575,'20'-7'0,"-6"1"0,5 2 0,0 0 0,0-2 0,9-2 0,2 1 0,-5 0 0,0 0 0,-1 0 0,-2 3 0,-1-1 0,-15 5 0</inkml:trace>
  <inkml:trace contextRef="#ctx0" brushRef="#br0" timeOffset="199822">17258 1295 24575,'3'6'0,"3"14"0,-2-12 0,5 19 0,-6-19 0,6 19 0,-1 1 0,-1-7 0,0 13 0,-5-29 0,3 17 0,-4-17 0,4 7 0,-5-12 0,-5-6 0,4-5 0,-6-4-3277,2-12 0,2 16 2446,-2-9 0,1 0 831,2 9-1035,-6-25 1035,6 23-624,-2-15 624,4 18 3276,-2-10-1299,2 16-126,2-1-1851,12 16-3277,2 6 1780,2 0 402,0 3 1,0-1 1094,-7-7 0,8 9 0,1-1 0,-8-8 0,6 5 0,-11-10 3276,0-4-1229,-5-2 1229,2-4-2141,-1-14-1135,-1-9 0,-1 3 0,-1-1 0,-1-6 0,-1 6 0,0 3 0,-2 8 0,-5-19 0,6 23 0,-1-7 0,4 20 0,0 0 0</inkml:trace>
  <inkml:trace contextRef="#ctx0" brushRef="#br0" timeOffset="201496">14392 1175 24575,'-20'14'0,"-1"0"-1639,-5 2 1,1-1-1639,4-1 1638,-10 3 1,-3 3-1,10-5 1,0 0 1454,6-5 0,-2 2-109,-2 2 0,-3 2 0,6-5 293,9-4-522,-14 10 1,1 0 521,17-9 0,-9 6 0,2 0 0,9-8 1258,-3 9 1,-1 4-1259,5 1 0,1 1 0,-7 15 0,8-2 0,1-2 0,0-15 0,3 16 0,2 4 0,-1-17 0,1-1 1638,1 5 0,1 2-1394,3-1 0,0-4 2089,-3-8-2333,11 12 0,0 0 3276,-9-16-1638,17 17 0,0 0-1406,-14-18-232,12 8 0,9 4 0,-6-5-793,-5-7 793,2 1 0,7 3 0,0 0 0,-7-5-1360,-3-3 1360,6 0 0,12 2 0,4 1 0,-2-1 0,-9-2-1639,-9-2 1,-1-1 1079,4 2 0,5 0 0,3 0 1,2 0-1,-1-1 559,-4-1 0,-1 0 0,2 0 0,0-1 0,1 0 0,1 0-410,0 1 0,2-1 1,1 1-1,1-1 1,0 0-1,0 1 0,-1-1 1,-2 1 297,1-1 0,-3 1 0,0 0 0,0-1 1,1 1-1,2-1 0,3 1 112,-8-1 0,2 0 0,3 1 0,2-1 0,1 0 0,1 0 0,-1 0 0,1 1 0,-2-1 0,-1 0 0,-2 0 0,-3 0 0,-3 0 0,-3 0-624,8 0 1,-7 0-1,-1 0 1,8 0 623,-7 0 0,4 0 0,5 0 0,2 0 0,2 0 0,0 0 0,1 0 0,-2 0 0,-2 0 0,-3 0 0,-4 0 0,-4 0-81,9 0 0,-8 0 0,6 0 81,-4 0 0,5 0 0,3 0 0,1 0 0,-2-1 0,-4 1 0,-6 0 0,2 0 0,-2 0 0,3-2 0,4-1 0,0 1 0,-8-1 0,5-1 0,-4-3 0,4-2 0,-3 0 0,-10 4 0,2-1 0,6-3 0,6-1 0,4-1 0,-2 0 0,-7 2 0,0 0 0,1 1 0,1-2 0,6-1 0,2-1 0,-2 1 0,-9 3 2703,8-2-2703,-1-3 0,6-5 0,-9 4 0,-13 2 0,11-8 0,-4-2 3276,-17 4-2893,1-13 1,0-1-384,-4 4 0,1-4 0,1-7 0,-1 9 0,-2 8 0,2-6 0,1-7 0,-2 8 3276,-2 13-2353,1-10 1,1-7-1,-1 6-923,-3 4 1114,1-12 1,-2-2-1115,-7-2 0,-3 11 0,0-1 0,5 9 0,-1 0 0,-8-3 0,-1 2 0,7 7 0,-12-5 0,-3 1-520,2 3 520,0 4 0,-6-2 0,3 2-1200,7 2 0,-2 1 1200,-7 0 0,-8 0 0,-3 0 0,2 0 0,7 2-1639,0-1 1,-1 1 1594,6 0 0,-7 1 1,-5-2-1,-3 0 0,-3 1 1,0-1-1,2 0 1,3 1-1,4 1 0,7 0-1049,-3 1 1,6 0 0,-7 0 998,7 1 1,-5-2-1,-4 1 1,-4-1-1,-2 0 1,-2 0-1,-1 0 1,0 0-1,0 0 1,3 0-1,1 0 1,5 1-1,3 0 1,6 1-726,-11-1 0,9 2 0,-9-1 819,12 0 0,-6 1 0,-3-1 0,-4 0 0,-3 0 0,-2 0 0,-2 1 0,0-1 0,-1 0 0,2 0 0,0 0 0,2 0 0,2 1 0,4-1 0,4 1 0,4-1-408,-11 1 0,8 0 0,1 0 1,-8 0 407,9 0 0,-4 0 0,-4 0 0,-3 0 0,-2 0 0,0 0 0,-1 0 0,1 0 0,1 0 0,4 0 0,2 0 0,5 0 0,5 0 327,-7 0 0,8 0 0,-3 0-327,-4 2 0,-6-1 0,0 1 0,3 0 0,10-1 3048,-2 1-3048,1 6 0,3 0 3276,14-6-3183,-5 9 0,9-10 0,2 2 0</inkml:trace>
  <inkml:trace contextRef="#ctx0" brushRef="#br0" timeOffset="202506">15184 2258 24575,'8'-2'0,"6"2"0,-5 1 0,9 1-3277,7 14 0,-11-10 3162,3 7 0,2 1 115,5 5 0,-1 0 0,-6-5 0,-1-1 0,-9-4 0,13 10 0,-17-14 0,8 9 0,-4-3 0,6 8 0,-3-8 0,3 6 0,-2-8 0,2 6 0,-2-4 0,2 3 0,-10-11 0,2 4 0</inkml:trace>
  <inkml:trace contextRef="#ctx0" brushRef="#br0" timeOffset="208801">14743 1001 24575,'-5'0'0,"-2"3"0,-6 2 0,4 0 0,-10 4 0,11-6 0,-15 7 0,14-5-3277,-22 9 0,22-11 0,-18 11 0,22-13 5064,-12 10-1787,11-9 0,-6 9 0,1-4 3276,4-1-2015,-15 10-1261,6-6 0,-2 2 0,-10 7 0,18-15 3276,-15 13 0,15-13-3044,-5 8-232,3-8 0,3 3 0,-7 0-3277,-1 4 0,3-3 2532,-14 9 1,22-15-1,-9 6 1</inkml:trace>
  <inkml:trace contextRef="#ctx0" brushRef="#br0" timeOffset="214713">17197 6222 24575,'11'-4'0,"1"-1"0,0-1 0,-3 1 0,-2 0 0,-6 14 0,-3 13 0,0-4 0,-4 15 0,6-27 0,-2 14 0,2-16 0,0 5 0,0-9 0,6-1 0,-2-4 0,13-10 0,-7 4 0,2-3 0,-6 8 0,-6 6 0,4 17 0,-3-10-3277,6 23 0,-6-24 3047,7 20 230,-6-22 0,7 4 0,0-12 0,-3-1 0,11-7 3276,-14 6 0,16-12-3044,-15 14-232,4-4 0,-7 9 0,-4 0 0,3 5 0,-5 18 0,5-9-3277,-6 20 0,5-26 3047,-1 18 230,2-21 0,1 8 0,1-20 0,-1-4 0,2-5 3276,-1-7 0,2 5-3044,-2 1-232,0 14 0,-8 19 0,1 1 0,0 1 0,-4 8 0,0 7 0,8-26 0,1-1 0,1-6 0,3-4 0,3-6 0,8-17 0,-5 10 0,8-16 0,-14 26 0,4-11 0,-5 13 0,0 14 0,0 5 0,-1 6 0,-1-2 0,0-14 0,0 8 0,0-8 0,-1 4 0,3-1 0,-1-3 0,5-1 0,-2-5 0,0 1 0,-2-2 0</inkml:trace>
  <inkml:trace contextRef="#ctx0" brushRef="#br0" timeOffset="216296">17492 6204 24575,'0'8'0,"5"-2"0,2-9 0,0 1 0,-1-3 0,-6 4 0</inkml:trace>
  <inkml:trace contextRef="#ctx0" brushRef="#br0" timeOffset="219701">20675 4244 24575,'24'-2'0,"-1"1"0,-4 0 0,0 0 0,3 0 0,0 1 0,15 0 0,-9-1 0,0 0 0,-5 1 0,1 0-1093,10 0 1,5-2 0,-5 2-547,-15 0 1,2 0 1359,3-1 1,7 1-1,5-1 1,2 0 0,-1 0-1,-3 0 1,-7 1-512,9-1 1,1 1 789,-9-1 0,6 0 0,5 0 0,2 0 0,0 0 0,-3 0 0,-3 0 0,-7 0 0,0 1 0,-6 0 0,5-1 0,0 1 0,6-1 0,4-1 0,2 1 0,2 0 0,-1 0 0,-2-1 0,-4 1 0,-4 1-820,1-1 1,-6 1 0,1 0 0,5-1 802,-3 1 0,4-1 0,4 0 1,1 0-1,2 0 0,0 0 1,-1 0-1,-2 0 0,-3 0 0,-4 1-444,7-1 0,-6 1 0,-1 0 1,7 0 460,-7-1 0,5 0 0,2 1 0,3-1 0,-1 0 0,0 0 0,-1 0 0,-4 0 0,-3 1 0,4 0 0,-6-1 0,1 1 0,6 0 0,-5 0 0,5 0 0,3-1 0,1 1 0,2 0 0,-1-1 0,-2 1 0,-3-1 0,-4 1 0,7-1 0,-5 0 0,-1 1 0,2-1 0,-4 1 0,2 0 0,0 1 0,0-1 0,0-1 0,-2 0 0,8-1 0,1-2 0,-4 0 0,-5 1 376,-4 1 1,-1 0-377,5-2 0,5-2 0,0 1 0,-5 0 0,-4 3 0,-1-1 0,6-1 0,5-2 0,-1 0 0,-5 1 0,-5 3 0,0 0 0,4-2 0,8 0 0,3 0 0,-3 0 0,-9 2 0,-8 1 0,0 1 0,12-1 0,9-1 0,-2 1 0,-10 0 2904,-8 2-2904,17 1 0,-3 0 0,-22-1 3163,14 1-3163,-12-21 0,0 2 0,0 0 0,3-12-502,6 3 1,-1 2 501,-10 10-1639,11-10 1,0 0 1296,-9 8-465,2-5 0,4-5 0,-5 4 807,-6 6 0,5-9 0,4-8 0,-4 7 0,-4 5-264,2-10 1,1-8-1,-2 6 264,0 1 619,-3 2 0,1-5 1,-3 4-620,-3 11 0,-2 2 0,3-3 0,-2 1 0,-5-1 0,-3 5 0,2 6 0,-19-16 0,17 20 0,-15-5 0,-1 0 0,4 4 0,-16-3 0,-5 0 749,10 5 1,-5 1-750,9 0 0,-5 1 0,-2-2 0,-2 1 0,-3-1 0,0 0 0,4 1 0,-2-1 0,-2 1 0,-1-1 0,-1 0 0,0 0 0,0 0 0,1 0 0,1 1 0,2-1 0,-2 1 0,2 1 0,1-1 0,0 1 0,-1 0 0,-1-1 0,-5-1 0,10 1 0,-3 0 0,-1 0 0,-3-1 0,0 0 0,-1 0 0,0-1 0,-1 1 0,1 0 0,1 0 0,1 0 0,2 1 0,2 0 0,3 0 0,-13 0 0,3 0 0,4 0 0,0 1 0,0-1 0,-1 0 189,1 0 1,0-1-1,0 0 1,0 0 0,0 0-1,1 1 1,0-1-190,-2 1 0,-1-1 0,0 1 0,2 0 0,5 1 0,7 0 0,-12-2 0,6 1 0,-8-1 0,0 0 0,9 2 0,-5-1 0,9 1 0,-8-1 0,-5 0 0,-1 0 0,5 0 0,7 1 0,5 0 0,-1 1 0,-2-1 0,-7 0 0,-6 0 0,-3 0 0,0-1 0,1 1 0,4 0 0,6 0-684,0 0 1,4 0-1,-6 0 684,5 0 0,-4 1 0,-5-2 0,-3 1 0,-3-1 0,0 0 0,-2 0 0,2 1 0,1-1 0,2 1 0,4 0 0,5 1-339,-12-1 1,7 1 0,1 0 0,-8-1 338,13 1 0,-5-1 0,-2 0 0,-3 0 0,-2 0 0,0-1 0,1 1 0,0 0 0,2 0 0,3 0 0,3 0 0,5 2 196,-7-1 0,8 1 0,0 0 0,-6-1-196,2 0 0,-4 0 0,-4 0 0,-1-1 0,-1 0 0,1 1 0,2-1 0,4 1 0,5 0 0,-3 0 0,6 0 0,-6 0 0,1 1 0,-7-1 0,-5 0 0,-1 0 0,0 1 0,3-1 0,6 1 0,6 1 0,1 0 0,0 0 0,0 0 0,-8 1 0,-3-1 0,1 1 0,3 0 0,8-1 0,4 2 0,1-1 0,-8 2 0,-8 1 0,-2 1 0,1-1 0,9-1 0,6 0 0,0 0 0,-7 1 0,-9 3 0,-3-1 0,2 1 0,9-2 0,3-2 0,2 1 0,-1 1 0,-3 0 0,-3 2 0,0 0 0,4 0-311,-4 2 1,2 0 0,1-1 310,2 0 0,0-1 0,1 0 0,-12 9 0,11-3 1789,22-8-1789,-7 27 3276,13-22-3176,5 12 1,2 2-101,4-4 0,2 1 0,5 6 0,-1-1-446,0 0 1,0-1 0,0 0 445,-1-1 0,1 0 0,-1 2 0,1 2 0,1 3 0,-2-2 0,-4-5 3276,4 7-3027,-7-7 1,1 7 0,-1 0 0,-3-8-250,-2-3 0,0 8 0,0 9 0,-2-8 0,-2-3-1093,-1-2 1,0 5 0,0-5-81,-1-2-81,-4 10 1,0-4 1253,2-19 1348,-1 11 1,1-1-1349,1-12-42,1 15 42,1-15 0,0 10 0,0-10 3276,-5 15-2028,3 2-1248,-4-2-990,4 7 990,1-22 625,2 12-625,2-13 0,6 9 0,-3-9-3277,21 5 2366,-20-7-372,19 2 1,2-2 1282,-12-3 0,10 1 0,10 0 0,-6 0 0,3-2 0,-2 0 0,9 1 0,2-1 0,-6 0-590,1 0 0,0 0 590,-5 0 0,6 0 0,1 0 0,-1 0 0,-5 0 279,-5 0 1,-4 0-1,4 0-279,2 0 0,5-1 0,2 0 0,-4 0 0,-7 1 0,-4-1 0,-3 1 0,6-2 0,0 1 0,1 0 0</inkml:trace>
  <inkml:trace contextRef="#ctx0" brushRef="#br0" timeOffset="222822">24746 1361 24575,'-7'-21'0,"2"7"0,-8-10 0,0 10 0,-2 0 0,-6-3-1093,-1 3 1,-5-2 0,5 3-2185,0 3 2627,-3 1 0,-5-1 1,5 2 2287,1 4-1638,1 0 0,-6 1 0,2 1 0,-8 1 0,2 1-181,3 0 0,1 1 181,-8 6 0,7 1 0,16-2 0,-9 17 0,2 1 3276,13-12-1638,-7 18 0,3 2-1625,9-15-1652,3 12 1,1 0-1572,0-12 1856,11 11 1,3-2 1353,-6-14 0,11 5 0,1-1 0,-5-9 0,7-3 0,6-1 0,-4-2 0,3 0 0,0-3 0,5-2 0,-6 0 0,-4-3 0,0-4 0,5-4 0,-5 3 0,-3 1 0,1-3 0,5-4 0,-8 3 0,-9 4 0,7-7 0,-1 0 0,-11 8 0,2-9 0,-1-1 0,-2 7 0,2-19 0,-6 22 3276,2 4-1290,-2 17-1986,1-3 0,2 17 0,0 4 0,1-5-730,-1 7 0,2 8 0,-1-7 730,0-4 0,-1-3 0,1 8 0,-1-1 0,0-8 0,-1 0 0,0 2 0,-1 5 0,0-7 0,0-6 0,-5 8 0,-1-2 0,4-16 0,-13 22 0,-13-21 3276,12-1-1638,-18-6 0,0-2-1406,17-1-232,-8-2 0,-7-2 0,7 1 0,9 0 0,-13-5 0,1-2 0,21 6 0,-13-18 0,22 2 0,-1 4-820,4-1 1,-4 16 0,-1 1 0</inkml:trace>
  <inkml:trace contextRef="#ctx0" brushRef="#br0" timeOffset="223357">25091 1326 24575,'-5'31'0,"1"-1"0,-2 3 0,1 2 0,2-7 0,1 0 0,0-2 0,-2 0 0,2-1 0,3 15 0,2-7 0,0-21 0,7 11 0,2-2 0,-5-13 0,10 5 0,1-1 0,-11-9 0,19 0 0,2-3 0,-15-2 0,9-4 0,7-4 0,-6 1 0,-4-5 0,10-10 0,-1-1 0,-16 9 0,4-16 0,-2-1 0,-10 19 0,3-21 0,-2 1 0,-8 22 0,-6-21 0,-1 0 0,1 20 0,-8-13 0,-1 2 0,8 17-1639,-16-7 1,-1 1-1639,9 6 1638,-18-2 1,-1 2 1479,17 5 159,-10 2 0,-1 2 0,11 1-725,-3 5 1,1 2 724,7 0 0,-13 10 0,23 0 0,-1-10 0,4 4 0</inkml:trace>
  <inkml:trace contextRef="#ctx0" brushRef="#br0" timeOffset="223922">26293 1139 24575,'-2'26'0,"-1"-2"0,0 5 0,0-5-2474,-1-1 2474,0 5 0,-3 10 0,1 2 0,0-7-1306,1-8 1,-1 2 1305,-1 0 0,-1 7 0,-2 4 0,0 3 0,-1-2 0,2-2 0,0-6-1093,0 2 1,2-6 0,-3 7 1042,2-8 1,-2 4-1,-1 4 1,-1 2-1,1 0 1,-1-1-1,1-1 1,1-5-1,2-3 50,-2 3 0,2-4 0,-1 4 0,-2 0 0,-2 5 0,-1 4 0,0 0 0,-1 0 0,3-3 0,1-5-1093,0 6 1,2-6 0,-2 2 944,0 1 1,-3 3 0,1-1 0,3-6 147,0-2 0,6-8 519,13-14-519,21-8 0,5-2-266,-9 0 0,4-3 1,-4 2-1,5 0 1,-6 0-1,-1 0 1</inkml:trace>
  <inkml:trace contextRef="#ctx0" brushRef="#br0" timeOffset="224757">26721 1570 24575,'8'-17'0,"5"-3"0,0 5 0,7-1 0,-6 5 0,0 4 0,-11 10 0,6 12 0,1 6 0,-4 3 0,-1 1 0,4 0 0,-1 0-1639,-6 6 1,-3-4-1639,0-15 2680,-6 7 1,-1-2 596,3-10 0,-10 11 0,41-3 0,-6-2 0,2 0 0,1-2 0,2 2 0,0 2 0,2 3 0,-6-4 0,-2-1 0,4 12 0,-5-1 0,-14-16 0,0 11 0,-2 0 0,-3-11 0,-12 8 0,-4 0 0,3-7 0,-12 5 0,-1-2 0,6-4 1638,-6-1 0,-1 0 1394,-4-4-3032,-2 2 0,11-5 1439,20 0-1439,-6-10 0,4 7 0,-3-17 0,4 14 0,2-5 0,2 9 0,0 1 0</inkml:trace>
  <inkml:trace contextRef="#ctx0" brushRef="#br0" timeOffset="225559">27298 1839 24575,'5'7'0,"5"15"0,-4-13 0,5 15 0,-1 1 0,-3-11 0,4 10 0,-2 0 0,-3-10 0,0 8 0,-2-1 0,-2-9 0,1 18 0,-3-24 0,0-3 0,-1-24 0,0-3 0,0-3 0,0 9 0,0-2 0,4-11 0,1-4 0,2 7 0,1 6 0,1-4 0,0 3 0,-3 19 0,6 23 0,4 11 0,-4-6 0,0 2 0,0 3 0,0-2 0,1 8 0,-4-5 0,-3-44 0,9-14 0,-3-4 0,2 7 0,0 3 0,-5 10 0,15-15 0,-18 24 0,6 3 0,-8 17 0,-1-4 0,4 14 0,-5-22 0,8 16 0,8-11 0,-6 1 0,18-6 0,-24-5 0,9 0 0</inkml:trace>
  <inkml:trace contextRef="#ctx0" brushRef="#br0" timeOffset="225958">27828 1911 24575,'7'0'0,"3"-2"0,1-2 0,8-10 0,-8 4 0,5-7 0,-12 10 0,-2-7 0,-6 2 0,2 2 0,-8-2 0,-10 15 0,9-5 0,-7 11 0,0 4 0,8 0 0,-8 11 0,-1 2 0,6 8 0,2-16 0,3 0 0,6 8 0,3-22-3277,15 7 0,-11-8 1783,29 1 1494,-23-4-656,10-4 1,-2-1-1,-8 4 1,8-6 0</inkml:trace>
  <inkml:trace contextRef="#ctx0" brushRef="#br0" timeOffset="226291">28023 1832 24575,'7'18'0,"-1"0"0,10 2 0,4-2-1639,5 0 1,1-2-1,-5-4 1,0 0 158,3 0 1,-5-2 1479,-12-6 1854,9 11-1854,-15-9-3277,-11 9 2307,3-9 970,-12 2 0,-1-1 0,11-4 562,-25 7-562,27-5 0,-3-3 0,10-1 0,4-7 0,0 3 0,2-2 0</inkml:trace>
  <inkml:trace contextRef="#ctx0" brushRef="#br0" timeOffset="226695">28331 1952 24575,'8'-2'0,"1"-1"0,-4 3 0,8-2 0,-3 2 0,3-1 0,2-2 0,-7-5 0,0 1 0,-12-3 0,-1 4 0,-14 2 0,8 2 0,-17 8 0,-1 15 0,6-7-1639,9 2 1,5-1-1639,7-6 0,9 17 1787,-4-21 1115,21 19 375,-14-21 0,11 4 0,4-2 0,0-9 0,0-2 0,-3 7 0,0-2 0,7-11 0,-5-2 0,-14 9 0,5-11 0,-13 14 0</inkml:trace>
  <inkml:trace contextRef="#ctx0" brushRef="#br0" timeOffset="226961">28620 1839 24575,'12'16'0,"0"0"0,7 13 0,-9-10 0,-1 1 0,-7-15 0,2 12 0,-2-14 0,1 15 0,-2-9 0,-2 11 0,-2-11 0,-12 10 0,8-16 0,-20 11 0,18-14-820,-14 3 1,18-3 0,-2 0 0</inkml:trace>
  <inkml:trace contextRef="#ctx0" brushRef="#br0" timeOffset="236130">23808 5477 24575,'17'-5'0,"-3"1"0,-2 1 0,7-3 0,9-2 0,1-1 0,4 1 0,0 1 0,-8 0 0,7 0 0,7 0 0,-5-1-1007,-13 2 1,-1-1 1006,13 0 0,5-1 0,-5 1 0,-12 1 0,-1-1 0,8-1 0,3 1 0,-5 0 484,2-2-484,1-1 0,7-2 0,-7 2 0,-9 4 0,4-4 0,5-1 0,-7 2 0,-10 5 0,17-7 0,-1-1 0,-15 7 0,10-5 0,-1 1 0,-13 6 0,15-10 0,-17 12 382,4-5 0,-9 6 0,-1 0 1</inkml:trace>
  <inkml:trace contextRef="#ctx0" brushRef="#br0" timeOffset="237971">24832 5130 24575,'6'27'0,"-1"-6"0,1-1 0,-5-9 0,7 12 0,0-1 0,-6-13 0,10 26 0,-8-24 0,2 2 0,-4-16 0,-5-15 0,-10-17 0,5 10 0,-8-8 0,11 20 0,-7-9 0,4 4 0,1 4 0,3 2 0,8 9 0,26-5 0,-17 7 0,11-2 0,0 0 0,-14 3 0,25 0 0,-25 0 0,9 0 0,-12 3 0,-1-1 0,-9 6-1639,-17 9 1,-4 0-1639,4-3 3200,-2 2 0,-5 3 1,6-4 76,9-6-1093,-7 6 0,1 0 1093,13-9 0,-8 10 0,13-15 0,-2 3 0,12-19 0,-3 9 0,11-12 0,-11 14 3276,4-5-850,-6 7 842,4-4-3268,-4 4 0,11-7 0,-11 4 0,5 1 0,-9 20 0,-1 2 0,3 11 0,-2-14 0,3-7 0,-4-8 0,8-9 0,-2 2 0,6-7 0,1-1-3277,6-8 0,2-2 3047,-10 12 230,-10 29 0,-2-10 0,-2 31 0,1-30 0,-1 21 0,2-23 0,0-1 0,1-9 3276,5-10 0,-3 1-3044,2 1-232,-4 3 0,3-2 0,-2 4 0,1-5 0,-2 7 0,-1 2 0,-1 0 0,-1 4 0,1 0 0,1 0 0</inkml:trace>
  <inkml:trace contextRef="#ctx0" brushRef="#br0" timeOffset="257145">17727 5005 24575,'24'-6'0,"4"1"0,-5 0 0,2-1-1093,-2 2 1,3-1 0,3-1 577,1-1 1,4-1-1,2-1 1,2-1-1,-2 1 1,-3 2-149,1-1 0,-3 1 1,0 1-1,5-3 663,-4 2 0,5-3 0,3 0 0,1-1 0,-1 1 0,-2 0 0,-4 1 0,-7 2 0,9-2 0,-2 1 0,-2-1 0,7-1 0,0-1 0,-3 2 0,-11 2 1790,-4 2-1790,4-1 0,5-2 0,-9 3 0,-11 2 0,7-1 0,-11 2 0,-4 2 0,-1 0 0</inkml:trace>
  <inkml:trace contextRef="#ctx0" brushRef="#br0" timeOffset="257700">18210 4993 24575,'11'15'0,"0"1"0,3 0-3277,4 9 0,-13-23 1328,9 10 1949,-10-10 1719,7 3-1719,0-2 0,-2 0 0,11 2 0,-13-3-820,7 0 1,-10-2 0,-2 0 0</inkml:trace>
  <inkml:trace contextRef="#ctx0" brushRef="#br0" timeOffset="258464">17773 5495 24575,'0'12'0,"0"2"0,0-5 0,4 5 0,-3-10 0,8 6 0,-6-6 0,6-1 0,-2 1 0,2-2 0,-1 1 0,2-1 0,-6-2 0,11 0 0,-4 0 0,0 0 0,-4 0 0</inkml:trace>
  <inkml:trace contextRef="#ctx0" brushRef="#br0" timeOffset="259347">17794 5453 24575,'-6'20'0,"4"-11"-3277,-2 15 0,4-19 0,0 15 3225,0-15 1949,2 17-1897,3-11 0,-1 4 0,7-1 0,-8-10 3276,10 6-363,-9-8-2913,12 7 0,-11-8 0,14 9 0,-15-8 1797,13 2-1797,-6-2 0,0-2 0,6 0 0,-13 0 0,14-7 0,-13 5 0,6-5 0</inkml:trace>
  <inkml:trace contextRef="#ctx0" brushRef="#br0" timeOffset="265944">22354 7512 24575,'19'-1'0,"1"1"0,13-2-820,-6 2 1,6 0 0,1 0 0,-5 0-820,-4 0 1,4 0 1364,-7 0 1,6 0 0,5 0 0,5 0 0,2 0 0,1 0 0,1 0 0,0 0 0,-3 0 0,-2 0 0,-5 0 0,-4 0-547,3 0 1,-6 0 0,0 0 0,9 0 798,-10 0 1,4 0-1,5 0 1,2 0-1,3 0 1,2-1 0,3 1-1,0 0 1,1 0-1,0-1 1,0 1 0,-1 0-1,-1 0 1,-2-1-1,-2 1 1,-3 0 0,-3-1-1,-4 1-126,9-1 1,-6 0-1,-4 1 1,0-1 0,4 0-1,5 0 147,-9 0 0,3 0 0,3 0 0,2 1 0,2-1 0,1 0 0,1 0 0,1 0 0,0-1 0,0 1 0,0 0 0,-1 0 0,-1 0 0,-2 0 0,-2-1 0,-2 1 0,-3 0-290,12-1 0,-5 0 0,-1 0 1,-3-1-1,0 1 0,1 0 0,2 0 290,-2 0 0,1 0 0,1 0 0,0 0 0,-1 0 0,-1 1 0,-3-1 0,-2 0 507,10-1 0,-1 0 1,-8 1-1,-13 2-507,-14 2 0,6-2 0,-9 2 0</inkml:trace>
  <inkml:trace contextRef="#ctx0" brushRef="#br0" timeOffset="272735">7712 13761 24575,'3'1'0,"0"1"0,-3 0 0,0-1 0</inkml:trace>
  <inkml:trace contextRef="#ctx0" brushRef="#br0" timeOffset="274020">4856 12541 24575,'6'0'0,"8"-1"-3277,7-4 0,-6 3 1638,4-4 1,-1 0 309,-9 3 3357,20-7-2028,-7-5 0,-8 8 0,4-8 0,-2-1 3276,-10 9-2104,17-16 1,0-1 2103,-15 14-3159,13-10 1,-2 1-118,-14 13 0,10-8 0,-13 6 0,2 2 0,-3 0 0,0 5 0</inkml:trace>
  <inkml:trace contextRef="#ctx0" brushRef="#br0" timeOffset="274872">9305 12375 24575,'5'2'0,"-1"-1"0,1-1 0,-1 0 0,1 0 0,0 0 0,1 2 0,10 1 0,1 0 0,-1 0 0,-6-1 0</inkml:trace>
  <inkml:trace contextRef="#ctx0" brushRef="#br0" timeOffset="310727">3449 6029 24575,'14'30'0,"-6"-12"0,7 16 0,-10-17 0,2 2 0,-5-7 0,8 18 0,-9-21 0,6 18 0,-5-20 0,1 8 0,0-9 0,-5-9 0,-4-12 0,-1-3 0,-1-4 0,1 0 0,1 6 0,-2-7 0,1 0 0,2 11 0,-6-22 0,4 11 0,0 0 0,3 5 0,7 16 0,3-3 0,8-2-820,-2-1 1,-1 1 0,-7 3 0</inkml:trace>
  <inkml:trace contextRef="#ctx0" brushRef="#br0" timeOffset="311750">3464 6110 24575,'-2'-4'0,"1"0"0,-1 4 0,0-2 0</inkml:trace>
  <inkml:trace contextRef="#ctx0" brushRef="#br0" timeOffset="319916">22108 9349 24575,'16'2'0,"-1"-2"0,-4 1 0,5-1 0,-3 0-3277,17 0 0,-19 0 3162,13 0 0,5 0 115,-8 0 0,0 0 0,1 0 0,2 0 0,7 0 0,-5 0 0,-14 0 0,18 0 0,1 0 0,-12 0 0,12 0 0,0 0 3276,-9 0-1638,12 0 0,7 0-1561,-11 0 0,2 0 1,-1 0-755,5 0 0,1 0 677,-5 0 0,5 0 0,-3-1 0,-7 1 0,0 0 0,-3-1 0,8 1 0,0-1 0,-7 1 0,3 0 0,6 0 0,9-1 0,-8 1 0,-6-1 0,-1 1 0,7 0 0,1 1 0,-9-1 0,2 0 0,-1 1 0,10-1 0,4 1 0,-3-1 0,-10 0-951,-9 0 0,0 0 951,5 0 0,9 0 0,3 0 0,0 0 0,-3 0 0,-10 0 0,11 0 0,-5 0 0,9 0 0,4-1 0,-3 1 0,-11 0 0,3-1 0,-7 1 0,10 0 0,1-1 0,-2 1 0,-10 0 0,2 0 0,2 0 0,9 0 0,1 0 0,-9 0 0,0 0 0,-4 0 0,8-1 0,2 1 0,-1-1 0,-10 1 0,7 0 0,-4-1 0,10 0 0,4 0 0,-4-1 0,-10 2-2069,2-1 2069,-4 0 0,10 0 0,7 0 0,2-1 0,-1 1 0,-5-1 0,-7 1-1639,4-1 1,0 0 1620,-8 1 0,5 0 0,6 0 0,1 0 0,0 0 1,-2 0-1,-4 0 0,-6 0 18,11 0 0,-2-1 0,-6 1 0,5 0 0,4-1 0,-1 1 0,-4 0 0,-6 0 0,-2 0 0,0 0 0,4 0 0,9 0 0,2 0 0,-4 0 0,-10 0 0,0 1 0,0 0 0,8 0 0,1 1 0,-10-1 0,-6 0 0,4 1 0,9 1 0,0 0 0,-7 0 0,7-1 0,-3 1 0,9 1 0,1-1 0,-8-1 0,-10 0 0,2-1 0,3 0 0,8 1 0,4 0 0,3-1 0,-1 1 0,-2-1-547,-3 1 1,0-1 0,0 0 0,0 0 0,-1 0 0,0 0 536,-3 0 1,0 0 0,-1 1 0,0-1 0,1 1 0,1-1 9,2 0 0,3 0 0,2-1 0,-2 1 0,-2 0 0,-6 0 0,-8-1 800,8 1-800,-1 0 0,9 0 0,-1 0 0,-9 0 0,-4-1 0,3 1 0,5 1 0,-8-1 1256,-10-2-1256,9 2 0,8 1 0,-5 0 0,-3-1 146,2 1 0,6-1 1,-5 1-147,-2-1 0,6 0 0,-1 0 0,-9 0-1639,7 0 1,-2 1 1406,-16 1-227,10-1 0,0 1 459,-11 1-554,12-2 1,2 0 553,-11 0 734,14 1 0,1-1-734,-14-1 1638,10 2 0,3-1-1584,-4-1 1,-2 0 670,2 0 0,0 0-725,1 0 0,-3 0 0,-2 0 3276,-8 0-773,13 3-2503,-14-1-1093,14 1 1,9 0 0,-5 0 619,-7-1 473,10 1 0,8 0 0,-9 0 0,-14-3 0,16 3 0,0 0 0,-20-2 0,17 1 0,-26-2 0</inkml:trace>
  <inkml:trace contextRef="#ctx0" brushRef="#br0" timeOffset="336264">8153 13375 24575,'-14'-8'0,"-2"-2"0,6 1 0,0 3 0,0-5 0,5 8 0,-1-3 0,0 1 0,2 4 0,-2-5 0,3 6 0,-9-6 0,6 4 0,-3-3 0,6 4 0</inkml:trace>
  <inkml:trace contextRef="#ctx0" brushRef="#br0" timeOffset="337768">8180 17768 24575,'-3'-6'0,"0"2"0,0 1 0,-16-2 0,8 2 0,-11-3 0,0-2 0,9 4 0,-17-7 0,1 6 0,6 1 0,-15 6 0,25 2-1639,-7 2 1,0 2-1639,8-3 2061,-11 5 0,1 1 1216,13-6-846,-23 12 846,27-13 0,-13 13 0,10-4 0,-2 4 0,-3 10 0,8-17-1082,-2 12 1,0 1 1081,2-14-1180,-1 15 0,1 0 1180,2-15-367,4 14 0,1 1 367,3-11 0,10 10 0,3 0 0,-6-12 0,11 3 0,-1-3 0,-12-6 0,24 2 0,-26-6 0,14 3 0,2-1 0,-13-1 578,23 3 1,2 1-579,-12-5 0,7 2 0,6 0 0,-6-1 0,-2-1-524,2-1 0,5 1 0,-9-1 524,-12 0 779,9-2 0,-2 0-779,-16 0 0,4-3 0,-8 3 0,-2 1 0</inkml:trace>
  <inkml:trace contextRef="#ctx0" brushRef="#br0" timeOffset="338771">8289 17562 24575,'4'25'0,"1"0"0,0 4 0,2 4 0,0-1 0,-2-16 0,5 18 0,0 2 0,-1-15 0,0 9 0,-1-1 0,-2-12 0,0 6 0,-1-2 0,-3-11 0,2 13 0,1 1 0,-2-6 0,1 11 0,-2-7 0,-2-16 0,1 10 0,-1-12 0,2 6 0,-2-4 0,1-1 0,-1-3 0,2-11 0,-5-16 0,2 10 0,-4-20 0,4 28 0,-6-27 0,6 26 0,-7-22 0,6 21 0,-2-18 0,6 2 0,1 2-3277,8-8 0,-4 25 1939,21-14 1338,-18 19 0,21-6 0,-21 7-3277,19 9 2384,-22-6-27,10 11 1,0 2 919,-9-8 0,9 15 0,-1 1 0,-7-12 935,3 11 1,-1-1-936,-5-10 743,6 16-743,-6-12 0,0 12 0,-3-12 3276,1 4-1998,0-12 1998,-1-2-2710,8 0 2325,-8-6-2891,14 0 0,-12-2 0,5-1 0,-8 3 0,-1-1 0</inkml:trace>
  <inkml:trace contextRef="#ctx0" brushRef="#br0" timeOffset="339303">8760 17866 24575,'5'9'0,"-3"-2"0,6 13 0,3 12 0,-1-7 0,-1-1 0,0-2 0,-6-10 0,7 8 0,0-1 0,-6-8 0,15 16 0,-14-22 0,9 8 0,-5-10 0,-1 2 0,2-10 0,-2-8 0,-3 1 0,4-10 0,-7 9 0,2-13 0,-4-8 0,0 10 0,-2 3 0,-2 2 0,0 10-820,-2-11 1,5 16 0,-1 0 0</inkml:trace>
  <inkml:trace contextRef="#ctx0" brushRef="#br0" timeOffset="340084">9010 17903 24575,'15'7'0,"8"9"0,-16-12 0,8 12 0,-1 2 0,-7-7-1639,8 11 1,-1-1-1639,-9-10 2287,6 11 1,0 1 989,-9-13-3277,12 22 2597,-13-26 680,5 6 0,-8-9 3276,5 0-2595,-7-2 1068,3-3-1749,-3-12 0,2 7 0,-1-27 0,3 25 0,0-11 0,0 0 0,0 11-892,6-25 892,-4 24 0,7-13 0,-3 11 0,12 0 0,-8 5 0,13 3 0,12 4 0,-12 0 0,0 0 0,-2 0 0,-11 0 819,5 0 0,-13 0 0,1 0 0</inkml:trace>
  <inkml:trace contextRef="#ctx0" brushRef="#br0" timeOffset="340934">9459 17897 24575,'20'0'0,"3"4"0,-7 6 0,-4-3 0,4 10 0,-13-9 0,5 13 0,-4 3 0,0-3 0,1 5 0,-2-12 0,1-1 0,-2-1 0,-1-7 0,2-12 0,2-5 0,1-5-3277,5-11 0,-6 19 1904,11-25 1373,-11 24 0,13-22 0,-13 23-3277,19-19 2395,-18 23-1898,18-14 2780,-19 19 2780,5-2-2780,0 18 765,6 4-765,-4-2 0,1-1 0,4 4 3276,0 2-2015,-14-12-1261,-1 6 0,-2-7 3276,-2 6 0,0-14-3044,2 13-232,0-11 0,0 16 0,2-15 0,1 15 0,4-10 0,-1 2-3277,10 3 2457,-13-10 1,7 4 0,-10-8 0</inkml:trace>
  <inkml:trace contextRef="#ctx0" brushRef="#br0" timeOffset="341838">8240 18390 24575,'9'0'0,"4"2"0,6-1 0,2 1 0,5 0 0,7 0 0,1 0-997,-7-3 997,3 1 0,6 1 0,-6-1 0,1-1 0,-2 2 0,10 1 0,1 1 0,-8-1-947,-12 0 1,1 0 946,6 1 0,7 1 0,2 0 0,-2 0 0,-8-1 0,11 1 0,-11-2 0,8 1 0,4 0 0,2 0 0,-5 0 0,-6 0-1461,0-1 0,1 0 1461,-4-1 0,6 1 0,4-1 0,3 0 0,1 0 0,0 0 0,-3 0 0,-3-1-656,3 1 1,-3-1-1,-1-1 1,-1 1 0,2-1 391,-2 1 0,-1 0 1,1 1-1,0-1 0,0-1 1,-1 1 263,4-2 0,2 0 0,-2 0 0,-4 0 0,-7 0 133,7-1-133,-2 0 0,6-1 0,-8 1 927,-10 1-927,16-2 0,-1 1 0,-18 1 0,7 0 0,-2 0 0,-9 2 2671,1 0-2671,-8 0 3276,-1-1 0,1-8-3121,1-13-155,-1 8-3277,3-20 3,-5 27 2504,3-20 1,-3 23 0,0-7 0</inkml:trace>
  <inkml:trace contextRef="#ctx0" brushRef="#br0" timeOffset="342292">10235 17855 24575,'3'25'0,"-3"-15"0,4 15 0,-1 1 0,-2-10 0,1 8 0,-1 9 0,-1-6 0,-3 2-1093,1-4 1,1 4 0,-1-5-2185,-1-2 1638,0 2 1,1 1 104,1-8 3579,0 17-2045,6-30 0,-4 5 0,5-9 0</inkml:trace>
  <inkml:trace contextRef="#ctx0" brushRef="#br0" timeOffset="342688">10410 18177 24575,'-6'12'0,"-10"14"0,5-6 0,-4 4 0,4-3 0,14-23-3277,9 0 0,-1-5 3047,7-6 230,-15 12 0,-1-3 0,-13 14 0,5-7 0,-12 10 3276,16-9 0,-2-3-3218,5-7 0,-1 3 0,2-4 0</inkml:trace>
  <inkml:trace contextRef="#ctx0" brushRef="#br0" timeOffset="350528">16248 17647 24575,'2'5'0,"1"3"0,-1 2 0,-1 7 0,2-4 0,-3 14 0,2-16-3277,-2 25 0,0-28 2577,0 24 700,0-24 0,-4 21 0,3-19 0,-5 22 0,6-14 0,-2 7 0,2-10 3276,2-7 0,-1-7-2574,1-5-702,-1-8 0,-1 1 0,-1-14 0,1 15 0,-2-9 0,1-1 0,0 8 0,0-7 0,0-1 0,0 8 0,-1-8 0,0 0 0,1 5 0,0-4 0,0 0 0,1 8 0,0-12 0,0 14 0,0-1 0,-7 13-3277,-12 16 0,6-7 1638,-7 5 1,0-1 1442,11-9-1443,-11 7 1,2-1 1453,11-10-2131,-17 11 2316,19-12 2316,-9 7-2316,11-6 542,2 1 0,1-3 0,3-1 0</inkml:trace>
  <inkml:trace contextRef="#ctx0" brushRef="#br0" timeOffset="352723">16075 18383 24575,'-9'12'0,"4"-5"0,-6 7 0,8-9 0,-6 9 0,6-8 0,-5 10 0,4-1 0,-1-2 0,-2 11 0,6-19 0,-4 18 0,4-18-3277,-4 17 0,4-16 3047,-4 14 230,5-10 0,4 5 0,3-1 0,15 3 0,-10-8 0,21 4 0,-7-5 0,-7-3 0,1 1 0,5 1 0,6 2 0,-25-6-683,23 4 683,-18-5 0,21 1 0,-19-3 0,15-6 0,-17 3 0,6-3 0,-14 1 0,0-13 0,-3 7 0,3-22 0,-2 23 0,0-9 0,0 0 0,0 5 3276,0-21-106,-7 17-3170,-3-4 0,-2 8 0,-5 1 0,9 9 0,-18-6 0,14 3 0,-14-1 0,15 4 1021,-5-3-1021,0 4 0,5-3 0,-3 2 0,8 3 0,-23-2 0,17 3 0,-14 1 0,-5 2 0,-6 5 0,17-4 0,-1-1 0,-1 2 0,5-1 0,12-1 0,-7 0 0,11 0 0,0-1 0,0-1 0</inkml:trace>
  <inkml:trace contextRef="#ctx0" brushRef="#br0" timeOffset="364067">15986 18502 24575,'-8'13'0,"1"-3"0,2-2 0,-1 4 0,-5 4 0,4 0 0,-4 1 0,9-9 0,0 3 0,3 2 0,5 11 0,1-1 0,1-2 0,2 0 0,-8-14-3277,14 15 0,-14-16 2002,16 12 1275,-13-15 0,16 8 0,-4-7 0,13 3 0,-10-4 0,0-2 0,5 2 0,-3-3 0,-1 0 0,-9 0 0,24 0 0,-26 0-1394,15 0 1394,-21 0 0,5 0 0,-5-3 0,0 2 0,4-11 0,-3 8 0,7-22 0,-7 18 3276,9-19-976,0 9 976,-3 2-2905,9-8-371,-17 18 0,9-11 0,-10 13 0,4-15 0,-6 5 0,-1-12 0,-8 2 0,3 8 0,-4 2 0,8 11 0,-6-5 0,-2 3 0,-12-4 0,-9-1 0,10 5 0,-13-2 0,28 6-3277,-18-1 0,19 1 3047,-10 1 230,6 6 0,-4 11 0,4-7-3277,-4 17 2017,12-22 501,-6 16 1,7-17-1,-2 4 1</inkml:trace>
  <inkml:trace contextRef="#ctx0" brushRef="#br0" timeOffset="371957">17565 18469 24575,'5'0'0,"1"0"0,-2 0 0,1-1 0,4-1 0,-1-2 0,10-10 0,4-10 0,-5 7 0,2-1 0,-2 1 0,-8 7 0,16-13 0,2-1 0,-10 5-335,3 2 0,4-4 0,0 1 335,3-1 0,-1 1 0,-4 3 0,1-1 0,3-3 0,2-1 0,-6 6 0,-8 5 0,12-11 0,-2 2 0,-18 13 0,13-12 0,-16 14 0,4-3 0</inkml:trace>
  <inkml:trace contextRef="#ctx0" brushRef="#br0" timeOffset="372804">18151 17872 24575,'6'16'0,"-1"-6"-3277,4 16 0,-6-18 0,10 22 0,-11-23 4535,10 22-1258,-9-22 0,5 19 0,-4-21 0,3 16 0,-3-19 0,-1 8 3276,-2-11-2278,-6-8 2278,-2-5-160,-4-2-1932,4 4-1184,3 6 0,4 3 0,7-3-3277,14-5 0,-10 3 2317,17-1 960,-25 8 0,7 1 0,-16 16-3277,-16 8 2259,5-1 1018,-4-3 0,0-3 0,11-11 488,-15 16-488,25-21 0,13-4 0,-3 1-79,10-6 0,-17 8 0,0-2 0</inkml:trace>
  <inkml:trace contextRef="#ctx0" brushRef="#br0" timeOffset="373799">19802 18634 24575,'-17'6'0,"-7"-2"0,0 1 0,-1 2 0,1-4 0,-9 0 0,-3-1 0,3 0 0,7 0-1639,7-1 1,0 1 1414,-12-1 1,-10 2 0,0-1 0,10-1 223,-7 0 0,13 1 0,-4 1 0,-3 0-820,2-1 1,-3-1 0,0 0 0,3 1-553,-7 0 1,0 1 1371,8 0 0,-3 0 0,0-1 0,5 1-1058,-3-2 0,3 0 1058,6 2 0,-2 0-568,-10 0 1,4-2 567,21 0 849,-12 0-849,17-1 3276,-1-1-3066,4 1 0,0 0 1</inkml:trace>
  <inkml:trace contextRef="#ctx0" brushRef="#br0" timeOffset="374571">18848 18611 24575,'3'30'0,"-1"1"0,2 5 0,-3-11 0,0-3 0,-1-10 0,6 17 0,-4-15 0,2 1 0,-1-5 0,-2-10 0,-1 2 0,-1-11 0,0 1 0,-3-9 0,1 6 0,-1-5 0,-6 8-3277,-20-6 0,11 6 1638,-9 7 1,1 2 148,17 1 487,-21 7 1,0 1 1002,15-7-428,-8 7 1,1 0 427,13-9 3120,-3 9-3120,13-11 3276,19-8-1886,11-5 1886,-2 0-2941,6 2 1,-3 1-336,-15 7 0,10-4 0,-3 0 0,-15 6 2448,-3 0-2448,-5 4 0,-10 14 0,-1-5 0,0 6 0,-4-8 0,12-6-820,5-8 1,0 4 0,6-6 0</inkml:trace>
  <inkml:trace contextRef="#ctx0" brushRef="#br0" timeOffset="376202">19995 17670 24575,'6'5'0,"-1"2"0,6 7 0,-5-5 0,7 13 0,-6-3 0,0-3 0,-3 10 0,-4-17 0,0 25 0,0-22 0,-2 21 0,2-25 0,-3 14 0,1-18-3277,2 18 0,-1-17 3047,4 11 230,0-7 0,4-1 0,0-1 0,12-4 0,9 5 0,-8-6 0,17 5 0,-29-6-611,19 3 611,-19-4 0,16 6 0,-13-4 0,0 5 0,-6 4 0,-5-2 3276,-4 16-70,-3 1-3206,0-3-1639,4-3 1,1-2-956,0-11 1895,5 13 1,1 0 698,0-9-1639,3 8 1,1-1 841,-2-10-565,3 9 0,0 0 1362,-3-10 2724,6 17-2724,-6-13 934,-1 3-934,2 7 0,-4-9 3276,-6 8-2015,-9-5-1261,-12 8 0,7-9-2166,-10 0 2166,22-14 0,-15 7 0,15-6 0,-11 3 0,9-5 0,-5-4 0,6 3 0,0-2 0</inkml:trace>
  <inkml:trace contextRef="#ctx0" brushRef="#br0" timeOffset="381501">19940 17697 24575,'2'-15'0,"0"2"0,1-19 0,-2 17 0,1-7 0,-2 15 0,-2-1 0,2-2 0,-1 2 0,-4 1 0,4 3 0,-3 1 0,4 2 0</inkml:trace>
  <inkml:trace contextRef="#ctx0" brushRef="#br0" timeOffset="382991">15872 17566 24575,'-14'14'0,"4"-1"0,-10 12 0,14-14-1639,-5 13 1,1 0-1639,7-13 1638,-6 14 1,1-1-1639,7-18 5064,-5 20-1787,5-12 0,0-2 0,0 8 0,6 0 0,0-3 3276,8 13-2015,2-9-1261,-2-4 0,0-1 0,5 4 0,-2-5 0,-1-1 0,-6-5 0,15 5 0,4 1 0,-3 0 771,8-1 0,1-1-771,-17-6 0,1-1 0,7 0 0,3 0 0,0-2-1093,1 0 1,1-1 0,-2-1 206,6 3 1,0-2 885,0-1 0,3-2 0,-9 1 0,-11-1 0,7-4 0,6-1 0,-5 0 0,-2-2-993,0-3 0,6-2 0,-5 1 993,2-1 0,-3 0 0,6-3 0,-4 0-365,-5 1 0,-1-1 365,5 0 0,-2-1 544,-5-1 1,-6 2-545,-6 6-2507,3-23 2507,-7 24 753,0-12 0,-1 0-753,-1 9 3254,-1-19-3254,-10-2 0,7 15-707,-7-7 0,-2 2 707,8 13 0,-12-6 0,-7-3 0,5 3 0,4 6-571,-9-1 0,-11-3 0,-2 1 0,6 3 571,5 3 0,-2 1-254,3 1 0,-8 0 1,-5 0-1,-2-1 1,-1 1-1,2-1 1,3 2-1,8-1 254,-3 1 0,5 0 0,-7 0 0,8 1 0,-5 0 0,-6 0 0,-2 0 0,-3 0 0,-1 0 0,1 0 0,0 0 0,3 0 0,4 0 0,4 1 0,6 0 0,-4 0 0,7 1 0,-7 0 0,1 0 0,-8 0 0,-4 0 0,-4 0 0,0 1 0,2 0 0,4-1 0,6 2 0,8-1 0,3 1 0,2 1 0,-11 2 0,-8 0 0,2 0 0,12 0 0,10 0 0,-20 3 0</inkml:trace>
  <inkml:trace contextRef="#ctx0" brushRef="#br0" timeOffset="384328">16772 17682 24575,'21'-1'0,"0"0"0,2 1 0,-2-2 0,-2 0 0,-9 0-3277,22-3 0,-25 2 0,27-6 0,-28 4 3308,12-2 0,2-1-31,-11 3-551,13-7 1,0 0 550,-8 2 1568,5-1 0,0-3-1568,-4-3 3276,5 0-1861,-10 3 1861,-3 7-3267,-1 1 3026,5-1-3035,-1 1 0,10-6 0,-14 9 0,5-4 0</inkml:trace>
  <inkml:trace contextRef="#ctx0" brushRef="#br0" timeOffset="387196">17450 17187 24575,'7'27'0,"0"-1"0,0 0 0,2 7 0,0-3 0,3 5 0,-3-10 0,-4-13 0,6 12 0,2 2 0,4-9 0,1 8 0,-1-11 0,-12-12 0,4 2 0,-5-3 0,4 0 0,5-11 0,-6 6 0,5-12 0,-3-3 0,-3 7-1639,3-10 1,0 0-1639,-6 10 1642,7-12 1,1-3 1634,-5 7 0,7-9 0,0 0 0,-6 9 0,8-7 0,0 1 0,-5 12-515,5-8 0,1 0 515,-3 13-1595,0-6 1,0 0 1594,-3 7 3189,7-12-3189,-13 17 0,0-2 0,-2 5 0</inkml:trace>
  <inkml:trace contextRef="#ctx0" brushRef="#br0" timeOffset="387577">17901 17075 24575,'24'-5'0,"1"0"0,-2 0 0,5-1 0,-2-1 0,-9 3 0,7-2 0,-16 3 0,-6 3 0</inkml:trace>
  <inkml:trace contextRef="#ctx0" brushRef="#br0" timeOffset="388110">18002 17078 24575,'-2'28'0,"1"-8"0,1 2 0,3-1 0,1-1 0,-1 16 0,3-9 0,1-4 0,-5-12 0,6 8 0,0 1 0,-6-12-3277,9 21 0,-11-24 1328,2 9 1949,-13-2 0,-15 5 0,5-6-1409,-9-4 0,-1-3 1409,15-2-195,-12 1 0,2 0 195,17-1 0,-10-1 3276,17-1-2208,13 0-1068,18-2 0,5-2 0,-3 0 0,1 0 0,5 0 0,-1 0 0,-5 0 0,-5-1 0,-4 0 0,9 2 0,-11-2 0,-6 5 0,8 0 0,-12 0 0,3 0 0,-10 0 0</inkml:trace>
  <inkml:trace contextRef="#ctx0" brushRef="#br0" timeOffset="388875">18237 17138 24575,'11'29'0,"-5"-10"0,-1 0 0,0 6 0,-2-5 0,0-2 0,-2-6 0,2 18 0,2-9-1165,-3-2 1165,1-5 285,-3-13-285,-6-19 0,5 10 0,-9-27 0,2 1 0,2 10 0,0-1 0,1 2 0,4 14 880,-4-28-880,8 14 0,1 0 0,10-6 0,-6 22 0,18-17 0,-17 18 0,12-11 0,-15 14 0,3-2 0,-2 18 0,5 17 0,-4-7 0,3 11 0,-10-28 0,0 2 0,-10-6 0,-11-5 0,4 1 0,-17-3 0,24 4 0,-22 1 0,22 0 0,-12 0 0,16 0 0,0 0 0,2 0 0</inkml:trace>
  <inkml:trace contextRef="#ctx0" brushRef="#br0" timeOffset="392508">18579 17216 24575,'17'-10'0,"-7"3"0,11-4 0,-14 8 0,22-9 0,-18 7 0,22-6 0,-22 7 0,6-2 0,3 0 0,-2 3 0,1 1 0,15-6 0,-8 6 0,-4 1 0,-7 1 0,13 0 0,0 0 0,-9 0 0,11 0 0,0 0 0,-9 0 0,11-1 0,-1 1 0,-9-1 0,2 0 0,4 0 0,-5-1 0,-4 0-1639,14 0 1,-1 1-1639,-16-1 1638,17 2 1,-1 0 940,-16 0-311,16 0 0,2 0 1009,-14 0-876,8 0 0,7-1 0,-6 1 876,2 0 0,-5-1 0,10 1 0,3 0 0,-3-1 0,-8 1 1088,-9 0 1,1 0-1089,6 0 0,8 0 0,3 0 0,-4 0 0,-9 0 2815,-1 0-2815,2 0 0,4 0 0,-6 0 0,-9 0 2620,22 0-2620,-10 7 0,1 2 0,1 0 0,5 7 0,-9-6 0,3 1 0,-6-2 779,-6-2-779,16 7 0,-1-1 0,-17-9 0,16 12 0,-1 1 0,-14-9-1639,11 9 1,-1 1 378,-13-7 1260,17 11 0,1 1 0,-11-7-1012,2 0 1,5 2 0,-6-3 1011,-2-3-539,11 8 0,-2-1 539,-15-10 777,8 6 1,-1 0-778,-9-6 0,5 5 0,0 1 0,-6-5 307,9 11 0,0 1-307,-10-12 0,9 12 0,0-1 0,-10-12 159,10 7 1,0-1-160,-8-8-1775,19 9 1775,-22-11 2854,11 2-2854,-14-5 3169,6 4-3169,-7-5 1913,9 7-1913,-7-4 3276,12 6 0,-10-5-3044,5 3-232,-2-2 0,2-1 0,-5-2 0,-1-2 0</inkml:trace>
  <inkml:trace contextRef="#ctx0" brushRef="#br0" timeOffset="393577">21028 17679 24575,'0'11'0,"-1"2"0,-1-6 0,-2 10-3277,-5 15 0,4-13 1833,0 6 1,0-3 1443,5-12-460,-3 10 0,1 0 460,2-9 0,-1 11 0,1-17 3276,5-20-1540,1 1-1736,3-13 3276,1-2-2912,0-2-364,-3 5 1709,-2-9-1709,-3 16 0,-1 4 0,8 8-3277,16 23 0,-11-8 2578,6 4 1,-1-1 698,-9-7 0,18 11 0,-13-3 0,0-3 0,-2 6 0,-10-13 3276,5 10-346,-9-5-2930,0 1 0,-15 1 0,-5-2 0,3 0 0,-15 3 0,0-1 1745,15-2-1745,-9 0 0,2-1 0,15-4 0,-9 2 0,29-9 0,-4 3 0,11-5 0,-15 6 0,4-1 0,-6 0 0</inkml:trace>
  <inkml:trace contextRef="#ctx0" brushRef="#br0" timeOffset="398693">17458 17795 24575,'19'-8'0,"0"0"0,10-5 0,-12 8 0,4-1 0,5 0 0,3 0 0,-2 0-1623,-7 3 0,0 0 1623,7-1 0,4-1 0,1 0 0,-7 1 0,9-1 0,-7 0 0,3-1 0,-5 1 1020,0-1-1020,11-4 0,-2 0 0,-20 6 266,11-2 1,2-1-267,-6 1 0,12 2 0,-14 3 0,0 0 1693,3 2-1693,4 2 0,0-1 0,-12-1 0,9 3 0,0-1 0,-13-2-197,11 5 0,-19-6 0,2 1 0</inkml:trace>
  <inkml:trace contextRef="#ctx0" brushRef="#br0" timeOffset="411821">17163 17252 24575,'26'-18'0,"-2"1"0,-6 6 0,-2 0 0,0 1 0,3-1 0,1-1 0,0 1-1639,-1 1 1,1 0-1639,3-3 1638,7-1 1,-1 1-1059,-11 7 2697,7-2 0,6-1 0,-5 1 0,-2 1 0,0 2 0,6-2 0,-6 2 2032,-1-2-2032,2 3 0,5 0 0,-5 0 0,4-1 0,0 1 0,6 2 0,-7-1 3276,-6-2-2442,13 2 1,-2-1-835,-23 2 0,17 0 0,0 1 0,-14 0 0,10 1 0,-1-1 0,-8 0-1356,16 1 1356,-19 0-3277,25 4 2140,-28-1 285,13 0 1,2 1 851,-9 1 0,14-2 0,1 0 0,-11 0-215,4-1 0,-2-1 215,-12-1 3276,6 0-3072,-5 0-204,1 0 0,-4 0 0,-1 0 0</inkml:trace>
  <inkml:trace contextRef="#ctx0" brushRef="#br0" timeOffset="412820">18493 17085 24575,'2'8'0,"-5"-3"0,7-3 0,-2 9 0,6 3 0,1 8 0,-4-7 0,2-3 0,-5-9 0,-2-2 0,-3-7 0,-2 0 0,-3-4 0,5 6 0,0 2 0,7 13 0,-1-4 0,1 4 0,-3-10 0,-2-1 0</inkml:trace>
  <inkml:trace contextRef="#ctx0" brushRef="#br0" timeOffset="415792">19503 16652 24575,'-23'15'0,"-1"0"0,7-4 0,-6 2 0,-5 4 0,7-4 0,8-7 0,-17 9 0,0 0 0,16-9 0,-13 4 0,1-1 0,14-4 0,-8 2 0,0 0 0,11-3 0,-23 12 0,15-7 0,-3 2 0,0-1 0,-4 0-1639,-5 3 1,0 0-1,5-2 1,-1-1 1561,-1 1 0,-1 1 1,6-3 76,5 0 0,-4-1 0,3 0 0,10-2 0,-4-3 0,11-3 0,0-2 0,0 1 0</inkml:trace>
  <inkml:trace contextRef="#ctx0" brushRef="#br0" timeOffset="416710">18819 16948 9737,'15'9'0,"-2"3"3276,0-1-1445,7 16-1831,-16-19 2577,13 19-2577,-12-15 1511,0-2-1511,-11-16 0,-4-13 0,-2-1 3276,2-8-909,5 10-2367,1 1 0,2 2 0,2 12 0,-5 1 0,-3 11 0,-7 4 0,2 2 0,-10 10 0,16-17 0,-9 11 0,14-16 0,1-1 0,11-8 0,7-4 0,6-5 0,-6 6 0,-8 4 0,-19 14 0,3-4 0,-13 10 0,15-11 0,-8 6 0,15-7 0,4-1 0,2-3 0,20-2 0,-18 1 0,11-1 0,-17 3 0,-1-2 0</inkml:trace>
  <inkml:trace contextRef="#ctx0" brushRef="#br0" timeOffset="420273">20803 18363 24575,'18'18'0,"0"0"0,7 5 0,-11-5 0,-2-2 0,-4-4 0,10 15 0,-13-20 0,2 10 0,-5-12 0,1 6 0,-3-7 0,-7 7 0,-16 5 0,5-3-1639,0-3 1,1-2-1639,7-5 3047,-8 4 230,16-7 0,0 3 0,15-4 0,3-4 0,-2 2 0,-3-2 0</inkml:trace>
  <inkml:trace contextRef="#ctx0" brushRef="#br0" timeOffset="420673">21012 18501 24575,'4'13'0,"0"-2"0,4-4 0,-4-3 0,6 0 0,4-4 0,2 0 0,0-2 0,4-4 0,-13 1 0,0-3 0,-6 4 0,-5 0 0,3 3 0,0 1 0</inkml:trace>
  <inkml:trace contextRef="#ctx0" brushRef="#br0" timeOffset="421210">21156 18469 24575,'10'7'0,"-1"0"0,0 4 0,1-1 0,4 4 0,-3-8 0,11 5 0,-15-9 0,12-1 0,2-2 0,-6 0 0,8-2 0,0-1 0,-10-2 0,10-5 0,-17 0 0,0 4 0,-18-13 0,5 15 0,-9-6 0,-1 0 0,6 7 0,-21-6 0,20 10 0,-18 0 0,10 3 0,-2-1 0,11 1 0,10-2 0</inkml:trace>
  <inkml:trace contextRef="#ctx0" brushRef="#br0" timeOffset="426717">16254 18575 24575,'4'0'0,"1"0"0,-2 0 0,0 0 0,2 2 0,1 1 0,0-1 0,-2 0 0,-2-2 0,-3 0 0</inkml:trace>
  <inkml:trace contextRef="#ctx0" brushRef="#br0" timeOffset="427112">16218 18562 24575,'0'0'0</inkml:trace>
  <inkml:trace contextRef="#ctx0" brushRef="#br0" timeOffset="427363">16184 18559 24575,'0'0'0</inkml:trace>
  <inkml:trace contextRef="#ctx0" brushRef="#br0" timeOffset="450390">21059 17777 24575,'10'3'0,"6"0"0,-6 2 0,2-2 0,-10 0 0,1-3 0,-2 2 0,1-2 0</inkml:trace>
  <inkml:trace contextRef="#ctx0" brushRef="#br0" timeOffset="454604">21640 18310 24575,'10'1'0,"6"0"-1093,7-1 1,6 2 0,-3-2-2185,7 1 2730,-9-1 1,7 0 0,5 1 0,1-1 0,-4 0 0,-6 0 415,0 0 0,1 0 131,-2 0 0,6 0 0,5-1 0,1 1 0,-1-1 0,-4 1 0,-6-1 0,6 1 0,-3 0 0,4-1 0,5 0 0,-1 1 0,-9-1 1922,-2 1-1922,-6 0 0,-1 0 0,-3 0 0,-1 0 0,-10 0 0</inkml:trace>
  <inkml:trace contextRef="#ctx0" brushRef="#br0" timeOffset="455336">22562 18096 24575,'0'25'0,"0"0"0,-1 0 0,1 2 0,-1-2-1369,1 5 1,0 0 1368,-1 4 0,1 2 0,0-8 869,1-3-869,1 9 0,1-2-1403,-1-15 1403,2 12 0,0-17 0,0-4 1280,1 0-1280,-2-7 0,-3-23 0,1 0 0,0 0 1991,0-14-1991,-2 2 0,-1 5 0,1 16 0,-6-11 0,0 2 0,5 12 0,-4-8 0,-1 0 0,3 9 0,-5-21 0,4 11 0,2-1 0,3 3 0,22 10 0,-8 2 0,18 1 0,3 2-785,-3 5 785,1 1 0,7 0 0,-3 1 0,-8 2 0,-1 0 0,8 0 0,-2 1 0,-4 3 0,-27 13 0,-4-10 0,-2 7 0,-3 1 0,-5-6-1639,-6 9 1,-2-1-1609,6-10 1608,-13 12 1,0-2 792,15-16 709,-7 7 0,2-2 137,10-8-669,-3-1 1,7-3 0,1-4 0</inkml:trace>
  <inkml:trace contextRef="#ctx0" brushRef="#br0" timeOffset="456071">23516 17748 24575,'3'23'0,"4"9"0,2 2 0,-3-13 0,1 0 0,2 12 0,1 0 0,2-7 0,-1-4 0,-2-5 0,5 4 0,0-2 0,-9-12 0,19 18 0,-21-22 0,10 0 0,-10-7 0,11-21 0,-1-5-518,-4 14 518,2-10 0,3-6 0,-3 7 0,-2 12 0,1-8 0,2-7 0,-2 6 0,1 3 0,0-7 0,-1 2 0,-2 12 0,4-12 0,-6 17 0,6-12 0,-10 16 0,3-2 0</inkml:trace>
  <inkml:trace contextRef="#ctx0" brushRef="#br0" timeOffset="456425">23952 17694 24575,'9'0'0,"21"5"0,-16-3 0,12 2 0,1 0 0,-13-2 0,11 0 0,2 1 0,-4-2 0,4 2 0,-16-3 0,-11 2 0</inkml:trace>
  <inkml:trace contextRef="#ctx0" brushRef="#br0" timeOffset="457071">24049 17746 24575,'3'10'0,"8"25"0,-9-22 0,5 15 0,0 0 0,-6-16 0,4 14 0,0 1 0,-3-15 0,2 9 0,1-1 0,-1-11 0,3 13 0,-4-13 0,-12 2 0,-8-2 0,-4-7 0,-7 2 0,17-4 0,0 0 0,21 0 0,5 0 0,2 0 0,-1 0 0,-11 0 0,2 0 0,-5 0 0</inkml:trace>
  <inkml:trace contextRef="#ctx0" brushRef="#br0" timeOffset="457925">24348 17779 24575,'15'32'0,"-9"-19"0,6 15 0,-2 1 0,-5-3 0,6 9 0,-6 0 0,-3-27 0,3 20 0,-2-24 0,0 8 0,-1-9 0,-8-18 0,-1-11 0,-3 0-1639,5-3 1,1 3-1639,2 13 2279,0-13 1,1-1 997,1 13-1639,0-7 1,0-1 963,0 8 675,2-7 0,0 1 0,2 10 3276,2-11-2600,-1 17 1089,10 8-1765,11 9 0,-4-4 3276,2 7 0,-21-13-3044,0 1-232,-2 4 0,0 1 0,-1-1 0,-2 0 0,-1-8 0,-2 2 0,3-2 0,-1 0 0</inkml:trace>
  <inkml:trace contextRef="#ctx0" brushRef="#br0" timeOffset="459794">24604 17898 24575,'14'0'0,"9"2"0,1 1-1142,0-2 1142,5 0 0,11 0 0,0 0 0,-9 0-1231,1-1 1231,-6-1 0,9-1 0,2 0 0,-4 0 0,-10-1 566,-3-2-566,6 1 0,7-2 0,-9 1 0,-15-1 0,20 0 0,-28 2 543,3-1-543,-4-2 1264,0 3-1264,3 26 0,-4-15-3277,5 27 0,-4-30 3047,6 15 230,-5-14 0,3 8 0,-4-10 0,0-4 0,0-3 3276,-1-4 0,-2-7-3044,0 9-232,-5-12 0,7 14 0,-4-3 0,25 2 0,-12 3 0,26-2 0,-26 2 0,12 0 0,-16 4 0,-4 6 0,-5 4 0,-2 1 0,-2-9 0,1-7 0,1-5 0,-3 2 0,6 1 0,0 2 0,1 0 0,1 0 0,-2-5 0,2 4 0,-4-8 0,4 10 0,-1 3 0,4 7 0,0 1 0,4 1 0,-3-7 0,4 2 0,-1 1 0,1-1 0,-2 1 0,-4-3 0,-4-6 0,-1 2 0,-1-4 0,4 4 0,-1 0 0</inkml:trace>
  <inkml:trace contextRef="#ctx0" brushRef="#br0" timeOffset="473713">25870 17559 24575,'-5'2'0,"-1"2"0,4 0 0,-5 7 0,6-6 0,-7 8 0,5-9 0,-3 9 0,3-1 0,0 4 0,1 7 0,2-7 0,2 4 0,7 0 0,-5-8 0,10 7 0,-9-13-3277,16 10 0,-16-10 2498,21 9 779,-20-11 0,18 3 0,-4-2 0,-2-3-3277,16 1 2199,-24-5 2393,11 2 0,1 0-1315,-9-1-241,7 0 0,-2 0 241,-8-1 0,13-2 0,-2-8 0,-7 5 0,14-13 0,-23 15 1652,14-12-1652,-14 8 1104,3-5-1104,-3-5 0,-3 8-3277,-1-13 2017,-2 20 4536,-4-21-2531,1 19-745,-5-19 0,1 10 0,-7-6 0,4 8 0,-13 0 0,16 11 0,-11-2 0,-1 2 0,8 2 0,-10 0 0,-1 1 0,10 1 0,-23 7 0,14-2 0,0-1 0,-2 4 0,19-8 516,-14 11-516,14-8 0,-6 5 0,10-7 0,-1 0 0,3-1 0</inkml:trace>
  <inkml:trace contextRef="#ctx0" brushRef="#br0" timeOffset="474244">26009 17715 24575,'4'0'0,"-2"0"0</inkml:trace>
  <inkml:trace contextRef="#ctx0" brushRef="#br0" timeOffset="474884">26091 17838 24575,'0'21'0,"0"-5"0,0 4 0,3 1 0,0-2 0,2-1 0,-1 5 0,-2-17 0,4 15 0,-4-11 0,2 8 0,-2-9 0,-2-1 0,1-4 0,-1-2 0,2-1 0</inkml:trace>
  <inkml:trace contextRef="#ctx0" brushRef="#br0" timeOffset="475246">26134 18040 24575,'15'-5'0,"-4"2"0,7-4 0,-10 5 0,19-10 0,-9 6 0,3-2 0,-6 3 0,-12 5 0,1 0 0</inkml:trace>
  <inkml:trace contextRef="#ctx0" brushRef="#br0" timeOffset="475752">26075 18091 24575,'-19'11'0,"0"0"0,-9 5-1639,2-3 1,1-1-1639,7-6 1638,-6 8 1,2-2-1639,14-10 5064,-13 13-1787,16-12 0,-2 3 0,5-5 0</inkml:trace>
  <inkml:trace contextRef="#ctx0" brushRef="#br0" timeOffset="476384">26155 18121 24575,'8'10'0,"6"8"0,-3-4 0,0 1-3277,9 6 0,-16-16 1311,13 12 1966,-15-13 1721,5 5-1721,-3-2 0,0-2 0,0 0 0,-1-5 0,0 0 0</inkml:trace>
  <inkml:trace contextRef="#ctx0" brushRef="#br0" timeOffset="476815">26125 18182 24575,'0'4'0,"1"11"0,0 2 0,0-1 0,-5 11 0,-10-6 0,5-5 0,-12 11 0,15-22 0,-9 11 0,9-11 0,0 2 0,5-4-3277,9 5 0,-4-6 3049,7 5 0,-9-6 0,1 0 0</inkml:trace>
  <inkml:trace contextRef="#ctx0" brushRef="#br0" timeOffset="478284">26991 17792 24575,'-2'-7'0,"3"-7"0,1 7 0,10-19 0,-1 13 0,7-7 0,-7 10 0,2 10 0,-2 8 0,-2-2 0,8 14 0,-13-13 0,6 20 0,-8-8 0,-1-2 0,-6 15 0,2-24 0,-5 10 0,-1 0 0,3-12 0,-8 12 0,-1 0 0,4-13 0,-4 10 0,0-2 0,5-9 0,-14 13 0,15-14 0,1 4 0,16-2 0,2-4 0,13 13 0,-15-10 0,16 13 0,-15-11 0,16 6 0,-5-6 0,-2-1 0,0-5 0,-11-2 0,5-7 0,1-2 0,-5 3 0,5-12 0,-10 16 0,7-17 0,-9 16 0,3-17 0,-4 18 0,0-7 0</inkml:trace>
  <inkml:trace contextRef="#ctx0" brushRef="#br0" timeOffset="479301">27196 17786 24575,'1'27'0,"-1"-11"0,2 5 0,-2-10 0,0 0 0,4 0 0,12-7 0,-1-1-1639,8-2 1,1-1-1639,-8 0 1638,16 2 1,-2 0 148,-19-1 1452,11 2 1,-1-2 37,-16-1 0,5-1 0,-11-4 3276,-1 2-2052,-3-6 2052,5 5 0,-1-2-2932,1 6-344,2 7 0,0 7 0,2-1 0,-3 5 0,0-14 0,0 20 0,1-14 0,1 24 0,1-12 0,2 15 0,-3-18 0,0 1 0,-1-21 0,2-15 0,-3 7 0,4-25 0,-4 24 0,0-26 0,-1 24 0,-1-19 0,-1 23 0,-1-14 0,0 7 0,1 1 0,-2-2 0,0 2 0,1 4 0,0-2 0,1 11 0,2 0 0,-1 2 0</inkml:trace>
  <inkml:trace contextRef="#ctx0" brushRef="#br0" timeOffset="480037">27496 17739 24575,'8'16'0,"5"10"0,-4-6 0,-1-1 0,-1-1 0,-4-9-3277,9 26 0,-10-26 1638,4 10 1,-1-1 649,-3-12 2368,5 18-1379,-6-21 0,2 7 0,1-12 0,6-7 0,-6 2 0,20-20 0,-17 19 0,16-17 0,-16 17 3276,6-8-1085,-7 10 698,5 2-2889,4 11 0,-3-1-3277,13 13 855,-17-15 2422,12 12 0,-17-5 0,4 0 0,-7 13 0,0-17 0,-4 16 0,3-15 0,-4 9 0,5-8 3276,0 2 0,11-11-3044,3-7-232,1 1-3277,13-12 0,-21 15 3219,14-11 1,-18 14-1,1-3 1</inkml:trace>
  <inkml:trace contextRef="#ctx0" brushRef="#br0" timeOffset="481104">28646 17726 24575,'-9'-2'0,"-1"1"0,-9-1 0,-10 3 0,10 3 0,0 0 0,-7 0 0,-4 9 0,26-10 0,-10 7 0,13-7 0,-5 3 0,9-1 0,7 1 0,-2-1 0,14 4 0,1-1 0,-9-4 0,12 6 0,0 0 0,-14-7-3277,21 11 0,-22-11 0,18 16 1787,-22-16 1490,12 17 0,-15-17 0,5 7 0,-7-7 3276,-5 7-2015,-21 6-1261,6-4 0,-6 1 0,0-3 0,9-5-881,-9 4 1,1-1 880,13-6 0,-17 6 0,23-13 0,0-2 0,2-2 0,4 0 0,-2 7 0,1 1 0</inkml:trace>
  <inkml:trace contextRef="#ctx0" brushRef="#br0" timeOffset="481469">28891 17888 24575,'5'-1'0,"15"-6"0,-13 5 0,26-9 0,-5 4 0,-1 0 0,-6 3 0,0 1 0,4 3 0,-4-2 0,-5 2 0</inkml:trace>
  <inkml:trace contextRef="#ctx0" brushRef="#br0" timeOffset="481989">29139 17797 24575,'10'18'0,"-1"0"0,4 4 0,0 5 0,-9-17 0,13 20 0,-11-18 0,8 11 0,-4-15 0,-5-3 0,4-10 0,-7 1 0,1-3 0,-3 5 0</inkml:trace>
  <inkml:trace contextRef="#ctx0" brushRef="#br0" timeOffset="482586">29338 17772 24575,'21'7'0,"-8"0"0,2 1 0,-7 2 0,-5 4 0,1 1 0,-3 6 0,-10-3 0,-6 3 0,-14 2 0,0 0 0,9-9 0,4-2 0,12-11 0,-10 0 0,-2-1 0,2 0 0,-2 0 0,12 0 0,-2-1 0,0 0 0,4 0 0,-2 1 0</inkml:trace>
  <inkml:trace contextRef="#ctx0" brushRef="#br0" timeOffset="483593">29097 17781 24575,'9'-5'0,"13"-4"0,-5 7-1639,2-2 1,-1 1-1639,-9 2 1328,15-2 1949,-20 3 1719,9-1-1719,-8 2 0,3 1 0,-4 0 3276,-1-1 0,17-2-3044,-3 2-232,8-3 0,-6 4 0,-11-1 0,1 0 0,-6 1 0,-1 1 0,-2 1 0,-4 10 0,-2-4 0,1 2 0,1-6 0</inkml:trace>
  <inkml:trace contextRef="#ctx0" brushRef="#br0" timeOffset="485875">29794 17074 24575,'2'5'0,"-1"-1"0,2 9 0,1 5 0,0 1 0,0 7-1639,4 10 1,-2-1-1639,-4-18 2184,2 8 1,2 5 0,-2-6-398,-3-11 478,2 11 1,2 6 0,-1-6 1011,-2-10 0,3 13 0,2 1 0,1-3 0,-1 0 3034,0-8-3034,-7-13 3276,4 5-2961,-2 1 0,1 0 0,-1-4 1</inkml:trace>
  <inkml:trace contextRef="#ctx0" brushRef="#br0" timeOffset="488410">29807 17613 24575,'6'20'0,"-1"3"0,0-7 0,2 9 0,-6-19 0,6 18 0,-7-16 0,5 6 0,-6-12 0,2-3 0,-8-14 0,1 0 0,-3-5-3277,-2-8 0,7 19 0,-6-22 1787,9 24 1073,-6-19 417,6 21 0,-2-12 0,3 12 3276,0-3-2222,5 3 2222,2 0-77,3 2-2266,0 0-933,0 6 0,2 2 0,7 4 0,-6-2 0,3 0 0,-15-4 0,12 8 0,-7 3 0,2 3 0,-6 3 0,-2-11 0,-1 10 0,1-13 0,0 12 0,0-13 0,0 5 0,0-7 0,-5-4 0,-1-7 0,-1 2 0,-2-8 0,4 4-3277,-4-13 0,3 10 1649,-1-12 1628,5 21 0,1-7 0,20 5 0,-11 3 0,27-4 0,-26 7 0,10-5 0,-14 5 3276,-1 0-460,-2 3-726,-1 10-2090,-5 8 0,3-5 0,-3 9 0,4-17 0,-2 8 0,1-6 0,-3 1 0,4 1 0,-1-5 0,4 8 0,-3-10 0,1 14 0,1-16 0,0 6 0,-1-11 0,-1 1 0,-6 10 0,4-4 0,-4 8 0,5-11 0,-1 1 0,-7 8 0,2-2 0,-3 6 0,7-8 0,1-6 0,1-1 0,-8 4 0,1 8 0,-1-3 0,4 5 0,5-12 0,0 1 0</inkml:trace>
  <inkml:trace contextRef="#ctx0" brushRef="#br0" timeOffset="491107">26311 17524 24575,'7'-3'0,"11"-6"0,-8 5 0,7-7 0,3-1 0,9-4-1639,-7 3 1,1-1-1639,7-3 2667,-8 6 0,1-1 610,8-8 0,0 0 0,-9 6 0,-1 0 0,2 0 0,1-1 0,-2 0-1639,2-3 1,-2 1 921,7-4 717,-4 5 0,4-3 0,-6 5 2042,-8 4-2042,14-5 0,10-3 0,-9 4-545,-11 5 545,5 0 0,10-3 0,1 0 0,-9 3 0,-3 1 0,1 2 0,8-2 0,5-1 0,-4 1 0,-7 2 0,8 0 0,-9 2 0,9-1 0,4-1 0,1 1 0,-4 0 0,-8 1 784,-6 1 0,1 0-784,9 0 0,8 0 0,4 0 0,-4 1 0,-10-1 0,3-2 0,-3 3 0,10 0 0,5 1 0,-3-1 0,-10 1 1638,-10 0 0,-1 1-1567,10-1 1,8 0 0,4 0 0,-5 0-1,-9 0-71,4 1 0,-3 2 0,10 0 0,0 0 0,-10 0 0,-3 1 0,-2 1 0,9 1 0,2 0 0,-2 1 0,-9-1 0,5 4 0,2-2 0,9 1 0,0 1 0,-9-3 0,-1 3 0,-2-3 0,10 3 0,5 0 0,-3-1 0,-8-1 0,-6-2 0,1 1 0,1 0 0,8 2 0,1 0 0,-3 0 0,-7-2 0,-7-3 0,-2 0 0,13 4 0,4 2 0,-6-2 49,-6-3-49,7 3 0,9 3 0,-10-3 0,-13-4 0,10 3 0,8 2 0,-8-2 826,-9-3-826,16 3 0,1 1 0,-9-1 1636,8 2-1636,-11-3 0,-11-3 0,16 7 0,-7-2 0,13 3 0,1 1 0,-9 0 0,6-2 0,8 0 0,-8-2 2558,-11 1-2558,14-1 0,-3-2 0,-20-3 0,5 0 0,-9-2 0,17 0 0,-12 0 0,21 0 0,-25 0 0,8 1 0,-11-1 0,1 2 0,6 2 0,4 0 0,10 5 0,-11-6 0,-1 2 0,-12-4 0,-2 2 0,-9 21 0,4-11 0,-4 6 0,0 0 0,4-10 0,-17 20 0,18-22 0,-9 9 0,13-15 0,11-17 0,0-4 0,7-6 0,-7 6 0,-6 10 0,0-2 0,-4 1 0,1 6 0,-12 21-3277,3 0 0,-3 8 3047,4-12 230,7-10 0,3-8 0,-1 3 0,11-10 0,2 5 0,9 1 0,-6 1 3276,2 4 0,-12 2-3044,7 2-232,-6-2 0,5 4 0,-12-3 0,0 2 0,-10-1 0,-10 7 0,7-3 0,-8 3 0,5-1 0,3-5 0,1 5 0,23-14 0,-2 3-3277,19-11 0,-22 10 3047,5-5 230,-14 8 0,-2-2 0,-3 2 0,3 0 0,3-1 3276,2-2 0,0 1-4096,-9-4 1,5 4 0,-6-1 0</inkml:trace>
  <inkml:trace contextRef="#ctx0" brushRef="#br0" timeOffset="492141">25985 18150 24575,'8'-1'0,"10"-5"-3277,11-8 0,-9 4 1708,-2 2 0,-2 0 1569,-9 4 1875,15-3-1875,-5 2 0,-1 0 0,15-5 0,-12 3 0,1 0 0,8-5 0,-3 4 0,-4 1 0,-12 1 0,14 0 0,-17 3 3276,10-1-280,-8 2-2610,7-2 0,-7 3 0,-1 1 1</inkml:trace>
  <inkml:trace contextRef="#ctx0" brushRef="#br0" timeOffset="493056">26180 18091 24575,'3'15'0,"-1"-2"0,4 3 0,0 3 0,1-5 0,0 8 0,2-9 0,-3 0 0,5 1 0,-7-10 0,12 9 0,-3-6 0,12 9 0,-10-8 0,8 6 0,-4-7 0,-5 0 0,7 0 0,-22-13-820,0-4 1,-5 2 0,-1-1 0</inkml:trace>
  <inkml:trace contextRef="#ctx0" brushRef="#br0" timeOffset="493641">26170 18194 24575,'-3'18'0,"-1"0"0,-1 2 0,1-8 0,0 4 0,0-6 0,-3 2 0,0-1 0,-6 2 0,1-2 0,1 0 0,0-3 0,10-8 0,-1 0 0,2-1 0</inkml:trace>
  <inkml:trace contextRef="#ctx0" brushRef="#br0" timeOffset="495593">30204 17328 24575,'-6'20'0,"0"0"0,-1 8 0,-9 2 0,6-8 0,-1-2 0,2 0 0,20-20 0,10-4 0,0-2-820,1-3 1,-19 7 0,-1 2 0</inkml:trace>
  <inkml:trace contextRef="#ctx0" brushRef="#br0" timeOffset="496194">30256 17348 24575,'7'0'0,"4"2"0,3 3 0,-3 0 0,10 8 0,-14-8 0,13 9 0,-14-11 0,6 8 0,-7-10 0,0 6 0,-7-4 0,-25 9 0,11-4 0,-4 0 0,0 0 0,8-3 0,7 1 0,10-5 0,6-1 0,-6 0 0</inkml:trace>
  <inkml:trace contextRef="#ctx0" brushRef="#br0" timeOffset="497725">28923 18610 24575,'15'-2'0,"-3"2"0,4-3 0,-3 0 0,12-5 0,-11 3 0,14-7 0,-20 8 0,18-9 0,-17 8 0,10-5 0,-13 5 0,0 2 0,8-6 0,-8 5-3277,19-9 0,-19 7 2499,12-4 1,0 0 777,-8 4 0,7-5 0,1-1 0,2-3 0,-3 3 0,0-2 0,-1 2 0,-5 7 0,5-5 0,1-1 0,-7 5 0,7-3 0,1 1 0,-7 1-302,11-4 0,2-1 302,-7 1-1639,12-4 1,1-1 1017,-7 5-248,1-1 0,6-2 0,-5 3 869,-2 0 0,12-3 0,-2 1 0,-18 8 26,8 0 1,0 1-27,-10 2 0,24-1 0,-29 3 2633,12 0-2633,-15 2 3276,6-1-2615,-2 2-209,0-1 1,-2 1 0,-4-3 0</inkml:trace>
  <inkml:trace contextRef="#ctx0" brushRef="#br0" timeOffset="498392">29914 18169 24575,'-4'15'0,"1"5"0,6-5 0,-1 4 0,1-7 0,-1-7 0,-22-17 0,14 4 0,-11-3 0,0 0 0,11 5 0,-13-9 0,19 12 0,12-3 0,11 6 0,-2 0 0,0 3 0,-19 3 0,-2 5 0,-8 3 0,2-4 0,-1-1 0,14-9 0,0 1 0,1-2 0,-2 1 0</inkml:trace>
  <inkml:trace contextRef="#ctx0" brushRef="#br0" timeOffset="503451">25959 17464 24575,'-9'0'0,"-9"4"-3277,-6 4 0,5-2 1638,-1 1 1,3 0-1639,9-6 5064,-24 13-1787,17-7 0,-7 7 0,4 0 0,-2 7 0,7-8 0,-6 14 0,13-20 0,-4 10 0,-1 0 0,5-9 0,-6 9 0,1 0 0,5-8 3276,-12 23-2015,3 1 2015,5-9-1638,1 0 0,2-2-1406,4-13-232,-2 15 0,0 1 0,3-10 0,-2 9 0,1 0 0,2-8-1639,0 8 1,-1 0-1639,2-10 1638,1 14 1,0 0 840,-1-17-834,2 13 1,0 1 1631,0-16-571,2 16 1,-1 0 570,1-15 849,1 13 0,-1 0-849,0-14-251,4 10 0,2-1 251,-4-8 110,12 11 0,0 0-110,-8-11-656,11 8 0,1-1 656,-11-10-660,13 4 1,1-1 659,-14-6 0,16 2 0,0-1 0,-16-5-68,20 0 0,2-1 68,-16 0 0,10-2 0,7-1 0,-6 0 0,-8 1 0,8 0 0,7-1 0,-9 1 0,-12 1 0,9 0 0,7-1 0,-7 1 0,-11 1 0,19-4 0,-1-1 0,-21 4 0,15-10 0,0-2 0,-11 5 0,8-8 0,5-7 0,-5 4 0,1 3 0,3-4 0,5-5 0,-6 6 0,-7 8 0,5-3 0,4-4 0,-6 4 0,-9 6 462,12-10 0,-2 0-462,-16 13 2486,14-25-2486,-14 11 0,-1 0 3276,4-6-3055,-2-7 0,-1 3 3055,-4 20-2135,3-26 1,-1-1-1142,-2 19 0,-1-15 0,1 1 3276,-1 20-3066,0-15 1,-1 0-211,-1 12 0,-1-8 0,-1-1 0,-2 8-1639,-5-4 1,-1 0-1639,5 6 1638,-16-12 1,-2 2 148,15 15 46,-19-12 0,-3-1 1444,7 12-693,3 1 1,-4-2 0,4 2 692,-5 1 680,-2 0 0,3 2-680,16 4 2750,-17-1-2750,2 5 3276,7-1-3002,-6 4 0,-1 0-274,8-1 0,-16 3 0,0 0 0,17-3 0,-18 4 0</inkml:trace>
  <inkml:trace contextRef="#ctx0" brushRef="#br0" timeOffset="507448">30647 17656 24575,'0'0'0</inkml:trace>
  <inkml:trace contextRef="#ctx0" brushRef="#br0" timeOffset="508349">30651 17731 24575,'0'0'0</inkml:trace>
  <inkml:trace contextRef="#ctx0" brushRef="#br0" timeOffset="511558">30570 17297 24575,'14'20'0,"-7"-9"0,5 5 0,-1-1 0,-4-4-3277,8 21 0,-12-23 0,7 21 2378,-8-22-1001,4 21 1900,-3-20-493,-1 10 1,-1 0 492,1-9 2527,1 23-2527,-2-27 391,1 5 1,-1-9 0,-1 0-1</inkml:trace>
  <inkml:trace contextRef="#ctx0" brushRef="#br0" timeOffset="514125">31178 17630 24575,'5'30'0,"1"0"0,-3-14 0,0-3 0,0-1 0,3-7 0,-1-4 0,11-5 0,5-4 0,7-7 0,1-2-871,2 1 0,0-3 871,-5 1 0,1-3 0,0-1 0,-5 5 0,-5 3 0,1-1 0,6-8 0,6-5 0,-1-1 0,-8 9 0,-4 2 0,0-1 0,4-7 0,0 1 0,-7 6-656,-4 5 1,1-5-1,-1 2 1,-7 13 0</inkml:trace>
  <inkml:trace contextRef="#ctx0" brushRef="#br0" timeOffset="516461">22177 16909 24575,'27'23'0,"1"1"0,-8-5 0,0-1 0,-4-4 0,-1 1 0,1 2 0,-2 0 0,6 5 0,0 1 0,-4 0 0,-9-11 0,5 6 0,1 2 0,-1 11 0,0-8 0,-2 8 0,-1-1 0,-5-12 0,6 15 0,0 0 0,-5-16 0,7 11 0,1 1 0,-5-15 0,2 7 0,1-1 0,-3-9-3277,12 12 0,-11-16 2347,8 5 0,-2-2 930,-7-6 0,9 3 0,5 2 0,6-2 0,3 1 0,4 1 0,0 1-221,0-1 1,0 0 220,5 0 0,-7 0 3276,-15-3-2035,9-1 0,-2 0-1241,-17-3 587,10 0 0,-17-2 0,-2 0 0</inkml:trace>
  <inkml:trace contextRef="#ctx0" brushRef="#br0" timeOffset="517392">23024 17619 24575,'7'18'0,"0"6"0,-5-7 0,1 8 0,-3-19 0,-2 11 0,2-3 0,-1-3 0,2-2 0,1-8 0,1-5 0,5-10 0,7-17 0,-3 8 0,-4 5 0,-2-1 0,-2 0 0,-1-6 0,-3 10 0,0 2 0,0 12 0,2 2 0,18 6 0,-11-2 0,14 0 0,2-1 0,-12-1 0,9 0 0,0 1 0,-8-1 0,9 2 0,-19-2 0,-5 11 0,-6-5-3277,-13 15 0,13-16 1638,-9 7 1,1-2 148,7-7 1490,-9 8 0,-1-1 0,8-7 0,-5 5 0,17-12 3276,6-4-2015,14-10 2015,-11 8 0,18-13-3044,-24 17-232,10-10 0,-19 9 0,-2-2 0,-3 3 0,-3 0 0,8 1 0,0 2 0</inkml:trace>
  <inkml:trace contextRef="#ctx0" brushRef="#br0" timeOffset="518615">22848 18814 24575,'17'-17'0,"1"0"0,0 5 0,4-1 0,11 2 0,-10 0-1639,3 4 1,0 1-1639,-12 2 2184,8 0 1,8 1 0,-6 0 444,-2 2 648,1 0 0,6-1 0,-5 1 0,-4 1-743,6 2 1,-1 1 742,-11-1-216,5 3 0,-1 1 216,-5-2 3276,20 8-2548,4-5-728,-8-1-509,-8-4 1,-3 0 508,-10-2-2188,16 3 2188,-19-3 475,8 2-475,-8-2 0,-2 0 0,0-2 819,0-5 0,-3 4 0,2-4 0</inkml:trace>
  <inkml:trace contextRef="#ctx0" brushRef="#br0" timeOffset="519232">23604 18746 24575,'5'16'0,"2"7"0,1-3 0,-1-2 0,0-5 0,-6-13 0,-6-20 0,1 11 0,-4-20 0,5 23 0,-3-10 0,3 11 0,-5-6 0,5 7 0,4 1 0,24-1 0,3 3 0,8-2 0,-6 5 0,-20 0 0,3 1 0,-13 11 0,-1-8 0,-6 16 0,3-15 0,-12 10 0,6-9 0,-2 0 0,9-4 0,9-4 0,-3 0 0,4 0 0</inkml:trace>
  <inkml:trace contextRef="#ctx0" brushRef="#br0" timeOffset="522350">26346 18724 24575,'12'5'0,"-1"1"0,-1-4 0,5 2 0,-10-2-3277,20 1 0,-18-1 1638,18-2 1,3-2-412,-9-1 2251,10-1 0,0-1-201,-9-1-1491,2-2 0,-1-1 1491,-7 5 0,4-8 0,-3 1 0,-9 9 1698,4-12-1698,-26 7 721,-2 3 0,-4 1-721,-3 2 0,-2-1 0,1 2 0,-2-1 0,1 1 0,-11 2 0,5 2 3276,19-1-2961,-14 6 0,22-6 0,-5 2 1</inkml:trace>
  <inkml:trace contextRef="#ctx0" brushRef="#br0" timeOffset="525293">32862 17001 24575,'0'11'0,"-2"6"0,-1 12 0,-2 5 0,1-7 0,-3 2 0,-4 5 0,-1-2-1474,5-7 1,-1-1 1473,-4 5 0,-3-1-1639,-4-6 1,1-2-1639,0 3 3217,-6 0 0,-6 3 0,5-6 1364,3-6-1304,2-2 0,-9 5 0,-3 2 0,2-1 0,5-5-651,2-2 0,-1-1 651,-3 3 0,-7 4 0,-3 0 0,1 1 0,4-4-999,-3 1 1,3-2 0,0 0 998,2 0 0,0 2 0,-1-2 0,1-1 0,-2-1 0,2-1 0,8-2 3276,1-1-3079,-4-1 0,-4 0 0,6-2 352,8-2-549,-11-4 0,0 1 0,14 0 0,-8-1 0,0 0 0,10 0-3063,-16-2 3063,18 1 0,-7 1 0,13 2 0,-1 0 0</inkml:trace>
  <inkml:trace contextRef="#ctx0" brushRef="#br0" timeOffset="526010">31710 17766 24575,'3'3'0,"-1"2"0,0-4 0,0 2 0,-1-1 0,-28 12 0,7-5 0,2 0 0,1-1 0,2 0 0,21-8 0,11-5 0,3-1 0,11-2 0,-24 6 0,4 0 0,-13 3 0,0 0 0</inkml:trace>
  <inkml:trace contextRef="#ctx0" brushRef="#br0" timeOffset="529267">28963 955 24575,'5'9'0,"1"14"0,1 1 0,-2-11 0,2 9 0,1 7 0,-1-5 0,-1-5 0,5 13 0,1 5 0,-4-7 0,-1-1 0,-1-8 0,1 1 0,2 12 0,1 5 0,-2-8-608,-2-8 608,2 9 0,3 8 0,-3-9 0,-2-11 0,1 4 0,0 8 0,1 0 0,-2-8-1293,2 2 1293,-1 4 0,3 10 0,-1 1 0,-1-7-1049,-3-9 0,1 1 1049,0-2 0,1 5 0,1 4 0,1 1 0,-1-1 0,0-3-820,2 7 1,-1-2 0,0 0 0,0-1 273,0-1 1,-1-1-1,1-1 1,-1 1 545,1 1 0,0 2 0,-1-4 0,-2-11 251,-4-9-251,3 14 0,-1-1 0,-2-18 876,1 15-876,-3-17 386,1 1 1,0-2 0,0 1 0</inkml:trace>
  <inkml:trace contextRef="#ctx0" brushRef="#br0" timeOffset="609089">24800 5242 24575,'10'25'0,"-5"-12"0,5 14 0,-6-16 0,3 2 0,-2-4 0,1 4 0,-5-12 0,1-15 0,-2 2 0,0-24 0,0 23 0,0-8 0,0 1 0,0 7 0,0-11 0,0-1 0,-2 11 0,2-12 0,1 21 0,6 4 0,4 2 0,-3-1 0,6 6 0,-5-4 0,1 3 0,2 0 0,-7-2 0,3 3 0,-4-3 0,1 2 0,-2 3 0,1 1 0,-4 0 0,0-5 0,0 1 0,-4 5 0,-3-1 0,2 1 0,-1-5 0</inkml:trace>
  <inkml:trace contextRef="#ctx0" brushRef="#br0" timeOffset="613733">26020 5377 24575,'0'-8'0,"4"-8"0,-1 1-1639,1-4 1,0-1-1639,-1 5 1638,0-18 1,-1-1-1639,-2 14 2861,1-5 1,0-6-1,0 6 416,0-1-677,-1-4 1,-1-5 0,1 4 676,0 0 0,-1 3 0,-1-5 0,1 8 0,1 7 0,-1-17 0,-1 1 0,2 21 0,-1-9 0,-1-8 0,0 7 0,-1 6 0,2-17 0,-1-1 0,0 19 0,1-10 0,1-9 0,1 7 0,2 4 0,-3-4 0,0-6 0,2 6 0,4-3 0,-2 0 0,-1-7 0,0 6 0,3-1 0,-3 7 0,2-7 0,-1 1 0,-1 8 0,-1 3 0,1-5 0,1-7 0,-1 8 0,-1 9 347,1-18 1,0-1-348,1 20 680,-2-10 0,0 0-680,1 11 0,0-20 0,-1 22 0,0-9 0,0 0 0,-1 10 0,4-25 0,-4 30 1712,3-24-1712,-1 17 0,1-5 1296,1 5-1296,-2 8 3276,1-3-2015,7-4-1261,-3 3 3276,22-7-1638,-11 6 0,0 1-1406,9-3-232,8 1 0,-1 1 0,-21 8 0,10-2 0,8 0 0,-8 1-593,-7 1 593,9 1 0,10 2 0,3 0 0,-7 0-1639,-5-1 1,1-1 1613,-1 3 0,5 0 1,4 0-1,0 1 1,-3 0-1,-4-1 25,-3-1 0,-4 1 0,7 0 0,-4 0 0,6 1 0,3 1 0,3 0 0,1 0 0,0 0 0,0 1 0,-3-1 0,-3-1-547,3 1 1,-4-1 0,0 1 0,-1-1 0,1 1 0,3 0 274,-2-1 0,2 1 0,1-1 0,0 1 0,1 0 0,0 0 0,0-1 0,0 1 272,-2 0 0,1 0 0,1-1 0,0 1 0,0 0 0,-2 0 0,-2-1 0,-2 0 0,-4-1-759,8 1 1,-6-1 0,7 0 758,-6 1 0,6 0 0,4 0 0,2 0 0,3 1 0,-1 0 0,-2-1 0,-2 0 0,-6 0 0,-6-1 0,3 0 0,-7 0 0,5-1 0,2 1 0,7 0 0,3 1 0,1-1 0,-1 0 0,-7 0 0,-7-1 130,-3 1 0,-3-2-130,9-2 0,4 0 0,-6-1 0,-6 0 0,9-4 0,-2-1 1871,-14 3-1871,5-4 0,-2 0 3276,-6 4-2223,11-11 1,0-1-1054,-10 6 0,11-8 0,1-1 0,-11 8 0,9-13 0,3-3 0,-12 12 0,-1-1 1638,6-6 0,-1-2-1160,-1-1 0,-3 3-478,-4 7 0,0-9 0,1-7 0,-2 6 0,0 2-820,-2-1 1,1-7 0,0 0 0,-2 7-2458,3-3 3219,-3-2 1,1-11-1,0 0 1,-2 8-820,-1 12 1,-1-1 876,0-4 0,2-7 0,0-2 0,-1 3 0,0 5 0,-3 2 0,1 1 0,1-5 0,1-5 0,0 1 0,0 5 0,-2-8 0,1 7 0,2-8 0,-1 1 0,0 7 0,-2-6 0,3 1 0,0-7 0,-2 9 0,-1 6 0,0 0 0,0-6 0,0 7 0,-1 5 0,0-4 0,0-5 0,0 6 0,0 7 1638,-1-9 0,1-4-318,-1 10 0,1 0-1320,-1-15 0,1 1 0,0 27 0,0-3 0,0 8 0</inkml:trace>
  <inkml:trace contextRef="#ctx0" brushRef="#br0" timeOffset="614890">30046 2415 24575,'2'31'0,"2"-5"0,-2-4 0,-1 0 0,2-2 0,-3 15 0,0-23 0,0-2 0,1-5 0,0-39 0,0 10-1639,0-9 1,0 0-1639,-1 9 1638,3-3 1,-1 2 148,-1 17 1092,5-13 1,1 1 397,-5 11 0,9-15 0,-9 19 3276,4 0-2409,14 20-867,4 4 0,2 5 0,-10-6 0,-2-3 3276,-6-2-1816,5 7 0,-2 1 317,-7-11-1777,6 16 0,0 0 0,-7-14 0,2 10 0,0-1 0,-3-13 0,3 13 0,-2-17 0,1 3 0,-2-5 0</inkml:trace>
  <inkml:trace contextRef="#ctx0" brushRef="#br0" timeOffset="615643">29990 1919 24575,'-2'32'0,"1"-2"0,0 0-423,1-12 0,-1 2 423,-2 7 0,-1 6 0,1-1 0,0-7-1279,0 7 1279,-1-6 0,-2 8 0,1 0 0,1-7 510,2 1-510,-1 0 0,-2 6 0,2-7 0,2-4-552,-2 1 0,0-3 552,3-12 94,0 1 1,0-8 0,1 1-1</inkml:trace>
  <inkml:trace contextRef="#ctx0" brushRef="#br0" timeOffset="617127">27332 4357 24575,'-3'6'0,"1"4"0,-1-4 0,0 14 0,3-13 0,-1 12 0,1-12 0,1 3 0,1-3 0,-1-1 0,2-2 0,-1 1 0,1-2 0,1 7 0,5 3 0,-3-1 0,8 5 0,-8-11-820,14 8 1,-14-11 0,6 4 0</inkml:trace>
  <inkml:trace contextRef="#ctx0" brushRef="#br0" timeOffset="617643">27626 4375 24575,'-13'13'0,"-2"6"0,4 1 0,3-3 0,4 2 0,6-13 0,2 12 0,0-14 0,3 10 0,-4-12 0,10 3 0,9-4 0,7-3 0,-4-1 0,3-11 0,-19 8 0,5-11 0,-11 4 0,-7-9 0,1 8 0,-10-3 0,9 14 0,-7-1 0,9 4 0,0 0 0</inkml:trace>
  <inkml:trace contextRef="#ctx0" brushRef="#br0" timeOffset="619796">28321 4682 24575,'8'-4'0,"12"-1"0,-14 3 0,29-4 0,-24 4 0,26-1 0,-27 3 0,10 2 0,1 1 0,-7 1 0,5 1 0,0-1 0,-10 1 0,4 2 0,-11-3 0,-1 13 0,-14 10 0,7-8 0,-6-3 0,-1-1 0,2-8 0,-4 2 0,-3 0 0,-6 2 0,-1 0 0,8-3 0,14-7 0,-3 6 0,3-4 0,-3 3 0,6-3 0,7-3 0,7 3 0,19 0 0,-15-1 0,4 1 0,-3-1 0,-12-1 0,25 2 0,-24-3 0,5 0 0,-11 0 0</inkml:trace>
  <inkml:trace contextRef="#ctx0" brushRef="#br0" timeOffset="620341">28734 4744 24575,'-4'16'0,"2"-6"0,4 8 0,0-12 0,6 9 0,-6-11 0,6 6 0,0-6 0,-1 3 0,10-4 0,1-5 0,3-2 0,-1-4-3277,2-8 0,-13 10 2161,10-19 1116,-16 20 0,3-17 0,-18 7 0,4 1 0,-16-4 0,12 13 0,-13-1 0,14 4 0,-7 2 0,12 3 3276,-2 1-207,5 2-3889,1 1 1,1-3 0,0 0 0</inkml:trace>
  <inkml:trace contextRef="#ctx0" brushRef="#br0" timeOffset="620810">28980 4723 24575,'4'30'0,"-2"-12"0,8 10 0,0-14 0,8 6 0,-6-10 0,7-2 0,-13-8 0,20-7 0,-17 3 0,18-15 0,-21 8-3277,6-14 0,-10 14 0,2-16 1787,-4 21 1490,-4-14 0,1 17 0,-3-7 0,3 9 819,-1 0 0,2 1 0,-1 2 0</inkml:trace>
  <inkml:trace contextRef="#ctx0" brushRef="#br0" timeOffset="621465">29446 4703 24575,'-12'16'0,"6"-8"0,-8 12 0,10-15 0,-8 17 0,8-6 0,-2 2 0,4 0 0,8-9 0,1 5 0,11-7 0,5-3 0,-5-6-3277,7-5 0,-20 2 2319,16-13 958,-17 10 0,12-15 0,-14 17 0,6-19 0,-7 19 0,-1-19 0,-1 19 0,-11-11 0,8 14-336,-16-5 336,13 7-3277,-16 1 2369,16 1 3098,-23 10-2190,23-8 149,-20 8 0,24-9 0,-6 1 1</inkml:trace>
  <inkml:trace contextRef="#ctx0" brushRef="#br0" timeOffset="621863">29620 4756 24575,'0'5'0,"0"12"0,1-11 0,2 15 0,-1-17 0,5 13 0,1-6 0,3 4 0,11-7 0,-10-5 0,12-6 0,-15-2 0,12-7 0,-10-5 0,-1-5 0,-8-1 0,-3 11 0,-2 3 0</inkml:trace>
  <inkml:trace contextRef="#ctx0" brushRef="#br0" timeOffset="622363">29892 4779 24575,'-3'15'0,"0"-6"0,3 9 0,0-13 0,8 17 0,-4-17 0,13 13 0,-2-17 0,-1 3 0,5-8 0,-1-3 0,-7 0 0,20-12 0,-25 9 0,6-11 0,-11-9 0,1 9 0,-7-10 0,1 24 0,-1-4 0,1 9 0,3 0 0</inkml:trace>
  <inkml:trace contextRef="#ctx0" brushRef="#br0" timeOffset="624296">29707 3913 24575,'-21'24'0,"0"0"0,-1 0 0,2 0 0,-1-1 0,-1 0 0,-2 1 0,5-5 0,0 1 0,-3 3 0,2-2-3104,12-13 3104,-2 4 979,16-27-979,5-8 0,-4 7 0,2-2-1639,5-9 1,0 1-825,-4 4 1089,6-7 1,-1 2 1373,-9 17-354,5-7 1,-2 1 353,-5 11 0,5-6 0,-7 9 0,3-3 0,9 16 0,4 7 0,-1-4 0,1 1 0,1 3 0,1 2-665,7 4 1,-5-4 664,-13-10 211,10 7 0,-2 0-211,-11-11 0,15 17 0,-11-11 3276,2-1-2464,-12-2-812,-17-11 0,-5-5 0,-5 2 0,2 0 0,2 1 0,11 0 0,6 4 0</inkml:trace>
  <inkml:trace contextRef="#ctx0" brushRef="#br0" timeOffset="624530">29572 4106 24575,'6'0'0,"14"1"0,2 0-1209,-6-1 1209,14 0 0,12 1 0,2-1 0,-10 0-915,2 0 915,-2 1 0,10-1 0,-2 0 0,-14 1 0,-15-1 0,12 1 0,-4-1 0,-17 0 0,6 0 0</inkml:trace>
  <inkml:trace contextRef="#ctx0" brushRef="#br0" timeOffset="625463">31895 3770 24575,'-10'23'0,"0"0"0,0 3 0,-2 0 0,0-1 0,-1 0 0,0 1-1093,-1 2 1,-1 0 0,0-1-547,-1 2 1,-1 0 545,1-2 1,0 0 0,4-6 2420,3-5-1328,-6 6 0,-4 5 0,5-5 1719,6-8-1719,-9 7 0,-7 5 0,5-6 0,7-6 0,-7 0 0,-9 3 0,-1 1 0,6-3-1512,-10 3 1512,7-4 0,-9 3 0,0 1 0,7-4 0,7-4 0,1 0 0,-5 1 0,-5 2 0,0 0 0,6-3 3276,-10 5-2356,9-4 0,-3 2 0,6-4-920,10-5 0,-13 7 0,22-11 0,2 0 0</inkml:trace>
  <inkml:trace contextRef="#ctx0" brushRef="#br0" timeOffset="630074">30886 3981 24575,'0'5'0,"-7"9"0,-9 7 0,-3 0 0,-2 0 0,8-7 0,-1 0-1093,-5 2 1,-3 2 0,3-4-460,-4 0 1552,1 0 0,-4 1 0,3-2 0,-4 1 0,-2 1 0,-6 2 0,4-1-1639,11-6 1,0 0 1048,-10 5 0,0-1-1049,9-4 1,5-2 1207,8-6 431,-11 4 0,17-6 0,1 0 0</inkml:trace>
  <inkml:trace contextRef="#ctx0" brushRef="#br0" timeOffset="631863">28282 4591 24575,'-15'10'0,"3"1"0,-2-1 0,2 5 0,4-9 0,-6 15 0,-2 0 0,4-2 0,-4 9 0,8-12-3277,-2 18 0,5-18 1638,3 3 1,2-1 148,0-11 412,4 29 1078,-3-25-685,7 22 685,-6-25 0,5 11 0,2 0 0,-2-9 0,3 9 0,1 1 0,3-5 1638,1 1 0,5 3-1538,0-4 0,3 1 0,-1-1 1538,2 0 0,2 0-1324,6 3 1,5 0 0,-6-4-315,2-6 0,-3 0 0,9 3 0,-1-1 0,-7-2-138,-11-4 1,-1-1 137,8 2 0,6 0 0,4 1 0,-3-1 0,-7-1 0,-2-1 0,-1-2 0,9 1 0,7 0 0,0-1 0,-8 0 0,-6 0 0,0 0 0,8-1 0,7 0 0,0-1 0,-8 1 0,-14 0 0,-1-1 0,17-1 0,6-1 0,-8 0 1383,-7-2-1383,9-7 0,-2-1 0,-14 2 0,7-5 0,-2 0 129,-11 3-129,7-7 0,0-1 1314,-7 7-1314,9-13 0,0 0 0,-11 12-1639,6-11 1,-1 1 868,-10 13-869,4-11 1,-3 1 378,-6 13 987,2-10 1,0-1 272,-3 8 0,-6-19 0,-8-4 0,1 13 0,-1 0 0,-1 4 0,0 7 0,-8-2 0,-9-4 0,2 3 835,3 4 0,-3 0-835,1 0 0,-7-1 0,-2-1 0,1 1 0,4 2 0,0 0 0,4 2 0,-4 0 0,2 0 0,-4-1 0,-2 0 0,-1 0 0,2 1 0,3 0 0,-2 1 0,3 1 0,1 0 0,0 0 0,0 0 0,-1-1 0,2 1 0,3 0 0,-6 1 0,0-1 0</inkml:trace>
  <inkml:trace contextRef="#ctx0" brushRef="#br0" timeOffset="632741">32505 3740 24575,'4'28'0,"1"-1"0,-1-1 0,1 0 0,-1 5 0,2 0 0,1 9 0,-1-8 0,-3-20 0,2 12 0,0 0 0,-1-16 0,3 13 0,-5-15 0,3 5 0,-5-8 0,0 1 0</inkml:trace>
  <inkml:trace contextRef="#ctx0" brushRef="#br0" timeOffset="633440">32334 3834 24575,'20'-7'0,"-9"3"0,10-3 0,2-2-1639,2 1 1,1 1-1639,4-4 3162,-3 4 0,-4 3 115,-15 4 0,13 13 0,-9 13 0,-2-2 0,-5-6 0,-3 1 0,-18 9 0,11-5 0,-8-6 0,-1-3 0,8-9 0,-14 14 0,32-15 0,4 7 0,3 3 0,4-1 0,0 0 0,1-3 0,-3 2 0,-5 7 0,-5-1 0,-10-9 3276,4 22 0,-10-7-3044,1-3-232,-8 4 0,5-15 0,-12 7 0,10-8-3277,-18 3 0,20-8 3047,-14 2 230,-7-7 0,-5 2 0,13-3 0,-1-1 0,-9 2 0,3 1-1968,7-2 1968,-3 1 0,3 1 0,16 0 0,-4 0 0</inkml:trace>
  <inkml:trace contextRef="#ctx0" brushRef="#br0" timeOffset="637072">30149 3748 24575,'-7'-15'0,"-2"-3"0,-1 2 0,-1-4 0,8 21 0,7 14 0,-2-5-1639,8 13 1,1 0-1639,-8-14 1638,9 15 1,0 1 148,-8-17 1154,3 13 0,1 0 336,-4-12-1406,-1 9 1,-2 1 1405,1-10 822,-3 11 0,-1-1-822,0-11 2770,-5 18-2770,3-22 799,-5 8-799,5-11 3276,1 5-1159,17-8 480,-7 1-2597,26-2 0,-24 1 0,27-5 0,-27 5 0,16-5 0,-19 6 0,11-8 0,-10 6-820,9-13 1,-12 14 0,2-6 0</inkml:trace>
  <inkml:trace contextRef="#ctx0" brushRef="#br0" timeOffset="637574">30387 3795 18854,'-7'18'0,"4"-11"0,-1 23 0,3-24 2626,0 17-2626,5-15 0,2 3 0,1-5 0,6-2 0,-8-3 976,17 0-976,-3-9 508,12-6-508,-16 1 0,-1-2 0,3-1-3277,0-17 1381,-15 26-1381,0-28 2017,-4 29 738,-10-26 522,7 27 0,-20-16 0,1 14 0,-2-2 819,0 6 0,20 3 0,-1 0 0</inkml:trace>
  <inkml:trace contextRef="#ctx0" brushRef="#br0" timeOffset="637859">30806 3680 24575,'-5'19'0,"-1"7"-3277,-7 3 0,7-11 1638,-4 3 1,0-3-322,7-11 2571,-6 9 0,-1 1-611,7-8 0,-11 15 0,13-19 0,-5 3 0,4-4 0,0-2 0,1 1 0</inkml:trace>
  <inkml:trace contextRef="#ctx0" brushRef="#br0" timeOffset="638207">30620 3789 24575,'0'0'0</inkml:trace>
  <inkml:trace contextRef="#ctx0" brushRef="#br0" timeOffset="638505">30837 3941 24575,'0'0'0</inkml:trace>
  <inkml:trace contextRef="#ctx0" brushRef="#br0" timeOffset="643005">31210 4782 24575,'22'4'0,"-8"-3"0,8 5 0,-7-4-3277,8 1 0,-8-2 1638,5 0 1,0 0 148,-11-1 998,13 0 0,-1 0 492,-14 0 0,11 1 0,-22 20 0,-4 9 0,-1 2 0,1-6 0,0-4 0,3-9 977,-1 11 1,-1-1-978,5-14-267,-2 24 267,4-27 0,4 13 0,-3-14 3276,3 7-1666,-7-12-1610,-2 0 0,0-2 0,1 1 0,2 1 0</inkml:trace>
  <inkml:trace contextRef="#ctx0" brushRef="#br0" timeOffset="643290">31269 5001 24575,'15'2'0,"6"-1"-3277,8-4 0,-12 2 1638,17-3 1,0 1-1639,-15 2 2743,14-4 1,-1 1 533,-17 3-275,13-5 275,-22 6 0,8-4 0,-9 3 0,2-2 0,-6 3 0</inkml:trace>
  <inkml:trace contextRef="#ctx0" brushRef="#br0" timeOffset="643588">31888 4812 24575,'4'17'0,"-3"14"0,-2-21 0,-4 13 0,-2 2 0,-2 0 0,-4 10 0,1-8 0,7-19 0,-2 7 0,2-12 0,-6-6 0,6 2 0,-5-3 0</inkml:trace>
  <inkml:trace contextRef="#ctx0" brushRef="#br0" timeOffset="643803">31690 4919 24575,'10'0'0,"0"0"0,0 0 0,0 1 0,9 4 0,10 1 0,1 1-820,-1-1 1,-19-5 0,-3 1 0</inkml:trace>
  <inkml:trace contextRef="#ctx0" brushRef="#br0" timeOffset="645302">31150 3677 24575,'12'-9'0,"2"-1"-3277,12-6 0,-15 7 0,16-10 0,0 3 2909,-13 8 1420,4-2 1,-1 0-1053,-5 5 0,7-3 0,4-1 0,10-2 0,-1 1 0,-10 2 0,0 1 0,8-2 0,3-2 0,-8 3 3276,-8 2-2864,8-1 0,8-1 1,-6 1 2863,-8 4-2184,7-1 0,5 0 0,-7 1-786,-10 3-306,22-2 0,-1 0 0,-20 1 0,8 0 0,8 1 0,-6-1 0,-6 2 0,14 2 0,-1 1 0,-19-3-1639,10 6 1,-1 0-1639,-12-4 2293,22 9 984,-27-8 0,11 7 0,-5 13 0,3 7 0,-6-3 0,-4-8 0,0-1 0,-1-6 0,4 15 0,-4-20 0,7 4 0,-4-7 0,24 1 0,-17-4-1639,18-5 1,0-2 628,-13 0 1010,14-2 0,9-2 0,-8 1 3276,-13 2-2991,9-1 1,8-2 0,-10 3-286,-12 4 0,8-4 0,0-1 0,-10 6-3277,23-6 2816,-29 6 461,19 0 0,-19 1 3276,4 1-2069,11 16-2846,-9-3 1,0 0 541,11 11 1097,-8-5 0,-4-1 0,-8-11-707,3 12 1,0 0 706,-6-10-503,2 14 0,-1 0 503,-2-8 0,-5 16 0,-2 2 0,4-14 0,-8 10 0,-7 9 0,5-8 2935,3-10-2935,0 3 0,-5 9 0,1 0 0,5-9 0,3 0 0,-2 1 0,-3 9 0,0 0 0,2-9 0,3-2 0,-3 6 0,-2 7 0,4-10 1764,4-16-1764,-1 14 0,2-2 1709,7-17-1709,-3 12 0,13-30 0,-10 9 0,11-17 0,1-1 0,-12 12-656,10-15 1,-1 0-1,-12 18 1,5-14 0</inkml:trace>
  <inkml:trace contextRef="#ctx0" brushRef="#br0" timeOffset="646491">31790 2623 24575,'9'0'0,"1"0"0,4 0 0,9 0 0,-10 0 0,9 2 0,-19-1 0,8 2 0,6 9 0,0 2 0,0-3 0,7 8 0,-3-1 0,-14-10-3277,10 19 0,-15-21 2015,3 13 0,-1 1 1262,-4-8-1639,0 9 1,-1 0 1138,-2-10-763,-4 8 1,0 0 1262,3-10 1262,-4 8 1,-3-2-1263,-7-4 1534,3 2-1534,-21 0 0,27-12 3276,-18 5-2015,21-6 2015,-4 0-2457,6 0 0,1 0 0,2 0 0</inkml:trace>
  <inkml:trace contextRef="#ctx0" brushRef="#br0" timeOffset="650732">30962 1240 24575,'4'16'0,"4"16"0,-3-13 0,0 0 0,0 0 0,0 0 0,3 11 0,-1-3 0,-3-9 0,3 6 0,1 6 0,-1-7 0,-4-8 0,5 19 0,1 1 0,-7-19 0,4 15 0,0 2 0,-3-7 0,1 5 0,1 0 0,-1 5 0,1-4 0,2-6 0,-5-21 0,0 1 0,-4-14 0,-2 3 0,1-2 0</inkml:trace>
  <inkml:trace contextRef="#ctx0" brushRef="#br0" timeOffset="651436">31042 1360 24575,'11'-1'0,"6"-2"0,5-5 0,-2 3-1093,1-4 1,5-2 0,-3 1-2185,6 0 2184,-1-1 1,6-2 0,-5 2 2016,5-2-924,-7 5 0,4-1 0,-5 1 1775,5-1-1775,-2 2 0,6-1 0,-9 2 0,-10 4 0,16-4 0,-2 1 0,-22 4 3276,12-3 0,-18 8-3216,10 26-60,-6-13 0,2 10 0,1 0 0,-4-12 0,3 18 0,-1 1 0,1-12-1093,-3 1 1,1 4 0,0-3 49,3 0 1043,-2-1 0,3 3 0,0 0-1639,4 7 1,1-1 686,-2-3 0,1 1 952,1 1 0,-3-5 0,-6-16 0,4 19 0,-8-22 0,2 14 0,-4-15 3237,-8 14-3237,-9-8 0,-2 0 0,-6 7 0,-5-7 0,-8-1 0,6-4 0,-4-1 0,7-3 0,-11-1 0,-4 1 0,4-1 0,8-1-727,9-1 1,0 0 726,-8-1 0,-10 0 0,-2-1 0,3 0 0,10 0 0,-4-3 0,4 2 0,-6-1 0,8-1 0,5-3 0,-2 3 0,21 2 0,6 3 0,-2 2 0</inkml:trace>
  <inkml:trace contextRef="#ctx0" brushRef="#br0" timeOffset="654960">26516 5865 24575,'-19'-1'0,"0"1"0,-3-2-1093,-2 3 1,-5 0 0,4 0-2185,2 0 2184,-8 1 1,-7 1 0,7-1 2420,12-1-1328,-6 3 0,-6 2 0,8-1 1719,10-1-1719,-17 10 0,2 1 0,20-6 0,-7 10 0,0 0 0,9-5 0,-3 14 0,0 1 0,2-6 0,0 6 0,1-1 0,5-10 0,2 2 0,1-1 0,1-6 0,8 6 0,2-1 0,-5-11 0,10 6 0,1-1 0,-6-7 0,13 2 0,3 0 0,-4-5 0,8 1 0,9-1 0,-8-1 0,-2-1-1093,1-1 1,8 0 0,-10 0-168,-14-1 6,11-1 0,0 0 1254,-11 1-441,4-1 0,0 0 1,-12 3-1,12-3 1</inkml:trace>
  <inkml:trace contextRef="#ctx0" brushRef="#br0" timeOffset="655409">26954 6006 24575,'25'2'0,"0"-1"0,2 0 0,-3 0 0,5 0 0,-6-1 0,-5 0 0,18 0 0,-2-1 0,-20 1 0,8-1 0,2 0 0,0 3 0,-9-2 0,1 1 0</inkml:trace>
  <inkml:trace contextRef="#ctx0" brushRef="#br0" timeOffset="655811">27719 5902 24575,'7'15'0,"-3"-9"-1639,2 12 1,-1 1-1639,-2-10 1638,4 14 1,0 0-1639,-4-14 2653,4 13 1,-1 0 623,-5-14-2029,9 27 2029,-8-30 2029,5 17-2029,-5-19 3034,1 3-3034,-3-6 0,0-4 0</inkml:trace>
  <inkml:trace contextRef="#ctx0" brushRef="#br0" timeOffset="656245">27600 5893 24575,'22'-4'0,"0"2"0,5 0 0,-1 0 0,5-1 0,0 1 0,-4-1 0,1 2 0,-2 0 0,3 2 0,-5 2 0,-11-1 0,15 8 0,-24-3 0,13 15 0,-10-7 0,3 5 0,4 5 0,-3-2 0,3 6-1093,-2-5 1,2 4 0,-2-5-1087,-3 2 2784,0-3 0,-1 1-605,-9 1 0,-2-1 0,4 11 0,-12-9 0,-3-3 0,2-9 0,-8-5 0,-7 0 0,2-2 0,0-6 0,0-1-285,1 3 0,-2-1 0,0-2 285,-5-5 0,0-3 0,4 1 0,-6-1 0,8 1 0,-7-1 0,1 0 0,6 1 0,-7-1 0,5 2 0,-4 0 0,5 1 0,2 2 0,4 1 0,1 1 0,10 1 0,-5-2 0</inkml:trace>
  <inkml:trace contextRef="#ctx0" brushRef="#br0" timeOffset="657621">26140 6547 24575,'19'0'0,"4"1"0,-1 1 0,8-1-274,-7-1 1,6 1 0,5 0 0,4 0 0,3 1 0,2-1 0,1 0 0,-1 0 0,-1 0 0,-3 0 0,-4 0 0,-5-1-547,10 1 1,-7-1 0,0 0 0,8 1 600,-14-1 1,4 0-1,3 1 1,2 0-1,3-1 1,1 1-1,1 0 1,0 0-1,0 0 1,-1-1 0,-2 1-1,-2-1 1,-3 1-1,-4-1 1,-3 0-602,10 0 1,-7-1 0,-2 0 0,5 0 640,1 1 1,3 0 0,3 0 0,0 0 0,0 0 0,-2 0 0,-3 0 178,3 0 0,-4 1 0,0-1 0,1-1-406,1 1 0,3-2 1,0 1-1,-4 0 0,-7 0 406,-5 0 0,-2-1 0,17-4 0,-4 0 0,-16 3 2029,12-8-2029,-26 4 0,0-23 0,-4 15 0,0-5 0,-1-1 0,2 7 1517,0-10 0,-1-4-1517,1-2 0,0-1 1638,-1 4 0,0-2-1346,2-1 1,2-2-1,-1 6 2984,-1 2-2184,1-3 0,1-5 0,-1 6-1050,-2 5-1135,0-3 1,-2-6 0,1 6-792,-4 2 245,-5-9 1,-1 1 30,3 14 1750,-6-4 1,0 2-143,4 9 0,-6-3 0,6 7 0,8 4 0,-3-2 0</inkml:trace>
  <inkml:trace contextRef="#ctx0" brushRef="#br0" timeOffset="660507">26837 7304 24575,'15'0'0,"-8"0"-1639,13-2 1,2 0-1639,-12 1 1638,10-2 1,3 0-1,-1 2 1,-1-1 1270,2-2 75,3 3 0,6 0 0,-7 0 293,-5-1-677,5 2 1,7 0 0,-6 0 676,-3 0 0,8 0 0,9 0 0,-5 0 0,-14 1 0,1 0 240,3 0 1,5-1-1,4 0 1,-1 1-1,-2-1-240,7 2 0,-2-1 0,1 0 0,-1 0 0,2-1 0,0 1 0,-4-1 0,-3 1 0,-2-1 0,-2 1 0,12-1 0,-10 0 2625,-20 0-2625,13 1 0,0 0 3276,-14 0-2952,12 2 0,3 0-324,-6-1 924,10 1 1,3-1-925,-4-1 0,0-1 0,-2 1 0,-1-1 0,8-4 0,-5-1 0,-14 2-1392,16-8 0,1-1 1392,-14 6-1010,13-9 1,1 0 1009,-12 7 0,5-7 0,1-2 0,-5 2 0,-2-1 1638,0 3 0,-1-2-1074,5-14 1,-4 2 2711,-8 14-3238,0-9 1,2-6 0,-3 5 3237,-2 9-3019,4-19 0,1 0-257,-5 18-1639,4-10 1,-1 0-1639,-1 11 1638,3-13 1,1 1 1309,-5 14-1310,4-12 1,1 1 1496,-7 14-291,5-13 1,-1 0 432,-3 12 1161,2-8 1,-1 1-1162,-2 8 0,1-12 0,-3 14-941,4-13 941,-5 15 3276,4-11-2877,-4 12-3010,7-18 2611,-6 16 235,10-21-235,-9 20 0,9-19 0,-7 20 0,5-20 0,-7 19 3276,2-6-3016,-5 7 1,1 4-1,-2 1 1</inkml:trace>
  <inkml:trace contextRef="#ctx0" brushRef="#br0" timeOffset="662595">28872 6279 24575,'-14'21'0,"-11"6"0,3-3 0,2-6 0,0-1 0,7-8 0,-4 6 0,-2 3 0,4-5 0,2 0 0,-8 12-1639,6-11 1,3-1-1639,9-5 3047,-15 11 230,13-13 0,-3 8 0,8-11-3277,19 12 2017,-11-10 1260,13 8 0,0 1 0,-13-8-1086,17 7 1,3 0 1085,-13-7-1157,18 4 0,1-2 1157,-17-3 64,6 1 1,-2-1-65,-16-4 2379,7 4-2379,-12-5 0,-20-9 0,9 6 0,-7-6 0,0 1 0,9 7 0,-10-5 0,0 0 0,10 5 0,-22-5 0,26 6 2231,-6-1-2231,3-4 3276,1 3-1890,-12-8-1386,13 9 0,-22-12 0,20 10 3276,-8-6-147,18-6-3129,7-2 0,-1-1 0,2 2 0,-8 13 0,7-10 0,-1 2 0,12-10 0,-5 7 0,0 1 0,6-5 0,7-7 0,-24 19 0,7-4 0,-10 7 0,5-2 0,-20 19-1639,0-1 1,-2 2-1639,-6 8 1638,-8 0 1,2-4 1005,15-12 310,-6 5 0,2-1 323,12-7 0,-2 3-216,26-19 216,-12 8 1638,12-8 0,5-3-1009,-2 5 0,0 0 1009,-4 0 0,0 0-762,12-5 1,-4 2 413,-14 6-1290,19-10 0,-26 16 0,5-6 473,-11 10-473,-11 29 0,6-19 0,-4 13 0,1-2 0,7-15 0,-6 8 0,0 1 0,5-7 0,-3 5 0,8-21 0,5-9 0,-3 1-3277,7-18 0,-9 23 0,9-24 1787,-10 26 1490,9-11 0,-9 53 0,4-10 0,-2 3 0,-1 1 3276,0-3-2015,2-14 2015,-8-17 0,2-3-3044,-11-7-232,-5 3 0,5 1 0,-14 3 0,21 7 0,-22-1 0,20 1 0,-8-2 0,13 2 0,3-1 0</inkml:trace>
  <inkml:trace contextRef="#ctx0" brushRef="#br0" timeOffset="663784">29408 6806 24575,'-28'0'0,"1"0"0,6 0 0,1 0 0,-11 1 0,10 0 0,1 1 0,3 2 0,1 0 0,14 5 0,2-5 0,7 8 0,4-6 0,21 6 0,-13-5 0,2 0 0,-2-1 0,-8-2 0,22 12 0,-23-11 0,14 13 0,-18-12 0,1 13 0,-5-3-3277,-10 5 0,2-7 1879,-15-4 1,-3-4 1397,4-3 0,-11 3 0,-1-1 0,3-4 0,4 1 0,1 0 0,0-2 0,3-1 0,15-1 3276,5-5-1038,1 0-2976,1-4 1,0 6 0,1 0 0</inkml:trace>
  <inkml:trace contextRef="#ctx0" brushRef="#br0" timeOffset="664251">29480 6943 24575,'7'-2'0,"7"2"0,8-8 0,-4 6 0,9-9 0,-20 8 0,11-7 0,-7-4 0,1 6 0,0-9 0,-10 14 0,-5-6 0,-8 6 0,-18 2 0,-1 9 0,0-1 0,1 15 0,18-15 0,-7 17 0,15-15 0,5 12 0,20-10 0,5-3-604,-8 3 604,12-4 0,-5-2 0,-22-5 0,4 2 0</inkml:trace>
  <inkml:trace contextRef="#ctx0" brushRef="#br0" timeOffset="664887">29751 6912 24575,'-18'10'0,"-9"12"0,21-15 0,-11 15 0,18-11 0,2 4 0,4-4-3277,13 0 0,-13-7 0,25 4 1787,-24-7 1060,18-1 430,-21 0 0,4-4 0,-7 3 3276,2-10-2228,-2 7 2228,2 11-87,-4 17-3189,1 2 481,-2-1 0,-5 0-481,-6-3 0,-1 0 0,5-4 0,-1 1 0,-12 5 0,0-4 0,6-11 0,-10 3 0,-1 0 0,6-5 0,-5-1 0,1-1 0,10-3 0,-8-6 0,12-23 0,2-1 0,2-6-1639,7 12 1,-1 4-1639,0 7 2457,11-19 1,-9 27 0,6-6 0</inkml:trace>
  <inkml:trace contextRef="#ctx0" brushRef="#br0" timeOffset="665220">29869 6921 24575,'13'14'0,"-6"-4"0,6 4 0,6-2 0,-2-1 0,0-2 0,1-2 0,-2-3 0,18 5 0,-20-7 0,0-1 0,-16-22-820,-4 3 1,1-6 0,0 12 0</inkml:trace>
  <inkml:trace contextRef="#ctx0" brushRef="#br0" timeOffset="665589">30070 6913 24575,'11'16'0,"7"9"0,-5-7 0,-1-2 0,0 0 0,0-1 0,1 3 0,-6-10 0,-1-17 0,-5 3-3277,15-23 0,-13 21 1638,14-10 1,1 0 148,-11 12-27,11-8 0,0 2 1517,-12 11 0,14-9 0,-16 9 3034,3 2-3034,-1 16 0,-4-8 0,2 6 0,-4-13 0</inkml:trace>
  <inkml:trace contextRef="#ctx0" brushRef="#br0" timeOffset="665992">30461 6928 24575,'-17'6'0,"-7"10"0,18-10 0,-10 13 0,17-9 0,-5 2 0,15 1-3277,6-9 0,-3 2 1638,12-8 1,0-3 148,-12 1 1134,12-4 1,0 0 355,-18 4 0,11-11 0,-18-2 0,-6-3 0,-4 1 0,-8 8 0,-2 3 0,7 3 1387,-14-1 0,0 3-1387,11 6-1543,-12 2 1,-1 1 1542,12-1-1348,-7 5 1,2 0 1347,13-7 529,-5 8 1,12-11 0,4 0 0</inkml:trace>
  <inkml:trace contextRef="#ctx0" brushRef="#br0" timeOffset="669866">30018 5455 24575,'-16'0'0,"-21"5"0,23-1 0,-6 1 0,2 1 0,11-1 0,-4 1 0,12-1 0,5 6 0,7 4 0,-4-4 0,6 3 0,-10-11 0,6 5 0,-7-6 0,5 2 0,0-2 0,-3-1 0,9 1 0,-10 0 0,9 0 0,1-8 0,2-4 0,6-14 0,-12 11 0,1-15 0,-10 24 0,1-22 0,-3 17-1639,-3-9 1,-1-1-1639,0 3 2507,-2-5 1,-1-1 769,1 8 0,-5-16 0,5 13 0,1 2 0,2 6 0,4 26 0,0-10 0,0 12 0,1 1 0,-1-8 0,3 20 0,0 2 0,0-12 0,2 9 0,0-1 3276,-2-17-417,8 19-2859,-4-16 0,0 2 489,-1-6 1,-5-10-1,-1 1 1</inkml:trace>
  <inkml:trace contextRef="#ctx0" brushRef="#br0" timeOffset="670617">30303 5448 24575,'-22'11'0,"4"0"0,0 0 0,-5 3 0,-6 8 0,30-20 0,15 9 0,-6-9 0,15 9 0,-16-7 0,2 0 0,-3 3 0,-1-4 0,1 3 0,-3-3 0,-2 0 0,-9 1 0,-7 3 0,3-4 0,-7 1 0,10-4 0,-4-4 0,3 3 0,4-3 0,1 4 0</inkml:trace>
  <inkml:trace contextRef="#ctx0" brushRef="#br0" timeOffset="671519">30338 5467 24575,'-9'8'0,"3"-3"0,-1 8 0,5-7 0,3 11 0,7-8 0,-2 2 0,8-5-3277,11-7 0,-11 0 2386,16-4 891,-23 4 0,10-5 0,-10 4 0,1-3 0,-8 9 0,-3-3 0,1 5 0</inkml:trace>
  <inkml:trace contextRef="#ctx0" brushRef="#br0" timeOffset="672603">28613 6246 24575,'3'-6'0,"-1"-2"0,6-9 0,4-7 0,-1 2 0,1 0 0,-2 3 0,0 2 0,0 0 0,-1 1 0,2-1 0,-1 2 0,-2 5 0,14-11 0,1 0 0,-8 9-1093,5-1 1,6-3 0,-5 3-2185,-5 3 2184,12-4 1,10-5 0,-8 4-398,-7 3 988,2-1 1,4-2 0,-6 4 501,-10 6 0,5-7 0,-11 12 0,-3-3 0,-2 3 0</inkml:trace>
  <inkml:trace contextRef="#ctx0" brushRef="#br0" timeOffset="673100">29119 5839 24575,'4'17'0,"-2"-11"0,4 15 0,-4-18 0,1 4 0,-3-10 0,-4-12 0,-1 5 0,-6-12 0,1 15 0,-6-4 0,7 8 0,0 3 0,7 5 0,4 1 0,4 0 0,-1-3 0,2-1 0</inkml:trace>
  <inkml:trace contextRef="#ctx0" brushRef="#br0" timeOffset="678075">30063 5203 24575,'-31'6'0,"12"-5"0,0 4 0,-1 0 0,-7 0 0,3 0 0,-10 6 0,27-9 0,-13 6 0,11-2 0,-3-2 0,-6 7 0,-1 2 0,5-4 0,-6 7 0,15-14 0,-11 11 0,13-10 0,-10 10 0,10-9 0,-7 11 0,8-10 0,-8 18 0,7-15-3277,-6 20 0,6-21 3047,-2 25 230,2-15 0,1 16 0,4-13 0,1-2 0,-2 1 0,5 2 0,0-3 3276,-4-11-1638,5 13 0,1 2-1406,-4-13-232,4 14 0,1-1 0,-6-14 0,10 15 0,0 0 0,-7-14 0,7 8 0,1 0 0,-8-11 0,19 14 0,-17-13-1639,13 2 1,-1 0-1639,-12-3 1638,16 2 1,0 0 148,-16-4-27,24 5 0,1-1 1517,-18-6-434,18 3 0,2 0 434,-16-4 0,13 1 0,2-1 0,-11 1 0,14-1 0,-1 0 0,-21-1 573,14 0 0,1 0-573,-16 0 141,9-1 1,-1 0-142,-10-1 3276,16-1-3241,-22 0-35,13-7 0,-12 5 0,20-19 0,-20 17-895,10-9 1,0 0 894,-10 10-319,12-14 1,1-2 318,-12 13-1254,9-16 0,-2 0 1254,-11 15 0,1-9 0,-1 0 0,-4 13 0,0-24 0,0 23-484,-3-15 1,-1-2 483,3 13 766,-5-13 0,0 0-766,4 13 2459,-7-20-2459,4 20 3276,-6-15-2546,2 10-730,0-2 3276,-7-6-562,3 6-5991,-8-13 1633,8 17 890,1-3 0,1 1 754,3 9 0,-5-7 0,0-1 0,8 7 0,-18-10 0,21 11 0,-19-4 0,15 7-3277,-17-3 2694,16 4 2554,-28-6-1971,23 6 0,-8-2 0,-1 0 0,8 2-1045,-11-2 0,1 0 1045,10 4-304,-9-3 1,0 0 303,13 1 3276,-20 0-3051,6 0-225,4 3 0,-10-1 0,21 1 0,-11 1 0,-1 2 0,8-1 0,-8 3 0,1 0 0,8 1 0,-15 4 0,17-6 2044,-2 1-2044,8-4 0,3 0 0,-2-1 0</inkml:trace>
  <inkml:trace contextRef="#ctx0" brushRef="#br0" timeOffset="680589">29044 5724 24575,'7'8'0,"7"9"0,-9-8-3277,10 22 0,-9-20 1638,1 8 1,-1-2-1639,-3-9 4582,5 18-1305,-7-20-277,6 17 277,-6-15 3276,4 10-2392,-4-14 2392,1 0-331,-14-19-2945,7 9 0,-18-18 0,15 19 0,-13-8 0,15 9 1043,-7-5-1043,12 3 656,-3 1-656,7 0 0,28 11 0,-15-3 0,7 2 0,2 0 0,7 3 0,-10-4 0,10 1 0,-26-5 0,10 0 0,-6 2 0,-14-2 0,-5 3 0,-8-3 0,4 3 0,13-4 0,-1 0 0,-4 0 0,-2-5 0,-5-1 0,-4-7 0,1-6 0,5 7 0,3-4 0,7 3 0,0 6 0,0-8 0,0 11 0,0 1 0,3 6 0,5 10 0,-2-5 0,6 4 0,2-10 0,-4 1 0,15-1 0,-18-1 0,20-1 0,-19 1 0,6-5 0,-14 5 0,-9 0 0,5 2 0,-4 1 0,14-2 0,-2-1 0,0 0 0,-8 6 0,-7 3 0,1-1 0,-1 4 0,7-11 0,1 4 0,2-5 0</inkml:trace>
  <inkml:trace contextRef="#ctx0" brushRef="#br0" timeOffset="682005">29011 5764 24575,'7'7'0,"-2"-2"0,7 7 0,-2 1 0,-2-2 0,3 7 0,-10-12 0,9 17 0,-7-15 0,5 15 0,-4-17 0,3 15 0,-3-10 0,0 3 0,0-6 0,-1-3 0,1-3 0,-1 1 0,-3-8 0,-1-5 0,-10-20 0,6 14 0,-7-17 0,9 25 0,-1-11 0,1 7 0,15-4 0,12 1 0,-4 7 0,9-1 0,-24 8 0,2 0 0,1 1 0,-4 1 0,2 1 0,-7 5 0,-6 11 0,4-6-3277,-8 12 0,10-18 3047,-5 10 230,6-12 0,-3 4 0,3-7 0,-2-1 0</inkml:trace>
  <inkml:trace contextRef="#ctx0" brushRef="#br0" timeOffset="685517">28161 5748 24575,'-17'-5'0,"8"3"0,-10-2 0,-4-1 0,1 0 0,0-1 0,3 2 0,0 0 0,-8-3 0,3 0 0,15 5 0,-19-4 0,21 4 0,-11 1 0,-1 1 0,-11 0 0,8 0-3277,-10 0 0,26 0 3047,-17 0 230,16 0 0,-7 0 0,0 0-3277,-14-2 2017,12 2 1260,-11-2 0,2 1 0,14 1-1517,-15-1 0,0 0 1517,18 1-1015,-14 0 1,-1 0 1014,14 0 396,-11 0 0,-2 0-396,12 0 0,-11 0 0,-1-1 0,9 1 0,-17-2 0,-1 1 0,18 0 492,-20-1 1,0 0-493,21 2 743,-13-2 0,-3 1-743,-4 1 0,1 0 3276,-2 0-2906,7 0-370,8 1 0,-19 1 0,28 0-923,-14-1 0,1 0 923,10 0 0,-16 0 0,-3 2 0,4-1 0,-8 1 0,10 0 0,2-1 0,9-1 0,-10 2 0,0 0 0,13-3 0,-12 2 0,0-1 0,12-1-290,-12 1 1,0 0 289,12-1-2842,-26 0 2842,26 0 864,-10 0 0,1 0-864,12 0 1638,-12 0 0,-4 0-1427,5 0 0,-1 0-211,-3 0 0,-1 0 376,2 0 1,-1 0-377,-3 0 0,3 0 3276,4 0-1963,-16-1 1,0 0 1346,21 0-2660,-19 0 0,1 1 0,24 0 0,-18 0 0,0 0 0,14 0 0,-9 0 0,0 0 0,9 0 0,-16 0 0,4 0 0,3 1 0,3-1 0,12 3 0,-3-1 0,-1 4 0,2-3 0,-1 2 0,5 5 0,1-7 0,-2 15 0,4-13 0,-4 25 0,4-23 0,-5 25 0,6-23-3277,-6 18 0,5-18 1688,-5 22 1589,5-24 0,-1 23 0,0-21-1639,4 13 1,1 0 828,-2-8 377,1 10 0,0 0 433,-2-12 1638,-1 7 0,0 1-1256,-3 15-382,0-5 0,0-8 0,1-2 0,-1-3 0,0 3 0,-1-1 0,2-4 0,-4 18 0,6-23 1216,-2 16-1216,-1 1 0,3-9 0,-1 9 0,2-22 0,0 17 0,0-14 0,0 14 0,0-14 3276,0 10-481,0-3-2795,0-1 2151,0-3-2151,2-8 0,-1 0 0,1-1 0,2 1 0,7 4 0,5-1 0,-4 1 0,-1-4 0</inkml:trace>
  <inkml:trace contextRef="#ctx0" brushRef="#br0" timeOffset="686943">30397 5493 24575,'0'6'0,"0"3"0,0 5 0,-1-3 0,0 14 0,0-17 0,1 13 0,0-15 0,1 1 0,1-4 0,1-1 0,4-2 0,-4 0 0,3 0 0</inkml:trace>
  <inkml:trace contextRef="#ctx0" brushRef="#br0" timeOffset="693298">30367 7272 24575,'6'0'0,"-1"0"0,2 0 0,-3 0 0,4 2 0,-4-1 0,10 2 0,20 3 0,-9-2-1639,3-2 1,2 1 1447,-1-1 191,7-1 0,0 0 0,-4 1 0,-6-3 0,3-1 0,-5 0 0,-7 1 0,9-3 0,-2 0 0,-15 2 0,25-11 0,-14-1 0,9-1-1639,-6 0 1,-1 1 1599,-5 4-1054,4-2 1,5-4 0,-5 3 832,-5 0 260,10-6 0,-1-1 0,-15 10-820,2-12 0,-1 0 820,-5 6-430,1-6 1,-1-1 429,-3 6 0,0-5 0,0 1 0,-1 5-377,1-13 0,-2 2 377,0 17-121,1-18 0,0 1 121,-1 15-854,1-17 1,1-1 853,-2 14 778,1-12 0,0 0-778,-2 10 0,1-9 0,0 0 0,-1 5 31,-1-7 1,0 1-32,1 12 879,-3-4 1,0 0-880,2 8 0,-4-19 0,4 21 985,0-22-985,-1 26 3276,1-11-1936,-1 15-560,0-3 0,2 4 0,0-1 0</inkml:trace>
  <inkml:trace contextRef="#ctx0" brushRef="#br0" timeOffset="695333">31162 6061 24575,'-15'32'0,"8"-17"0,-6 8 0,-1 0 0,6-10-1639,-6 9 1,2 0-1639,5-11 1820,-2 7 0,0-1 1457,7-10 0,-6 13 0,6-14 1848,-3 14-1848,3-13 0,-3 10 0,3-12 0,-1 5 0,2-6 3276,0-2-183,13-29-3093,-1 0 0,-2 8 0,0-1-1639,0-2 1,-2 3-618,1 5 708,0-11 0,0 1 1548,-4 12-1042,1-10 1,0 2 1041,-3 11 0,2-14 0,-2 22 3276,9 9-2333,4 12-1809,-3-1 0,1 0 866,2 1-453,-3 2 1,-3-1 452,-4-10-1639,3 12 1,0 0 1569,-5-13-289,4 11 0,0 0 358,-4-13 2990,7 18-2990,-8-20 3216,2 3-3216,-8-2 3276,-15 4-2347,-4-6 1,-6 0-1,3-1-510,2 0 0,0 1-419,-10-2 0,-4 0 0,8-2 0,5 1 0,0-2 0,3 0 0,17 0 0,1-11 0,11 5-3277,17-22 212,-20 22-212,16-23 2910,-17 24 140,9-18 227,-10 18 0,7-11 0,-6 11 3276,3-7-2127,-3 8 2127,0-6 0,0 4-2705,3-3-571,-4 0 0,2 2 0,-2 0 0,-1 4 0,4-4 0,-3 13 0,2 14 0,-4-1 0,2 6 0,-2-13 0,-2-6 0,3-5 0,7-9 0,3-12 0,1 5 0,-2 0 0,-11 34 0,-3 6 0,-1 10 0,1-6 0,12-29 0,-4 1 0,14-24 0,-13 19 0,6-13 0,-7 14 0,7-10 0,-5 7 0,11-6 0,-10 7 0,1 2 0,-12 20 0,1-4 0,-3 8 0,6-16 0,3-3 0,5-4 0,-4 1 0,2 0 0,-6 0 0</inkml:trace>
  <inkml:trace contextRef="#ctx0" brushRef="#br0" timeOffset="697895">31190 6114 24575,'-10'22'0,"7"-11"0,-11 21 0,11-22 0,-3 5 0,5-7 0,1-2 0,0 1 0,-2 1 0,0-4 0,1 2 0,-1-6 0,4-4 0,-1-11 0,2 5 0,-1-10 0,-2 10 0,0 2 0,-2 14-3277,4 21 0,-2-8 1155,4 14 2122,-2-27 0,6 14 0,-5-16 0,0 8 0,-4-1 3276,-4-1-705,-4 14 258,3-15-2829,-10 20 0,11-23 0,-7 12 0,9-18 0,2 4 0,2-3 0,4 0 0,25-4 0,1 0 0,6-4 0,-17 5 0,-3 0 0,-1-4 0,3 4 0,-11-1 0,-5 3 0,0 0 0,-1-2 0,-6-9 0,-4-6 0,-1-2-3277,-7-11 0,12 20 2481,-11-21 796,13 25 0,-6-13 0,5 14 0,1-3 0,-3 5 819,5-2 0,-1 5 0,1-1 0</inkml:trace>
  <inkml:trace contextRef="#ctx0" brushRef="#br0" timeOffset="699531">31293 7229 24575,'2'15'0,"2"5"0,-3-15 0,4 16 0,0-8 0,-1 2 0,4-2 0,-11-24 0,3 3 0,-6-13 0,-4-1 0,-2 1 0,3 4 0,1 1 0,8 13 0,9-10 0,-5 7 0,19-17 0,-15 15 0,7-6 0,7 8 0,-14 5 0,14 0 0,2 1-466,-15 1 0,19 0 0,-27-1 0</inkml:trace>
  <inkml:trace contextRef="#ctx0" brushRef="#br0" timeOffset="700018">31321 7350 24575,'15'-7'0,"-1"0"0,-2 5 0,2-1 0,-11 4 0,6 1 0,-2 7 0,6 10 0,-3-5 0,3 11 0,-11-18 0,0 14 0,-3-13 0,-11 17 0,-4-14 0,-1-2 0,-3 6 0,0-5 0,-1-2 0,-2-6 0,5 3 0,-2-4 0,15-5 0,-1-6 0,4 0 0,-3 0 0,5 6 0</inkml:trace>
  <inkml:trace contextRef="#ctx0" brushRef="#br0" timeOffset="700603">31563 7305 24575,'5'23'0,"-1"8"0,-3-15-3277,4 14 0,-1-20 0,6 11 3065,-6-16 2127,6 5-1915,-8-7 0,4-1 0,-1-3 0,11-14 0,-6 9-1597,5-12 1,0 1 1596,-8 10-1517,6-11 0,-3-1 1517,-8 12-1321,2-26 1321,-5 25 2235,-4-19-2235,0 22 0,-12-9 0,9 11 0,-14 0 0,-1 1 0,11 2-519,-15 4 1,0 3 518,17-5-953,-8 9 0,1 0 953,10-8 2029,-6 14-2029,13-15 758,2 4 1,-1-4-1,1-2 1</inkml:trace>
  <inkml:trace contextRef="#ctx0" brushRef="#br0" timeOffset="701054">31705 7301 24575,'2'18'0,"1"-3"0,-3 8 0,3-10 0,0 3 0,0-10 0,2 1 0,10-10 0,3-5 0,3 1 0,6-9 0,-18 11 0,6-6 0,-14 8 0,-7-8 0,-14-1 0,2 0 0,0 5 0,-1 3 0,-4 2 0,5 3 0,9 1 0,12 1 0,-2-1 0</inkml:trace>
  <inkml:trace contextRef="#ctx0" brushRef="#br0" timeOffset="701638">32210 7246 24575,'-6'16'0,"2"-3"0,-2 4 0,4-2 0,2 3 0,2-6 0,2 5 0,0-13 0,4 5 0,-1-7 0,8 2 0,5-9 0,-7 2 0,15-16 0,-22 13 0,17-22 0,-18 20-3277,3-19 0,-6 20 0,-9-20 1787,3 21 1104,-9-15 1,11 20 0,-4-5-1</inkml:trace>
  <inkml:trace contextRef="#ctx0" brushRef="#br0" timeOffset="702172">32406 7252 24575,'0'13'0,"0"4"0,0-4 0,1 12 0,4-11 0,-2 4 0,10 3 0,-1-13 0,1 6-3277,10-10 0,-17-4 1330,24-10 1947,-26 5 0,20-17 0,-24 4-3277,2-6 2586,-6 7 691,-15-4 0,12 18-434,-27-9 434,27 11-451,-20 0 451,22 1 0,-4 0 0,8 0 0</inkml:trace>
  <inkml:trace contextRef="#ctx0" brushRef="#br0" timeOffset="702652">32618 7289 24575,'7'14'0,"-3"-6"0,2 8 0,2-3 0,-4-1 0,15 6 0,-14-12-3277,28 10 0,-24-11 2115,14 0 0,0-2 1162,-11-3-113,22 0 113,-28-1-3277,8-14 2748,-12 9 3805,4-16-2749,-4 13 1546,-2-13-2073,-12 3 0,7 2 0,-21-5 0,14 16 0,-11-2 0,-3 1 0,5 3 0,-6 0 0,0 1 134,6 1-134,-13-2 0,23 3 0,-2-2 0</inkml:trace>
  <inkml:trace contextRef="#ctx0" brushRef="#br0" timeOffset="704085">31543 5548 24575,'3'-4'0,"9"0"0,-7 2 0,22 0 0,-21 1-3277,20 5 0,-22-1 267,19 11 3010,-17-9-2372,14 13 2372,-18-13-283,7 15 283,-9-15 3276,3 12-2460,-4-10 74,-15 12-890,-2-7 0,-1 0 0,-10 5 0,0-1 0,3-3 3276,13-9 0,-16 12-2591,26-15-685,2 4 0,5-4 0,18 5 0,-11-3 0,14 4 0,0-1 0,-7-3 0,4 2 0,-1-2 0,-11-2 0,6 0 0,-10-1 0,12-6 0,10-9 0,-6 5 0,-6-2 0,-2 1 0,-9 7 0,2-4 0</inkml:trace>
  <inkml:trace contextRef="#ctx0" brushRef="#br0" timeOffset="704419">31801 5611 24575,'-10'13'0,"0"5"0,8-8 0,-1 14 0,7-5 0,-2-3 0,8 1 0,11-13 0,4 1 0,-6-6 0,0-2 0,14-9 0,-11 2 0,0-10 0,-17 15-3277,6-29 0,-9 25 3004,0-23 1,-3 28 0,0-4 0</inkml:trace>
  <inkml:trace contextRef="#ctx0" brushRef="#br0" timeOffset="704923">32040 5663 24575,'6'28'0,"-2"-12"0,3 2 0,-4-16 0,3 5 0,-2-6 0,3-1 0,4-11 0,-4 5 0,6-16 0,-11 17 0,-3-21 0,-13 11 0,-10-7 0,-3 10 0,8 6 0,9 6 0,9 3 0,1-1 0,0 1 0</inkml:trace>
  <inkml:trace contextRef="#ctx0" brushRef="#br0" timeOffset="705504">32375 5614 24575,'-10'16'0,"4"1"0,-3 1 0,8 8 0,10-8 0,-5 0 0,17 1 0,-17-15 0,27 2 0,-9-9 0,-1-3 0,0 0 0,3-6 0,-4-1 0,-17 0 0,-15-5 0,8 5 0,-11 0 0,-1 3 0,6 7 0,-10-3 0,-1 2 0,9 3 0,-14 0 0,21 1 0,-2 1 0,5 1 0,-10 7 0,7-5 0,-4 4 0,7-7 0</inkml:trace>
  <inkml:trace contextRef="#ctx0" brushRef="#br0" timeOffset="705906">32574 5674 24575,'1'19'0,"-1"-9"0,2 10 0,-1-16 0,6 12 0,-2-12 0,9 9 0,-9-9 0,11 0 0,-10-2 0,16-2 0,-16 0 0,9-4 0,-10-7 0,-1 1 0,0-9 0,-4 12 0,1-14 0,-1 14-820,-1-6 1,1 12 0,-2-1 0</inkml:trace>
  <inkml:trace contextRef="#ctx0" brushRef="#br0" timeOffset="706337">32800 5706 24575,'0'10'0,"-3"4"0,2-3 0,-2 1 0,5-5 0,6-2 0,0-1-3277,22-2 0,-20-4 1638,17-4 1,-1-2 148,-15 3-27,13-7 0,-2-1 1517,-16 7 0,9-14 0,-18 1 0,1 6 0,-4-2 0,5 14 0</inkml:trace>
  <inkml:trace contextRef="#ctx0" brushRef="#br0" timeOffset="707111">32942 6978 24575,'2'-6'0,"-3"-3"0,-2-17 0,3-1 0,-1 9 0,1-2 0,3-14 0,1 2 0,-3 9 0,-1-3 0,-1-8 0,0 0 0,0 9-647,-2 3 647,0-3 0,-3-7 0,1-1 0,1 11 160,-1 6-160,-2-8 0,-3-7 0,2 7 0,2 8 0,-2-8 0,1 1 0,2 14 0,4-9 0,-1 12-3277,6-18 0,-1 17 0,5-17 2056,-4 20 1439,2-14-218,-4 10 0,-1-4 0,-1 6 0,0 4 0</inkml:trace>
  <inkml:trace contextRef="#ctx0" brushRef="#br0" timeOffset="707742">32901 6155 24575,'-7'19'0,"-3"4"0,1-4 0,0 0 0,0-2 0,5-8 0,-9 16 0,13-23 0,6-15 0,1-5 0,3-4 0,-6 3 0,-3 0 0,-1 4 0,-3-5 0,0 0 0,-1 8 0,-8-14 0,8 20 0,-2-8 0,4 19 0,7 12-3277,3 9 0,-3-3 1203,12 8 2074,-15-25 0,11 13 0,-13-11 0,3 0 0,-13 3 0,-21 2 0,8-4 0,-4-4 0,1-2 0,12-1 147,-7-6 1,1-2-148,8-2-820,-9-12 1,17 13 0,3-2 0</inkml:trace>
  <inkml:trace contextRef="#ctx0" brushRef="#br0" timeOffset="709041">32194 5007 24575,'-9'0'0,"1"1"0,-3 2 0,-14 20 0,15-14 0,-4 10 0,2 1 0,9-11 0,-4 22 0,7-24 0,7 21 0,-4-22-1639,12 6 1,1-1-1639,-8-8 2300,27 1 977,-28-6 0,16-11 0,-1-12 0,-7 4 0,-5 4 0,-1-1 0,-4 4 0,-3-5 0,0-1 0,0 1-1639,-1-10 1,-2 1 626,1 10 1897,1-9 1,0 0-886,0 15 300,2-9 1,0 0-301,0 10 0,-1-1 0,-12 42 0,6-3 0,-3 4 0,-3 6 0,3-5 3276,4 3-2781,-3-6 0,0 4 0,2-8 2781,3-7-2739,6 16-537,1-16 0,1-3 0,-1-5 0</inkml:trace>
  <inkml:trace contextRef="#ctx0" brushRef="#br0" timeOffset="715506">31892 5970 24575,'22'0'0,"5"-1"0,4 0-1639,-11 1 1,2-1 1545,6 0 1,6-2-1,0 1 1,-6 0 92,-9 1 0,1 1 0,8-3 0,7 0 0,3-1 0,-3 1 0,-9 0 0,8 0 0,-10 0 0,9 0 0,2-1 0,-3 0 0,-7 2 0,10-1 0,-10 1 0,6-2 0,2 2 0,-2 0-1093,5 3 1,-2 2 0,0-2 76,-6-1 0,-1-2 1,1 3 1015,7 2 0,2 2 0,-10-1 0,-8 0 381,0 1 1,-1 1-1,-11-4 1,4 2 0</inkml:trace>
  <inkml:trace contextRef="#ctx0" brushRef="#br0" timeOffset="720096">31134 7202 24575,'0'26'0,"0"-10"0,1 6 0,0 0 0,-1-7 0,1 7 0,1 0 0,0-10 0,2 23 0,-2-24 0,0 7 0,0 1 0,1-6 0,-1 6 0,0 0 0,1-5-3277,-2 20 0,-1-22 1638,1 9 1,-2-1-1639,0-13 4166,-2 31-889,1-32 0,-4 26 0,4-22 0,-3 21 0,5-14 0,-1 1 0,7-2 0,-4-12 3276,4 1-2461,-2-3 2461,1-1-433,0-1-834,5 0-2009,4 0-1639,7 1 1,2-2-1639,0 0 3200,2 1 0,7 0 1,-5 0 76,5-4-359,-5 3 1,7 0 0,4-1 0,-2 1 358,-4-1 0,0 0 0,0 0 0,-1 0 0,5 0 0,-1 0 0,1-1 0,0 1 0,4-1 0,-4 0 0,-9 2 0,-4-1 0,1 1 0,8 0 0,1 0 0,-7 0 0,-6 1 0,-1 0 0,7 0 0,5 0 0,1 0 0,-6 0 0,-7 0 0,1 0 0,7 0 0,5 0 0,3 0 0,0 0 0,1 0 0,2 0 0,0 0 0,-2 0-530,-6 0 0,-2 0 1,1 0-1,3 0 530,-1 0 0,4 0 0,2 1 0,-1-1 0,-5 0 0,-7 1 0,-4-1 0,-2 0 0,9 0 0,5 1 0,-1-1 0,-8 1 0,-5-1 1638,3 1 0,-3-4 111,-11-7-1749,4-15 0,-3 3-1639,-4 1 1,0 1 1076,-1 8 603,0-13 1,-1 0-42,-2 9-1639,3-18 1,-1 0 1134,-2 15 474,1-7 0,1-8 0,0 2 30,2-2 0,1 1 0,-3-1 0,1-1 0,1 6 0,3-1 0,-2 9 3276,-2 11-3047,4-16 1,-1 0-230,-2 18 2256,1-19-2256,-4 23 3276,-2-1 0,-5 1-6553,-24-8 165,15 5 3112,-8-2 0,-6-1 0,4 1-571,2 2 571,-6 0 0,-11-3 0,-1 1 0,8 2-855,9 1 1,1 1 854,-5 0 0,-7-1 0,-2-1 0,3 1 0,7 1 0,8 1 0,0-1 0,-11 0 0,-7-2 0,0 1 0,10 1 0,3 0 0,-4 0 0,-10-1 0,0-1 0,11 3 0,4 1 0,-10-1 0,-10-2 0,11 2 0,17 3 0,-12-1 0,-9-1 0,6 2 3276,4 2-2910,0 0 0,-7 0 1,-2 0-1,2 0-1459,-2 2 1,2 1 0,1-1 557,2 0 0,0-1 0,-3 2 535,-4 1 0,-5 1 0,3 0 0,10-2 1398,5 1-1398,-1 1 0,-8 1 0,0 0 0,10-2 0,10-2 0,-9 2 0,-7 3 0,6-2 0,6-1 0,-11 2 0,1 0 0,17-1-3277,-18 4 2835,23-6 3718,-11 3-2116,7-1-854,-2-2-306,-11 7 0,13-8 0,-14 5 819,19-6 0,-4 0 0,8-1 0</inkml:trace>
  <inkml:trace contextRef="#ctx0" brushRef="#br0" timeOffset="721742">30734 5764 24575,'16'13'0,"-1"0"0,1 0-1639,6 7 1,-2-1-1639,-10-11 1638,15 14 1,1 3-1639,-8-9 2861,2 1 1,4 4-1,-5-4 416,-2-1-512,2-1 1,3 4 0,-5-4 511,-4-3 0,7 4 0,-1 0 0,-12-7 0,17 11 0,-20-16 435,10 11 0,1 1-435,-6-8-294,10 14 0,0 1 294,-10-13 0,14 17 0,0 0 0,-14-16 575,11 13 1,0 0-576,-11-12 1548,13 18-1548,-8-8 0,-4-4 0,4 10 0,-11-20 3276,10 24-2802,-5-16-474,5 9 3276,2-7-943,4-7 943,-7-2-3003,16 2-273,-20-9 0,25 3 0,-20-5 0,9 0 0,-17 0 0,-8 6 0,-11 9 0,-7 9 0,6-5 0,5-5 0,23-19 0,-1 0 0,14-9 0,-11 10 0,-4 4 0,-11 6 0,-5 3 0,0-3 0,4-3 0,1 4 0,-2-3 0,1 9 0,0-10 0,0 4 0</inkml:trace>
  <inkml:trace contextRef="#ctx0" brushRef="#br0" timeOffset="722360">31581 6740 24575,'7'0'0,"0"0"0,-3 0 0,0-3 0,5-7 0,-1-2-1639,4-3 1,0 0-1639,-2 2 1638,9-11 1,-1 1 148,-10 14 346,9-17 1,-1 1 1143,-10 14-773,6-18 1,0-1 772,-7 12 778,3-7 0,-2 0-778,-4 6 3276,2-10-3143,-3 2-133,0 8 0,-1-8 0,0 18 0,-3-22 0,3 21 0,-5-22 0,5 22 3276,-1-11-3126,2 8-150,1 5 3276,2-4-2572,5 9 2078,14-12-2782,10-2 0,-7 3 0,5-1 0,-26 12 0,3-1 0</inkml:trace>
  <inkml:trace contextRef="#ctx0" brushRef="#br0" timeOffset="724615">31799 6086 24575,'-13'26'0,"5"-10"0,-9 12 0,9-15 0,-1 4 0,3-6 0,6-15 0,-2-15 0,2 4 0,-1-15 0,-1 24 0,-1-7 0,1 9 0,4 1 0,33 9 0,-17-3 0,1 0 0,5 3 0,0-1 0,-1-3 0,-4-1 0,-9 3 0,4-2 0,-18 8 0,-7 5 0,1-2 0,-10 11 0,13-16 0,-10 11 0,13-14 0,-4 5 0,6-8 0,4-4 0,3-10 0,0 2 0,5-16 0,-7 19 0,2-10 0,-4 13 0,-1-2 0,-4 1 0,-2-1 0,-5 1 0,4 2 0,2-1 0,13-8 0,-1 1 0,11-13 0,-12 14 0,5-7 0,-19 17 0,-11 6 0,2 1 0,-11 8 0,24-11 0,-6 2 0,11-4 0,-4-2 0,0 3 0,2-2 0,-13 9 0,10-6 0,-11 6 0,10-6 0,-6 6 0,-2 0 0,2-3 0,-5 4 0,11-8 0,-5 2 0,6-3 0,-5 1 0,0 0 0,1-1 0,-6 1 0,9-3 0,-4 0 0,10 1 0,2 4 0,15 3 0,-6-1-3277,19 4 0,-21-8 1638,10 2 1,0 1 148,-11-5 491,15 4 1,-2 0 998,-14-3 0,20 4 0,-23-3 0,14 3 0,-13-4-288,16 7 288,-16-8 3249,15 7-3249,-16-7 3276,6 3-1538,-13-10 1538,-19-13-2804,4 5 1,-2-1-473,3 3 0,0 0 0,-3-2 0,2 3 0,9 6 202,-3-5 1,9 8 0,-1-1-1</inkml:trace>
  <inkml:trace contextRef="#ctx0" brushRef="#br0" timeOffset="729066">31083 7098 24575,'0'19'0,"0"1"0,0 3-1639,0-2 1,0-3-1639,0-10 1638,0 12 1,0-1-1639,0-12 2653,0 13 1,0 1 623,0-13-130,0 11 1,0 0 129,0-12 2905,3 23-2905,-1-11 0,1 1 0,-1 2 0,-2-17 0,2 19 0,-1-17 3276,5 23-2208,-3-12-1068,3 13 0,-1-13 3276,1 4-55,0-6-2353,-1 2-868,1 4 0,-4-11 0,2 9 0,-2-8 0,3 2 0,-2 3 0,0-5 0,1 2 0,-2-4 0,4-5 0,-1 0 0,0-2 0,5 1 0,4-2 0,-3-1 0,13 0 0,-17-1 0,13 0 0,0 0 0,-10 0 0,11 1 0,-2-1 0,-13 1 0,14 0 0,-16-1 0,14 0 0,-2 0-3277,21 0 0,-19 0 2355,4-1 0,-1 1 922,-9-1 0,7 1 0,2-1 0,7 1 0,-3 0 0,2 0 0,-21 0 0,15 3 0,-11-3 0,20 7 0,1-4 0,-8 0 0,0 0 0,8-2-895,-7 1 1,-4-1 894,-10-1-552,9 2 1,1-1 551,-5-1-1522,6 2 0,1 1 1522,-7-3 0,21 3 0,0 0 0,-18-1-226,14 0 1,10-1-1,-9 1 226,-11 0-458,7-1 1,7-1-1,-8 0 458,-13 0 0,18 2 0,-3-1 0,-21 0 144,10 2 1,0-1-145,-14-1 911,22 3-911,-21-3 0,15 1 0,1 0 0,-11-2 0,18 3 0,0 0 0,-17-2-174,19 1 0,0-1 174,-18-1 222,10 0 1,-1 0-223,-15 0 0,14 0 0,-16 0 2671,13 0-2671,0 0 0,-4 0 0,22-1 0,-26 1 0,27-2 0,-29 2 3276,17 0-2557,-13-3 2557,10 1-579,7-5-2697,-9 5 0,11-3 0,-21 5 2448,6-1-2448,-10 1 0,5-5 0,-4 3 0,0-2 0,-1 2 0,-4-1 0,1 0 0,1-10 0,-3 6 0,6-19 0,-5 20 0,1-20 0,-2 19 0,-1-23 0,0 19 0,0-21 0,0 20-3277,0-16 0,0 19 2080,0-19 1197,0 22-560,0-18 560,0 18 0,0-16 0,0 16 0,0-14 0,0 14 0,2-13 0,0 1 3276,-1 2-524,2-6-2752,-3 16 1382,2-16-1382,-2 5 901,0-14-901,0 8 0,0 4-3277,0 0 0,0 14 827,-2-16 2450,2 15-3,-4-17 3,2 18 0,-3-18 0,1 9 3276,0-5-869,0 1 869,2 7-3234,-1 1-36,3 2-6,-3 6 0,1-2 0,0 5 0,1-1 0</inkml:trace>
  <inkml:trace contextRef="#ctx0" brushRef="#br0" timeOffset="729923">31634 7836 24575,'13'5'0,"4"4"0,-5 1-1639,3 2 1,0 0-1639,-6-4 1638,13 14 1,-1 1-1639,-12-14 2653,9 18 1,0 0 623,-12-17-1015,5 20 1,0 2 1014,-7-19 0,3 20 0,-2-1 0,-4-19 0,1 10 0,1 7 0,-1-6 0,-1-7 0,2 10 0,1 7 0,0-8 0,-1-11 321,4 16 0,2 0-321,-3-20 576,2 8 1,1 0-577,-3-8 0,7 10 0,-9-17 2919,2 5-2919,-2-9 2579,5 3-2579,12-2 0,-9 1 2307,12 4-2307,-17-4 0,5 0 0,-6-3 0,-2-2 0</inkml:trace>
  <inkml:trace contextRef="#ctx0" brushRef="#br0" timeOffset="731089">32195 8423 24575,'-27'10'0,"15"-5"0,-12 4 0,0-1 0,12-5-1639,-16 8 1,0 0-1639,16-7 1638,-14 8 1,2 1 1261,16-8-678,-11 8 1,1 1 1054,9-5-915,-13 9 0,1 1 915,13-8 746,-8 5 0,2 0-746,10-9 955,-11 12-955,11-15 3276,-1 4-2202,18-19-1074,14-6 0,-1-3 0,-5 6 0,5-2 0,-5 3 0,0-3 0,7-4 0,7-5 0,-8 5 0,-9 4 0,10-10 0,-2 2 3276,-16 14-2758,3-15-518,-8 20 3276,-1-6-2996,1 15-280,-3-2 0,17 25 0,-12-16 0,6 5 0,1 0 0,-6-6 0,12 10 0,-14-12 0,4 6 0,-8 1 0,-2 0 0,0 0 0,-12 6 0,8-16-1639,-15 7 1,-1-1-1639,8-6 1638,-12 1 1,0-1 1248,14-3-360,-14 0 0,0 0 750,11 0-3,-24 3 3,31-4 3276,-9 1-2214,8-2 2214,10-3-2167,22-9-2748,0 1 1,2 0 1383,-8 3 0,1-1-1384,10-6 1,-4 2 382,-16 8 1256,8-5 0,-2-1 0,-11 8 0,10-8 0,-18 10 0,-10 9 0,5-4-1517,-11 7 0,-1 2 1517,9-7 755,-11 8 1,-1 0-756,11-7 1638,-6 5 0,0 0-1512,4-1 1,-3 2 0,12-8 0</inkml:trace>
  <inkml:trace contextRef="#ctx0" brushRef="#br0" timeOffset="733858">29995 9414 24575,'9'-4'0,"-2"2"0,23-15 0,-19 11 0,9-4 0,1 1 0,-9 4-1639,11-3 1,0 2-1639,-10 1 1638,16 0 1,-2 1-1639,-18 4 3464,13-1 1,-2 0-188,-12 1 0,14 10 0,-13 5 0,3 3 3276,-5 18-2996,-7-16 1,-1 0-281,-2 13 0,-6-6 0,-2-4 0,3-12 0,-18 11 0,-2 0 0,12-9 0,-13 6 0,-1-2 3276,12-7-2045,-3 1 1,0-1 1925,7-3-3157,-13 7 0,28-12 0,0 1-3277,29-6 0,-14 1 1638,10 0 1,-1 1 942,-14 1-258,17 5 1,0 2 953,-12-1 0,8 4 0,2 1 0,-8-3 0,-2-1 3276,11 4-2922,-1-5 1,-3-1-355,-9-5-480,12-1 1,-1 1 479,-11-1-957,11-6 1,0 0 956,-17 4-111,10-6 1,0-2 110,-9 5 0,6-4 0,1-2 0,10-14 0,-2 8 0,-13 0 0,-4 2 0,-5 9 0,-2-17 0,0 21 0,0-6 0</inkml:trace>
  <inkml:trace contextRef="#ctx0" brushRef="#br0" timeOffset="734389">30626 9401 24575,'11'31'0,"-2"1"0,1-5 0,-5-9 0,0 0 0,-4-13 0,3 6 0,-4-10 0,-1-10 0,-1 4 0,-8-25 0,5 23 0,-5-11 0,-1-1 0,3 8 0,-4-4 0,1-1 0,2 4 0,-1-1 0,16-3-3277,15 2 0,-3-1 1638,12 2 1,1 3 148,-15 5 352,16-6 0,-2 2 1138,-20 7 0,12-5 0,-22 10 0,2-2 0,-4 1 0</inkml:trace>
  <inkml:trace contextRef="#ctx0" brushRef="#br0" timeOffset="734858">30663 9507 24575,'6'0'0,"5"-2"0,9-2 0,1 1 0,-1 0 0,6-1-1639,-3 4 1,-3 0-1639,-12 1 3047,6 4 230,-13-1 0,5 17 0,5 10 0,-1-3 0,-3-7 0,-2-3 0,-2-7 0,-6 23 0,1-24 0,-18 19 0,8-19-1639,-11-1 1,-1 0 378,9-4 1807,-18-1 1,1-1-548,18-3-762,-11 0 1,1-1 761,16-1 0,-9-4 0,13 1 0,5-13 0,0 11 0,19-19 0,-16 22 0,10-7 0</inkml:trace>
  <inkml:trace contextRef="#ctx0" brushRef="#br0" timeOffset="735442">31068 9398 24575,'-11'13'0,"-2"6"0,5-2 0,2-4 0,-1 11 0,7-19 0,-2 19 0,4-17 0,2 17 0,0-16 0,9 11 0,2-6 0,-2-1 0,8-2 0,-16-9-3277,22-6 0,-20 2 2500,11-8 1,1 0 776,-8 5-1639,8-11 1,1 0 817,-8 8 4,4-11 1,-1 0 816,-8 10 1751,6-23-1751,-12 23-140,-10-25 140,2 23 1638,-9-5 0,-3 1-826,-16 6 2221,4-2-3033,2 8 0,2 4 0,15-1 2821,-24 3-2821,32 1 2285,-2 0-2285,10 9 0,3-5 0,-2 3 0,1-6 0</inkml:trace>
  <inkml:trace contextRef="#ctx0" brushRef="#br0" timeOffset="735791">31637 9309 8191,'0'9'0,"-1"-1"3276,-1 10-1489,-2-2 1031,2-1-2818,-4 8 0,5-18 1719,-4 12-1719,3-9 3276,-7 5-2457,5-5 0,-2-1 0,4-5 0</inkml:trace>
  <inkml:trace contextRef="#ctx0" brushRef="#br0" timeOffset="736027">31407 9303 24575,'6'0'0,"-1"0"0,2 0 0,11 5 0,4 1 0,-3 1 0,0 0-656,4 0 1,-1 0-1,3 5 1,-23-11 0</inkml:trace>
  <inkml:trace contextRef="#ctx0" brushRef="#br0" timeOffset="736490">31832 9218 24575,'-10'11'0,"-13"15"0,7-12 0,0 0 0,2 1 0,-2 1 0,-2 3 0,-2 1 0,3-3 0,2 1 0,-7 4 0,-5 6 0,6-6 0,9-8 0,-14 13 0,2-1 0,16-17 0,-10 15 0,11-29-3277,-2-13 2457,2 2 1,1-7 0,4 21 0</inkml:trace>
  <inkml:trace contextRef="#ctx0" brushRef="#br0" timeOffset="736676">31441 9363 24575,'6'0'0,"1"-1"0,-2 1 0,32 1 0,-18 5 0,16-1 0,0 1-820,-14 2 1,14-1 0,-31-6 0</inkml:trace>
  <inkml:trace contextRef="#ctx0" brushRef="#br0" timeOffset="736860">31822 9430 24575,'0'0'0</inkml:trace>
  <inkml:trace contextRef="#ctx0" brushRef="#br0" timeOffset="737993">29080 10265 24575,'9'0'0,"-1"0"0,1 0 0,-4 0 0,0 0 0,-4 0 0</inkml:trace>
  <inkml:trace contextRef="#ctx0" brushRef="#br0" timeOffset="746331">32351 9278 24575,'0'11'0,"1"16"0,-1-11 0,4 11 0,-1-20 0,4-3 0,3-5 0,8-8 0,9-7 0,4 0 0,-15 7 0,1-1-1093,8-4 1,4-2 0,-6 2-1554,2-2 2646,-4 3 0,3-3 0,-5 3 0,-2 0 0,2-3 0,3-3 0,-5 4 0,-8 6 0,9-13 0,-1 2 0,-13 13 0,12-22 0,-14 25 0,3-7 0</inkml:trace>
  <inkml:trace contextRef="#ctx0" brushRef="#br0" timeOffset="748701">32315 9277 24575,'0'15'0,"0"2"0,1-5 0,0-1 0,3 2 0,-2-3 0,1-2 0,0 1 0,-2-7 0,2 1 0,2-3 0,7 0 0,1 0 0,2 0-3277,7-2 0,-14 2 2006,21-4 1271,-21 3-239,16-3 239,-18 3 0,7-1 0,-9 0 3276,5-1-401,-6 1-2875,11-1 0,-8 1 0,19-5 0,-19 3 1527,15-4-1527,-17 7 386,9-4-386,-8 3 0,5-2 0,-1-1 0,-5 2 0,13-6 0,-15 5 0,15-8 0,-14 8 0,14-12 0,-11 11 0,7-11 0,-5 12 0,-2-8 0,6 4 0,-6-2 0,12-6 0,-11 8 0,13-8 0,-12 9 0,7-6 0,0 0 0,-5 4 0,3-3 0,-8 9 0,0-2 0,1 0 0,2-1 0,0 3 0,2-2 0,-5 4 0,-2 1 0,-2 0 0</inkml:trace>
  <inkml:trace contextRef="#ctx0" brushRef="#br0" timeOffset="750201">31736 10070 24575,'0'29'0,"0"-6"0,0-3 0,0-12 0,-2 14 0,-1 1 0,1-14 0,-2 14 0,1-1 0,-1-10 0,0 10 0,1 0 0,-1-1 0,-1 6 0,4-7 0,1-9 0,0-3 0,7-14 0,-5 2 0,4-8 0</inkml:trace>
  <inkml:trace contextRef="#ctx0" brushRef="#br0" timeOffset="750618">31803 10128 24575,'5'3'0,"5"4"0,3 7 0,-4-4-3277,5 9 0,-12-15 849,10 16 2428,-8-14 1785,9 18-1785,-8-8 0,6 8 0,-7-10 0,2 7 0,-5-16 0,0 8 0,-4-3 0,0-5 3276,-7 9 0,5-12-3248,-11 4-28,11-4 0,-3-2 0,6 0 0</inkml:trace>
  <inkml:trace contextRef="#ctx0" brushRef="#br0" timeOffset="750881">31726 10304 24575,'7'1'0,"1"1"0,5-4 0,6-1 0,-3 1 0,7-4 0,-9 3-820,16-8 1,-17 7 0,5-3 0</inkml:trace>
  <inkml:trace contextRef="#ctx0" brushRef="#br0" timeOffset="751520">32011 10143 24575,'9'26'0,"0"-1"0,-1 1 0,-4-12 0,1 4 0,-4-14 0,1 6 0,-1-10 0,0-9 0,-5-8 0,-1-11 0,-5-2 0,5 12 0,-1-3 0,5 12 0,-1-2 0,3-1 0,0 5 0,8-6 0,-5 10 0,8-10 0,-8 12 0,8-8 0,-9 7 0,2 0 0,-5 1 0,0 3 0</inkml:trace>
  <inkml:trace contextRef="#ctx0" brushRef="#br0" timeOffset="751833">32009 10189 24575,'6'0'0,"7"-2"-3277,9-4 0,-7 4 0,16-7 0,-25 9 4452,22-5-1175,-20 5 0,13-1 0,-14 1 3276,10 0-2319,-2 0-957,-1 0 0,1 0 0,-12 0 0,2 0 0</inkml:trace>
  <inkml:trace contextRef="#ctx0" brushRef="#br0" timeOffset="752249">32272 10063 24575,'7'17'0,"0"2"-3277,2 1 0,-3-8 0,5 18 0,-7-25 2653,3 12 1,0 1 623,-3-9-144,11 23 144,-12-26 2962,4 7-2962,-4-9 0,-1-2 0,-1-2 0</inkml:trace>
  <inkml:trace contextRef="#ctx0" brushRef="#br0" timeOffset="753020">32258 10050 24575,'9'-13'0,"-3"5"0,12-4 0,-12 10 0,16-8 0,-10 7 0,14-1 0,-13 4 0,4 1 0,-14 2 0,3 7 0,2 6 0,-4-3 0,3 9 0,-7-15 0,0 10 0,-13 0 0,0-1 0,-6-1 0,-2-5 0,12-6 0,-5 0 0,11-1 0,2-3 0,1 2 0</inkml:trace>
  <inkml:trace contextRef="#ctx0" brushRef="#br0" timeOffset="753486">32669 10188 24575,'-13'6'0,"13"0"0,14 6 0,16 2 0,-7-5 0,-3 4 0,-17-12 0,-1 10 0,-6-1 0,-8 6 0,1-5 0,-9-2 0,9-8 0,-3-1 0,8 0 0,3-1 0</inkml:trace>
  <inkml:trace contextRef="#ctx0" brushRef="#br0" timeOffset="763201">28815 10258 24575,'31'-7'0,"-2"2"-1639,2 7 1,0 2-1639,-4-2 1638,-4 1 1,0 2 2966,-3-1-1328,9 0 0,2 0 1372,2 2-1372,-6-3 0,5-1 0,-5 0 0,-2-2 0,2 1 0,5-1 0,-6 1 0,3-1 0,-2 0 0,8-1 0,1 1 0,-8 0 0,5 0 0,1-1 0,6 0 0,-9 1 0,-13 2 0,5-2 0,-2 1 0,-11 1 819,13-1 0,-21-1 0,2 0 0</inkml:trace>
  <inkml:trace contextRef="#ctx0" brushRef="#br0" timeOffset="764198">29729 10236 24575,'5'29'0,"-2"-12"0,1 19 0,-4-25 0,6 21 0,-5-24 0,1 17 0,0-13 0,-2 4 0,3-6 0,-3-6 0,-5-20 0,-3-9 0,-2 2 0,0-10 0,8 24 0,-5-12 0,5 11 0,-1 0 0,4 5 0,13 6 0,-6 0-1639,15-1 1,1 0-1639,-13-1 1638,16 0 1,-1 0 1237,-17 2-97,10 1 0,0 2 498,-12 0 0,15 6 0,-11-1 0,-2 4 0,3-4 3276,-8-1-1969,-3-6 1969,-3 2-1897,-17 8 611,10-6-1990,-12 6 0,-1-1 0,11-5-1639,-9 3 1,0 0-1639,13-5 3047,-13 7 230,18-8 0,5-4 0,6-7 0,4-2 0,-5 2 3276,-6 4 0,0 1-3044,-5 2-232,-2 1 0,0 0 0,-3-3 0,3-1 0,0 1 0,2 0 0</inkml:trace>
  <inkml:trace contextRef="#ctx0" brushRef="#br0" timeOffset="769647">31935 10135 24575,'5'2'0,"0"5"0,0 0 0,1 6 0,3 1 0,-3 5 0,0-9 0,-1 5 0,-2-9 0,0 2 0,0-2 0,0 1 0,0-1 0,0 0 0,-1-3 0,0-2 0</inkml:trace>
  <inkml:trace contextRef="#ctx0" brushRef="#br0" timeOffset="770216">32000 10127 24575,'5'-2'0,"11"-5"0,7-2 0,-2 1 0,13-4 0,-27 8 0,13-2 0,-20 5 0,5-1 0,-6 2 0</inkml:trace>
  <inkml:trace contextRef="#ctx0" brushRef="#br0" timeOffset="770604">32123 10268 24575,'18'-5'0,"11"-3"0,-9 2 0,0 1 0,-2 1 0,-14 4 0,0 0 0,-2 0 0</inkml:trace>
  <inkml:trace contextRef="#ctx0" brushRef="#br0" timeOffset="771334">32061 10333 24575,'10'16'0,"-4"-8"0,7 16 0,-9-19 0,5 12 0,-6-14 0,3 9 0,-2-6 0,0 5 0,-1-4 0,-1-3 0,-1-2 0</inkml:trace>
  <inkml:trace contextRef="#ctx0" brushRef="#br0" timeOffset="774083">32992 9690 24575,'-9'17'0,"-1"-1"0,1 1-1639,-6 6 1,0-2-1639,8-12 1638,-9 10 1,0 1 857,7-11-193,-5 5 1,1 0 973,8-8 0,-19 14 0,11-11 3276,-9 9-2629,1-7-647,11-3 1852,-3-3-1852,10-3 0,0-1 0,1 0 0</inkml:trace>
  <inkml:trace contextRef="#ctx0" brushRef="#br0" timeOffset="774535">32734 9902 24575,'-3'15'0,"-1"13"0,3-13 0,-1 8 0,8-24 0,2-5 0,2-4 0,4-4 0,-8 11 0,3-4 0,-9 7 0,1 0 0,-2 0 0</inkml:trace>
  <inkml:trace contextRef="#ctx0" brushRef="#br0" timeOffset="821269">13839 12256 24575,'21'4'0,"0"-1"0,6 0 0,0-2-1639,-1 2 1,1-2 848,0 0 1,3-1 0,3-1 133,-6 0 1,1-1-1,1-1 1,3 0 0,3 0 524,-4-1 0,4 0 0,2 0 1,2 0-1,0-1 0,0 0 1,0 1-1,-2-1 0,-2 1-177,0 0 0,-3 0 1,0 0-1,-1 1 1,1-1-1,2-1 1,3 0 307,-5 0 0,2 1 0,3-2 0,1 0 0,2 1 0,0-2 0,0 1 0,0 0 0,-1-1 0,-1 1 0,-1 0 0,-4 0 0,-1 0 0,9-3 0,-4 1 0,-2-1 0,-1 1 0,1 0 0,2 0-206,-1 0 1,1 2-1,1-1 1,1 1-1,-2-1 1,-1 0 0,-2-1 205,3-2 0,1-1 0,-3 0 0,-4 1 0,-6 0-728,-2-2 1,-4 1 727,7-1 0,-2 0 0,-7-1 0,-5 2 0,-9 7 0,3-3 0</inkml:trace>
  <inkml:trace contextRef="#ctx0" brushRef="#br0" timeOffset="821970">16305 11595 24575,'3'30'0,"1"1"0,0-3 0,0 1 0,0-6 0,0-8 0,3 18 0,1 1 0,-3-18-1639,3 14 1,0 1-1639,-1-16 2384,0 6 0,0-2 893,-3-13 0,4-14 0,-6-17 0,-3-4 0,-2-1 0,1-4 0,-10-1 0,-2 3 0,8 16 0,-11-8 0,0 2 0,8 12 0,-20-13 3276,15 16-539,0-3-410,12 9-2327,5 1-1639,18 2 1,3 0-1639,-10-1 3219,9 1 1,8 2-1,2-1 1,-8-1-189,1 0 246,4 1 0,6 0 0,-9-1 0,-14-2 0,19 0 0,-29 2 0,-4 11 0,-17 2 0,-4 1 0,7-3 0,-1 0 601,-6 1 1,-3 0 0,3-1-602,-6 4-1639,-1-3 1,2 0 48,9-5 1590,-8 6 0,33-17 0,9-2 0,-4 0 0,3-1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53:43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5526 6494 24575,'1'7'0,"1"3"0,20-22 0,13-15 0,-10 9 0,4-4 0,2-2 0,0-1 0,0 2-547,-5 4 1,-1 0 0,-1 1 0,3-1 0,1-2 0,4-2 341,-8 7 0,1-2 0,3-1 0,2-2 1,1 0-1,1-1 0,1 0 0,0-1 0,0 1 1,0 0-1,0 0 0,-2 1 0,-1 1 0,-1 1 1,-3 1-1,-2 2-342,11-6 1,-6 2 0,-2 2 0,0 1 0,3-2 0,4-2 327,-8 6 1,2-2-1,3-2 1,2 0-1,1-1 1,1-1-1,0 0 1,1 0-1,-1 1 1,-1 0 0,-2 2-1,-2 0 1,-2 3-1,-3 1 1,-4 2 93,14-7 0,-8 5 1,3-1-1,-3 1 0,4-1 1,0 0-1,-4 1 0,-5 4 1,10-6-1</inkml:trace>
  <inkml:trace contextRef="#ctx0" brushRef="#br0" timeOffset="997">16056 6555 24575,'0'8'0,"0"1"0,0 3 0,0 3 0,34-23 0,-14-3 0,4-7 0,4-4 0,0-1 0,-1 1 0,-2 2-820,1 2 1,-3 2 0,2-1 0,7-6 655,-13 9 0,2-2 0,4-2 0,1-3 0,3 0 0,1-2 1,1-2-1,2 0 0,0-1 0,1 0 0,0 0 0,-1 0 1,1 0-1,-1 0 0,-1 1 0,-2 2 0,-1 0 0,-1 2 1,-3 2-1,-2 2-305,9-8 1,-3 3 0,-4 3 0,0 1 0,0-1 0,4-2 0,4-3 416,-10 7 1,3-2-1,1-1 1,3-2 0,2 0-1,1-2 1,0 0 0,2-1-1,0 0 1,0 0 0,-1 0-1,0 1 1,0 0-1,-2 1 1,-2 2 0,-1 0-1,-2 2 1,-3 2 0,-2 2-1,-4 2 1,18-12 0,-9 7-1,3-1 1,0 0-1,0 0 1,0 1 0,0-1-1,0 1 1</inkml:trace>
  <inkml:trace contextRef="#ctx0" brushRef="#br0" timeOffset="2011">26269 6240 24575,'-4'26'0,"1"1"0,1-4 0,-2 8 0,1-2 0,3-12 0,0 0 0,16-26 0,4-10 0,7-8-469,-9 8 1,3-5 0,3-2 0,1-2 0,0 0 0,-2 1 0,-1 2-188,-1 2 1,-3 2-1,1 0 1,1-2 0,4-4 582,-4 7 1,2-3 0,2-2 0,3-2 0,1-2-1,1 0 1,0-1 0,0 1 0,0 0 0,-2 1 0,-1 2-1,-2 2 1,-3 2 0,-3 4 0,5-5 0,-4 4 0,-2 1-1,5-3 1,5-5 0,-1 0 0,1 1 0,0-1-1,0 0 1,0 1 0,0-1 0,-1 0 0</inkml:trace>
  <inkml:trace contextRef="#ctx0" brushRef="#br0" timeOffset="3900">4560 4986 24575,'4'-1'0,"2"-2"0,16-16 0,-8 6 0,1-2-1578,4-4 1,3-3 1577,-1 1 0,4-4 0,0 0 0,-4 5-1625,-3 1 1,2 0 1624,-1 0 0,6-5 0,1-1 0,-3 2 0,-6 8 0,-1 1 0,5-7 0,1 1 0</inkml:trace>
  <inkml:trace contextRef="#ctx0" brushRef="#br0" timeOffset="5434">7361 5082 24575,'29'-13'0,"-7"1"0,4-4 0,-2 3-1626,-5 4 0,1-1 1626,3-4 0,3-3 0,1 0 0,-4 2 0,-2 3 0,1 0 0,3-3 0,6-3 0,2-3 0,1 0-469,-7 3 1,1-1 0,2-1 0,1-1 0,-1 0 0,-1 1 0,-1 2-188,3-2 1,-3 1-1,1 1 1,0-1 0,3-2 654,-4 2 1,3-3 0,1-1 0,2-1 0,0-1 0,-2 2 0,-1 1 0,-3 2 0,-4 4-69,6-4 0,-5 5 1,5-4 68,-4 2 0,4-3 0,4-1 0,1-2 0,1 0 0,-2 1 0,-3 3 0,-4 3-1093,6-1 1,-4 3 0,3-2 1073,-6 1 0,4-2 0,1 0 0,-1-1 0,-3 3 0,-5 3 0,-1 2 0,-5 3 0,3-2 0</inkml:trace>
  <inkml:trace contextRef="#ctx0" brushRef="#br0" timeOffset="10556">2134 7049 24575,'6'0'0,"17"0"0,13-1 0,2 0-1639,-18 1 1,1 0 545,11-1 1,6 1 0,3-1 960,-8 1 1,3-1 0,1 1 0,1 0 0,0-1-338,-7 1 1,1 0 0,0 0 0,1 0 0,-1 0 0,1 0 0,0 0 321,1 0 1,-1-1-1,1 1 1,-1 0 0,1-1-1,1 1 1,0 0 146,2 0 0,2 0 0,1 0 0,0 0 0,-1 0 0,-3 0 0,-3 0 0,-5 0 270,2 0 0,-6 0 0,3 0-270,4 0 0,7 0 0,0 0 0,-5 0 0,-11 0 0,-4 0 0,5 0 0,-17 0 0,-3 0 0,-2 0 0</inkml:trace>
  <inkml:trace contextRef="#ctx0" brushRef="#br0" timeOffset="15674">4994 7832 24575,'7'0'0,"1"0"0,-4 0 0,12 0 0,-11 0 0,19 0 0,-14 0-3277,23 0 0,-21 0 1328,14-1 1175,-8-4 774,-4 3 0,13-2 0,-20 2 0,8 2 0,-6-4 0,3 3 0,-3-2 0,15 2 0,-10 1 0,19-2 0,-14 2-1639,2 0 1,-1 0 1204,-4 0 1205,12 0 0,-2 0-771,-13 0 755,7 0 0,1 0-755,-9 0 0,21-1 0,-11-1 0,4-1 3276,3 1-2303,-10 1 1,0 1-974,8 0 0,0 0 0,-2 0 0,-12 0-1346,15 0 0,1 0 1346,-14 0-1393,18 0 0,-1 0 1393,-16 0-1639,16 0 1,0 0 1507,-16 0-499,11 0 1,-1 0 629,-16 0 2785,19 0-2785,-20 0 0,8 0 0,-9 0 2783,10 1-2783,0 1 819,3-1 0,-7 1 0,-4-2 0</inkml:trace>
  <inkml:trace contextRef="#ctx0" brushRef="#br0" timeOffset="16987">6829 7407 24575,'-2'10'0,"2"1"-3277,-3 27 0,3-24 1638,-1 5 1,0 0 2966,1-8-1328,-1 16 0,1-10 0,-2 16 0,2-19 0,0 6 0,0 0 0,2 3 0,-2 1 0,1 0 0,3-6-1409,-3 5 0,-1-2 1409,2-11-246,-3 11 0,0 0 246,1-12 3276,-3 13-2376,4-18-900,-2 3 0,2-6 0,-1 1 0</inkml:trace>
  <inkml:trace contextRef="#ctx0" brushRef="#br0" timeOffset="17790">6881 7456 24575,'29'2'0,"0"-1"0,0 0 0,3 0 0,1-1-820,-5 0 1,0 1 0,1-1 0,4 0 350,-2 1 1,4-1 0,3 0 0,0 0 0,-1 0 0,-3-1 0,-4 1-57,3 1 0,-4-1 0,6-1 525,-7 1 0,5 0 0,4-1 0,2 1 0,0-1 0,0 0 0,-4 1 0,-4-1 0,-6 1 0,6-1 0,-1 1 0,-2-1 0,5 0 0,4 0 0,0 0 0,-5 1 0,-6-1 0,-2 1 0,-3 0 0,11 0 0,4 0 0,-4 0 0,-9 0 0,0 0 0,5-1 0,2 0 0,-5 1 0,9-1 0,-8 1 0,4-1 0,-4 1 2267,6 0-2267,-3 0 0,6 0 0,-7 0 1286,-8 0-1286,7 0 0,-2 0 0,-17 0 0,6 1-1104,-4 15 0,-1 2 1104,-1-7-1093,2 10 1,3 7 0,-3-7-168,-5-9 248,5 12 1,3 7 0,-3-7 1011,-5-10-481,5 21 1,0 0 480,-7-20 0,0 14 0,0 0 0,0-15 304,2 21 0,0 0-304,1-17 0,1 12 0,1-1 0,-3-18 2405,10 21-2405,-11-24 1522,5 9-1522,-9-14 3276,-3-1-2767,-16-2 1,-13-2-1,-2 1-509,7 0 0,-2-1 0,-1 1 0,-1 0-306,1-1 1,-1 1 0,-1 0-1,-2 0 1,-3-2 305,8 1 0,-1 0 0,-2-1 0,-1-1 0,-1 1 0,-2-1 0,0 0 0,-1 0 0,0 0 0,0 0 0,0 0-235,2 1 1,-1-1 0,0 0 0,-1 0 0,0 1 0,-1-1 0,0 0 0,0 0 0,0-1 0,0 1 0,0 0 0,1 0 0,0 0 0,2-1 189,-3 1 0,1-1 0,1 0 0,0 0 0,1 0 0,0 1 0,-1-1 0,0 0 0,0 0 0,-1 0 0,0 0 0,-2 0-145,4 1 0,-2 0 1,-2 0-1,-1 0 1,-1-1-1,-1 1 0,1 0 1,0 0-1,0 0 1,2 0-1,0 0 0,3 0 1,2 0-1,3 1 1,2-1-1,4 1 190,-13-3 0,8 0 0,2 1 0,-4-1-9,-2 3 1,-7-1 0,0 1 0,1 0 0,8 0-1,10 0 9,4-1 0,14-1 0,20 5 0,7-1 0,-16 1 0</inkml:trace>
  <inkml:trace contextRef="#ctx0" brushRef="#br0" timeOffset="18308">5184 8192 24575,'0'0'0</inkml:trace>
  <inkml:trace contextRef="#ctx0" brushRef="#br0" timeOffset="21868">3262 10592 24575,'-11'10'0,"0"-3"0,5-2 0,0-1 0,2 0 0,-4 3 0,6-3 0,-12 7 0,9-5 0,-9 8 0,5-4-3277,-4 11 0,5-12 2940,-2 11 337,8-15 0,-2 14 0,2-13 0,2 10 0,-1-8 3276,3 0 0,2 6-3097,-1-7-179,8 11 0,-6-11 0,19 17 0,-12-17 80,6 6 0,4 0-80,2-7 0,-1 0-3277,12 7 3089,-13-8 0,0-2-1451,0-1 1,-1-1-659,4 3 658,12-2 1,-2 1 1187,-18-1 451,2-1 0,2-1 0,11 0 0,1 0 0,3 0 0,-3-4 0,-22 2-1400,10-7 1400,-15 5 0,9-10 0,-13 8 1584,16-25-1584,-14 20 0,8-20 0,-8 14 0,-4-19 0,-1 19 0,-6-14 3276,-11 11-3005,0 6 0,-1 0 1898,-5-8-2169,-3 10 0,-5 0 0,3 4-1024,-5 3 1024,2-2 0,-7-1 0,4 1 0,8 4 0,0 1 0,-7-2 0,-3-1 0,4 1 888,12 2 1,1 1-889,-11-2 0,0 2 0,5 1 0,12 0 0,-13 0 0,24 0 0,-1 0 0</inkml:trace>
  <inkml:trace contextRef="#ctx0" brushRef="#br0" timeOffset="28653">8153 13906 24575,'0'21'0,"0"0"0,0-3 0,0 3 0,0-1 0,-2-11 0,2-4 0,-1 2 0,1-6-820,0-6 1,0 2 0,0-4 0</inkml:trace>
  <inkml:trace contextRef="#ctx0" brushRef="#br0" timeOffset="29090">8171 13856 24575,'0'29'0,"0"-3"0,0-5 0,0-9 0,0 0 0,0-8 0,0-1 0,0 1 0,0-3 0</inkml:trace>
  <inkml:trace contextRef="#ctx0" brushRef="#br0" timeOffset="31741">10457 10903 24575,'18'-17'0,"0"2"0,1-1 0,1-2-1639,-1 3 1,-2 2 818,-7 6 1,-1 3 0,-6 2 0</inkml:trace>
  <inkml:trace contextRef="#ctx0" brushRef="#br0" timeOffset="32275">10409 11559 24575,'22'-9'0,"-12"5"0,13-7 0,2-1 0,-9 2 0,9-2 0,0 0 0,-8 1 0,12-5 0,-20 7 0,17-7 0,-20 11 0,13-9 0,-15 12 0,4-5 0,-7 7 0,1-1 0</inkml:trace>
  <inkml:trace contextRef="#ctx0" brushRef="#br0" timeOffset="32873">10513 12570 24575,'13'-5'0,"7"0"0,1-4-1639,3 2 1,0 0-1639,-8-1 1638,11 0 1,-2 1 1345,-16 3 1,11-3-1,-18 7 1</inkml:trace>
  <inkml:trace contextRef="#ctx0" brushRef="#br0" timeOffset="33258">10533 13364 24575,'22'-12'0,"0"-1"0,6-1 0,5-3 0,0 0 0,-12 7 0,8-3 0,-3 1 0,-13 6 0,7-3 0,-14 6 0,1-2 0</inkml:trace>
  <inkml:trace contextRef="#ctx0" brushRef="#br0" timeOffset="54661">17580 7299 24575,'6'-5'0,"-2"2"0,18-8 0,-12 6 0,15-10 0,-16 8 0,7-3 0,-5 4-3277,19-12 0,-20 12 1688,14-10 0,1 0 1589,-12 8-1030,8-6 0,0 0 1030,-9 8-605,15-14 605,-18 14 3276,14-12-2548,-13 10 91,6-1 0,-9 3 0,-1 4 0</inkml:trace>
  <inkml:trace contextRef="#ctx0" brushRef="#br0" timeOffset="56047">17934 7070 24575,'4'12'0,"-3"-6"0,17 23 0,-14-21-3277,16 21 0,-17-24 0,11 15 1102,-11-15 4266,6 8-2091,-4-6 0,-4-5 0,-11-25 0,5 12 0,-5-10 0,-1 0 0,7 11 0,-9-16 0,7 16 3276,0-5-1318,7 11 1318,6-1-1871,2 0-1405,-1 2 0,-2 0 0,-13 8 0,-2 1 0,-13 6 0,11-5 0,-1-1 0,11-4 0,22 4 0,2 1 0,9 2 0,1-1 0,-21-5 0,3 0 0,-13-3 0</inkml:trace>
  <inkml:trace contextRef="#ctx0" brushRef="#br0" timeOffset="60137">12488 8748 24575,'23'3'0,"1"0"0,-1 1 0,-1 1 0,0 0 0,-3-1-860,7 4 860,-2-1 0,-1 1 0,1 1 0,-5-1 0,1 0 0,9 5 0,-10-3 0,-1-1 0,-1 0 283,7 6-283,-18-13 142,8 9-142,3 6-1639,-3 0 1,0 0-1639,3 4 1638,-3 1 1,-2-4 583,-8-12 592,6 12 1,2 0 462,-6-12-58,11 19 58,-12-19 3276,4 4-2503,0-1 2503,-1-2-496,0 2-727,1-6-2053,-4 0 146,3-1-146,0-2 0,1-3 0,-2 2 0,-2-2 0</inkml:trace>
  <inkml:trace contextRef="#ctx0" brushRef="#br0" timeOffset="60453">13189 9009 24575,'-9'18'0,"-10"10"0,7-9 0,-3-2 0,2-1 0,6-6 0,-13 12 0,12-12 0,3-2 0,9-7 0,1-3 0,2 1 0</inkml:trace>
  <inkml:trace contextRef="#ctx0" brushRef="#br0" timeOffset="63095">13629 10614 24575,'-18'7'0,"0"0"0,-2 0 0,1 2 0,1-1 0,3-1 0,1 1 0,1 1 0,4-3 0,-3 6 0,4-1 0,3-2 0,-1 4 0,6-9 0,-3 18 0,3-14 0,-2 21 0,2-20-3277,6 18 0,-5-17 1711,14 20 1566,-10-22 0,14 15 0,-13-16-740,19 13 740,-15-11-3277,20 11 2705,-21-14 572,8 2 0,0 1 0,-8-4-913,17 6 0,2 0 913,-15-5-712,14 4 0,1-2 712,-14-5 264,18 5 1,2 1-265,-16-5 704,14 4 0,-2 0-704,-14-4-102,5 1 1,-1-1 101,-6-2 160,13 2 1,0 0-161,-13-3 0,12 2 0,1-2 0,-14-2 378,11-5 0,0-1-378,-10 0 621,7-7 1,1-2-622,-10 1 0,0-1 0,8-8 0,0-1 0,-9 7 0,0 1 0,3-6 0,-3 3 0,-6 11 728,-2-10 0,-1 0-728,-2 7 529,-4-7 1,-2 0-530,-2 5-1639,-5-4 1,0 0 1242,4 4 396,-14-14 424,1 3-424,8 9-939,-10-5 0,0 2 939,11 11-544,-12-6 0,-9-2 0,5 3 544,-1 5 95,2 1 1,-5-2-1,4 3-95,0 4-125,-4 4 1,2 1 124,8-1 0,-12 7 0,2 2 0,16-3 0,-12 11 0,4 2 0,16-10-24,-14 19 0,21-28 1,-2 4-1</inkml:trace>
  <inkml:trace contextRef="#ctx0" brushRef="#br0" timeOffset="64779">16182 10500 24575,'-8'0'0,"-1"0"0,-2 0 0,-17 4 0,11-3 0,-19 6 0,24-4-3277,-18 8 0,20-5 2277,-18 9 1000,19-7 0,-17 12 0,-1 5 0,6-10 0,3 1 0,1 0 0,5 0 0,-5 2 0,8 0 0,10-12 3276,0 10-149,3-7-3127,4 13 0,-3-11-3277,15 20 921,-14-20 2356,11 14-3277,0-5 2017,-10-8-257,9 7 0,1-1 1517,-11-10 0,13 9 0,6 2 0,-1-9 0,0-2 641,-5 3 0,1-2-641,3-1 0,0-3 0,6-4 0,0-4 0,2-2 0,-10 5 0,0 0 0,6-4 0,2-2 0,-5 2 0,-2 1 0,10-1 0,-2-1 0,-12 3 0,17-2 1658,-17-3-1658,-8 2 0,16-15 0,-16-8 0,3 2-785,-6 3 1,-3 1 784,-1 9 0,0-12 0,-1 0 0,-1 14-233,-2-19 0,0-1 233,-1 16 0,-3-11 0,-3-1 0,-12-2 3276,4 2-3173,-7 10 0,1 5 3173,12 8-2633,-14-1 1,-10 0-1,-1 1-643,4 4 0,0 3 0,0-2 1092,2-2 0,0-1 0,0 2-1030,-7 3 1,-2 2 0,13-1 0,17-2 0,-14 4 0</inkml:trace>
  <inkml:trace contextRef="#ctx0" brushRef="#br0" timeOffset="66554">18512 10543 24575,'-19'-9'0,"-1"1"0,1 1 0,2 2 0,-8 0 0,-8 1 0,6 0-682,-3 3 682,2 0 0,-6-1 0,6 1 168,0 1-168,-7 2 0,2 0 0,13-1 0,-7 2 0,1 1 0,10 1-1639,-3-1 1,0 0-1639,4 1 3217,-7 1 404,-1 1-344,-2 2 0,-1 0 0,7-1 0,2-2 0,9-2 0,-26 11 0,24-11 0,-23 14 0,24-12 0,-12 7-1438,11-3 1438,4-4 0,-8 13 0,10-13-3277,-6 20 2494,7-18-1442,-3 18 2225,6-20 2958,-3 19-2958,4-2 0,1-4-2258,4 15 2258,-2-26 183,8 27-183,-7-25 1946,11 21-1946,-10-21-2916,9 16 2916,-10-18 0,10 14 2916,-2-7-2916,3-3 0,1 0 3276,1 4-2910,13-2 0,-1-4-366,-13-7 0,18 5 0,3-1 509,-9-4-509,-3-1 0,5 0 0,1 0 0,1-1 0,0 0 0,-1-1 0,5 1 0,0 0 0,-7-1 0,3-1 0,-3 1 0,-7-1 0,-4 1 0,8-1 0,6-1 0,-8 1 0,-8-1 0,11-2 0,-1 0 377,-18 2-377,20-21 3276,-22 18-1838,11-18-1438,-2-3 0,-8 13-1639,6-11 1,0 2-1184,-8 14 2822,15-21 0,-11 16 0,6-10 0,-5 7 0,-2-5 0,-6 5 1385,-3 4-1385,-8-13 0,-11 3 0,6 2-17,-4 0 1,-5 0 16,3 5 0,0 2-699,3 0 1,-1 0 698,-5-2 0,-1 3-143,4 3 0,-2 2 143,-11-4 0,-1 1 0,9 1 0,-1 2 0,-6 1 0,-3 2 0,7 1 3276,6 2-3131,-11-1 1,2 1 0,21 1-1,-3 0 1</inkml:trace>
  <inkml:trace contextRef="#ctx0" brushRef="#br0" timeOffset="68112">20318 10458 24575,'-6'0'0,"-3"0"0,3 0-3277,-17 0 0,16 0 372,-29 0 2905,20 0-1208,-10 0 0,0-1 1208,6-1 0,2 1 0,-2 0 0,-14 0 0,3 2 0,-5-1 0,13 4 0,3-1 0,9-1-184,-13 3 1,-1 1 183,10-2 0,-10 2 0,-1 0 0,10-1 0,-3-2 0,0 0-1482,-5 5 1482,5-3 0,-14 8 0,27-8 2677,-19 11-2677,18-10 1055,-15 12-1055,6-4 0,5-4 0,-5 9 0,15-15 0,-6 12 0,7-12 0,-2 23 0,2-19 620,1 10 0,0 1-620,-1-10 690,7 27-690,-2-22 0,9 17 0,-7-17-3277,10 10 2441,-12-15 2312,7 5 1,1 1-1477,-5-5 176,6 3 0,-1 1-176,-6-5-3277,21 11 2796,-21-13 481,15 7 3276,1-5-2969,-2-1 0,2 0-307,2-2 0,2 0 0,-2 0 325,3 1 0,-1 0-325,-1-3 0,2 0 0,-5 0 0,6 1 0,-5-2 0,4-1 0,-4 0-278,3 2 278,2-1 0,3 0 0,-9-2 0,-3 0 3276,8 2-1914,9-2 0,-2-2-1362,-19 1 0,7-3 0,6-2 0,-5 0 0,-4-1 0,13-3 0,-1-2 819,-18 5-819,12-5 0,4-1-1639,-7 3 1,-1 1 658,-1-1 0,1-1-659,10-3 1,-5 3 378,-19 6 1260,20-13 0,-24 9 0,5-13 0,-7 7 3276,3-14-2015,-4 9-1261,-1-16 0,-5 17 3276,-7-17-1638,0 18 0,1 1-2476,-5-7 838,5 7 0,-2 1-162,-4 2 1,-1 2 161,-10-3 0,1 1 0,6-1 0,-2 1 0,-3 4 0,-5 1 0,0 1 0,6 1-799,-4 0 799,-4 0 0,-8-1 0,10 3 0,12 1 0,-6 2 0,-6 0 0,7 1 0,9 0 0,-8 1 0,-1 0 0</inkml:trace>
  <inkml:trace contextRef="#ctx0" brushRef="#br0" timeOffset="69070">20963 11381 24575,'1'7'0,"0"4"0,0-6 0,-1 6 0,0-3 0,-3 13 0,3-12 0,-4 19 0,3-24 0,0 7 0</inkml:trace>
  <inkml:trace contextRef="#ctx0" brushRef="#br0" timeOffset="69652">21110 11415 24575,'-2'5'0,"-2"12"-1639,2 4 1,0 1-1639,-1 4 2621,1-1 1,1-5-1,1-16 1,0 2 0</inkml:trace>
  <inkml:trace contextRef="#ctx0" brushRef="#br0" timeOffset="69869">21206 11932 24575,'0'21'0,"0"0"0,1-3 0,-2 6 0,-1 3 0,1-5 0,-1-3 0,0 5 0,-1 11 0</inkml:trace>
  <inkml:trace contextRef="#ctx0" brushRef="#br0" timeOffset="70070">21123 12440 24575,'4'0'0,"1"0"0,-3 0 0,-1 0 0</inkml:trace>
  <inkml:trace contextRef="#ctx0" brushRef="#br0" timeOffset="70334">21033 12125 24575,'5'0'0,"6"-15"-820,0-8 1,-1 2 0,-2 2 0</inkml:trace>
  <inkml:trace contextRef="#ctx0" brushRef="#br0" timeOffset="70818">21217 11888 24575,'0'25'0,"0"0"0,0-4 0,0 13 0</inkml:trace>
  <inkml:trace contextRef="#ctx0" brushRef="#br0" timeOffset="71050">21169 12291 24575,'0'0'0</inkml:trace>
  <inkml:trace contextRef="#ctx0" brushRef="#br0" timeOffset="71321">20943 11454 24575,'0'0'0</inkml:trace>
  <inkml:trace contextRef="#ctx0" brushRef="#br0" timeOffset="72404">18361 13054 24575,'0'-6'0,"13"37"0,-4-7-757,-1 0 0,1 2 757,-1-4 0,-1-2-1030,2 12 1030,-3-9 0,1 1 0,-2 3 0,-2-2 605,1 4-605,-1 7 0,0-2 0,-3-18 0,3 16 0,0-2 0,-2-19 0,2 11 0,-1 1 0,-1-12 0,1 19 0,-1-16 0,0 6 0,-1-8 726,1 9-726,0-9 0,0 3 0,-1-5 0,0-7 0,0-2 0</inkml:trace>
  <inkml:trace contextRef="#ctx0" brushRef="#br0" timeOffset="73369">18425 13686 24575,'6'-2'0,"3"4"0,-1 16 0,-3-9-3277,3 22 0,-7-25 30,5 23 3247,-6-22 1615,5 18-1615,-5-20 0,1 9 0,-2-13 3276,-5-5-462,-3-24-4453,0 3 1,-1-1-71,1-8 70,-2 8 1,1 5 676,7 15 962,-9-13 0,18 16-3034,15-2 3034,-5 5 912,7 0 1,-1 0-913,-13 0 3276,19 0-2614,-24 2-662,0 2 0,-2 12 0,-2-9 0,-2 21 0,2-22-1365,-3 15 1,0 0 1364,2-12-510,-2 13 0,-1-1 510,4-12 0,-3 16 0,3-19 0,0 4 0,-4-9 3276,1-3-2520,-1-4 2520,2 0-523,1 2-473,0-2-2280,3-9 0,0 2 0,1-4 0,-2 5 0,-1 7 0,-4-4 0,-3-5 0,0 9 0,1-5 0,5 10 0</inkml:trace>
  <inkml:trace contextRef="#ctx0" brushRef="#br0" timeOffset="79633">13825 12844 24575,'2'21'0,"1"0"0,-1 0-1639,3 15 1,0-1-1639,-3-15 2578,1 2 0,0 6 0,2-1 699,4 6 0,1-2 665,-6-7 0,1 1-665,5 2 0,1 3 0,0-5 0,0-2 0,8 6 0,1 0 3276,-5-8-3163,11 6-113,-7-16 0,-8-4 155,11 4-155,-12-9 520,0-1-520,3-7-3277,1-10 849,-3 5 2428,2-6 0,-12 15 0,1-1 0</inkml:trace>
  <inkml:trace contextRef="#ctx0" brushRef="#br0" timeOffset="80383">14246 13306 24575,'0'26'0,"0"0"0,0 0 0,0-3 0,0 0 0,0 1 0,0-5 0,0-7 0,2 15 0,-2-21 0,2 8 0,-1-17 0,1-21 0,-1 11 0,0-12 0,-2 2 0,1 14 0,-1-11 0,-1 1 0,0 12 0,-4-23 0,1 22 0,-2-9 0,3 12 0,1 3 0,6 1 0,3 4-3277,15 3 0,-10-3 3047,11 3 230,-18-2 0,2 5 0,-11 14 0,3-10 0,-14 18 0,10-21 3276,-10 10 0,8-8-3044,4-3-232,11-6 0,-1-5 0,4 1 0,-9-1 0,-2 2 0,-2 2 0,-10 1 0,8-1 0,-18 7 0,17-7 0,-7 6 0,13-7 0,-1 0 0,2-1 0</inkml:trace>
  <inkml:trace contextRef="#ctx0" brushRef="#br0" timeOffset="81249">21138 12690 24575,'5'-2'0,"2"-1"0,13-6 0,-4 2 0,6-3 0,1 1 0,-5 2-1639,7-4 1,-2 0-1639,-12 7 1930,7-3 1,-2-1 1346,-9 5 1820,9-4-1820,-12 4 0,-1 1 0,-2 1 0</inkml:trace>
  <inkml:trace contextRef="#ctx0" brushRef="#br0" timeOffset="81967">21249 11008 24575,'7'-3'0,"3"-3"0,1-4 0,15-6 0,-10 6 0,17-8 0,-21 14 0,4-5 0,-13 9 0</inkml:trace>
  <inkml:trace contextRef="#ctx0" brushRef="#br0" timeOffset="82318">21099 11431 24575,'28'-6'0,"-12"4"0,10-1 0,-17 5 0,13 6 0,-16-5 0,2 4 0</inkml:trace>
  <inkml:trace contextRef="#ctx0" brushRef="#br0" timeOffset="84647">25898 4949 24575,'-19'24'0,"1"0"0,-1-1 0,-2 2 0,-1 0 0,-2 0 0,-1-3 0,-2 0 0,0 0 0,3-3-1639,-2 4 1,-2 0 1245,2-2 1,-5 4 0,-2 1 0,2-3 0,6-4 392,4-3 0,0-1 0,-4 5 0,-5 4 0,0 1 0,3-2-1093,5-4 1,3-2 0,0 0 27,-6 6 1,3 0 1459,4-3 1,5-4 0,11-12 0,-1 2 0</inkml:trace>
  <inkml:trace contextRef="#ctx0" brushRef="#br0" timeOffset="85593">25159 5564 24575,'15'7'0,"6"9"0,-5-5 0,2 9 0,-3 1 0,-9-11 0,9 14 0,-1 1 0,-10-16 0,6 12 0,0 0 0,-7-10 0,8 15 0,-9-19 0,1-2 0,-3-5 0,-1-5 0,-12-14-3277,-7-7 0,5 4 1669,-2 2 0,3 3 1608,10 10-601,-17-16 601,20 19 0,-6-9 0,7 9 3276,-2-5-1545,2 6 1545,-1 1-2337,-8 16-939,-15 13 0,0 0-1093,4-9 1,-4 1 0,3-3-1266,-2-1 2358,-1 1 0,-2 1-845,5-3 0,3-2 845,-2 4 0,-10 4 0,33-20 0,20-22 0,-13 11-1639,7-6 1,0 0 938,-10 7 700,14-13 3276,-7 12-2575,-2-1-701,2 3 1690,-7 0-1690,-5 9 0,-3 9 0,-2-3 0,-1 11 0,-1-9 3276,0 1 0,0 2-3044,2-4-232,3-4 0,21-14 0,-9 4-1639,11-5 1,0 0-1639,-10 7 3047,19-11 230,-32 17 0,8-5 0,-11 5 0</inkml:trace>
  <inkml:trace contextRef="#ctx0" brushRef="#br0" timeOffset="88506">25137 5515 24575,'8'23'0,"-2"-4"0,0 0 0,0 2 0,1 0 0,0-1 0,1 4 0,1-3 0,2 5 0,-8-19 0,2 5 0,-4-18 0,-6-7 0,0-17 0,-3 11 0,3-7 0,4 20 0,1-17 0,0 15 0,0-9 0,4-2 0,-2-1 0,3-1 0,-11 18 0,-12 28-1942,5-7 1942,2-3 0,-1 2 0,-9 12 0,6-11 0,1-1 0,2 0 0,0 0 0,-7 6 0,2-2 0,9-10 0,-5 6 0,1-1 0,6-8 0,9-8 0,0-3 0,8-10 0,1-5 0,9-12 1942,-3 3-1942,-7 9 0,-1 4 0,-8 10 0,-2 5 0,-9 17 0,-2 1 0,-3 5 0,-1-1 0,2-6 0,-2 3 0,1-1 0,3-8 0,-3 8 0,9-12 0,2 3 0,11-5 0,3-2 0,2 0 0,12-4 0,-2-4 0,-3 1 0,1-3 0,-17 7 0,6-6 0,1 0 0,-4 0 0,12-6 0,-23 14 0,-12 6 0,1 0 0,-5 2 0,3-2 0,9-5 0,-8 6 0,31-16 0,0 3 0,8-6 0,1 0 0,-13 4 0,9-3 0,-6 4 0,1-1 0,12-2 0,-18 5 0,12-3 0</inkml:trace>
  <inkml:trace contextRef="#ctx0" brushRef="#br0" timeOffset="89458">26608 4714 24575,'-5'-5'0,"-3"0"0,-3 2 0,0 1 0,0 1 0,-1 4 0,4-3 0,-10 10 0,-1 1 0,5-4-1639,-8 8 1,1 0-1639,11-8 1638,-8 8 1,2 1 148,9-9-27,-6 12 0,2 1 1517,10-12-1015,-1 10 1,2 1 1014,1-12 827,5 11 1,1 1-828,0-9 0,5 5 0,0 0 0,-2-4 0,6 2 0,1-1 0,-6-3 2639,18 10-2639,-20-14 0,10 2 0,-13-2 0,12 1 0,-14-4 3276,11 1-2396,-9-6-880,8 1 0,-9-1 0,2 1 0</inkml:trace>
  <inkml:trace contextRef="#ctx0" brushRef="#br0" timeOffset="90290">26933 4847 24575,'-4'-4'0,"3"0"0,-9-3 0,-2-2 0,-5-1-3277,-9 0 0,15 7 0,-24-5 1787,27 7 254,-26-5 1236,26 6 0,-18-1 0,16 6 0,-10 13 0,14-7 720,-2 11 1,1 0-721,5-10 0,-3 13 0,1 0 0,2-14-1063,3 15 1,1 1 1062,-1-15-283,6 10 1,1 0 282,-3-14 3276,10 12-3247,-6-14 2618,0 1-2647,0-6 0,11-14 0,-7 4 1638,4-4 0,0-3-149,-4 1 1,-1 0-1490,8-8 1599,-3-4-1599,-11 18 0,-1-5 0,3 0 0,-2 8 0,0 9 0,4 11 0,-4-3 0,8 2 0,-8-10 0,10 0 0,11-2 0,-9-1 0,2-2 0,-1-1 0,-9 0-656,8-3 1,0-1-1,-10 4 1,11-4 0</inkml:trace>
  <inkml:trace contextRef="#ctx0" brushRef="#br0" timeOffset="90605">27130 4755 24575,'11'4'0,"-1"-1"0,5-3 0,17-7 0,-13 6 0,3-1 0,6-5 0,4-2 0,-4 2 0,-8 4 0,-1-1 0,7-3 0,2-2 0,-9 2 0,-12 3 0,14-5 0,-25-3 0,0-2 0,-4 0 0,2 6 0</inkml:trace>
  <inkml:trace contextRef="#ctx0" brushRef="#br0" timeOffset="90911">27310 4494 24575,'-3'22'0,"-1"0"0,0 3 0,-1 2 0,0 1 0,0 3 0,0 2 0,0-2-1093,1-5 1,0-1 0,0 0-1,-1 3 1,1 1 0,0-2-404,1 4 0,1-3 4040,-1 2-2544,1-4 0,1 5 0,0-8 0,3-8-1639,2 12 1,1 0 1444,-1-16 194,5 15 0,-3-18 0,0 2 0,10-2 0,-7-4 3276,9-7-2863,-14 2-413,16-3 0,-16 4 0,9-2 0</inkml:trace>
  <inkml:trace contextRef="#ctx0" brushRef="#br0" timeOffset="91413">27444 5014 24575,'14'5'0,"1"1"0,-5-4 0,0 0 0,5-6 0,-6 2 0,13-14 0,-4-5 0,-1-1 0,-2-10 0,-10 15 0,1-15 0,-7 12 0,2 0 0,-7 10 0,-10 12 0,5-1 0,-13 10 0,13-3-1639,-3 8 1,2 1-1639,2-5 3047,-7 17 230,10-6 0,2 2 0,-1 1 0,10 7 0,-1-25 0,7 13 0,-5-16 0,8 8 0,12-7 0,-8 1 0,17-11 0,-24 1 0,23-12 0,-25 8 0,11-4 0,-18 9 0</inkml:trace>
  <inkml:trace contextRef="#ctx0" brushRef="#br0" timeOffset="92106">27782 4902 24575,'-17'14'0,"-1"6"0,0 3 0,8-5 0,3 0 0,6 3 0,-3 0 0,10-5 0,8-13 0,-5 3 0,16-6 0,-16-3 0,21-10 0,-19 4 0,7-5 0,-6-1 0,-9 8 0,7-10 0,-10 12 0,2-5 0,-2 9 0,-2 11 0,2-2 0,-4 28 0,2-25-1639,-4 17 1,0 0-1639,2-16 2502,-1 15 1,1-1 774,2-14-1639,0 7 1,-1 0 815,1-7 823,-2 10-1423,-3-4 1423,2-9 0,-13 15 0,12-19 3240,-22 6-3240,19-9 1076,-17 1-1076,14-6 0,-9-6 0,11 3 3276,-7-9-1019,12 10 1019,-3-2-3083,2 0-116,4 5 0,1-3 0,1 4 0</inkml:trace>
  <inkml:trace contextRef="#ctx0" brushRef="#br0" timeOffset="92724">27960 4953 24575,'-11'23'0,"2"5"0,5-7 0,8 7 0,-1-20 0,8 10 0,6-8 0,-4-2 0,15-4 0,-17-6 0,9-5 0,0-3 0,-5 1 0,6-4 0,-2-1 0,-7 2-3277,7-19 0,-14 19 1638,-2-10 1,-2 1 148,-2 12-27,-4-10 0,-2 0 1517,3 13-1015,-11-8 1,-1 2 1014,8 8 1896,-25-6-1896,26 10 2968,-10 3-2968,8 7 0,3-5 0,3 11 0,3-12 0,8 11 0,-5-10 127,13 12-127,-7-12 0,5 2 0,-8-6 0,-2-1 0</inkml:trace>
  <inkml:trace contextRef="#ctx0" brushRef="#br0" timeOffset="93175">28242 4898 24575,'16'24'0,"-1"3"0,-8-15 0,3 10 0,-8-16 0,4 7 0,-4-8 0,5-12 0,0-11 0,4-1-1639,-2-2 1,1 1-1639,-3 9 3047,7-16-3047,-3 11 2017,-7 7 63,17-14 1197,-17 19 0,10-1 0,-10 18 3276,0 1-3109,-1 0 0,-3-5 0,1-9 0</inkml:trace>
  <inkml:trace contextRef="#ctx0" brushRef="#br0" timeOffset="93376">28528 4895 24575,'4'19'0,"-2"-5"0,2-8 0,-1-10 0,4-6 0,-4 2 0,2 0 0</inkml:trace>
  <inkml:trace contextRef="#ctx0" brushRef="#br0" timeOffset="93540">28580 4752 24575,'0'11'0,"-2"-2"0,-2 3 0,1-6 0</inkml:trace>
  <inkml:trace contextRef="#ctx0" brushRef="#br0" timeOffset="94328">28937 4827 24575,'-8'3'0,"-4"-1"0,2 4 0,-13 3 0,11-3 0,-7 4 0,0-1 0,6-1 0,-18 9 0,23-12 0,0 5 0,4-7 0,2 11 0,0-11-3277,2 15 0,0-12 2675,5 17 602,-3-15 0,8 12 0,-5-13 0,10 4 0,9-4 0,-7 0 0,19-3 0,-26-4 3276,23 0-2457,-25 0 0,9-2 0,-16 2 0</inkml:trace>
  <inkml:trace contextRef="#ctx0" brushRef="#br0" timeOffset="94978">29104 4893 8191,'-21'14'0,"13"-7"1174,-11 10 1,1 1-1175,11-7 1515,-6 5 0,1-2-1515,10-7-1792,0 6 1792,3-7 3276,9 4-3024,-7-6-2525,25 7 2273,-20-8-549,26 5 549,-25-7 0,26-5 0,-25 2 208,15-8-208,-19 6 0,7-16 0,-9 12 3276,6-16-2294,-10 18-141,3-11-841,-3 9 3276,-3-2 0,1 17-3044,-1 2-232,2 6 0,2-2 0,4-10 0,8-1 0,1-3 0,-1-2 0,-7 2 0</inkml:trace>
  <inkml:trace contextRef="#ctx0" brushRef="#br0" timeOffset="95315">29315 4854 24575,'0'6'0,"0"10"0,2-8 0,1 11-3277,10-6 0,-6-4 2166,18 8 1111,-17-15-3277,17 7 2309,-19-7 968,5 3 0,-10-2 0,-1 8 0,-4 5 0,1-3 0,-12 9 0,9-18 0,-21 16 0,20-17 3276,-11 8-2307,8-6-88,1-3-881,-3 2 3276,4-4-2457,3-1 0,1 1 0,1-2 0</inkml:trace>
  <inkml:trace contextRef="#ctx0" brushRef="#br0" timeOffset="98450">24167 10639 24575,'-20'18'0,"0"0"0,-7 6 0,11-8 0,2-3 0,7-6 0,-15 16 0,18-16 0,-8 14 0,7-10 0,-3 14 0,5-11 0,0 14 0,3-14-3277,1 14 0,0-19 1638,4 10 1,1 0 148,-4-9 1178,8 9 0,1 0 312,-7-11-53,8 7 0,1-1 53,-1-3 0,5 5 0,2 0 0,-4-5 0,11 5 0,1-1 0,-14-7-793,12 1 0,9 3 0,-8-3 793,-7-1-652,6-2 1,8 1 0,-8-3 651,-12-2 0,22-1 0,0 0 0,-20-1 1001,8-1 1,3-1-1002,-4-1 0,-2 0 3021,3-3-3021,13-2 0,-3 1 3276,-19 4-2862,8-4 0,6-2 0,-7 2 2862,-7 4-1638,17-9 0,-3-1-1348,-21 9-290,9-9 0,-2-1 0,-9 7 0,10-13 0,-10 4 0,0-10 0,-2 6 0,-2-3 0,-2 2 0,-2 6 0,0-7 0,-2-3 0,-12-9-3067,9 7 3067,-9 0-99,-8 4 99,2 10 0,-2 0 0,9 0 0,-2 1 0,-7 3 0,-5 3 0,-1 0 0,6 2-1576,-9 1 1576,5 1 0,-9-1 0,0 1 0,8 1 0,8 1 0,1 0 0,-14 2 0,-6 2 0,8 0 0,5-1 0,-2 3 0,1 1-3277,1 8 1341,10-10 812,-2 10 1,3-1 1123,9-8 7,-8 15 1,13-19-1,2 3 1</inkml:trace>
  <inkml:trace contextRef="#ctx0" brushRef="#br0" timeOffset="102923">26540 10529 24575,'-22'0'0,"0"0"0,-9 2 0,11-1 0,0 0 0,-2 2 0,10 0 0,1 0 0,-2 1 0,4 4 0,0-1 0,-10 13 0,12-13-3277,-17 21 0,18-21 3047,-11 14 230,6-7 0,3-5 0,-6 15 0,11-20 0,-5 21 0,7-19 0,-3 10 0,3 0 3276,0-9 0,2 18-6553,2-4 2,1-5-2,6 14 2017,-7-24-257,7 10 0,1 1 1517,-7-9-210,9 8 0,1 0 210,-4-8 0,9 4 0,1-1 0,-7-1 72,21 0 1,2-1-73,-17-4 0,5-2 0,8-1 0,-7-1 0,-6 2-550,12-3 0,8-1 0,-8 1 550,-8 2 271,7-2 0,7 0 1,-8 0-272,-11 0-62,14-1 0,-1 1 62,-11-1 0,14-1 0,-1 0 0,-18 1 497,13-2 0,1-2-497,-17 2 106,8-6 1,1-2-107,-10 5 1282,4-7 1,-1 0-1283,-5 6 0,11-20 0,-12 20 913,11-23-913,-14 23 1999,4-18-1999,-6 19 0,0-14 0,-2 15 608,-6-18-608,3 16 0,-18-18 0,15 18-471,-16-6 0,-2 0 471,10 7 0,-13-3 0,-2 0 0,12 6 0,-16-3 0,1-1 0,17 6 0,-6-3 0,1 1 0</inkml:trace>
  <inkml:trace contextRef="#ctx0" brushRef="#br0" timeOffset="104255">31564 10797 24575,'7'-2'0,"-3"-1"0,-1 3 0,3-3-3277,10-6 0,-5 6 1638,6-7 1,-1 0 148,-8 7-27,15-10 0,1-2 1517,-16 10-199,13-7 1,-2 0 198,-13 6 709,8-3 1,-10 5-1,-3 3 1</inkml:trace>
  <inkml:trace contextRef="#ctx0" brushRef="#br0" timeOffset="110460">24948 15553 24575,'26'-1'0,"1"0"0,-1 1 0,1-2 0,2 3 0,5-1 0,-3 1-1639,-7 0 1,0 1 1182,11 0 1,4 2 455,-7-3 0,2 1 0,3-1 0,3 1-469,-9-1 1,2 0 0,1 0 0,2 0 0,-1 0 0,-1 0 0,-3 0-79,3 0 1,-2 0-1,-1 0 1,1 0 0,3 0 546,-1-1 0,3 1 0,3-1 0,-1 1 0,-2-1 0,-5 0 0,-5 0 225,3 0 1,0 0-226,-3 0 0,8 0 0,4 0 0,1 0 0,-1 0 0,-4 0 0,-8 0-963,2 0 1,0 0 962,-4 0 0,8 0 0,4 0 0,3 0 0,-1 0 0,-1 0 0,-4 0 0,-7 0 0,9 0 0,-1 0 0,-7 0 0,6 0 0,3 0 0,2 0 0,-2 0 0,-3 0 0,-6 0 0,9 0 0,0 0 0,-6 0 0,6 0 0,5 0 0,0 0 0,-1 0 0,-5 0 0,-9 0 0,-2 0 0,0 0 0,3 0 0,7 0 0,5 0 0,2-1 0,-2 1 0,-4 0 0,-8-1 0,-1 1 0,0 0 0,2-1 0,8-1 0,4-1 0,-1 1 0,-4 0 0,-8 0 0,-4 1 0,-2 0 0,9-2 0,7-1 0,0 0 0,-10 1 0,2 2-1102,5-2 0,0 0 1102,-10 3 0,-1-1 0,4 0 0,-5 0 0,-4 1-527,5-1 1,5 1 0,-6-1 526,-4 1-465,17 0 0,1-1 465,-20 1 604,15-1 1,-2-1-605,-21-1 0,20-1 0,-23 2 0,4 1 2628,5 1-2628,10 0 0,-1 0 0,12-1 0,0 0 0,-14 1 1165,15-1 1,-1-1-1166,-24 2 1586,15-6-1586,-20 4 0,-1-3 0,-5 4 0</inkml:trace>
  <inkml:trace contextRef="#ctx0" brushRef="#br0" timeOffset="111196">29026 15070 24575,'15'26'0,"-7"-12"0,2 12 0,-1 1 0,-6-7 0,5 8 0,0 1 0,-4-4 0,2 2 0,0-1-1005,-2-6 1005,0 1 0,-1-1 0,0 0 0,-1-3 246,1 5-246,-32-4 0,5-6 0,-2 0 0,4-2 0,-2-1 0,-7 2 0,-3 0 0,7-3 0,6-1 0,-15 4 0,2-2 0,23-5 0,-13 2 0,33-4 0,-8-2 0,18-3 0,5 0 0,-5 1-1093,3-2 1,6-1 0,-4 1-1656,1 2 2748,-1-2 0,1 0-54,-4 0 1,-1-1 53,4-1 0,-5 0 0,-1 1 0,-10 0 0,-17-2 0,0 6 0,-19-5 3276,16 6-1638,-8 1 0,1-1-1299,11 1-339,-27 4 0,30-4 0,-9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55:47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8079 17249 24575,'7'2'0,"-2"-2"0,1 3 0,2-2-3277,21 1 0,-16-1 1328,19-1 3668,-4 0-1719,8 0 0,-2 0 0,-2 0 0,-3-1 0,-16 1 0,19-1 0,-1 0 3276,-21 1-1638,22 0 0,0 0-1406,-17 0-232,13 2 0,-3-1 0,-17 0 0,24 4 0,2 1 0,-18-4 0,11 0 0,8 1 0,-9 0 0,-13-2 0,18 0 0,11-2 0,-8 2-477,-8 0 477,6-1 0,8 0 0,-10 0 0,-16 0 0,18 1 0,-3 0 0,-19-1 0,19 2 0,1-1 0,-18 0 0,12 1 0,0 0 0,-7 0 0,8 1 0,5 0 0,1-1 0,0 0 0,-8-1 0,1 1 0,7-1 0,3 0 0,-9-1 0,-10-2 0,10 2 0,8 0 0,-7 0 0,-8-1 0,10 0 0,0 2 0,-13-1 0,20 0 0,-24 0-1639,12 0 1,-1 0-1392,-10 0 1391,18 0 1,1 0 378,-17 0 340,10 0 1,7-1-1,-4 1 920,-4 0-707,6 1 1,7-1-1,-7 1 707,-2 0 0,-1 1 0,5 1 0,-6-1 0,-6-1 243,12 2 0,-1 0-243,-20-1 2054,26 1-2054,-20 0 0,0-1 3276,-2-1-3251,-10-1 1,0 0 0,-2 0 0</inkml:trace>
  <inkml:trace contextRef="#ctx0" brushRef="#br0" timeOffset="1049">11239 16402 24575,'5'2'0,"8"20"0,-8-10 0,6 17 0,-4 2 0,-4-13 0,0 1 0,0 1 0,-3 10 0,0-9 0,0 11 0,0-23 0,0 8 0,0-11 0,0-1 0</inkml:trace>
  <inkml:trace contextRef="#ctx0" brushRef="#br0" timeOffset="1849">11204 16612 24575,'4'5'0,"5"3"0,1 4 0,2 2 0,-2 3 0,-1-7 0,-6 1 0,2-8 0,-2 5 0,-3-7 0,-3 3 0,0-4 0,-1 0 0</inkml:trace>
  <inkml:trace contextRef="#ctx0" brushRef="#br0" timeOffset="8209">12045 17160 24575,'13'0'0,"-1"0"0,3 0-3277,9-1 0,-16 1 0,27-2 0,-28 2 4338,25-1-1061,-24 0 0,20 0 0,-15 1 0,7 0 3276,5 0-2825,-5 0 0,-1 0-451,12 0 0,-1 0 0,-3 0 0,-10 0 0,12 0 0,-1 0 0,-14 0 59,11 1 1,-1-1-60,-14 1-3277,26 0 2337,-26-1-470,9 0 0,0 0 1410,-11 0 2595,24 0-2595,-25 0 630,13 0-630,-14 0 3276,4 0-2135,0 0-1141,-4 0 0,19 6 0,-18-5-875,25 7 875,-24-6 0,23 4 0,-19-1 0,6 0 0,-12-2 0,-5-2 0</inkml:trace>
  <inkml:trace contextRef="#ctx0" brushRef="#br0" timeOffset="10226">4835 13467 24575,'0'0'0</inkml:trace>
  <inkml:trace contextRef="#ctx0" brushRef="#br0" timeOffset="27723">17499 7645 24575,'23'-5'0,"-12"3"0,19-9 0,1-1 0,-14 8 0,16-9 0,0 0 0,-20 8 0,7-3 0,0 1 0,-11 3 0,7-2 0,-15 6 0</inkml:trace>
  <inkml:trace contextRef="#ctx0" brushRef="#br0" timeOffset="28341">19123 8249 24575,'32'-14'0,"-8"3"-3277,5-10 0,-18 13 0,17-16 0,-24 19 5064,9-6-1787,-13 9 0,1 1 0,-1 0 0</inkml:trace>
  <inkml:trace contextRef="#ctx0" brushRef="#br0" timeOffset="29814">10202 8214 24575,'16'6'0,"-5"-1"0,2-2 0,-4 0 0,-3-3 0,4 3 0,-7-2 0,3 0 0,-4-2 0,-2 0 0,-2 0 0</inkml:trace>
  <inkml:trace contextRef="#ctx0" brushRef="#br0" timeOffset="30217">9581 7989 24575,'16'2'0,"5"-5"0,-1-3 0,0-2 0,5-3-1639,7-7 1,-1-1-1639,-14 9 2184,11-5 1,8-4 0,-7 5 2309,-9 4-1217,6-2 0,7-3 0,-8 4 0,-12 4 0,21-3 0,-26 7 0,-1 3 0,-6 0 0</inkml:trace>
  <inkml:trace contextRef="#ctx0" brushRef="#br0" timeOffset="30950">12615 7944 24575,'11'5'0,"-3"-2"0,1 0 0,1 3 0,-4-5 0,4 3 0,-2-4 0,3 0 0,24-8 0,-19 6 0,17-7 0,0 0 0,-19 4 0,10 0 0,6-1 0,-7 0 0,-11 2 0,8 0 0,-1 0 0</inkml:trace>
  <inkml:trace contextRef="#ctx0" brushRef="#br0" timeOffset="31453">14155 8407 24575,'10'0'0,"3"-4"0,0 0 0,13-13 0,-3-1-1319,-1 3 1319,-5 2 14,-17 13 0,1-1 0,-2 1 0</inkml:trace>
  <inkml:trace contextRef="#ctx0" brushRef="#br0" timeOffset="32119">10373 8489 24575,'30'-11'0,"-13"8"-1639,13-18 1,0-2-1639,-14 15 2184,6-9 1,7-6 0,-7 5 2420,-5 8-1328,10-11 0,-1 1 1346,-14 12-1346,14-12 0,-21 17 0,0-4 819,-1 1 0,-4 4 0,1-1 0</inkml:trace>
  <inkml:trace contextRef="#ctx0" brushRef="#br0" timeOffset="43592">32627 8448 24575,'14'0'0,"-6"0"0,7-2 0,-11 2 0,14-4 0,-12 3 0,8-3 0,5-2 0,-2-1 0,1 0 0,8-4 0,7-2 0,0 0 0,-11 4 0,-1 1 0,4-2 0,-1 1 0,-2 1 0,-2 0 0,5-3 0,-1 0 0,4-2 0,-13 5 0,-10 3 0,8-2 0,-8 0 0,6 1 0,-9 5 0,0 1 0,-1 0 0</inkml:trace>
  <inkml:trace contextRef="#ctx0" brushRef="#br0" timeOffset="49334">28370 4321 24575,'21'13'0,"1"-1"0,0 8 0,-6-6 0,5 14 0,0 3 0,-5-6-1639,-3-3 1,-1-1-1639,-1-8 1638,-2 6 1,0 0-1639,-4-12 3391,5 9 0,-2 1-114,-6-9-1259,8 14 0,0 2 1259,-8-6 359,6 10 0,0 0-359,-5-9 0,3 11 0,-1-1 0,-1-11-505,3 17 0,-2-1 505,-4-17 147,3 14 0,-1 1-147,-2-17-315,0 14 1,0 1 314,0-16 682,-1 12 1,1 0-683,-1-13 1337,0 7 0,0 2-1337,-1 6 0,0 0 3276,0 2-3080,2-5-196,1-7 0,0 12 0,-1-22 3276,3 12-2613,-3-14 0,3 3 0,-4-8 0</inkml:trace>
  <inkml:trace contextRef="#ctx0" brushRef="#br0" timeOffset="49820">28539 5148 24575,'15'2'0,"11"1"0,-6-1-3277,16 2 0,-27-4 1328,20 2 1949,-17-2 0,7 0 1719,-5-2-1719,-7 2 0,1-1 0,-4 1 0</inkml:trace>
  <inkml:trace contextRef="#ctx0" brushRef="#br0" timeOffset="51870">28542 5223 24575,'9'17'0,"4"14"0,-4-5 0,-3-7 0,-1-1 0,-1-8 0,3 15 0,-5-16-3277,7 19 0,-8-22 1114,4 12 2163,-5-14 1749,3 4-1749,-2-4 0,1 2 0,-1-15 0,0-7 0,-1 0-1639,0-5 1,0 1 562,0 11 770,-1-13 1,-1 0 305,0 11-2832,-2-24 2832,0 23 2101,1-23-2101,2 28 3276,-1-16-2680,2 19 240,0-2-836,7 3 0,7-2 0,-1 3 0,15-3 0,-19 3 3276,13-3-348,-17 3-1177,5 1-1751,0 1 0,-3 0 0,3 0 0,-7 0 0,2 3 0,-2-1 0,1 5 0,3 12 0,-4-9 0,3 22 0,-6-25 0,1 13 0,0 1 0,-1-8 0,-1 7 0,0 0 0,-1-7 0,-1 17 0,-1-8 0,2-1 0,-1-5 0,1-21 0,-2-9 0,0-3-3277,-5-17 0,7 23 1431,-4-22 1846,4 27 0,1-11 0,-2 15 0,1-1 0,-1 7 0,-6 14 0,6-9 0,-10 19 0,12-22 3276,-6 5-568,8-19-2708,2-3 0,0-4 2416,2-3-2416,-9 25-3277,-4 10 0,0 3 1638,-1 1 1,1-1 148,5-12 1490,-6 13 0,9-20 0,0 0 0,0-5 3276,0 10-2015,-1 4 2015,1 6 0,-2-9-3044,9-19-232,-2-1 0,2-6 0,-6 14 0,-1 5 0,-1 7 0,2-4 0,4 7-3277,5-5 0,-2-1 3219,3 3 1,-9-7-1,1 3 1</inkml:trace>
  <inkml:trace contextRef="#ctx0" brushRef="#br0" timeOffset="57600">26398 12294 24575,'6'0'0,"-1"0"0,4 0 0,-4 0 0,10-5 0,6-3 0,-6 1 0,15-7 0,-9 2 0,-5 1 0,1 0 0,3-2 0,3-5 0,-19 12 0,9-7 0,-9 6 0,3-4 0,-5 8 0,-2 0 0</inkml:trace>
  <inkml:trace contextRef="#ctx0" brushRef="#br0" timeOffset="60578">22887 13412 24575,'5'0'0,"-1"0"0,2 0 0,2 2 0,5-2 0,-5 1 0,10 1 0,-11-2 0,16 2 0,-15-2 0,18 0 0,-2 0 0,-4 0 0,6 0 0,-21 0 0,12 0 0,-3 0 0,1 0-3277,14 0 0,-19 0 1943,8-1 1,1 0 1333,-10 1-1639,11-2 1,0 1 1186,-12 1-252,12-2 1,1-1 703,-12 3 2103,26-3-2103,-26 3 1781,18-2-1781,-13 2 3276,4-1-1596,-8 1-1680,-2-2 0,-3 2 3276,18-3-3115,2 0-161,2 0 0,-5-1 2080,-15 3-2080,-1 1 0,2 0 0,9 1 0,-6 0 0,6 0 0,-13-1 0,2 0 0</inkml:trace>
  <inkml:trace contextRef="#ctx0" brushRef="#br0" timeOffset="65203">23679 13955 24575,'21'-2'0,"-8"2"0,11-3 0,-14 1 0,4-1 0,0 0 0,5 1 0,2-1 0,1 1-1639,4 0 1,-2 0-1639,-10 2 1638,12-1 1,-1 0 148,-14 1-27,17 0 0,0-1 1517,-19 1 0,10-1 0,2 0 0,4 1 3034,-3 0-3034,15 0 0,-19 0 1638,4 0 0,4-1-1008,0-1 1,1 1 1007,-6 0 0,1 0 0,12-1 0,-5 1-1406,-15 1-232,13 0 0,-1 0 0,-16 0-1639,10 0 1,-1 0-1639,-11 0 1638,10 0 1,1 0 148,-10 0-27,19 0 0,2 0 1517,-17 0 0,14 0 0,4 0 0,-8 0 0,-1 0 0,13 0 0,-3 0 0,-3 0 3034,-11 0-3034,8 0 0,1 1 3276,-11 0-2646,15-1 1,0 1-631,-16-1 0,20 1 0,1-1 0,-20 1-1093,8-1 1,8 1 0,-7-1-168,-7 0 248,8 0 1,6 0 0,-7 0 1011,-12 0 0,9 0 0,7 0 0,-2 0 0,-2 0 0,-1 0 1517,2 1 0,1-1-1517,7 1 0,-5 0 3276,-18 1-2646,20 1 1,1-1-631,-17-2 0,11 2 0,7 2 0,-6-2 3276,-10-2-2184,15 2 0,10 1 0,-8-1-2095,-5-2 1003,0 1 0,7 0 0,-6 0 0,-4 0 0,3-1 0,2 1 0,-11 0 0,-1-1 0,16 1 0,-9 2 0,2 1 0,3-2 0,1 1-802,-5 2 1,2 0 801,-1-3 0,3-1 0,-4 1 0,-7-1 0,-2 1 0,17 0 0,-2 1 0,-7-2 0,4 2 0,-2 0 1132,-18-3-1132,21 4-820,-25-5 1,1 4 0,-4-5 0</inkml:trace>
  <inkml:trace contextRef="#ctx0" brushRef="#br0" timeOffset="67911">32994 12396 24575,'-2'23'0,"-1"-1"0,-1 7 0,2 5-3277,-5-2 0,5-16 2302,-2 4 1,-3 0 974,-4 9 0,2-5 0,-6 7 0,3-10 0,3-9 0,-13 18 0,14-23-1409,-9 9 0,-1 0 1409,7-7-636,-9 7 0,0-1 636,9-7 0,-7 2 0,1-1 0,9-2 0,-20 5 0,22-9 0,-11 5 0,11-6 0,-14 3 0,11-4 0,-20 3 0,15-4 0,-6 3 0,0 0 0,5-2 636,-5 2 0,1-1-636,11-1 0,-6 0 0,13-1 0</inkml:trace>
  <inkml:trace contextRef="#ctx0" brushRef="#br0" timeOffset="68564">32534 12832 24575,'3'20'0,"0"0"0,-1-1 0,1 7 0,0-2 0,-3-14 0,0 22 0,0-26 0,-2 7 0,1-34-3277,-1-9 0,-1-2 1638,3 6 1,-1 3 1593,-2 12 45,0-20 0,-2 25 0,-2-2 0,-21 24 0,2 3 0,-1 2 0,2-1 0,0 0 1638,0 1 0,4-2 339,1-1 1299,19-15-1929,-2 0-1347,20-12 0,15-2 0,-5 0 0,-8 4 0,-1 2 0,-10 3 0,7-2 0,-15 4 0,3 0 0,-5 0 0</inkml:trace>
  <inkml:trace contextRef="#ctx0" brushRef="#br0" timeOffset="79929">23977 16162 24575,'8'-1'0,"1"-5"0,-6 5 0,7-7 0,1-5 0,3-2 0,1-2-719,5-8 719,0-5 0,-1-1 0,-1 5 0,-6 5 0,2-4 0,-3 5 177,2-1-177,0-4 0,2-7 0,-3 7-588,-4 8 588,2-7 0,2-5 0,-4 9 0,-6 13 0,5-13 0</inkml:trace>
  <inkml:trace contextRef="#ctx0" brushRef="#br0" timeOffset="81049">26094 16264 24575,'5'-2'0,"5"-2"-1639,5-8 1,0 0-1639,2 1 1638,13-10 1,-2 1-1639,-16 13 2939,10-9 0,7-5 0,-6 4 338,-8 6-666,15-12 1,-1 0 665,-20 14 0,18-16 0,-20 17 328,7-5 0,-12 11 1,1 1-1</inkml:trace>
  <inkml:trace contextRef="#ctx0" brushRef="#br0" timeOffset="82669">21939 16871 24575,'27'-3'0,"1"0"0,7-2-1553,-15 2 1,2 0 1552,11-1 0,0-1-818,-8 1 1,3-1 817,1 1 0,4 0 0,1 0 0,-6 0 0,-5 0 0,2 0 0,9 0 0,9-1 0,-2 0 0,-11 2 0,-4-1 0,3 1 0,6-1 0,-10 2 0,-15 1 1071,23-5-1071,-25 6 0,3-3 0,-9 3 0</inkml:trace>
  <inkml:trace contextRef="#ctx0" brushRef="#br0" timeOffset="84370">22298 16867 24575,'5'4'0,"5"12"0,-2-1 0,1 3-3277,1 11 0,-6-21 1638,2 10 1,1 1 1322,-3-9 316,8 19 0,-10-22 1928,9 14-1928,-7-10 0,7 13 0,-4-5 0,-1-5 3276,-1 4-479,3 0-651,-4 2-2146,7 8 0,-7-1 0,2-8-3277,-3 5 0,-1-19 2742,1 18 535,-2-18 0,1 15 0,-2-15 0,1 8 0,1 6 0,1-6 0,-1 5 0,3-7 0,-4-2 3276,3 0 0,-2-4-2739,1 0-537,0 0 0,0 0 0,-1-2 0,-6-2 0,1 8 0,-1-3 0,-2 4 0,5-4 0,-5 0 0,6-4 0,-1 1 0</inkml:trace>
  <inkml:trace contextRef="#ctx0" brushRef="#br0" timeOffset="85335">22418 17423 24575,'8'8'0,"-1"2"0,4 14 0,-4-9 0,3 8 0,-6-14 0,3 8 0,-5-1 0,3-2 0,-3 4 0,3-5 0,-1 3 0,3-3 0,-5-3 0,2-7 0,-1 0 0,1 0 0,-1 2 0,-5 2 0,2 0 0,-3-1 0,3-4 0</inkml:trace>
  <inkml:trace contextRef="#ctx0" brushRef="#br0" timeOffset="85856">22391 17680 24575,'8'-4'0,"-5"3"0,3 1 0,0 2 0,-1-2 0,10 0 0,-9 0 0,19 1 0,-18-1 0,20 5 0,-24-3 0,11 2 0,-11 2 0,1-2 0,-3 0 0,-1-2 0</inkml:trace>
  <inkml:trace contextRef="#ctx0" brushRef="#br0" timeOffset="87357">22414 17757 24575,'11'3'0,"1"1"0,-5 0 0,6 13 0,-9-11 0,10 19 0,-9-16 0,10 16 0,-6-7 0,2-2 0,-2 1 0,-7-15 0,2 2 0,-5-2 0,-2-4 0,-8-8 0,3 4 0,-7-18 0,7 4 0,-1 4 0,4-5 0,4 14 0,1-8 0,0 2 0,0 3 0,1-3 0,1 6 0,1-3 0,0 1 0,4 5 0,-4-2 0,11 2 0,-11 2 0,16-2 0,-14 5 0,9 0 0,-10 1 0,3 1 0,-1-1 0,-1 3 0,2 13 0,-4-7 0,-1 17 0,-2-21 0,0 21 0,-1-3 0,1-4 0,-2 3 0,1-22 0,-1 5 0,-4-6 0,-2-6 0,-2-3 0,-1-16 0,6 11 0,-1-8 0,5 24 0,-4 0 0,3 8 0,2-8 0,2-8 0,1-12 0,-1 4 0,-2-8 0,0 16 0,-3-11 0,1 11 0,-2-1 0,3 8 0,0 0 0,0 1 0,0-3 0</inkml:trace>
  <inkml:trace contextRef="#ctx0" brushRef="#br0" timeOffset="97906">19856 14118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57:52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7533 24575,'0'7'0,"3"4"0,-2-4 0,4 8 0,-4-11 0,3 8 0,-1-7 0,-1 1 0,2-3 0,5-5 0,-4-1 0,11-11 0,1-3 0,-2 3 0,5-5 0,5-4 0,-4 4 0,-3 3 0,5-4 0,6-4 0,-7 6 0,-10 8 0,11-12 0,-3 3 0,-14 14 0,3-6 0</inkml:trace>
  <inkml:trace contextRef="#ctx0" brushRef="#br0" timeOffset="6405">20949 8006 24575,'8'-2'0,"0"2"0,-1-1 0,12-2 0,-1 2 0,2 0 0,0-1 0,1 1 0,0-1 0,1 1 0,7 0 0,2 1 0,2 1 0,1-1-577,-5 0 1,0 0 576,2 1 0,3 0 0,-7-1 0,-3 0 0,4 0 0,5-1 0,-6 0 0,-4 1 0,14-1 0,-1 0 0,-21 1-1639,7-1 1,-1 0-1487,-10 1 2157,9-1 0,0 1 968,-10 0-1639,15 0 1,0 0 1275,-13 0-449,17-1 1,11 1 0,-8-1 811,-5 0 0,3 1 0,9 0 0,2 1 0,-8-1 0,-10 1 0,0 1 126,2-1 1,6 1-1,2 1 1,1-1-1,-4 1-126,0-1 0,-1 0 0,0 0 0,-1 0 0,5 2 0,0-1 0,3 1 0,1-2 0,4 0 0,-3 0 0,-9 0 0,-3 0 0,-1-1 0,8-1 0,3 1 0,-2-1 0,-8 0 0,-6 1 0,-1-2 0,8 1 0,6-1 0,0 0 0,-7 0 0,9 0 0,3-2 0,-2-1 2748,-13 3-2748,11-1 0,-2 0 0,-16 0 0,11 2 0,1 0 0,-12-1 0,17 0 0,-1 2 0,-13-1 0,4 0 0,-4 0 0,-16 0 0</inkml:trace>
  <inkml:trace contextRef="#ctx0" brushRef="#br0" timeOffset="18361">29823 8305 24575,'-8'12'0,"-13"14"0,14-16 0,-9 9 0,-2 0 0,6-5 0,-4 1 0,-1 0 0,3-3-1639,-7 1 1,1 0-1639,5-4 1638,-15 7 1,2-2-1048,18-8 3119,-13 4 0,2 1-433,15-7-695,-22 7 695,21-8 3276,-19 4-2549,20-4-1841,-21 4 1114,18-1 418,-26 5-418,26-7 977,-13 4-977,18-7 0,0 1 0,3-2 0</inkml:trace>
  <inkml:trace contextRef="#ctx0" brushRef="#br0" timeOffset="19673">29345 8558 24575,'6'18'0,"2"4"0,-3-3 0,1 0 0,2 6 0,-1 6 0,-4-17 0,-1 0 0,0-11 0,-7-18 0,0-17 0,0 5-1639,1 5 1,1 1-1639,2 10 2398,-1-9 1,-1 0 878,0 9 0,0-22 0,2 24 0,-5 8 0,-9 21 1638,2-5 0,-3 2-262,-6 7 0,-1-1-235,8-9 1,1-1-1142,-10 8 0,4-1 0,11-11 0,-12 15 0,23-22 0,12-7 0,-1-2 0,17-9 0,-20 12 0,19-7 0,-20 8 0,13-6 0,-11 8 0,-2-3 0,0 4 0,-15 15 0,3-8 0,-12 18 0,13-20 0,-5 8 0,6-12 0,3 1 0,-2-5 0,-3 8 0,-4 3 0,-2 2 0,5-3 0,3-6 0,3-1 0,-2 0 0</inkml:trace>
  <inkml:trace contextRef="#ctx0" brushRef="#br0" timeOffset="20525">28250 9205 24575,'6'0'0,"2"0"-3277,23-1 0,-17 0 2184,14 1 1,10-1 0,-6 1-2185,-3 0 2965,-5 0 0,8-1 1,0 1-1,-7 0 312,3-1 0,-4 1 0,3-1 0,-2-1 0,10-2 1188,-15 3 0,-2-1-1188,0-3 819,-15 7 0,-3-3 0,1 4 0</inkml:trace>
  <inkml:trace contextRef="#ctx0" brushRef="#br0" timeOffset="30043">25431 10393 24575,'13'0'0,"0"0"0,10 0 0,-11 0 0,13 0 0,-11 0 0,4-1 0,2 0 0,3 1 0,2-2 0,2 0 0,10-3-1639,-6 3 1,0 0-1639,5-2 1638,-6 3 1,-5 0 1075,-15 1-185,11-1 0,1 1 748,-11 0-382,24 0 382,-26 0 3276,15 0-3079,-12 0 0,1 0 1,-6 0-1</inkml:trace>
  <inkml:trace contextRef="#ctx0" brushRef="#br0" timeOffset="31400">21115 10470 24575,'27'2'0,"-1"-1"0,4 0 0,2-1 0,0 0-750,3 1 1,2 1 749,-3-2 0,5 1 0,-2-1 0,-8 0-1139,3 0 1139,-8 1 0,5-1 0,-3 1 0,-6-1 0,-2 0 0,8 0 0,-3 0 0,-4 0 0,-10 0 626,22 0-626,-14 0 0,7 0 0,-13 0 0,-5 0 0</inkml:trace>
  <inkml:trace contextRef="#ctx0" brushRef="#br0" timeOffset="32632">25551 10456 24575,'24'-3'0,"0"0"0,-9 2 0,13-3 0,3-1 0,-11 3 0,-1-1 0,0 1 0,2-1 0,4 1 0,2-1 0,-2 1 0,7 0 0,-7 0 0,1 1-3277,1 1 0,-11 0 1638,4 0 1,-1 0 233,-10 0 1614,11 0 0,0 0-209,-9 0-360,9-1 1,-1 1 359,-9-1 3276,14 0-2122,-15 1-438,-1 0 1,-4 0 0,-3 0 0</inkml:trace>
  <inkml:trace contextRef="#ctx0" brushRef="#br0" timeOffset="34465">25564 10455 24575,'-5'14'0,"-8"11"0,9-10 0,-13 14 0,17-34 0,-4 0 0,10-15 0,-1 4 0,1 3 0,-1 8 0,-2-4 0,2 5 0,-2 0 0,0 4 0,-1 4 0,0-2 0,-1 4 0,10-7 0,8-7 0,-1 2-1639,5-4 1,0 0-1639,-10 6 2768,8-5 0,0 1 509,-14 7 0,7-5 0,-11 10 0,-1 12 0,-2-1 0,0 16 0,4-15 0,-3 2 3276,4-12-158,3-5-3118,13-10 0,-6 3 1178,14-9-1178,-14 7 0,-2 1 0,-3 3 0,-9 3 0,2 0 0,-1 0 0,13 0 0,18-5 0,-10 1 0,0 2 0,-4-1 0,-11 2 0,10 1 0,-14 1-3277,10 1 0,-9 0 2267,19 4 1010,-18-4 0,10 3 0,-13-2 0,0-2 0,11 1 0,0-2 0,2 1 195,-2-2 0,-11 2 0,1 0 0</inkml:trace>
  <inkml:trace contextRef="#ctx0" brushRef="#br0" timeOffset="35427">25633 10491 24575,'-2'10'0,"13"-15"0,-3-1 0,13-12 0,-13 13 0,2-1 0,-8 11 0,2 2 0,-2 2 0,2-1 0,-1-6 0,3 0 0,1-2 0,2 1 0,-4-1 0,-1 2 0</inkml:trace>
  <inkml:trace contextRef="#ctx0" brushRef="#br0" timeOffset="39678">8290 11734 24575,'7'0'0,"0"0"0,2 0 0,11 0 0,-10 0 0,26 0 0,-26 0 0,17 1 0,2 0 0,-10-1 0,9 1 0,-1 1 0,-10-2 0,5 1 0,-1-1 0,-4 0 0,11 1 0,0 1 0,-9 0 0,14 2 0,-1-1 0,-11 0 0,3-1 0,9 0 0,0-1 0,-6 1-1348,7-2 1348,-1 2 0,7-1 0,-9 1 329,-13-2-329,14 1 0,-21-1 0,2 0 0,-11 0 0</inkml:trace>
  <inkml:trace contextRef="#ctx0" brushRef="#br0" timeOffset="43951">20513 11743 24575,'10'-5'0,"-4"2"-3277,24-1 0,-19 3 2184,14 0 1,9-1 0,-4 1-2185,4 1 3519,-5-1 1,9 1-1,1 0 1,-5-1-243,3 0 0,-2-1 0,-8 2 0,1 0 0,-2-1 0,13-2 0,-8 0 0,-17 2 0,16-1 3276,-19 2-2420,7 0-856,-2 0 611,6 0 0,2 0-611,-5 0 0,-1 0 0,19 0 0,-11 0 0,-24 0 0,0 0 0</inkml:trace>
  <inkml:trace contextRef="#ctx0" brushRef="#br0" timeOffset="45486">9677 11558 24575,'29'-15'0,"-13"7"0,4-6 0,-1 1 0,-6 4 0,4-5 0,0-1 0,-4 3 0,6-5 0,-15 11 0</inkml:trace>
  <inkml:trace contextRef="#ctx0" brushRef="#br0" timeOffset="46562">21608 11658 24575,'26'-26'0,"-12"11"0,2-1 0,-13 13 0</inkml:trace>
  <inkml:trace contextRef="#ctx0" brushRef="#br0" timeOffset="54709">21723 13494 24575,'7'-3'0,"0"0"0,2-6 0,-3 5 0,6-9 0,4-8 0,-6 11 0,0-5 0,2-1 0,12-13 0,-5 8-1639,4-5 1,-1 2-1639,-6 12 1638,12-13 1,0 1 148,-11 12 520,10-8 1,-1 1 969,-16 12 0,8-6 0,0 2 0,-11 7 0,7-7 0,-12 10 0,-2 0 0</inkml:trace>
  <inkml:trace contextRef="#ctx0" brushRef="#br0" timeOffset="64206">10299 11763 24575,'36'6'0,"0"-1"0,-13-3 0,0 1 0,6 0 0,3 2 0,-3-2 0,2-2 0,-1 0-1639,-2 2 1,-2-1-1,-3-2 1,-7 1 2987,-12 0-1349,3 5-1639,0 19 1,0 4 632,2-4 1006,-2 3 0,0 6 0,-1-7 0,-1-5 0,-1 6 0,0 7 0,0-8 2364,-2-4-2364,1 7 0,1 7 0,-2-7 0,-2-8 0,1 3 0,0 7 0,0-7 3276,-1-5-2184,1 3 0,2 6 0,-1-5-1028,0-6-64,5 15 0,-1-2 508,-3-18-508,4 6 0,0-2 0,-5-11 0,4 8 0,-7-12 0,-1-2 0,-15-2 0,-3-1 0,-1-1 0,-8 1-1639,-1 0 1,3-1-1639,15 2 1638,-10 0 1,0 0 148,12-2 1490,-17 1 0,15-2 0,-1-1 0,1 0 0,1 1 0,10 4 0,-2 1 0</inkml:trace>
  <inkml:trace contextRef="#ctx0" brushRef="#br0" timeOffset="65869">24477 11646 24575,'15'0'0,"2"0"0,18 4 0,-13-3-1093,2 1 1,4 1 0,-4-1-2185,-2 0 2184,7 0 1,8 1 0,-9-1 2420,-13 0-1328,11 0 0,8 0 0,-9 0 0,-13 0 859,11 0 1,-2 2-860,-15 3 0,5 8 0,-1 2 0,-2 4 0,6 5 0,-1 1 0,-7-6-1093,3 3 1,2 6 0,-2-6-168,-1-1 1260,1 3 0,1 5 0,-2-7 3276,0-7-2646,1 10 1,2 5-631,1-6 0,2 2 0,-1-3-229,-3-2 1,0 1 228,6 9 0,3 4 0,-5-9 0,-5-8 0,2 3 0,3 7 0,-3-5 0,1 6 0,-1-7 0,2 3 0,-3-2 0,-5-6 0,0-1 0,3 6 0,0-1 0,-4-1 3276,-16-4 0,-9-9-3270,-9-1-6,-2-1 0,-4-1-1093,4-2 1,-1 0 0,2 0-547,-5 2 1,0-2 1636,0 1 1,-4-1 0,11-2 458,12-2-457,-9 0 0,2 0 0,14-1 0,-10 0 0,18-2 0,1 3 0,1-1 0</inkml:trace>
  <inkml:trace contextRef="#ctx0" brushRef="#br0" timeOffset="66431">25479 11939 24575,'7'36'0,"1"0"0,0 0 0,-1-7 0,1 2 0,0-2 0,-2-5 0,2 11 0,-3-15 0,1-1 0,2 8 0,-9-22 0,-6 0 0,3-6 0,-6-1 0</inkml:trace>
  <inkml:trace contextRef="#ctx0" brushRef="#br0" timeOffset="66681">25385 12176 24575,'22'-2'0,"2"1"0,3 0 0,-1 0 0,2 1 0,-1 0-1387,5 0 0,0-1 1387,3 1 0,3 0 0,-8 0 880,-3 0-880,2 0 0,-5 0 114,-18 0 0,9 0 0,-20 0 0</inkml:trace>
  <inkml:trace contextRef="#ctx0" brushRef="#br0" timeOffset="69643">4662 15330 20088,'34'-2'0,"-1"1"0,-11-1 0,-1 0 0,15 0 0,-2 1 0,1-1 0,-10-1 0,-1 0 0,0 1 0,4 0 0,-1-1 0,-5-1 0,6 1 0,8 0 0,-1 0 0,-1-1 0,4-1 0,-7 2 0,5-1 0,2 1 0,-2-1 0,-6 1 0,3 1 0,-2-1 0,1 1 0,5-1 0,-2 1 0,-10 0 0,-6 2 0,12 0 0,7 0 0,-8 0 0,-14 0 0,10 1 0,1 0 0</inkml:trace>
  <inkml:trace contextRef="#ctx0" brushRef="#br0" timeOffset="74146">11257 16112 24575,'6'0'0,"10"0"0,13 2 0,-5-1-1639,13 1 1,1 0-1639,-15 0 2184,8-2 1,7 0 0,-5-1 2230,-1-3-1138,-4 2 0,7-1 0,2 0 0,-5 1 0,-4-1 0,-1 0 0,2 0 0,3 1 0,-3 0 0,3 0 0,-6 1 1746,-6 0-1746,14 0 0,-1 0 0,-17 0 0,7 0 0,-2 1 0,-10 1 0,7 0 0,-3 0 3276,18-1-1638,-11 0 0,0 0-1243,12 0-395,-5 0 0,-4 0 0,-16 0 0,16 0 0,-24 0 0</inkml:trace>
  <inkml:trace contextRef="#ctx0" brushRef="#br0" timeOffset="75847">12275 15016 24575,'-4'31'0,"3"-15"0,-4 7 0,0-2 0,2-9 0,-2 8 0,0 0 0,1-7-1639,-4 7 1,0 0-1639,4-7 1638,-10 15 1,-1-1-1293,6-13 2366,-6 11 0,-1-1 565,8-16 0,-8 17 0,14-22 0,-3 5 0,5-7 0</inkml:trace>
  <inkml:trace contextRef="#ctx0" brushRef="#br0" timeOffset="77181">12145 15328 24575,'7'27'0,"1"8"0,-6-27 0,7 24 0,-5-23 0,5 16 0,-7-21 0,2 9 0,-2-10 0,1 2 0,-3-5 0,1-5 0,-2-15 0,-1 7 0,-2-17 0,0 20 0,-8-16 0,8 17 0,-13-18 0,11 21 0,-8-11 0,10 11 0,8 3 0,15 4 0,4 4 0,4-2 0,5 2 0,-1 0 0,-13-5 0,14 3 0,-23-3 0,0 3 0,-10 0 0,-10 6 0,3-2 0,-11 11 0,4-6 0,1 0 0,3-2 0,7-6 0,-2 0 0,-12 10 0,5-6 0,-5 6 0,15-15 0,6 0 0,1-5 0,1 1 0,-3 2 0,-1-3 0,-2 1 0,-2 2 0,1 0 0</inkml:trace>
  <inkml:trace contextRef="#ctx0" brushRef="#br0" timeOffset="77945">12163 15370 24575,'11'0'0,"6"4"0,-4-3 0,7 5 0,-16-6 0,2 11 0,-8 1 0,0 3 0,-2-5 0,0-5 0,0-5 0,-1 1 0,4-1 0</inkml:trace>
  <inkml:trace contextRef="#ctx0" brushRef="#br0" timeOffset="88088">20086 16460 24575,'24'0'0,"-6"0"0,3 0 0,4 1-1639,-2 0 1,0 0 769,2 1 0,3 1 869,7-2 0,5 1 0,-6-1 0,-14 1 0,1 0 0,13-1 0,9 0 0,-1-1 0,-11 1 0,-5-1 0,5 1 0,12 0 0,0 1 0,-11-1 0,-4 0 0,4 0 0,5 0 0,-8 0 0,-13-1-1639,10 0 1,0 0-618,-14 0 2256,18 0 1969,-1 0-1969,-2-1 0,1 0-251,-8 0 0,2 0 251,10-1 0,8 0 0,-1-1 0,-7 1 37,-12 1 0,0-1-37,9-1 0,9 1 0,2-1 0,-2 0 0,-9 0 0,-9 2 0,0-1 0,12-1 0,8 0 0,0 0 0,-11 0 3276,0 0-2474,3 0 0,6 1 0,-10 0-802,-16 1 0,8 0 0,1 1-3277,1 0 2802,-9 0 0,5 0 0,-16 0 0</inkml:trace>
  <inkml:trace contextRef="#ctx0" brushRef="#br0" timeOffset="88945">24377 16436 24575,'27'2'0,"1"0"0,-3 1 0,1 1 0,1-2 0,9-1 0,3-1-820,-5 1 1,5 1 0,-1 0 0,-4-1-820,2-1 1,2-1 1169,-10 0 1,7 1 0,4 0 0,1 0 0,-1 1 0,-4-1 0,-6 0-148,0 0 1,-5 0 0,5 0 615,-2 0 0,7 0 0,2 0 0,1 0 0,-1 0 0,-3 0 0,-6 0 0,1 0 0,-5 0 0,3 0 0,2 0 0,4 1 0,1 0 0,1 0 0,-3-1-383,3 1 0,0 0 0,-1-1 0,-2 1 383,7 0 0,-2 1 0,1-1 0,-6 0 0,3-1 0,-3 1 0,-7-1 0,1 0 0,11 0 0,-1 0 0,-18 0 3276,17 0-2951,-24 0-325,8 0 0,-1 0 0,-1 0 0,-9 0 0</inkml:trace>
  <inkml:trace contextRef="#ctx0" brushRef="#br0" timeOffset="90090">27076 16250 24575,'-14'34'0,"8"-20"-1639,-5 9 1,1-3-1639,5-14 0,-11 21 0,11-24 4702,-10 17-1425,8-16 0,-20 17 0,7-6 0,-3 1 3276,10-7-2194,12-11 2194,1 2-36,8-5-3240,3 4 0,-1-5 809,5 1-809,-6-2 0,3 1 0,-4-3 0,-2 7 0,-6 1 0,-4 2 0,-16 13 0,9-9 0,-9 7 0,18-12 0,1 0 0</inkml:trace>
  <inkml:trace contextRef="#ctx0" brushRef="#br0" timeOffset="91396">27014 14644 24575,'13'14'0,"-5"-4"0,9 6 0,0 1 0,-6-3 0,10 6 0,0-1 0,-8-7 0,6 4 0,1-2 0,-9-6 0,20 11 0,-26-17 0,11 5 0,4-7 0,-2-3 0,6 1 0,-4-14 0,-14-15-820,4 10 1,-9-6 0,-1 24 0</inkml:trace>
  <inkml:trace contextRef="#ctx0" brushRef="#br0" timeOffset="91658">27267 14588 24575,'-17'22'0,"-1"-1"0,6-5 0,-2-1 0,-8 9 0,1-3 0,3-4 0,-1-1 0,-3 4 0,3-4 0,2-1 0,-7 8 0,2 0 0,11-9 0,5 1 0,16-13 0,0-6 0,-1 2 0</inkml:trace>
  <inkml:trace contextRef="#ctx0" brushRef="#br0" timeOffset="92262">27450 14542 24575,'-9'17'0,"2"2"0,1-1 0,4-7 0,-4 16 0,0 1 0,3-12 0,-2 6 0,0-1 0,4-9 0,-3 9 0,4-13 0,0-5 0,6-30-1639,-1 4 1,0-1-1,0 7 1,-1-2-1,6-18 1,-2 4 372,-3 17 997,0-7 1,-1 0 268,-3 14 0,-1-4 0,0 12 3276,6 6-2170,11 20-1106,-3-10 0,2 3 0,-2-2 0,-5-11 3276,13 12-471,-17-15-1634,7 6-1171,-11-5 0,2 0 0,-5 7 0,2-5 0,-9 6 0,7-9 0,-5 1 0</inkml:trace>
  <inkml:trace contextRef="#ctx0" brushRef="#br0" timeOffset="92514">27408 14685 24575,'19'-3'0,"-1"0"0,5 2 0,2-3 0,6-3 0,-5 2-948,0 0 948,5 0 0,8-2 0,-9 2 311,-8 0-311,7 1 0,-2-1 0,-16 1 0,3 1 0,-13 2 0</inkml:trace>
  <inkml:trace contextRef="#ctx0" brushRef="#br0" timeOffset="92847">27682 14514 24575,'9'0'0,"-4"0"0,24 1 0,-15 0 0,10-1 0,0 1 0,-6-1 0,4-3 0,-2 0 0,-9 2 0,8-5 0</inkml:trace>
  <inkml:trace contextRef="#ctx0" brushRef="#br0" timeOffset="93195">27839 14672 24575,'5'21'0,"2"1"0,1 0 0,-2 2 0,5 9 0,-5-12 0,-6-16 0,-7 5 0,-12-8 0,-4-2 0,-5-3 0,-9 2 0,2-1 0,13-4 0,-2 3 0,3 0 0,13-1 0,-9 3 0,18 0 0,9 3 0,13 4 0,4-1 0,7-1-1093,-3-1 1,5 1 0,-5-1-547,-11-3 1,1 0 1580,5 0 1,5 0-1,1 0 1,-7 0-88,12 0 145,-11 0 0,4 0 0,-9 0 0,-10 0 0,4 0 0,-13 0 0</inkml:trace>
  <inkml:trace contextRef="#ctx0" brushRef="#br0" timeOffset="93445">28140 14699 24575,'25'-12'0,"0"1"0,8-3 0,-2 3 0,-2 3 0,-12 4 0,6-2 0,-4 1 0,-15 4 0,7-3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1:59:56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2052 3841 24575,'5'0'0,"7"0"0,16 0 0,5-1 0,1 1-963,-6-1 0,7 1 0,-1-1 963,0 0 0,0 0 0,-1 0-734,-5 1 1,-1 0-1,3-1 734,2 0 0,4-1 0,1-1 0,1 1 0,-2 1 0,0 0 0,-1 1 0,0 0 0,-1-1 0,-3 0 0,0-1 0,0 1 0,1 0 0,7 0 0,2 0 0,-2 1 0,-9 0 0,0 0 0,-4-1 0,6-1 0,1 0 0,-8 1 0,3 0 0,1 0 0,7-1 0,-7 1 0,2 1 0,-9 0 0,5 0 0,0 0-1093,2 0 1,1 1 0,-2-1 562,8 1 1,1-1 529,0 0 0,2 0 0,-5 0-332,-16-1 1,2 1 331,6 0 0,7 1 0,3-1 0,-1 0 0,-7 0-478,1-1 1,1 0 477,0 1 0,7 0 0,3 0 0,-3 0 0,-8-1 0,-2-1 0,-1 0 0,1 0 0,5 1 0,0 0 0,-6 0 699,-6 0 1,-1 0-700,12 0 0,4-1 0,-9 2 0,-9-1 1638,3 0 0,-2 0 453,-13 1-1058,1 0-1033,-3 0 3245,15 0-3245,14-3 0,-5 1-656,-4 0 1,-2 0-1,-13 0 1,9 1 0</inkml:trace>
  <inkml:trace contextRef="#ctx0" brushRef="#br0" timeOffset="5750">14381 3798 24575,'16'0'0,"1"0"0,-2 2 0,2-2 0,9 1 0,0 0 0,1-1 0,6-1 0,-1 0 0,-14 1 0,15-2 0,-1 0 0,-14 1 0,19-1 0,1 1 0,-18 1 0,15 0 0,2 0 0,-13 0 0,11 1 0,2 1 0,-8 1 0,-10-1 0,1 0 0,1 1 0,-3 1 0,-5-2 0,8 1 0,2 0 0,-3-1 0,1-1 0,13 2 0,3 0 0,-10-1 0,1-1-152,0 0 0,2 0 0,0 0 152,7 0 0,-2-1 0,-8-1 0,0 1 0,9 1 0,-6 1 0,-18-2 0,13 3 0,-17-1 0,16 1 0,-16-2 0,28 5 0,-21-5-1639,21 5 1,1-1-1639,-12-3 3250,6 2 1,6 1 0,-7-1 26,-4-3 0,9 3 0,0-1 0,-9-2 0,0 0 305,4-1-305,-9 0 0,2 0 0,7 0 0,-23 0 3276,10 0 0,-13 0-3044,4 0-232,-3 0 0,5 0 0,-6 0 0,3 0 0,-3 0 0,-2 0 0,-3 0 0</inkml:trace>
  <inkml:trace contextRef="#ctx0" brushRef="#br0" timeOffset="8003">17359 1337 24575,'-11'13'0,"-9"11"0,7-8 0,0 0 0,0-1 0,6-7 0,-15 19 0,0-1 0,5-3 0,2-4 0,2-2 0,7-10 0,-9 12 0,-1 0 0,8-12 0,-6 8 0,0 0 0,9-9 0,-18 17 0,9-4 0,-1-1 0,-1 7 0,13-18-3277,-12 17 0,11-17 1748,-17 20 1529,17-20 0,-9 8 0,-1 1 0,6-6-577,-16 18 577,14-18 0,-8 13 0,-8 0 0,10-5 0,-11 7 0,22-20 0,-10 11 0,10-12 3276,-4 5-697,7-6-2116,1 0 0,1-1 0,0-1 0</inkml:trace>
  <inkml:trace contextRef="#ctx0" brushRef="#br0" timeOffset="8625">16823 1959 24575,'11'5'0,"2"4"0,-9-7 0,7 15 0,-8-11 0,8 18 0,-7-16 0,5 11 0,0-5 0,-3-4 0,2 0 0,-7-7 0,3 0 0,-4 1 0,2-4 0,-8-2 0,-4-6 0,1 4 0,-4-8 0,2-4 0,5 5 0,-2-3 0</inkml:trace>
  <inkml:trace contextRef="#ctx0" brushRef="#br0" timeOffset="9925">16840 1938 24575,'-6'15'0,"2"-6"0,-3 8 0,5-12 0,-10 19 0,3-10 0,-3 14 0,1-5 0,6-9 0,-4 7 0,7-18 0,-7 18 0,6-16 0,-2 9 0,5-10 0,-2 1 0,8-2 0,1 0 0,1-2 0,5-3 0,1-7 0,5-3 0,-4 0 0,-5 2 0,5-19 0,-5 6 0,0 5 0,0 0 0,3-7 0,-6 17 0,-2-2 0,-10 16 0,-16 20 0,8-12 0,-1 6 0,-1 1 0,3-5 0,1 4 0,2-8 0,9-7 0,3-4 0,0 1 0,4-5 0,3-3 0,-2-1 0,-2 0 0,-3 11 0,-6 1 0,1 1-820,2-2 1,0-5 0,0 2 0</inkml:trace>
  <inkml:trace contextRef="#ctx0" brushRef="#br0" timeOffset="21289">9586 6946 24575,'5'-2'0,"2"1"0,1 2 0,-1 1 0,2 1 0,-7 0 0,6 0 0,3 1 0,-2-3 0,18 5 0,-19-5 0,15 3 0,-19-4 0,2 0 0</inkml:trace>
  <inkml:trace contextRef="#ctx0" brushRef="#br0" timeOffset="25881">12003 5321 24575,'0'16'0,"0"12"0,0 2-2209,0-5 2209,-1 5 0,0-2 0,1-12 0,-1 20 0,1-15 0,0 16 0,0-26-3277,0 15 0,0-17 4496,0 15-1219,0-19 0,0 5 0,0-9 0</inkml:trace>
  <inkml:trace contextRef="#ctx0" brushRef="#br0" timeOffset="26430">11905 5438 24575,'12'-3'0,"1"-3"-3277,7-8 0,-9 6 1328,3-2 1949,0 8 0,-4 1 1719,19-1-1719,-3 0 0,-1 4 0,-6 1 0,-16 13 0,-4-6 3276,-5 13 0,3-11-6553,-13 10 2,9-13 1636,-11 4 1,0-2 378,10-8-257,-10 6 0,0-1 1517,12-6 0,-15 6 0,16-6 3034,-5 2-3034,3-5 0,0-2 0,0 0 0,3-1 0</inkml:trace>
  <inkml:trace contextRef="#ctx0" brushRef="#br0" timeOffset="26964">11766 5344 24575,'6'1'0,"2"-1"0,-1 2 0,3-4 0,1-6 0,-2 3 0,3-12 0,-8 10 0,16-20 0,-12 17 0,3-5 0,2 1 0,-3 5 0,15-13 0,-8 12 0,7 9 0,-6 15 0,-7 7-1639,-1-4 1,-2-1-1639,-4-3 1747,11 18 1530,-14-25 0,6 11 0,-6-15 0,0 2 0</inkml:trace>
  <inkml:trace contextRef="#ctx0" brushRef="#br0" timeOffset="27736">12818 5386 24575,'5'8'0,"0"15"0,0 0-1973,0-8 1973,1 10 0,-1 1 0,-3-8 635,2 6-635,0-4 0,-2-1 0,1 0-1639,1 3 1,0-1-1208,-2-11 2069,3 9 1,-1 0 776,-2-11 596,4 15-596,-6-18 0,2 6 0,-4-3 3276,-2 2-2602,-4-4 1,2-3-1,0-3 1</inkml:trace>
  <inkml:trace contextRef="#ctx0" brushRef="#br0" timeOffset="28249">12785 5421 24575,'17'-10'0,"1"-1"0,4-2-1639,1 6 1,-2 2-1639,-10 3 1328,24-3 1949,-32 7 1719,3 9-1719,-2 12 0,-2-8 0,2 15 0,-4-24 3276,3 14 0,-3-8-3044,2 0-232,-2-1 0,-12-3 0,5-1 0,-16-1 0,10-5-3277,-15-1 0,17 0 0,-20 0 1787,25 0 826,-17-4 1,20 3-1,-4-3 1</inkml:trace>
  <inkml:trace contextRef="#ctx0" brushRef="#br0" timeOffset="28581">12741 5330 24575,'6'0'0,"8"2"-1639,7-6 1,0-1-1639,0 3 1638,12-5 1,-2 0-1639,-22 4 4170,12-4 1,-4 3-894,-15 7-759,4-5 1,-9 7-1,-1-3 1</inkml:trace>
  <inkml:trace contextRef="#ctx0" brushRef="#br0" timeOffset="30187">11956 5411 24575,'-19'13'0,"5"-4"0,1 0 0,7-4 0,18-8 0,6-8 0,0 2 0,2-2 0,7-6 0,-1 1 0,7-1 0,-5 1 0,-4 3 0,-12 9 0,3-5 0,-15 11 0,-17 9 0,-7 5 0,9-4 0,-2 2-153,-3 0 0,-5 2 0,-2 0 0,4 0 153,-8 7 0,3-1 0,-4-1 0,12-2 0,30-1 0,16-21-1093,-1-2 1,6-1 0,-4-1-547,-6 1 1,2-1 1631,8-1 0,7-3 0,-1 0 1,-6 2-109,-6 3 1,-1 0 114,6-2 0,7-3 0,-1 1 0,-12 3 0,-8 1 402,17 2-402,-53 18 0,6-2-1639,-15 9 1,0-1 457,15-12 1181,-8 8 0,-1 0 2013,5-7-2013,7-3 193,7 2-193,23-13 0,2 2-1093,6-6 1,8-3 0,-6 1 656,1 0 436,-8 3 0,9-1 0,5-2 0,2-1 0,-1 1 0,-4 1 0,-9 3 1294,-1 0 1,0 0-1295,4-1 0,10-2 0,4-1 0,-1 0 0,-6 2 0,-12 3 0,-5 1 0,16-3 0,-5 3 2239,-26 5-2239,-1 4 0,-6-2 0,-12 9 0,-9 5 0,4-2 3276,-5 1-3084,2 0 0,-6 3 0,-2 0 1,5-2-193,-1-1 0,1-2 0,-5 4 0,-3 2 0,5-4-907,8-4 1,3-2 906,-4 3 0,10-4 0,29-8 0,17-10 0,3-2-1393,1 4 1393,-6-1 0,9-5 0,0 1 0,-8 2 0,-13 6 0,1 0 0,10-4 0,6-2 0,1 1 0,-6 1 827,-5 3 1,-3 1-828,7-4 0,-6 5 3276,-15 8-2850,-24 6-426,-2 1 0,-1 0 0,-9 5 0,-4-2 0,0-1 0,8-3 0,0 0 0,8-3 1961,22-9-1961,14-1 0,8 0 0,-1-1-1153,-3-1 0,0 0 1153,6 0 0,5-1 0,-1-1 0,-7 2-656,6-2 1,-7 3-1,-7 0 1,-16 2 0</inkml:trace>
  <inkml:trace contextRef="#ctx0" brushRef="#br0" timeOffset="33972">6310 17464 24575,'19'-4'0,"0"1"0,-1-2 0,0-1 0,2 0 0,7-5 0,1 0 0,-5 2 0,0-2 0,5-3 0,-5 3 0,3 0 0,-4 0 0,7-2 0,0-1 0,-6 3-947,1-1 947,3-1 0,5-4 0,-7 4 311,-6 2-311,6-6 0,-2-1 0,-13 7 0,5-4 0,-2-1 0,-8 5 157,6-17-157,-3 9 0,0 0 0,1-7 0,3-1 0,0 3 0,-7 13 0,8-12 0,1-1 0,-8 11 0,6-6 0,0 0 0,-5 9 0,8-14 0,-3 11 479,-3-1-479,0 9 0,-7 5 0,1 0 0</inkml:trace>
  <inkml:trace contextRef="#ctx0" brushRef="#br0" timeOffset="35291">6942 16786 24575,'20'30'0,"-8"-12"-1639,0 1 1,0-1-1639,-5-8 1328,14 18 1949,-12-16 1719,2 1-1719,-2-3 0,-6-28 0,0 0 0,-2-2 0,-2-1 0,1 0 0,-4-4 0,2 20 3276,-3-6 0,3 3-3044,9-3-232,13-3 0,-6 7 0,6 0 0,-2 3 0,-10 2 0,19-2 0,-22 4 0,19 3 0,-17-1 0,11 3 0,-15-4 0,-4 17 0,-10 3 0,4 2 0,-7-2 0,-1-2 0,6-7 0,-5 5 0,-1-1 0,4-6 0,-9 11 0,9-9 0,7-7 0,10-8 0,7-8 0,4-7 0,-8 8 0,0-1 0,-16 6 0,-19 3 0,4 2 0,-1 0 0,-11 1 0,-2 0 0,33-1 0,12-1 0,-3-1 0,29-7 0,-26 6 0,19-8 0,-23 11 0,0-4 0,-6 6 0,-9 2 0,5-2 0,-6 4 0,23-4 0,6-3 0,4 0 0,4-1 0,3 0 0,-2 0 0,-1 0 0,0-1 0,3 1 0,1-1 0</inkml:trace>
  <inkml:trace contextRef="#ctx0" brushRef="#br0" timeOffset="39916">599 5009 24575,'19'8'0,"-8"-3"0,7 3 0,-11-2 0,1 0 0,3 6-3277,2 6 0,-1-5 1638,4 6 1,0 0 148,-7-10-27,13 14 0,0 0 1517,-14-14-670,13 14 0,1 0 670,-12-11 705,5 7 0,1 0-705,-9-9 0,9 17 0,-10-17 3069,3 7-3069,2-2-1333,4 4 1333,-3-3 529,10 5-529,-18-17 0,11 5 0,-12-6 3276,6 3-2362,0 3-914,-2-1 0,3 6 0,-8-11 0,8 13 0,-4-12 0,4 9 0,-6-10 3276,3 5-2529,-3-5 1,0 2-1,-1-4 1</inkml:trace>
  <inkml:trace contextRef="#ctx0" brushRef="#br0" timeOffset="40935">1071 5445 24575,'-12'21'0,"0"1"0,-2 6 0,5-12 0,-4 8 0,9-19 0,-2 3 0,5-5 0,1-1 0,7 0 0,1-1 0,2-1 0,4-3 0,-2-2 0,0-1 0,3-2 0,-10 5 0,3-2 0,-5 2 0,2 1 0,-2-1 0,2 0 0,-1 1 0,0-2 0,4 6 0,6 0 0,0 5 0,0-3 0,-4 5 0,-5-1 0,-2-1 0,-10 4 0,-7-5 0,-1 2 0,-8 2 0,16-6 0,-12 2 0,15-5 0,-2 0 0,3 0 0,0 0 0,1-1 0,-1 0 0</inkml:trace>
  <inkml:trace contextRef="#ctx0" brushRef="#br0" timeOffset="43757">722 6637 24575,'0'25'0,"0"0"0,0-2 0,0-3 0,0 1 0,2-1 0,1 5 0,-1-8 0,1-2 0,-5-9 0,-1-4 0,1-2 0,-1 0 0</inkml:trace>
  <inkml:trace contextRef="#ctx0" brushRef="#br0" timeOffset="44077">530 6750 24575,'8'2'0,"13"5"0,-3-6 0,8 5-1639,-6-5 1,-2 0-1639,-2 0 1638,13 1 1,0 0-1639,-16-1 2973,12-1 1,0 1 303,-19-1 0,15-1 0,-18-1 819,4-3 0,-7 3 0,3-1 0</inkml:trace>
  <inkml:trace contextRef="#ctx0" brushRef="#br0" timeOffset="44722">1004 6608 24575,'10'21'0,"0"6"0,-2 1 0,-3-9 0,4 15 0,-6-25 0,3 17 0,-4-10 0,1 1 0,-2-8 0,0-15 0,-1-16 0,-2 2 0,-1-1 0,-1-11 0,0 9 0,-2 3 0,0 8-3277,-5-14 0,5 19 1804,-7-11 1473,10 15 0,-10-6 0,10 7 0,-7 1 0,1 8 3276,0 0-383,-3 5-1035,8-4-1858,0 1 0,0-5 0,1 0 0,-1-3 0,2-1 0</inkml:trace>
  <inkml:trace contextRef="#ctx0" brushRef="#br0" timeOffset="48302">983 7412 24575,'-9'3'0,"-2"3"0,-4 4 0,4-3 0,-10 10 0,16-12-3277,-16 14 0,15-13 2302,-9 8 1,-1 3 974,-4 5-1409,4 1 0,0 1 1409,-2-1-740,8-3 1,2-2 739,3-9 0,-3 9 0,0 1 0,5-8 0,-4 17 0,5-5 0,3 7 3276,-2-2-3012,5-4 0,-1-3 1948,-1-9-2212,3 13 0,1 0 3276,-5-13-1638,4 21 0,0 3-1406,-3-13-1325,1 1 1,1 5 0,0-3-372,3 9 1464,2 0 0,1 0 0,-2-7 0,8 5 0,0-5 0,-5-17 0,4 8 0,0-1 0,-6-12 0,7 5 0,-11-9 0,5 7 0,-6-5 0,1 2 0,-4-3 0</inkml:trace>
  <inkml:trace contextRef="#ctx0" brushRef="#br0" timeOffset="50124">1045 9007 24575,'-15'8'0,"-7"6"0,15-9 0,-10 7 0,-1 1 0,5-3 0,-7 4 0,-1 0 0,9-4-1639,-9 5 1,1 1-1639,9-6 2446,-9 6 0,0 1 831,10-6-1639,-4 2 1,0 0 852,7-3 168,-3 7 1,-1 0 617,6-5 0,-5 8 0,0 0 0,5-8-660,-8 17 0,-1 2 660,6-5 325,0-4 0,-2 4 0,2-3-325,-1 7-704,3 2 0,2 0 704,1-6 0,7 1 0,2 5 0,-1-6 0,-2-3-137,5 3 1,2 5 0,-2-6 136,-3-4-236,3 4 0,2 4 0,-1-5 236,-4-2 124,3 2 0,2 5 0,-3-7-124,-3-6 1106,5 11 1,2 3-1107,-2-9 0,1 0 0,4 12 0,2-8 0,-2-4 0,-8-13 0,10 10 0,0 1 0,-10-10 1345,8 7 1,1-1-1346,-11-10 819,10 9 0,-12-12 0,1 3 0</inkml:trace>
  <inkml:trace contextRef="#ctx0" brushRef="#br0" timeOffset="51041">1028 10758 24575,'-15'7'0,"7"-3"0,-20 16 0,19-12 0,-8 6 0,0 1 0,7-4 0,-6 9 0,-3 4 0,3-3 0,1 0 0,2-2 0,-2 1 0,-4 12 0,1-3 0,9-15 0,-4 19 0,1 0 0,7-19 0,-3 17 0,2-1 0,3-19 0,-1 22 0,-1 1 0,1-20 0,0 15 0,-1 10 0,1-9 0,0-12 0,-1 9 0,-1 7 0,1-8 0,3-12 0,-4 21 0,-1 1 0,6-15 0,-3 14 0,1-2 0,1-17 0,1 15 0,0 8 0,1-11 0,-1 2 0,1-2-493,-1 4 0,1 0 493,0-2 0,-1 5 0,1-3 0,0-9 0,-1-4 0,1 13 0,0 10 0,0-8-590,2-10 590,0 4 0,2 6 0,0-7 0,3-9 0,6 12 0,1-1 956,-5-13-956,14 13 0,1-1 0,-15-15 0,14 10 0,-1-2 620,-17-13-620,17 19 0,-19-23 0,6 13 0,-6-15 0,-2 6 0,1-7 0,-2 1 0</inkml:trace>
  <inkml:trace contextRef="#ctx0" brushRef="#br0" timeOffset="52055">1037 12872 24575,'-11'9'0,"-6"8"0,7-7 0,-5 9 0,11-13 0,-9 10 0,9-10 0,-14 14 0,16-13-3277,-15 15 0,15-15 293,-13 23 2984,11-20 1278,-7 20-1278,7-19-3277,-2 21 2506,4-21 1582,-3 15 1,0 1-812,2-13 0,-4 14 0,0-2 0,2-12-1393,-5 13 1,-1 0 1392,5-15-276,-8 13 1,-1-1 275,6-13 1600,-5 5 0,-2 2-1600,4-2 0,2 0 0,-9 10 0,5 3 0,14-24 2391,-4 8-2391,3-9 3276,-6 12-584,3-9-5969,-5 14 2232,5-13-934,-12 25 1979,14-20 0,-5 6 0,0 0 0,6-8-735,-3 10 0,-1 1 735,4-8-481,0 9 0,0-1 481,2-9 1638,1 5 0,1 3-315,2 12-1323,-1-2 0,-2-7 0,0-3 0,-1-11 0,3 16 0,2 1 0,-3-11 1172,4 7 1,0 0-1173,-3-10 2328,3 6-2328,-3-11 1923,0 0-1923,0-1 0,-3-3 0,-2 2 0,0-5 0,-2-1 0</inkml:trace>
  <inkml:trace contextRef="#ctx0" brushRef="#br0" timeOffset="53560">1847 12353 24575,'-10'35'0,"4"-18"0,-4 7 0,0-2 0,4-11 0,-6 12 0,0 1 0,5-13 0,-3 9 0,-2 7 0,2-4 0,-2 2-1093,2-2 1,-1 5 0,1-4-2185,0 4 3000,-1-1 1,1 1 276,6-6 0,0-1 0,-7 14 0,13-6 0,-1-25-820,13 3 1,-12-5 0,8 1 0</inkml:trace>
  <inkml:trace contextRef="#ctx0" brushRef="#br0" timeOffset="53893">2676 12522 24575,'-9'14'0,"-4"6"0,-3 3 0,1-4 0,-1 2-1639,-5 6 1,-3 3 1475,1-5 1,-4 4 0,1-1 0,4-4-841,3-4 1,-1 1 1002,3-2 0,-5 5 0,-3 4 0,-2 1 0,0 1 0,1-2 0,2-2 0,5-5-425,-1 1 0,4-3 0,-4 3 425,0 1 0,-4 5 0,-3 3 0,0 1 0,1-2 0,3-3 0,4-5 0,-1 0 0,1-1 0,2 3 0,-2 5 0,2-2 0,5-7 0,3-4 0,-3 10 0,4-2 1490,9-18-1490,26-5 0,-13-7-1093,12-7 1,9-7 0,-6 3 1077,-4 0-371,1 1 1,6-2-1,-10 5 1,-12 8-1,7-1 1</inkml:trace>
  <inkml:trace contextRef="#ctx0" brushRef="#br0" timeOffset="54157">3651 12925 24575,'-27'21'0,"0"-1"0,2-2 0,-3 2 0,-2 2 0,-1 0 0,6-4 0,-1 2 0,-1 0 0,1 0 0,0 0 0,1-2-820,-5 3 1,3-1 0,-1 0 0,-5 3 491,9-6 0,-4 3 0,-2 2 1,-1 1-1,-1 0 0,0 0 1,2-1-1,2-2 0,4-3 1,3-2-1312,-8 4 1,0 0 1591,7-4 1,-5 5-1,-5 2 1,-3 3-1,0 0 1,-1 1-1,1-2 1,4-1-1,3-3 1,7-5 46,-8 6 0,2 0 0,3-3 0,-6 5 0,-3 3 0,-1 1 0,2-1 0,5-4 0,6-4 0,4-3 0,2 1 0,-7 5 0,-5 5 0,3-1 0,8-8 1943,11-6-1943,8 15 0,17-29 0,2-4 0,0 0 0,-7-1 0,3-3 0</inkml:trace>
  <inkml:trace contextRef="#ctx0" brushRef="#br0" timeOffset="54491">3820 13396 11673,'-28'24'0,"0"-1"0,-1 1 0,1-1 0,0 1 0,-1-1 0,1 1 0,0-1 0,-1 1 0,1-1 0,0 1 0,-1-1 0,1 1 0,1-3 0,-1 2 0,-2 1 0,0 0 0,0 1 0,-1 0 0,-1 0 0,1-1 0,0 1 0,1-1 0,0 0 0,2-2 0,0 0 0,2-2 0,2-1 0,1-1 0,3-2-402,-10 7 1,5-5 0,2-2 0,-1 2-1,-5 4 402,5-4 0,-3 2 0,-2 2 0,-2 2 0,-2 1 0,0 0 0,0 0 0,0 0 0,2-1 0,1-1 0,2-2 0,4-1 0,-5 2 0,4-2 0,2 0 0,0-2 0,0 1 0,-1 1 141,-3 1 1,-1 2 0,-1 0 0,1-1 0,3-1 0,5-4-142,-12 9 0,17-8 2160,28-14-2160,17-4 0,-12-2 0,4-4-306,8-5 0,7-4 0,1-1 0,-7 2 306,-7 3 0,3-2 0,-8 3 0,6-2 0,5-3 0,3-2 0,3-1 0,2-1 0,1 0 0,0-1 0,-2 2 0,-1 0 0,-3 1 0,-4 2 0,-4 3 0,6-3 0,-7 2 0,1 1 0,5-3 0,-5 2 0,4-2 0,5-2 0,1-1 0,2-2 0,1 1 0,-1 0 0,-1 0 0,-3 2 0,-4 2 0,-4 3 0,-7 3 0,5-2 0,-5 3 0,9-7 0,0 0 0</inkml:trace>
  <inkml:trace contextRef="#ctx0" brushRef="#br0" timeOffset="54761">5199 13431 19723,'-23'29'0,"0"-1"0,0 1 0,0-1 0,3-6 0,-1 2 0,-2 0 0,0 1 0,-1 1 0,-1-1 0,0 1 0,1-2 0,0 0 0,-1-1 0,-1 0 0,1 0 0,-1 0 0,0 0 0,0-1 0,1 1 0,0-1-469,-3 4 1,1-1 0,0 0 0,0 0 0,-1 0 0,1 0 0,-2 0 103,3-2 1,-2 0 0,-1 2 0,-1-1 0,1 0 0,1-1 0,3-2 0,2-3 0,4-3-57,-8 6 1,3-2 420,-1 4 0,-5 4 0,3 0 0,6-6 0,-1 1 0,-1 6 0,9-4 2923,23-18-2923,20 0 0,-3-5-824,2-6 0,6-3 0,-6 1 824,1-3 0,-6 2 0,8-3 0,3-1 0,-3 0 0,-8 4 0,3-5 0,1 2 0,0 0 0,1 0 0</inkml:trace>
  <inkml:trace contextRef="#ctx0" brushRef="#br0" timeOffset="55060">5130 14176 24400,'-21'30'0,"-1"-1"0,0 1 0,0-1 0,6-7 0,1-2 0,-3 3 0,-1 0 0,-4 4 0,-2 2 0,-1 2 0,1-2 0,3-3 0,3-4-1639,-6 6 1,0-1 1412,4-5 1,-5 5-1,-2 2 1,-2 2-1,1-1 1,3-3 0,5-5-667,1 0 1,3-4 0,-2 3 891,-1 1 0,-4 4 0,-2 1 0,0 0 0,3-3 0,4-4 0,-1 1 0,2-1 0,-4 5 0,-2 2 0,4-5 1600,2-6-1600,2 4 0,-2 5 0,4-5 31,5-10-31,-4 15 0,2 0 0,8-17 0,2 17 0,3-22 0,18 2 0,-5-6-1639,16-5 1,2 1 1625,-6 0 1,-1 0 0,-4 0 0,-16 5 0</inkml:trace>
  <inkml:trace contextRef="#ctx0" brushRef="#br0" timeOffset="55312">5143 15331 24575,'0'23'0,"0"0"0,3 9 0,1 4 0,2-2 0,-1-7 0,0-1 0,1 1-378,0 3 1,0 1-1,1-1 378,2-2 0,0-2 0,-2-5 371,1-6-371,7 15 0,2-2 0,-8-19-1639,12 6 1,0-2-1491,-11-11 1490,14-4 1,-1-3 505,-15 1-256,8-8 1,-2 0 1388,-13 6-715,-1-10 715,-3 14 670,-5-2 0,6 4 0,-1-2 0</inkml:trace>
  <inkml:trace contextRef="#ctx0" brushRef="#br0" timeOffset="55813">3443 14789 18076,'-28'22'0,"-1"-1"0,1 1 0,-1 0 0,1-1 0,-1 1 0,0 0 0,1-1 0,-2 1 0,-1 1 0,0-1 0,2 0 0,1-2 0,3-2 0,4-3 0,-9 5 0,2-2 0,0 2 0,-5 4 0,2-1 0,7-6 2940,0 1-2940,6 0 0,0 4 0,5-5 1112,8-6-1112,-7 21 0,13-26 0,2-23 0,0-9 0,0 1 0,0-2 0,-1 2 0,-2 11 0</inkml:trace>
  <inkml:trace contextRef="#ctx0" brushRef="#br0" timeOffset="56159">2391 14729 10326,'-3'36'0,"0"-1"0,1 1 0,-1 0 0,1 0 0,-1 0 0,1-8 0,0-5 0,1 5-169,0 1 1,1 6-1,0 4 1,0 0 0,1-3-1,1-5 1,1-10 168,5 0 0,8 4 0,7 3 0,-3-7 0,2-8-26,5-3 1,7-1-1,-4-2 26,-9-5 0,0-3-59,7-1 0,6-2 0,-1 0 0,-5 0 59,-6 1 0,1-1 0,2-2 0,9-3 0,2 0 0,1-1 0,-3 1 0,-8 2 279,-3 3 0,1-2-279,-1-1 0,7-3 0,4-1 0,3-2 0,0 1 0,-2 0 0,-5 1 0,-6 4 0,3 0 0,-1-1 0,-4-3 0,5-3 0,5-4 0,3-2 0,1-1 0,0-1 0,-1 1 0,-3 1 0,-5 4 0,-5 2 0,7-3 0,-2-1 0,-6 1 0,6-5 0,4-4 0,1-2 0,-2 0 0,-3 1 0,-5 3 0,-8 3 0,-7-5 0,-5 2 0,8-1 0,1-1 0,-3 3 0,-8-10 0</inkml:trace>
  <inkml:trace contextRef="#ctx0" brushRef="#br0" timeOffset="56896">4694 12918 24575,'10'14'0,"-1"-3"0,4 3 0,1-4 0,16-1 0,-1-8 0,1-2 0,-9 4 0,1-2 0,7-8 0,4-2 0,-8 0 0,-5 1 0,2-5 0,5-4 0,-7 3 0,-8 5 0,7-12 0,-2 1 0,-14 15 0,4-10 0</inkml:trace>
  <inkml:trace contextRef="#ctx0" brushRef="#br0" timeOffset="57330">4887 12910 24575,'-7'26'0,"1"1"0,-1 0 0,0-6 0,1 0 0,7 18 0,5-5 0,1-23-1639,8 11 1,1-3-1639,-4-12 2184,14-2 1,11-2 0,-6 0-2185,-4-4 3504,-1 2 0,7-1 0,1-4-227,-4-3 0,3-3 0,0-2 0,-1 0 0,-5 3-676,4 0 1,2 0 675,-5 0 0,8-3 0,4-2 0,1 0 0,-2 1 0,-6 2 0,-8 2 0,-6 3 0,-1 0 0,13-6 0,8-5 0,-1 1 0,-13 4 0,-11 4 0,8-6 0,-6 0 3276,-18 10-3232,-2 0-44,-8 20 0,6-8-800,-2 12 0,-2 8 1,1-3 799,-1 6-500,0 0 1,-3 8 0,2-8 499,-1-4-508,3-3 1,-2 7 0,-1 0 0,3-7 507,-2 1 657,1-3 1,-2 6-1,1-3-657,1 2 0,-1-3 0,3-5 0,0 0 0,-5 8 0,3-1 3006,5-7-3006,5-18 0,3-3 0,-2-2 0</inkml:trace>
  <inkml:trace contextRef="#ctx0" brushRef="#br0" timeOffset="57583">5482 13620 8191,'-9'29'0,"1"-1"0,1-9 0,1 9 0,-2 8 0,3-8 0,3-10 71,0 8 1,0 8 0,1-7-72,4-3 1026,-2 7 1,0-1-1027,4-13 3153,-2 0-3153,-2-6 819,-1-4 0,0-5 0,-1 1 0</inkml:trace>
  <inkml:trace contextRef="#ctx0" brushRef="#br0" timeOffset="57760">5413 14196 24575,'-6'29'0,"0"-1"0,-2 5 0,2-4 0,3-8-1639,-3 2 1,0-1-1639,2-7 1638,-2 5 1,0-1-1639,2-13 2030,-14 25 1247,12-25-1015,-26 10 1,-3-1 1014,17-9 0,-13 0 0,-10 0 0,11-2 0,16-4 0,-10 0 0,1 0 0</inkml:trace>
  <inkml:trace contextRef="#ctx0" brushRef="#br0" timeOffset="67604">5744 5416 24575,'-3'9'0,"0"4"0,-1 0 0,-3 7 0,1-7 0,-2 11 0,2-7 0,1 1 0,-4 6 0,2-8 0,-2 4-3277,-5 7 0,9-17 2406,-7 11 0,-1 0 871,8-10 0,-9 8 0,-1 2 0,0 3 0,-5 4 0,5-7-3277,-3 8 2518,11-21 1956,-6 13 1,-1 1-1198,8-7 0,-8 8 0,1 0 0,4-8 0,-3 7 0,-1 0 0,5-8 365,-2 3 0,1-1-365,6-6 0,-8 7 0,10-10 0,-5 0 0,6-6 0</inkml:trace>
  <inkml:trace contextRef="#ctx0" brushRef="#br0" timeOffset="69472">5319 5935 24575,'17'5'0,"1"3"0,-2 1 0,2 1 0,3 3 0,0 1 0,6 4 0,-6-3 0,-3-1 0,-11-8 0,24 15 0,-22-15 0,16 12 0,-19-12 0,11 13 0,-10-13 0,7 10 0,-16-14 0,-12-5 0,0 0 0,-15-11 0,18 9 0,-20-15 0,6 2 0,1 0-3277,1-6 0,19 19 3047,-3-12 230,3 11 0,1-5 0,2 6 0,-5 9 0,-5 9 0,2 1 1638,-4 0 0,0 2 1638,-9 14-3044,2-5-232,1 5 0,18-24 0,-5 12 0,6-13 0,3 5 0,6-14 0,9-9 0,10-10 0,-11 8 0,9-10 0,-22 22 0,13-14 0,-14 14 0,9-13 0,-8 11 0,5-8 0,-5 9 0,-1 4 0,-9 11 0,-8 15 0,0-4 0,-3 1 0,3-7 0,3-5 0,8-5 0,4-11 0,7-5 0,2-6 0,-10 13 0,-5 8 0,0-1 0,-9 15 0,12-14 0,-10 12 0,10-13 0,-2 5 0,10-5 0,-2-2 0,5 1 0,-4-3 0,-1 0 0,4 0 0,2 0 0,2 0 0,-2-1 0,-1-2 0,2-6 0,-2 3 0,6-6 0,-10 7 0,0-2 0,-7 6 0,-11 1 0,-20 7 0,13-4 0,-16 5 0,33-7 0,-6 2 0</inkml:trace>
  <inkml:trace contextRef="#ctx0" brushRef="#br0" timeOffset="71269">13762 5241 24575,'-7'17'0,"-5"15"0,8-22 0,-3 10 0,1 4 0,4-4 0,0-1 0,-4 13 0,5-7 0,0-3 0,1-15 0,6 30 0,-3-28 0,8 17 0,-1-17 0,9-1 0,-7-6 0,13-6 0,-18 2-3277,24-13 0,-22 10 2322,7-7 0,0 0 955,-9 3 0,7-8 0,-1-1 0,-7 6-281,11-17 281,-16 20 0,4-13 0,-2-3 0,1 6 0,-3-8 0,0 20 0,-12-18 0,9 15 1216,-19-14-1216,14 18 310,-25-9-310,11 13 0,-1 1 0,-11-4-1639,7 8 1,4 1 522,12-3 4392,-14 9-2159,20-8-682,1 7-435,10-4 0,3 0 0,-4-2 0</inkml:trace>
  <inkml:trace contextRef="#ctx0" brushRef="#br0" timeOffset="71722">14030 5502 24575,'3'14'0,"-1"-2"0,-1-1 0,-1-4 0,0 1 0,-1-4 0,1 12 0,-2-10 0,-1 14 0,0-5 0,-8 8 0,5-9 0,-5 3 0,7-13 0,-9 3 0,8-5 0,-8 1 0,11-3 0,-2 0 0</inkml:trace>
  <inkml:trace contextRef="#ctx0" brushRef="#br0" timeOffset="72576">14182 5241 24575,'8'16'0,"-3"-9"0,2 14 0,-4-16 0,5 13 0,-3-6 0,1-1 0,-2-2 0,-5-10 0,-4-8 0,-2-10 0,0 2 0,4-3 0,1 14 0,2-5 0,0 7 0,0-5 0,2 4 0,1 0 0,15-8 0,13-2 0,-2 0 0,-3 3-820,-18 13 1,-7 0 0,-1 3 0</inkml:trace>
  <inkml:trace contextRef="#ctx0" brushRef="#br0" timeOffset="73170">14270 5381 24575,'5'0'0,"2"0"0,1-2 0,1 2-3277,11-3 0,-13 3 1292,17-2 1985,-17 4-2803,17 4 2803,-18-2-600,11 3 1,0 1 599,-9-1 2965,18 4-2965,-23-6 25,4 2-25,-6-3 3276,2 6-1139,-6 1-2137,-9 10 0,4-7 0,-18 10 0,17-20-3277,-24 13 2791,24-13-552,-18 5 1038,22-8 0,-9 0 0,-4-9 0,5 4 0,-17-12 0,21 13 0,-19-9 0,20 9-292,-8-3 0,14 4 1,1 2-1</inkml:trace>
  <inkml:trace contextRef="#ctx0" brushRef="#br0" timeOffset="83291">5766 6407 24575,'27'-7'0,"-11"4"0,3-2 0,2-2 0,-1 2 0,-2 1 0,6-2 0,12-4 0,-25 8 0,1-1 0,1 2 0,-7 1 0,11-2 0,16 0 0,-16-1 0,13 1 0,-2-1 0,-19 1 0,24-3 0,0 1 0,-22 3 0,25-5 0,-36 6 0,3 0 0,-5 0 0</inkml:trace>
  <inkml:trace contextRef="#ctx0" brushRef="#br0" timeOffset="84081">6377 6349 24575,'0'0'0</inkml:trace>
  <inkml:trace contextRef="#ctx0" brushRef="#br0" timeOffset="86910">14242 6899 24575,'8'0'0,"2"2"0,24 1 0,-11-1 0,6 0 0,1-1-1496,-2-1 1496,1 0 0,7 0 0,0 0-1093,-4-1 1,0 0 0,0 0-1,-2 1 1,0 0 0,0-1 744,1 0 0,0-1 0,-10 1 720,-11 1-372,7-2 0,-14 2 0,12 2 0,-9-2 454,18 4-454,-17-2 0,4 1 0,-8-1 0,-1-2 0</inkml:trace>
  <inkml:trace contextRef="#ctx0" brushRef="#br0" timeOffset="87990">14216 9258 24575,'6'0'0,"10"0"0,-11 0 0,26 0 0,3-1 0,2 0 0,-10 1 0,2 0-506,2-2 1,4 0 0,2 0 0,-2-1 505,4 0 0,-2 0 0,0-1 0,-4 1 0,-1 1 0,0-1 0,6-1 0,0 0 0,-9 2 486,-10 2-486,6-2 0,-3 1 0,-10 0 0,15 3 0,-17 0 0,11 4 0,-12-4 0,4 1 0</inkml:trace>
  <inkml:trace contextRef="#ctx0" brushRef="#br0" timeOffset="89072">14471 11374 24575,'26'-3'0,"0"1"0,0-1 0,9 0 0,-9 1 0,6 0 0,-1 0 0,-7 0 0,-3 2 0,10-1 0,8 0 0,-8 1 0,-10 0 0,12 0 0,-1 0 0,-21 0 0,6 3 0,-13-3 0,-1 3 0</inkml:trace>
  <inkml:trace contextRef="#ctx0" brushRef="#br0" timeOffset="89656">14334 13239 24575,'6'5'0,"9"1"0,-7-3 0,18 3 0,-15-3 0,9 1 0,3-1 0,-1 1 0,-1-1 0,15 2 0,-11-1 0,-5-1 0,-14-2 0,18 7 0,-21-5 0,8 5 0,-10-6 0,0 1 0</inkml:trace>
  <inkml:trace contextRef="#ctx0" brushRef="#br0" timeOffset="90477">14342 15989 24575,'9'-1'0,"10"-2"0,1 1 0,-1 2 0,15-3 0,5 1 0,-8 2 0,-1 0 0,-5-1 0,0 0 0,7 0 0,-6 2-3277,-19-1 0,8 0 5187,-8-3-1910,-2-1 0,0 1 0,-2 0 0</inkml:trace>
  <inkml:trace contextRef="#ctx0" brushRef="#br0" timeOffset="95104">21469 6167 24575,'5'5'0,"2"3"0,4 3 0,-1 1 0,1 2 0,1 2 0,2 7 0,-1-1 0,7 7 0,-4 2 0,-3-4 0,-7-17 0,5 18 0,0 2 0,-5-15 0,4 15 0,0 0 0,-4-12 0,2 13 0,0 0 0,-3-13 0,2 14 0,0-1 0,-6-19 0,4 9 0,0-2 0,-3-14 0,3 12 0,-4-15 0,-2 4 0,0-4 0,0-2 0</inkml:trace>
  <inkml:trace contextRef="#ctx0" brushRef="#br0" timeOffset="95451">21542 6715 24575,'15'0'0,"6"-3"0,0 0 0,-7 2 0,21-7 0,0 0 0,-17 6 0,5-3 0,6-1 0,-7 2 0,-9 2 0,13-1 0,-2 1 0,-18 2 0,19-2 0,-19 2 0,5-1 0,-9 1 0,-1 0 0</inkml:trace>
  <inkml:trace contextRef="#ctx0" brushRef="#br0" timeOffset="96251">21597 6705 24575,'17'15'0,"-7"-5"0,3 4 0,1 1 0,10 11 0,-4-5 0,-4-4 0,-1-2 0,-7-6 0,17 17 0,-11-8 0,3 1 0,-8-5 0,-3-8 0,-5-15-3277,-1-14 0,0 6 2046,-6-18 1231,4 24 0,-5-22 0,5 21 0,-1-8 0,4 9 0,1 5 0,6-11 0,-3 13 0,20-12 0,-18 11 0,18-4 0,-20 8 3276,4 1-264,-5 4-1515,-3 14-1497,-8-1 0,-1 1 0,3 7 0,-12-1 0,-1-3 0,9-12-1639,-7 7 1,-1-2-1639,6-7 3047,-3 7 230,12-13 0,18 0 0,14-1 0,0-2 0,5-2 0,1 2-328,-2 1 0,3 1 0,-1 0 1,-1-1-1,3-2 0,-3 0 1,-1 0-1,3 3 0,1 0 1</inkml:trace>
  <inkml:trace contextRef="#ctx0" brushRef="#br0" timeOffset="97676">24866 7091 24575,'24'-19'0,"-1"0"0,-1 0 0,-2 2 0,8-4 0,-10 5 0,-2 1 0,-8 8 0,5-8 0,-1 1 0,-7 8 0,6-14 0,1 0 0,-6 11 0,9-18 0,-14 25 0</inkml:trace>
  <inkml:trace contextRef="#ctx0" brushRef="#br0" timeOffset="98271">26163 6948 24575,'18'-12'0,"6"-4"-1639,-4 0 1,1-1-1639,3-2 2537,-5 5 0,3-2 0,-2 3 740,11-6 878,-10 5 1,1 0-879,1 2 0,-2 3 0,-10 4 0,21-8 0,-26 10 0,0 1 0</inkml:trace>
  <inkml:trace contextRef="#ctx0" brushRef="#br0" timeOffset="98671">26979 6944 24575,'13'-5'0,"7"-4"0,0-1 0,1-1 0,10-3 0,-7 2 0,-1 1 0,-5 5 0,3-2 0,0 0 0,-8 2 0,18-4 0,-24 6 0,12 0 0,-8 4 0,2-2 0,-6 2 0</inkml:trace>
  <inkml:trace contextRef="#ctx0" brushRef="#br0" timeOffset="99056">28194 6928 24575,'18'-5'0,"0"-1"0,3 0 0,1-2 0,1-1 0,4-2-1093,1 2 1,3 0 0,-4 1-2185,3-3 1638,5 1 1,0 1 2966,-13 0-1328,-1 5 0,-5-1 0,-16 6 0</inkml:trace>
  <inkml:trace contextRef="#ctx0" brushRef="#br0" timeOffset="103299">26903 7835 24575,'29'-5'0,"-2"3"0,-2 1-1003,-7-3 1003,1 3 0,-1 1 329,-6 0-329,-1 0 166,12 0-166,-11 0 0,5 0 0,-12 0 0,-1 0 0</inkml:trace>
  <inkml:trace contextRef="#ctx0" brushRef="#br0" timeOffset="104401">21432 8057 24575,'23'-5'0,"-1"-1"0,1 3 0,3-3 0,-8 2 0,1 0 0,-1 1 0,-5 0 0,9-1 0,-1-1 0,-12 2-3277,24-6 0,-27 6 3047,18-2 230,-6 2 0,0 1 0,10-1 0,-22 3 0,23-4 0,-24 3 0,10-2 0</inkml:trace>
  <inkml:trace contextRef="#ctx0" brushRef="#br0" timeOffset="105168">27198 7815 24575,'9'0'0,"1"0"0,16-4 0,8 2 0,-6-3 0,1 4 0,-23 1 0,4 0 0,-6 0-820,4 0 1,-5 0 0,1 0 0</inkml:trace>
  <inkml:trace contextRef="#ctx0" brushRef="#br0" timeOffset="114854">10482 15635 24575,'20'3'0,"1"0"0,-1 1 0,6-2 0,1 0 0,-3 1 0,-2-2 0,0 0 0,9 0 0,-2 0 0,-1 0 0,-6-1 0,7 0 0,-1 0 0,-16 0 0,8 0 0,-1 0 0,-11 0 0,25 0-1639,-1-1 1,1 0-1,-14 1 1,1-1 1561,12 0 0,6 1 1,-10-1 76,-14-1 0,9 2 0,6 0 0,-6 0 0,-9 0 0,9 0 0,-3 0 0,-17 0 0,2 0 0,-7 0 0</inkml:trace>
  <inkml:trace contextRef="#ctx0" brushRef="#br0" timeOffset="119001">11528 15358 24575,'6'0'0,"5"2"0,21 2 0,-12-2-1093,6 0 1,6 0 0,-5-1-2185,-1-1 2184,6-1 1,8 0 0,-6 0-398,0-2 771,1-1 1,7-3 0,-8 2 718,-1 0-293,-2-3 0,5-1 0,-9 1 293,-13 4-521,10-5 1,-1 0 520,-14 5 2269,7-10-2269,-10 4 0,10-16 0,-7 12 1638,7-6 0,6-3-1552,-3 7 1,2 1-1,-1-1 1552,1-2 0,1 0-1172,4-2 0,4-1 0,-8 5 2720,-10 7-3186,5-10 0,5-7 0,-7 6-703,-7 6 703,8-11 0,-2-2-3277,-7-6 694,0 16 944,-1-18 1,1 0 1443,-2 16 195,2-14 0,-1 0 0,2 11-781,-3-1 0,0-5 0,0 3 781,3-9 0,-4 7 0,2-5 0,-3 6 0,0-5-897,0-4 0,-2 0 897,-1 14 0,0-5 0,-1-7 0,-1 8 0,0 9-33,-1-10 0,-1-6 1,-1 7 32,-1 11-128,-4-7 1,-2-7 0,2 7 127,0 6 484,-10-13 0,1 1-484,10 19 0,-8-9 0,-1 2 0,8 9 663,-11-6 0,0 0-663,8 8 0,-8-5 0,0 1 0,8 5 0,-15-4 0,21 7 3165,-6-2-3165,14 2 0,-2 0 0,4 0 0</inkml:trace>
  <inkml:trace contextRef="#ctx0" brushRef="#br0" timeOffset="129063">26952 7874 24575,'4'-1'0,"6"-1"0,-2-1 0,1 1 0,-2-1 0,1 3 0,0-3 0,7 0 0,3-2 0,-5 0 0,8-1 0,-11 3 0,3 0 0,-4 1 0,1 1 0,-5 0 0,13-3 0,-7 4 0,3-3 0,4 3 0,-5 0 0,3 0 0,6 0 0,-2 1 0,6-1 0,6 2 0,-10-2 0,1 0 0,0 0 0,-7-2 0,0 2 0,-6-1 0,-7 1 0,0 0 0,3 0 0,-2 0 0,7 0 0,-7 0 0,12 0 0,-11 0 0,6 0 0,-9 0 0,1 0 0</inkml:trace>
  <inkml:trace contextRef="#ctx0" brushRef="#br0" timeOffset="141181">24283 8593 24575,'9'0'0,"21"0"0,-20 0 0,23 0 0,-15 0 0,9-1 0,2 0 0,3 0-1093,-7 0 1,4 0 0,-5-1-2149,7-1 3241,-7 1 0,5 0 0,1 0-1093,4 0 1,1 1 0,-1 0 955,-9-1 1,0 0-1,2 1 137,4 0 0,4 1 0,-1-1 0,-7 1-52,8 0 52,-2 1 0,6-1 0,-8 1 0,-2-1 0,-1 1 0,5 0 0,-7 0 0,-7-1 0,11 1 0,0 0 3276,-13-1-3213,11 0 0,0 0-63,-11 0 0,14 0 0,1 0 0,-6 0 0,3 0 0,7 1 0,-5-1-350,-10 0 1,0 0 349,11 1 0,4 0 0,-4 0 0,2-1 0,4 3 0,-2-1-3277,-14-1 3245,-2 0 0,1 1 32,11 2 0,4 0 0,-18-2 0,1 1 0,5-1 0,-3 0 0,-13-2 571,21 4-571,-23-3 0,3 2 0,-6-3 0</inkml:trace>
  <inkml:trace contextRef="#ctx0" brushRef="#br0" timeOffset="143202">5259 6944 24575,'10'-3'0,"17"-11"-1639,-2-3 1,1-1-1,-10 8 1,1 0 545,5-5 1,2-4 0,-6 6 2420,-10 5-1328,15-8 0,0 0 0,-13 9 429,11-8 1,-18 14 0,-3 0 0</inkml:trace>
  <inkml:trace contextRef="#ctx0" brushRef="#br0" timeOffset="143623">4779 8595 24575,'7'2'0,"7"-2"0,3-5 0,7 1-1639,7-3 1,-1 0-1639,-5 1 2184,5 0 1,7-1 0,-8 1-2185,-11 1 3029,6 1 0,7 1 1,-8 1 247,-10 0 0,16 2 0,-25 0 0,-2 0 0</inkml:trace>
  <inkml:trace contextRef="#ctx0" brushRef="#br0" timeOffset="143987">4879 11047 24575,'22'-4'0,"5"-3"0,0 0 0,-2-1 0,-1 1 0,7-2 0,0 0 0,-7 2-1252,4 0 1252,5-2 0,8-2 0,-8 4-1734,-13 5 1734,6-4 0,-3 2 0,-13 3 0,-1 0 0</inkml:trace>
  <inkml:trace contextRef="#ctx0" brushRef="#br0" timeOffset="144386">4865 12834 24575,'22'-1'0,"0"0"0,-2 0-1093,7-3 1,6-1 0,-6 0-2185,-6 1 2621,15 0 1,-4 1-1,-25 3 1,6 1 0</inkml:trace>
  <inkml:trace contextRef="#ctx0" brushRef="#br0" timeOffset="148289">13622 15751 24575,'15'25'0,"7"3"0,-6 0 0,0-7 0</inkml:trace>
  <inkml:trace contextRef="#ctx0" brushRef="#br0" timeOffset="211741">8979 17647 24575,'3'31'0,"0"1"0,0 0 0,0-4 0,0-2 0,0 0 0,1 10 0,-1-4 0,3 2 0,-4-9 0,1 7 0,-1-1 0,0-6-954,3 5 954,-2 1 0,-1 8 0,1-9 313,1-8-313,0 7 0,1 2 0,0 5 0,1-4 79,-3-13 0,-2-1-79,1-1 0,0 2 0,-1-12 0,-1-22-820,-1-15 1,0 8 0,0-1 0</inkml:trace>
  <inkml:trace contextRef="#ctx0" brushRef="#br0" timeOffset="212105">8996 17760 24575,'11'-3'0,"-4"1"0,11-5 0,-13 3 0,20-8 0,-18 8 0,16-6 0,-15 6 0,3 1 0,-7 1 0,-2 2 0</inkml:trace>
  <inkml:trace contextRef="#ctx0" brushRef="#br0" timeOffset="212410">9012 17954 24575,'20'-2'0,"0"0"0,5-4 0,5 2 0,2 1 0,-9-1 0,-1 0 0,1 1 0,-1 1 0,7-2 0,-24 4 0</inkml:trace>
  <inkml:trace contextRef="#ctx0" brushRef="#br0" timeOffset="212910">9256 17661 24575,'0'21'0,"-1"-1"0,1-1 0,0 0-1639,1 7 1,0 0-1639,0 0 1638,7-5 1,1-3-31,-5-8 2717,16 19-1048,-16-24-707,15 12 707,-14-15 0,14 9 0,-15-11 3276,11 3-1935,1-13 1935,-3 6-3192,8-21-3361,-12-4 1985,1 6 1117,-8 3 0,-3 1 175,-1 8 0,-9-20 0,6 18 0,-2-2 0,5 11 0</inkml:trace>
  <inkml:trace contextRef="#ctx0" brushRef="#br0" timeOffset="213724">9639 17693 24575,'-23'-5'0,"0"1"0,13 5 0,-6 6 0,13 1 0,-10 16 0,12-1 0,-4 0 0,14 2 0,15-11 0,-5-2 0,16 0 0,-24-11 0,14 1 0,-16-2 0,6-2 0,-11-14 0,-2 6 0,-2-16 0,-3 13 0,0-1 0,2 13 0,5 17 0,0 0-1639,1 9 1,-1-1-1639,-2-11 1638,1 16 1,-2 1 1193,-1-17-1194,-1 11 1,0-1 1535,-1-13-320,-8 9 1,-2 0 422,-1-9 0,-5 6 0,0 0 0,1-6 1480,-3 0 1,-2-2-1481,-11-1 0,2 0-916,-4-11 916,29 1 3276,-13-14-3081,16 10-195,-5-17 0,10 14-681,0-11 1,1 15 0,-2-1 0</inkml:trace>
  <inkml:trace contextRef="#ctx0" brushRef="#br0" timeOffset="214443">9949 17704 24575,'-15'-8'0,"4"3"0,-8 2 0,11 3 0,-8 8 0,11-1 0,-4 18 0,7 7 0,0-5 0,8 7 0,0-25 0,8 8 0,-8-11 0,14 4 0,-14-8 0,13 1 0,-14-3 0,11-7 0,-12 2 0,2-20 0,-5 16 0,-7-17 0,5 22 0,-3 5 0,7 16 0,2 6 0,11 2 0,-6-13 0,14-6 0,-17-7 0,14-10 0,-16 8 0,6-13 0,-9 13 0,-1-7 0,-3 6 0,1 0 0,-2 2 0</inkml:trace>
  <inkml:trace contextRef="#ctx0" brushRef="#br0" timeOffset="217293">1043 6008 24575,'9'0'0,"4"0"0,-5 0 0,3 0 0,0 0 0,-4 0 0,9 3 0,-6 1 0,0-1 0,-3 0 0</inkml:trace>
  <inkml:trace contextRef="#ctx0" brushRef="#br0" timeOffset="223918">10571 18228 24575,'15'-13'0,"0"0"0,3-4 0,-2 4 0,-2-1 0,1-3 0,-6 3 0,1 0 0,2-8 0,-8 13 0,3-13 0,-6 18 0,2-9 0,2 5 0,8-12 0,9-3 0,-2 4 0,1 1 0,7-4 0,-8 8 0,-2 1 0,-7 4 0,9-5 0,-12 9 0,3-1 0,-7 6 0,-1 0 0,-2 0 0</inkml:trace>
  <inkml:trace contextRef="#ctx0" brushRef="#br0" timeOffset="224681">10934 17881 24575,'2'19'0,"0"0"0,2 0-3277,0 13 0,-4-26 1328,3 5 1949,-10-33 0,-3-2 0,4 7 0,0-2-1409,-4-3 0,1 3 1409,3 6-491,-4-5 1,1 2 490,4 10 3276,-4-10-2501,8 16-775,2-1 0,24 7 3276,-14-4-1885,14 2 0,1 0 802,-14-3-2193,16 0 0,-1 1 0,-16-2 0,17 1 0,-28 1 0,-8 5 0,-6 7 0,3-6 0,-2 8 0,11-14 0,1 3 0</inkml:trace>
  <inkml:trace contextRef="#ctx0" brushRef="#br0" timeOffset="225549">11411 17685 24575,'0'35'0,"0"-11"0,1-1 0,-1 12 0,2-9 0,1 1 0,3 2 0,-1 0 0,4 6 0,-6-25 0,3 11 0,-2-15 0,0 9 0,-1-13 0,-1 3 0,-1-5 0</inkml:trace>
  <inkml:trace contextRef="#ctx0" brushRef="#br0" timeOffset="226285">11346 17667 24575,'4'-5'0,"1"0"0,0-2 0,2 1 0,2-2 0,-1 5 0,-2-3 0,8 6 0,12 1 0,-8 0-3277,17 6 0,-28-6 3009,14 6 268,-16-6 0,8 6 0,-8-5 0,0 4 0,-11 8 3276,-7 6 0,-11 7-3062,0-1-214,8-12 56,3-4-56,9-6 0,1-3 0,1 1 0</inkml:trace>
  <inkml:trace contextRef="#ctx0" brushRef="#br0" timeOffset="226799">11726 17702 24575,'10'-4'0,"5"0"0,-4 1 0,-1 1 0,-3-1 0</inkml:trace>
  <inkml:trace contextRef="#ctx0" brushRef="#br0" timeOffset="228084">12102 17784 24575,'16'32'0,"-9"-15"-1639,4 8 1,-1-2-1639,-7-12 1707,6 12 1,0 0 1569,-5-14 1875,5 15-1875,-4-16 0,-4-4 0,0-19 0,-2 4 0,4-12 0,-3 17 0,9-11 0,-7 13 1034,13-10-1034,-9 12 0,15-4 0,-14 4-3277,14 5 2017,-17-1-1774,11 12 3034,-13-8 0,13 23 0,-13-21 0,9 17 0,-10-20 3034,-3 1-3034,-2-1 0,-19-4 0,10 1 3276,-22-1-2961,16-1 0,1 0 0,8 0 1</inkml:trace>
  <inkml:trace contextRef="#ctx0" brushRef="#br0" timeOffset="228654">12407 17905 24575,'8'21'0,"-3"-10"0,1-2 0,-2-9 0,7-9 0,-7 6 0,9-10 0,-11 7 0,3 6 0,-4 8 0,1 1 0,1 3 0,4-8 0,3-2 0,-3-1 0,-2-1 0</inkml:trace>
  <inkml:trace contextRef="#ctx0" brushRef="#br0" timeOffset="228936">12531 17932 24575,'19'18'0,"-1"3"0,-9-6 0,1 2 0,-10-2 0,3 7 0,-3-4 0,-4 10 0,3-22 0,-5 9 0,2-11 0,-14 0 0,8-2 0,-15-8 0,21 3 0,-13-13 0,15 13 0,-5-6 0</inkml:trace>
  <inkml:trace contextRef="#ctx0" brushRef="#br0" timeOffset="229452">12632 17825 24575,'9'12'0,"-1"-2"0,-5-2 0,0-5 0,0-3 0,3-6 0,-2 0 0,0 0 0,-4 3 0</inkml:trace>
  <inkml:trace contextRef="#ctx0" brushRef="#br0" timeOffset="230150">11956 18200 24575,'10'0'0,"-4"0"-3277,18-2 0,-18 0 1638,25 0 1,4-1-1639,-14 1 2861,9 0 1,8-1-1,-7 1 416,-5 1-406,-2 0 0,8 0 1,4-1-1,-3 1 0,-8 0 406,9 0 359,-8 1 0,7-1 1,2 1-1,-5-2-359,3-2 0,-3 1 0,-5 2 0,2 0 0,2-2 0,6-2 0,-1 0 0,-7 2 0,9 0 0,-10 0 0,6-3 0,0 1 0,-10 1 2741,-5 2-2741,10-2 0,-4-3 0,-20-6 0,0 9 0,-4-9 0</inkml:trace>
  <inkml:trace contextRef="#ctx0" brushRef="#br0" timeOffset="230518">12925 17783 24575,'7'35'0,"-4"-20"-1639,1 10 1,-1 0-1639,-3-17 1638,2 17 1,0 0-1639,0-15 3701,1 10 1,0 0-425,1-14 0,3 21 0,-5-22 0,3 11 0,-3-7 0,-1 1 3276,-1 0-2480,-12 1-796,-12-5 0,-3-1 0,1 4 0,-8-3 0,3-2 0,24-3 0,-11-1 0</inkml:trace>
  <inkml:trace contextRef="#ctx0" brushRef="#br0" timeOffset="231091">12083 18194 24575,'-19'0'0,"10"0"0,-18-1 0,15-1 0,-23-1 0,20 1-1639,-10 1 1,2 1-1639,12 0 1638,-15 0 1,1 0-584,14 0 1526,-21 3 1,0 1 695,15-2-620,-18 4 1,1 1 619,18-4 0,-16 3 0,0 0 0,17-4-50,-20 2 0,-1 1 50,19-3 0,-15 2 0,-1 0 0,12-1 0,-5-1 0,-7-1 0,4 0 0,-6 0 0,7-1 0,-3 0 0,5 0 1218,1 0-1218,4 0 0,1 0 0,8 0 3276,-5-1-3239,14-2 1,3 0-1,-2 1 1</inkml:trace>
  <inkml:trace contextRef="#ctx0" brushRef="#br0" timeOffset="231723">11164 17658 24575,'6'30'0,"0"1"0,-2-3 0,0 0 0,0 4 0,-2-7 0,-2-8 0,0 7 0,0 6 0,0-5 0,0-8 0,1 6 0,-1 6 0,-1-6 0,0-2 0,0 4 0,2 1 0,1-7 0,-1 1 0,4-17 0,-4-10 0,-1 0 0,2 0 0</inkml:trace>
  <inkml:trace contextRef="#ctx0" brushRef="#br0" timeOffset="232709">11234 17594 24575,'9'-3'0,"3"-2"0,19-1 0,-10 1 0,8 2 0,-1 0 0,-8 0 0,10 0 0,7 0 0,-6 0-799,-4 0 799,5 0 0,6 0 0,-6 0 0,-7 3 0,7 0 0,4-1-1639,-8 0 1,-2 0 82,-6 1 1,0 0-11,13-1 1,-4-1 1565,-13 2 0,14-2 0,1 1 0,-12 1 0,10-2 0,0-1 0,-10 3 0,9-2 0,4 1 0,3 1 0,-1 0 0,-10 0 0,1 0 0,2 0 0,2 0 0,-9 0 307,-10 0-307,8 0 0,1 1 3276,-8 4-1366,16-1-1910,-6 3 0,0-4 0,-1 0 0,2 2 0,2-1 0,-2-1 0,-11 0 3276,11 1-1727,1 4-1549,-6-2 0,3 0 0,3 1 0,4 2 0,-1-2 0,5 1 0,-2 0 0,2 0 0,-2-1 0,7 0 0,-14-2 0,-1-1 0,6 1 0,-6 0 0,-4 1 0,-13-4 0,2 15 0,-5-10 0,1 11 0,2-8 0,0-1 0,-1 0 0,-2-2 0,-1-3 0,2 0 0,-2-1 0,1-3 0,-1 2 0</inkml:trace>
  <inkml:trace contextRef="#ctx0" brushRef="#br0" timeOffset="237279">14287 17843 24575,'3'-1'0,"2"0"0,6-6 0,-6 4 0,25-12 0,-16 7-1639,16-7 1,2 0-1639,-11 5 2457,2 0 1,7-4 0,2 0 0,-5 1-820,3-1 1,-1 0 1515,-1 2 1,2-1-1,2-2-97,0-2 0,3-2 1,-1 1-1,-6 3 220,-6 4 0,0 0 0,4-3 0,6-4 0,-1 0 0,-8 5 0,-1 0 0,-1 1 0,-2 1 0,-6 1 0,4 0 0,-14 7 0</inkml:trace>
  <inkml:trace contextRef="#ctx0" brushRef="#br0" timeOffset="238182">15172 17366 24575,'7'10'0,"5"8"0,-6-4-3277,10 14 0,-15-22 0,12 18 0,-12-19 2789,7 12 488,-7-13 0,3 8 0,-2-9 3276,-3-2-3141,-4-13 3141,-1 3-2365,-4-7 1,0 0 2364,4 9-2768,-11-18-508,-3 8 0,-3 1 0,7 5 0,0 0 0,-3 0 0,31-3 0,9 8 0,4 1 0,-7-2 0,0 1 0,18 1 0,-4 1 0,-20 3 0,10 1 0,1 2 0,-13 1 0,17 1 0,-20-1 1302,6 1-1302,-6 2 0,-2 8 0,-3-7 0,-16 23 0,1-11 0,-7 11 0,-6-3 0,7-10 0,2 1 0,5-7 0,9-9 0,13 2 0,-6-4 0,8 2 0,-10-2 0</inkml:trace>
  <inkml:trace contextRef="#ctx0" brushRef="#br0" timeOffset="239160">15234 17417 24575,'1'6'0,"0"-1"0,3-1 0,-1-1 0,5-1 0,2 0 0,0-8 0,0 0 0,-6-6 0,-2 5 0,-7 1 0,-6 10 0,2-1-3277,-13 11 0,17-9 3047,-8 4 230,14-8 0,4-1 0,4-4 0,0 3 0,-3-5 0,-11 6 3276,-1-2 0,-4 6-3044,20-10-232,3 0 0,7-4 0,1-3 0,-18 11 0,-12-3 0,-6 8 0,-5-2 0,6 2 0,11-3 0,0 0 0</inkml:trace>
  <inkml:trace contextRef="#ctx0" brushRef="#br0" timeOffset="267314">22105 1069 24575,'5'17'0,"5"7"0,-6-8 0,2 2 0,1 2 0,-1 1 0,-1 0 0,-1-2 0,0 1 0,3 15 0,-1 1-1639,-3-9 1,0-2-1,0 0 1,0 1 545,1 1 1,-1 2 0,0-5 566,0 2 526,0-2 0,0 5 0,1-2 0,0-3 0,0-2 0,-1 0 0,0-1 0,3 2 0,-1-3 0,-4-9 0,11 18 0,-10-5 0,6 1 3276,-3 5-1538,3-3 1538,1-7-1209,-5-2-2067,-1-17 0,-5-1 0,2-1 0</inkml:trace>
  <inkml:trace contextRef="#ctx0" brushRef="#br0" timeOffset="268113">21930 1234 24575,'4'-11'0,"4"-5"0,-1 6-3277,7-9 0,-11 15 392,21-15 2885,-12 11 0,10-2 0,2 0 0,1 0 0,3 1 0,6 0 0,-5 2 0,-2-1 0,-3 1 0,8-1 0,3-1 0,-2 1 0,-8 2 0,11-3 0,-8 3 0,8-3 0,0 1 0,-9 1 1844,-1 0-1844,8 1 0,-2 1 0,-16 1 0,16 2 0,-25 4 0,13 20 0,-12-12 0,3 11 0,-1-1 0,-7-11-385,1 15 1,-1 2 384,-3-9-87,-2 11 1,-3 3 86,-8-3 0,-4-1 0,-3-3 0,-2 1 0,1-1-327,-1 4 0,-2-2 327,1-10 0,-4 1 0,0-2 0,6-4 3276,-2 0-2505,-6 1 1,-7 1 0,8-4 1429,8-3-2201,-11 2 0,2-2 0,17-3 277,-13-1-277,18-2 1122,-6 0-1122,6-1 0,-1-1 0,3 0 0,4 1 0</inkml:trace>
  <inkml:trace contextRef="#ctx0" brushRef="#br0" timeOffset="268515">22767 1579 24575,'7'1'0,"-1"1"0</inkml:trace>
  <inkml:trace contextRef="#ctx0" brushRef="#br0" timeOffset="269283">22972 1166 24575,'15'22'0,"1"0"0,4 6 0,-8-6 0,-2-2 0,-2-4 0,4 8 0,0 1 0,-1-5 0,0 6 0,2 0 0,10 3 0,-11-3 0,6-6 0,-1-3 0,-11-9 0,8 6 0,1 0 0,-8-10 0,14 11 0,-14-13 0,8 5 0,-5-8 0,8-9 0,-7 3 0,1-8 0,-3-2 0,-5 6 0,5-17 0,-1-1 0,-7 6 0,2 1 0,0-6 0,-2 2 0,-2-5 0,-2-1 0,0 4 0,1 0 0,-1 1 0,0-1 0,0 2 0,-2-3 0,0 7 0,4 15 0,-1-13 0,3 18 0,8 2 0,-6 1 0,5 3 0</inkml:trace>
  <inkml:trace contextRef="#ctx0" brushRef="#br0" timeOffset="270529">23044 1260 24575,'3'13'0,"0"8"-3277,-1 5 0,-1-7 1638,-1 6 1,0-2 285,0-10 1353,0 12 0,0-1 0,0-12 0,-1 16 0,-1 1 0,1-13 608,-1 8 1,-1 0-609,2-15 0,-3 11 0,4-8 0,-2 2 3276,1 0-1344,0-4 1344,0 4-3261,0-5-835,2-4 1,-2-3 0,2-2 0</inkml:trace>
  <inkml:trace contextRef="#ctx0" brushRef="#br0" timeOffset="271894">21880 2112 24575,'13'6'0,"3"3"0,-7-2-3277,17 13 0,-18-13 1638,13 9 1,2 1-136,-9-9 1774,12 6 0,2 0 0,-7-4 203,5-4 0,7 0 0,-1-2-203,5 0 0,1-2 0,-8 0 0,2 0 0,1 0 0,-4-2 0,1 0 0,0 0 0,1-2-786,-2-1 1,1-1 0,-1-1 0,-1 1 785,5 2 0,-1 0 0,0-2 0,-3-2 0,2-1 0,-3 0 0,-6 1 3141,3-2-3141,7-8 0,0-1 0,-8 3 192,2-4 1,1 0-193,-6 4 756,2-2 1,2-1-757,2 2 0,1 1 1638,-6 2 0,2 0-1083,0 2 1,2 2-1,-3 2-555,10 2 0,-4 0 0,4-1 0,-4 2 1314,-8 1 0,0 1-1314,16-3 0,-2 0 0,-13 4 0,0 1 0,-1-1 806,-7 1-806,9 4 0,0 1 0,-11-1 0,7 4 0,3 2 0,11 5 0,-8-2 0,-3-3 0</inkml:trace>
  <inkml:trace contextRef="#ctx0" brushRef="#br0" timeOffset="275092">23595 1476 24575,'-14'8'0,"-5"8"0,3-3-1639,1 2 1,1 1-1639,7-8 1328,-8 19 1949,14-21 0,1 13 0,1-13 0,5 12 0,-2-13 1719,6 5-1719,-6-7 0,5 0 0,-3-1 3276,6-5 0,2-9-3044,-5 4-232,1-12 0,-10 15 0,2-15 0,-2 14 0,0-11 0,0 13 0,8 13 0,1 2 0,2 7 0,3-5 0,-9-11 0,13 4 0,-12-6 0,8 0 0,-4-3 0,-4 0 0,14-8 0,-6 1 0,-1 2 0,-3 1 0</inkml:trace>
  <inkml:trace contextRef="#ctx0" brushRef="#br0" timeOffset="275394">23726 1487 24575,'28'-1'0,"-13"-1"0,7-2 0,0-1 0,-9 1 0,9-3 0,-1 1 0,-11 2 0,9-4 0,-13-3 0,-2 6 0,0-14 0,-13-3 0,7 9 0,-6-5 0</inkml:trace>
  <inkml:trace contextRef="#ctx0" brushRef="#br0" timeOffset="275744">23754 1265 24575,'-1'22'0,"1"0"0,-1 4 0,1 2 0,2 1 0,1-2 0,-1-7 0,0 0 0,2 8 0,0 3 0,1-7 0,0-8 0,0 9 0,1 8 0,-1-9 0,-1-14 0,3 17 0,-1 1 0,-2-19 0,5 15 0,-8-19 0,-6-2 0,-1-4 0,-2 0 0,5 0 0</inkml:trace>
  <inkml:trace contextRef="#ctx0" brushRef="#br0" timeOffset="276728">27104 1094 24575,'9'30'0,"-4"-3"0,0-5 0,-1 2-1639,-1 4 1,-1-1-1,0-7 1,-1 1 545,2 13 1,-1 5 0,0-7 1477,0 3-385,0-3 0,1 5 0,0-7 0,1-6 922,3 4 1,1 1-923,1-2 0,4 4 0,-7-14 0,-5-14 0,-9-2 0,6-1 0,-7-3 0</inkml:trace>
  <inkml:trace contextRef="#ctx0" brushRef="#br0" timeOffset="277244">26936 1309 24575,'7'-9'0,"6"-8"0,11-10 0,-5 8 0,9-5 0,0 3 0,-8 14 0,7-3 0,8-2 0,-8 3 0,-6 5 0,3-1 0,6 0 0,-7 1 0,-9 2 0,21 0 0,-8 19 0,-12-11 0,4 10 0,-3 2 0,-11-9 0,12 12 0,-1 1 0,-12-11 0,5 7 0,-2 0 0,-6-11 0,-1 20 0,-11-11 0,-1 0 0,4 7 0,-16-1 0,0-4 0,15-12 0,-19 8 0,-2 0 0,15-7 0,-10 4 0,1-1 0,14-8 0,-8 4 0,17-6 0,-1 0 0</inkml:trace>
  <inkml:trace contextRef="#ctx0" brushRef="#br0" timeOffset="277529">27445 1595 24575,'0'0'0</inkml:trace>
  <inkml:trace contextRef="#ctx0" brushRef="#br0" timeOffset="278027">27759 1129 24575,'27'-2'0,"0"-1"0,5 0 0,-3 2 0,6 1 0,0 0-1093,-3 0 1,-1 0 0,1 0 442,2-1 0,2 0 0,-2 0 1175,-5 0 0,0 1 0,-4-1-525,-2-3 0,-5 0 211,-5 2 1,4-2 0,-16 4-1</inkml:trace>
  <inkml:trace contextRef="#ctx0" brushRef="#br0" timeOffset="278467">27987 1191 24575,'9'36'0,"0"0"0,-4-13 0,0-1 0,3 12 0,-1-5 0,-5-12 0,3 7 0,2 5 0,-3-5 0,-1-4 0,2 10 0,1-2 0,-6-16 0,4 11 0,-3-14 0,-10 1 0,-11-4 0,-17-1-1093,11-3 1,-4 0 0,2 0-547,1 0 1,0-1 1561,-10 0 0,-4 0 1,8 0 76,3 1 0,-3-2 0,5-2 0,22 0 0,-10-4 0,15 4 0,0-2 0</inkml:trace>
  <inkml:trace contextRef="#ctx0" brushRef="#br0" timeOffset="279515">26517 1758 24575,'8'5'0,"-3"-3"0,2 2 0,1 6 0,-1-4 0,7 14 0,5-1 0,-5-3 0,8 7 0,-14-15 0,17 13 0,-8-11 0,0 0 0,12 7 0,-4-6 0,-2-3 0,-7-3 0,10 0 0,2 1 0,2-2 0,-9 0 0,2-1 0,2 0 0,-2 0 0,-7 0 0,7-2 0,6 1 0,-4-1 0,-1-3 0,1 1 0,6 0 0,-6 0 0,-3-2 0,5-1 0,7-3 0,-7 1 0,-2-2-1093,1 1 1,5-1 0,-5 1 16,4-5 1076,-9 4 0,4 0 0,0 0-1093,5 1 1,1 1 0,-1 0 59,4-4 1,-1 2 1032,-2 2 0,1 2 0,-5 3-3277,7 12 2982,-5-8-131,-9 8 0,-3 1 426,-8-2 858,8 5 1,3 1-859,-4-4 0,-1-1 0,13 10 0,-7-9 0,0-3 0,-8-4 0,20 1 0,3-1 0,-5-2 147,-1-2 0,5 0 0,-4-1-147,-11-1 0,1 0 0,13-2 0,5 0 0,-6 0 0,4-3 0,-11 3 0,7 0 0,3 0 0,-2-1 0,-7 2 0,-6 0 0,1 0 0,11-1 0,8 1 0,0-1 0,-9 2 3276,3 1-2962,-7 0 1,5 0-1,-7 0-314,-1 0 0,4 0 0,-3 0 0,-12 0 1705,11-3-1705,-14 0 0,-4-1 0,-4 1 0,-8 3 0</inkml:trace>
  <inkml:trace contextRef="#ctx0" brushRef="#br0" timeOffset="281418">25046 685 24575,'1'8'0,"4"5"0,-1-2 0,6 9 0,-8-9 0,9 18 0,-7-17-1639,3 11 1,0 1-1639,-3-10 2302,1 5 1,0 2 2693,-1 10-1719,2-4 0,-1 0 0,-1-8 0,-1 1 0,3 5 0,0 3 0,-1-5 0,0-4 0,2 15 0,1 0 0,-3-13 0,1 12 0,1 6 0,-5-8 0,0 1 0,0-2 1638,4 2 0,-1 0-1040,-4-1 0,-1 3 0,0-1 0,-1-9-598,0-4 0,1 11 0,0 9 0,-1-7-1022,-3-3 1022,4 1 0,0 7 0,-1-7 0,-4 0 0,3-2 0,0 8 0,1 0 0,0-1 0,0 0 0,0-1 0,1-6 0,-1-2 0,1 3 0,2 3 0,0 4 0,1-4 0,0-8 0,2-5 0,0 5 0,0 6 0,-1-8 1057,-1-11-1057,3 14 0,0-2 0,-4-17 0,9 18 1081,-10-20-1081,1 4 0,-3-8 0,-1-1 0,1 0 0</inkml:trace>
  <inkml:trace contextRef="#ctx0" brushRef="#br0" timeOffset="282630">23710 2053 24575,'5'0'0,"4"-1"0,0 1 0,15-5 0,-9 3 0,17 0 0,1 1 0,-9 0-1093,2 0 1,5 2 0,-5-1-2185,-4 0 2184,3 0 1,4 2 0,-5-1 475,-3 1-125,10 1 1,0 0 741,-14-1-30,12 2 0,5-1 30,0-1 0,1-1 1484,-1 1 0,3 0-1484,0-1 0,4-1 0,-8 1 0,4-1 0,-7-1 0,8-1 0,0 0 0,-9 1 0,3-1 0,4-1 0,7-1 0,-10 1 0,-13 2 1638,7-2 0,4-1-1184,-3-1 0,-1 0 573,-7 2 1,2-1-1028,5-1 0,3-2 0,-5 1 0,5-1 0,1 0 0,7-2 0,-5 2 0,-13 3 0,1 0 0,9-3 0,6-1 0,-3 1 0,0 1 0,0 1 0,-2-1 0,2 0 0,-2 0 0,-2 2 0,0-1 0,10-1 0,-5 1 125,-20 4-125,14-1 0,0 0 0,-12 2 0,5 1 0,-1 1 0,-11-2 1924,17 7-1924,-5 2 0,0 0 0,12 1 0,-6-1 0,5 1 0,-7-2 0,-2-3 0,2-1 0,9 0 0,0 0 0,-8-1 0,-3 0 0,11-2 0,9 0 0,-11-2 0,-11-1 0,10-3 0,-1 0 735,-15 2-735,3-3 0,0 1-3277,-2 2 0,1-4 968,16-3 2309,-25 6-546,12-3 1,1 0 545,-10 6-8,12-4 1,1 0 7,-6 2 0,16-1 3276,-20 2-1346,-1 2 883,-4-1-2813,-1 1 1921,-6-2-1921,-13 5 0,7-2 0,-7 1 0</inkml:trace>
  <inkml:trace contextRef="#ctx0" brushRef="#br0" timeOffset="283765">25218 2470 24575,'4'35'0,"-1"-9"-3277,1 10 0,-2-24 1638,0 13 1,-1-1 203,1-12 1435,1 10 0,0 1 0,-2-10 288,1 7 1,1 0-289,-2-7 0,2 21 0,-3-10 0,0 8 0,0-9 3276,0-2-1703,0-11 1609,0-2-3182,0-1 2658,-2-1-2658,-2-2 0,1 0 0,-1-2 0</inkml:trace>
  <inkml:trace contextRef="#ctx0" brushRef="#br0" timeOffset="288409">21530 2137 24575,'-5'8'0,"0"6"0,-5 11 0,5-7 0,-6 11 0,7-19 0,-2 9 0,3-1 0,0-4 0,0 7 0,4-5 0,-1-1 0,2 8 0,5-4 0,4 8 0,-2-9 0,11 6 0,-14-17 0,13 4 0,2-1 0,-5-4 0,10 2 0,1-1 0,-5-5-1639,7 2 1,0 1-1639,-10-3 1638,13 3 1,-2 0 732,-18-4 906,24 6 0,-30-7 0,1 3 0,-1-4 0,-5 2 0,3-2 0</inkml:trace>
  <inkml:trace contextRef="#ctx0" brushRef="#br0" timeOffset="289561">22263 2487 24575,'6'0'0,"-1"0"0,5 0 0,-6 0 0,15-2 0,4-2 0,-2 3-1639,15-3 1,2-1-1639,-1 1 3251,-8 1 1,4 0 0,-1-1-1614,4 0 1,-1 1 1458,-2-2 1,0 1 179,-3 2 0,-8 1-3277,-15-2 3171,4 2 106,-11 1 0,-1 2 2328,-9 7-2328,-4-2 0,3 1 0,1-4 0</inkml:trace>
  <inkml:trace contextRef="#ctx0" brushRef="#br0" timeOffset="289842">22578 2511 24575,'8'4'0,"3"17"0,-7-12 0,1 10 0,-1 0 0,-3-9 0,8 23 0,-6-15 0,2 0 0,-1-5 0,-2-10 0,3 0 0,-2 0 0,6-1 0,-7-1 0,4-1 0</inkml:trace>
  <inkml:trace contextRef="#ctx0" brushRef="#br0" timeOffset="290279">22991 2483 24575,'-15'34'0,"9"-18"0,-4 3 0,-2 1 0,-1 1 0,1 0 0,3-1 0,8-16 0,3 5 0,0-6 0,9 6 0,-5-7 0,14 2 0,5-2 0,-5-3 0,1-1 0,1 2 0,2-1 0,10-2 0,-4-2-2261,-19 1 2261,10 2 0,-3 0 0,-16 0 0,3 2 0,-4 0 0</inkml:trace>
  <inkml:trace contextRef="#ctx0" brushRef="#br0" timeOffset="290728">22479 2874 24575,'11'1'0,"-3"1"0,0-2 0,2 0 0,7-2 0,3 0 0,4-1-1639,7-1 1,-1 1-1639,-13 1 1811,14-2 0,0 1 1466,-14 0 0,8 1 0,1 0 0,-2-2 0,-6 1 0,15-3 0,-29 4 0,14 0 0</inkml:trace>
  <inkml:trace contextRef="#ctx0" brushRef="#br0" timeOffset="291397">23522 2674 24575,'-12'10'0,"-11"7"0,17-12 0,-9 9 0,-1 0 0,9-8 0,-16 20 0,20-21 0,-4 15 0,7-9 0,0 4 0,3-6 0,0-4 0,9 0 0,-6-2-3277,20 4 0,-18-5 2116,24 2 1161,-23-3 0,21-1 0,-21-2 0,5 0 0,-12 1 0</inkml:trace>
  <inkml:trace contextRef="#ctx0" brushRef="#br0" timeOffset="291711">23722 2636 24575,'12'33'0,"-4"-13"0,3 11 0,-7-19 0,4 17 0,-2-13 0,-2 5 0,-8-13 0,-1-2 0,-5-7 0,6 0 0</inkml:trace>
  <inkml:trace contextRef="#ctx0" brushRef="#br0" timeOffset="291911">23749 2791 24575,'20'0'0,"-10"1"-3277,26-8 0,-27 6 1638,13-5 1,-1-1 371,-10 6 2502,20-11-1235,-24 11 0,4-6 0,-8 5 0,3-8 0,-4 5 0,1-3 0,-3 6 0,0 1 0</inkml:trace>
  <inkml:trace contextRef="#ctx0" brushRef="#br0" timeOffset="292161">23941 2665 24575,'5'19'0,"-1"1"0,3-1 0,-1-1 0,1 12 0,1-9 0,-6-19 0,-1 0 0,-1-3 0</inkml:trace>
  <inkml:trace contextRef="#ctx0" brushRef="#br0" timeOffset="294723">29961 667 24575,'-18'17'0,"-1"0"0,-2 4 0,-4 1 0,2-8 0,-3 1 0,0-1 0,3 0-1639,-2 3 1,-1 1 545,-4-1 1,-4 0 0,1-1 343,6-2 0,0-1 0,3 0 749,-4 2 0,-2 1 0,6-4 0,-4 1 0,-2 1 0,0 0 0,1-1-820,0 1 1,1-1 0,0 0 0,0-1 763,-3 2 1,0-1 0,-1 0 55,-5 4 0,-1 0 0,11-5 2106,13-6-2106,-6 4 0,3 0 0,11-7 0,-7 2 0</inkml:trace>
  <inkml:trace contextRef="#ctx0" brushRef="#br0" timeOffset="295137">29100 1069 24575,'4'25'0,"-1"0"0,0 4 0,2-10 0,0-2 0,-1-9 0,5 9 0,-4-11 0,-5 2 0,-1-7 0,-17 3 0,-5 0 0,8 0 0,-13 3 0,0 1 0,13-3 0,-3 2 0,20-9 0,9-1 0,20-8 0,-19 5 0,18-4 0,-28 8 0,7-1 0</inkml:trace>
  <inkml:trace contextRef="#ctx0" brushRef="#br0" timeOffset="295758">29398 2263 24575,'-1'24'0,"1"-14"-1639,-1 12 1,0 0-1639,1-14 1638,0 12 1,0-1-1639,0-12 2030,0 27 1247,0-26 0,2 20 0,-2-23 3034,3 6-3034,-3-14 0,3-9 0,-3 4 0,1-5 0</inkml:trace>
  <inkml:trace contextRef="#ctx0" brushRef="#br0" timeOffset="296006">29354 2278 24575,'19'-9'0,"9"-2"0,-2-1 0,-2 3 0,-2 2 0,-8 1 0,8-2 0,-19 7 0</inkml:trace>
  <inkml:trace contextRef="#ctx0" brushRef="#br0" timeOffset="296342">29317 2407 24575,'25'11'0,"-11"-6"0,11 1 0,0-2 0,-8-4 0,18 2 0,3 0 0,-11-2-1639,0 0 1,-3 0 1248,-8 0 1532,-3 0-1142,-12 0 150,0 3 0,-3-2 0,1 1 1</inkml:trace>
  <inkml:trace contextRef="#ctx0" brushRef="#br0" timeOffset="296589">29366 2599 24575,'25'5'0,"-13"-3"0,14 1 0,1-1 0,-8-1 0,12 3 0,0-1 0,-11-2 0,6 1 0,0 0 0,-12-2 0,22-1 0,-30 0 0,8-1 0,-12 1 0,-1 0 0</inkml:trace>
  <inkml:trace contextRef="#ctx0" brushRef="#br0" timeOffset="297272">29868 2520 24575,'3'15'0,"2"5"0,-2 8 0,0-7 0,-1-10 0,0-17 0,3-7 0,9-22 0,-7 18 0,4-3 0,-1 2 0,-4 12 0,9-14 0,-11 17 0,2 10 0,-1 1 0,-2 27 0,0-23 0,1 19 0,-2-28 0,12-6 0,13-22 0,-8 4 0,-3 5 0,-2 3 0,-9 8 0,0 4 0,-4 3 0,-4 3 0,3-3 0</inkml:trace>
  <inkml:trace contextRef="#ctx0" brushRef="#br0" timeOffset="297738">30231 2525 24575,'3'21'0,"1"7"0,1-9 0,-3-2 0,4-1 0,-6-13 0,1-3 0,-1-17 0,0 8 0,0-12 0,0 0 0,0 11 0,0-14 0,0 1 0,0 12 0,0-22 0,0 19 0,0 1 0,5 1 0,-3 18 0,7 7 0,-6 6 0,2-2 0,-32-3 0,2-10 0,-2-2-1639,1 3 1,-1 1 1468,-12-3 0,4-1 0,15 2 0,-5-2 0</inkml:trace>
  <inkml:trace contextRef="#ctx0" brushRef="#br0" timeOffset="298554">26062 2655 24575,'-3'10'0,"-6"22"0,4-17 0,-1 9 0,1 0 0,2-14 0,0 25 0,2-25 0,6 20 0,6-18 0,6-2 0,2-1 0,4-2-820,14-6 1,-29-1 0,-1 0 0</inkml:trace>
  <inkml:trace contextRef="#ctx0" brushRef="#br0" timeOffset="299092">26427 2723 24575,'-1'24'0,"0"-10"0,0 16 0,2-21 0,4 15 0,4-12 0,11 3 0,-7-6-3277,15-4 0,-21-5 1581,30-5 1696,-28-1 0,21-6 0,-26 5 0,6-9 0,-11-6 0,4 6 0,-10-14 0,4 25 0,-11-11 0,7 12 0,-9 0 0,10 2 3276,-11 5-494,-1 6-2782,1-3 2192,-3 7-2192,15-9 0,1 3 0,4-5 0,0 1 0</inkml:trace>
  <inkml:trace contextRef="#ctx0" brushRef="#br0" timeOffset="299543">26713 2722 24575,'12'26'0,"-1"0"0,3 4 0,-2-4 0,0-2 0,-1-2 0,-2-3 0,-10-35 0,-2 2 0,0-11 0,2-10 0,2 25 0,5-18 0,-2 22 0,6-6 0,-6 7 0,2 0 0,-5 4 0</inkml:trace>
  <inkml:trace contextRef="#ctx0" brushRef="#br0" timeOffset="300112">26998 2753 24575,'17'18'0,"-5"-2"0,0-1 0,-4-2 0,5 8 0,0 1 0,2 5 0,2 1 0,-6-3 0,-9-20 0,0 2 0,-3-15 0,-7-23 0,2 7 0,1-2 0,-2 6 0,1 0 0,1-8 0,1 4 0,2 12 0,1-15 0,1 20 0,8-10-3277,8 10 0,-3-2 0,20 6 1787,-25 3 386,23 6 1104,-26-5 0,12 9 0,-14-8 3276,8 4-2561,-6 1 2561,3 2-2604,-2-1 1,-4-2-1,-1-5 1</inkml:trace>
  <inkml:trace contextRef="#ctx0" brushRef="#br0" timeOffset="300494">27357 2771 24575,'8'-6'0,"-3"2"0,3-5 0,3 4 0,-2-1 0,5 1 0,-9 3 0,0 1 0</inkml:trace>
  <inkml:trace contextRef="#ctx0" brushRef="#br0" timeOffset="301883">26266 3341 24575,'2'15'0,"-2"-4"0,1 2 0,-1-5-3277,9-30 0,-7 17 3047,9-29 230,-8 22 0,3-9 0,1 11 0,0 2 0,1 11 3276,7 4 0,19-3-3044,-8-1-232,0-6 0,0-3 0,0-2 0,-3-4 0,-1-2 0,3-4 0,-2-1 0,-13 6 0,-6 21-3277,5 25 0,-3-14 1638,4 5 1,0-4 148,-4-14 599,17 3 0,3-2 891,-6-5 0,12 0 0,3-1 0,1-6 0,0 4 0,-13-3 0,-18 4 0</inkml:trace>
  <inkml:trace contextRef="#ctx0" brushRef="#br0" timeOffset="302273">26694 3566 24575,'20'-6'0,"-9"4"0,19-14 0,-16 9 0,9-6 0,1 0 0,-7 4 0,3-2 0,-1 0 0,-13 5 0,7-1 0,-9 5 0,-3 1 0,-1 0 0,-3 0 0,1 0 0,1 1 0</inkml:trace>
  <inkml:trace contextRef="#ctx0" brushRef="#br0" timeOffset="302485">27063 3446 24575,'8'-1'0,"1"-4"0,-1 1 0,11-6 0,-10 7 0,13-5 0,-18 7 0,4-2 0</inkml:trace>
  <inkml:trace contextRef="#ctx0" brushRef="#br0" timeOffset="303870">25204 2921 24575,'8'10'0,"7"9"0,-11-13 0,9 18 0,-10-20 0,6 19 0,-7-18 0,7 21 0,-8-17 0,8 23 0,-2 1 0,2-8-1639,-5-1 1,0-3-1639,-2-12 1638,1 12 1,0 1 148,-3-12 951,2 12 0,-1 1 539,-1-11-1339,0 11 1,0 0 1338,0-9 280,0 12 0,0-1-280,0-14 1477,0 11 0,0 2-1477,2 1 0,-2 2 1189,1 6-1189,-1-11 0,0-4 0,0 5 0,-1-2 0,1-11-474,-2 13 0,-1 0 474,3-16-415,-1 12 0,0 1 415,2-12 0,5 24 0,1-21 3276,7 11-2427,-4-10-849,0 3 0,-5-10 0,3 6 0,-6-8 0,2 4 0</inkml:trace>
  <inkml:trace contextRef="#ctx0" brushRef="#br0" timeOffset="308820">24228 4412 24575,'6'7'0,"-1"-3"0,0 9 0,3 9 0,-2-5 0,-3 2 0,1 1 0,0 2 0,-1-1 0,0 11-1639,1-1 1,0-3-1639,-3-15 1638,1 17 1,1 0 1312,-2-18-382,0 14 0,1-1 708,-2-16 0,1 18 0,1-19 819,-2 4 0,1-9 0,-2-3 0</inkml:trace>
  <inkml:trace contextRef="#ctx0" brushRef="#br0" timeOffset="309349">24198 4537 24575,'5'-3'0,"3"-9"0,1-3 0,0-3 0,13-11 0,-14 17-1639,10-5 1,0 1-1639,-10 9 1638,13-5 1,1 2 385,-10 7 1435,11-2 1,1 2-183,-10 2 0,14 3 0,-21 1 3276,3 10-1717,1 14-1559,-2 2 0,-2 2 0,-8 4 0,-1-21 0,-11 16 0,2-18-1443,-5 1 0,-1-1 1443,4-2-190,-13 4 1,1-2 189,14-8 0,-24 8 0,30-17 0,1 5 0,2-6 0</inkml:trace>
  <inkml:trace contextRef="#ctx0" brushRef="#br0" timeOffset="309915">24533 4704 24575,'13'1'0,"2"1"0,10-3 0,-6-2 0,1 0 0,3-2 0,-1-2 0,-5 0 0,-12 4 0,14-13 0,-17 11 0,5-6 0,-13 4 0,-7 1 0,-8-2 0,2 8 0,0 1 0,-4 0 0,4 4 0,2 1 0,7 3-3277,-6 13 0,13-13 1125,0 23 2152,3-24-1131,3 18 1131,-3-19-3277,7 10 3028,-6-10 3525,8 6-3026,-7-9 1487,8 3-1737,2-3 0,-1-1 1316,5-3-1316,-12-1 0,2-1 0,-5 1 0</inkml:trace>
  <inkml:trace contextRef="#ctx0" brushRef="#br0" timeOffset="310314">24782 4750 24575,'18'22'0,"2"2"0,-17-17 0,5 3 0,-9-6 0,1-14-3277,-3-15 0,-1 7 1638,7-7 1,3 2 1310,-1 12-1311,7-8 1,1 1 1496,-5 11-353,12-3 0,2 0 495,-10 7 2251,22-6-2251,-25 9 0,0 0 2669,-6 5-2669,-2-2 0,-1 2 0,0-2 0</inkml:trace>
  <inkml:trace contextRef="#ctx0" brushRef="#br0" timeOffset="311015">25249 4527 24575,'6'36'0,"-1"-9"0,1 1 0,-1 0 0,1 0 0,-2-5 0,0 1-1639,3 7 1,0-4-569,-4-12-1070,8 16 1288,-8-22 3979,6 11-1990,-13-24 0,1-5 0,-4-5 0,-1-5 0,2 0 0,2 6 0,-5-12 0,-2-1 0,6 13-656,-4-9 1,1 2-1,5 12 1,-3-6 0</inkml:trace>
  <inkml:trace contextRef="#ctx0" brushRef="#br0" timeOffset="311335">25226 4526 24575,'13'17'0,"-1"0"0,1 2 0,-1 2 0,1 3 0,0 0 0,4 8 0,-7-14 0,0-2 0,-3-7 0,9 10 0,-10-13 0,10 3 0,2-11 0,13-18 0,-8 11 0,-5-9 0,-5-2 0,-6 7 0,2-13 0,-2-2 0,-4 8 0,-1-7 0,-2 2 0,-3 11 0,-7-16 0,6 21 0,-2-4 0,4 11 0</inkml:trace>
  <inkml:trace contextRef="#ctx0" brushRef="#br0" timeOffset="311932">25595 4670 24575,'-7'18'0,"0"1"0,0 2 0,-1 9 0,7-22 0,0 6 0,5-11 0,16-6 0,-9 2 0,8-6 0,-1-1 0,-9 2 0,19-15 0,-23 10 0,3-2 0,-4 9 0,-3 4 0,8 2-3277,14-8 0,-12 4 2491,15-8 0,-23 10 0,2-3 0</inkml:trace>
  <inkml:trace contextRef="#ctx0" brushRef="#br0" timeOffset="312164">25771 4627 24575,'7'2'0,"5"0"0,-7-1 0,18-1 0,-12-2-3277,23-4 0,-22 3 123,18-8 3154,-25 8 1877,9-13-1877,-10-11 0,-2 3 0,-1-2 0,-3 16 0</inkml:trace>
  <inkml:trace contextRef="#ctx0" brushRef="#br0" timeOffset="312432">25888 4387 24575,'1'26'0,"-1"-1"0,1 1 0,-1 4 0,0 1 0,-1-6 0,1 1 0,-1 4 0,1-3 0,2-13 0,3 15 0,-3-23 0,2 3 0,-4-1 0,2-3 0,-14 3 0,1-3 0,-4 2 0,7-4 0,6-2 0</inkml:trace>
  <inkml:trace contextRef="#ctx0" brushRef="#br0" timeOffset="313418">26298 4546 24575,'6'36'0,"-1"-10"0,-1 0 0,-1-4 0,-1-1 0,0-3 0,1 1 0,1 4 0,0-4 0,-2-12 0,6 16 0,-7-18 0,1-11 0,-2 3-3277,0-29 0,0 25 1638,-1-16 1,-1-1-1639,2 12 3398,-4-16 0,-1 1-121,4 14-1261,-4-11 0,0 1 1261,4 11 545,-2-9 0,1 1-545,1 13 3063,0-19-3063,1 20 1876,4 6-1876,5 16 0,1 7 0,0-1 0,0 0 0,2 5 0,-2-6 0,-4-7-437,7 15 1,1-2 436,-7-18-593,9 25 593,-11-29 0,-1 3 0,7-16 3276,-5 2-2523,7-12 1,1-1 2522,-6 8-2486,5-12 1,-1-1-791,-9 11 0,2-11 0,-2-1 0,-3 12 592,0-10 1,0 1-593,-2 15 0,2-13 0,-1 18 0</inkml:trace>
  <inkml:trace contextRef="#ctx0" brushRef="#br0" timeOffset="313967">26652 4678 24575,'11'8'0,"5"-2"0,-7-5 0,3-1 0,-9-1 0,-2-8 0,-1-3 0,0 0 0,-8-13 0,3 13 0,-7-9 0,2 11 0,-12 6 0,10 0 0,-14 11 0,21-4-3277,-15 27 0,16-21 2745,-9 26 532,14-28 0,1 9 0,4-10 0,9 2 0,14-2 0,1-3 0,1 0 396,-14-3 0,-11 0 1,-5 0-1</inkml:trace>
  <inkml:trace contextRef="#ctx0" brushRef="#br0" timeOffset="314569">26915 4589 24575,'-12'16'0,"0"-1"0,-1 3 0,3 3 0,10-17 0,3 6 0,1-5 0,15-2 0,11-13 0,-8 6 0,9-17 0,-26 17 0,6-12 0,-9 12 0,0-5 0,-3 6 0,-3 1 0,3 2 0,-6 13 0,3 9 0,0 2 0,-4 4 0,3 5 0,0 0 0,1-6 0,1-6 0,-1 0 0,1-1-3277,-9 8 0,8-23 1638,-12 8 1,-3 0 148,10-8 612,-19 6 1,-3 1 877,8-7-818,-4 2 1,-6 2 0,4-2 817,0-2 0,-3 3 0,-6 1 0,10-1 0,14-6 0,-8 4 0,0-1 0</inkml:trace>
  <inkml:trace contextRef="#ctx0" brushRef="#br0" timeOffset="315085">24760 5153 24575,'9'25'0,"-4"-6"0,1 1-1639,-2-1 1,-1-1-1639,3 11 1638,1 2 1,-1-5-1639,-4-16 3232,4 10 0,-1-1 45,-4-14 0,5 12 0,-5-13 3276,4 5-2945,-10-6 2945,-3 0-2747,-3-1 1,2-2-1,4 0 1</inkml:trace>
  <inkml:trace contextRef="#ctx0" brushRef="#br0" timeOffset="315772">24667 5268 24575,'10'-3'0,"-2"-2"-3277,12-17 0,-13 12 1638,17-11 1,1 0-1639,-10 11 2653,14-9 1,-1 1 623,-16 10-1015,16-4 1,0 1 1014,-17 8 416,14-4 1,-2 2-417,-16 5 2442,18 5-2442,-8 26 0,-1-11 0,-4 4 0,-2 0 0,-4-11 0,0 6 0,0 1 0,-4-9 0,1 20 0,-6-22 3276,-10 15-3089,-7-14 0,-1-1-187,-4 9 0,-6-9 0,3-3 0,15-3 1337,-10 1 1,6-3-1338,19-6 0,-10 1 0,23-3 0,10 7 0,-14 3 0,16 8 0,-19-5 0,14 12 0,-2-1 0,-2-2 0,6-2 0,-16-11 0,10-1 0,-11-1 3276,5-3 0,-10 0-3044,7-9-232,-5 1 0,2 1 0,-3 5 0</inkml:trace>
  <inkml:trace contextRef="#ctx0" brushRef="#br0" timeOffset="316119">25196 5290 24575,'4'3'0,"6"8"0,-5-5-3277,13 23 0,-12-21 331,11 18 2946,-13-21 1416,11 6-1416,-8-9-163,11 4 163,-7-6 0,11-8 0,1-2 0,-7 5 0,5-6 0,2-2 823,1-8-823,-12 6 0,0 0 229,2 1 1,-3-1-230,-4-9 0,-4 2 0,-3 9 181,-9-20-181,-7 27 3276,5-1 0,-18 16-3044,23-5-1003,-11 11 1,15-13 0,0 0-1</inkml:trace>
  <inkml:trace contextRef="#ctx0" brushRef="#br0" timeOffset="316522">25689 5228 24575,'-15'12'0,"-1"1"0,-10 11 0,4-2 0,13-13 0,-5 10 0,3 0 0,15-7 0,-3 3 0,10-3 0,0-5 0,19 1 0,-15-3-3277,18-3 0,-27-2 3047,14 0 230,-7 3 0,0-1-3277,18 3 2017,-22-4 501,26 2 1,-30-2-1,9 0 1</inkml:trace>
  <inkml:trace contextRef="#ctx0" brushRef="#br0" timeOffset="317390">26053 5094 24575,'1'19'0,"-1"0"0,2 6 0,0-3 0,1-7 0,1 3 0,2 2 0,8 9 0,-4-5 0,5 0 0,-13-20 0,4 7 0,-3-8 0,-1 7 0,-19-3 0,0-1 0,-2-2 0,-14 6 0,-1-6 0,3-1 0,14-1 0,-16-1 0,31-1 0,4-1 0,3 1 0,12 0 0,-7-2-1639,25 2 1,3 0-1639,-17-1 3200,7 0 0,5-1 1,-6 2 76,-9-1 0,6-2 0,-2 0 0,-10 1 0,2-1 0,-14 0 0,3-4 0,4-10 0,-1 5 0,1-4 0,-7 14 0,0 1 0</inkml:trace>
  <inkml:trace contextRef="#ctx0" brushRef="#br0" timeOffset="317758">26286 5231 24575,'-4'17'0,"2"-7"0,-1 21 0,4-9 0,4-2 0,0-2 0,0 2-3277,16 5 0,-15-22 2190,14-2 1,1-2 1086,-6-4 0,10-5 0,1-1 0,-10 1-1639,4-9 1,-2 0 1022,-6 3-686,1-12 0,-2-1 1302,-8 13 0,-2-12 0,-3 2 0,-1 16 55,-10-8 0,-1 1-55,3 12 0,-12-4 0,-4 1 0,2 11 0,-1-1 0,-7 2 0,2 2 0,4 2 0,0 1 0,1 0 0,-11 1 0,2 1 0,-1 3 0,11-1 2657,21-8-2657,-2 2 0,7-6 0,3-1 0</inkml:trace>
  <inkml:trace contextRef="#ctx0" brushRef="#br0" timeOffset="320951">24384 5175 24575,'-9'24'0,"2"-1"0,5-7 0,-1 12-3277,3-13 2465,-1 7 812,6 1 0,-3-10-1639,5 7 1,1 0 113,-6-8-114,17 11 1,3 0 1076,-8-11-80,7 4 0,9 5 1,2 1-1,-4-5 642,-4-3 0,4-1-136,-5-2 0,7 3 0,4 2 0,3 1 1,0-1-1,-1 1 0,-3-3 0,-4-1 136,0-1 0,-4-2 0,0 0 0,5 1 0,-1 0 0,4 2 0,4 0 0,0 2 0,1-1 0,-2-1 0,-4-1 0,-4-2 431,6 3 0,-6-4 0,3 2-431,-2 0 0,2 0 0,2 1 0,0-1 0,-2-1 0,2-1 0,-1 0 0,0-1 0,-2 0 0,3 2 0,-1-1 0,2-1 0,0-3 0,2-1 0,-1-2 0,-8 0 2260,7-4-2260,-5-3 0,10-3 0,3-2 0,-3 0 0,-9 3 911,-9 2 1,1-1-912,3 0 0,8-3 0,4 0 0,3-1 0,-2 0 0,-3 1 0,-5 1-378,-2 1 0,-5 2 0,6-2 378,-2 1 0,5-1 0,4-1 0,2 0 0,1 0 0,-2 0 0,-3 1 0,-5 1 0,2-1 0,-5 0 0,0 1 0,4-1 0,0 1 0,5-1 0,1-1 0,1 1 0,-2-1 0,-4 1 0,-6 1 0,1-2 0,-4 1 0,6 1 0,2-1 0,-10 0 3276,-14 1-2422,-12-15-854,-7-3 0,-6-7 0,7 8 0,-1-2 0,-8-6 0,0 0-313,7 9 1,-3 0 312,-4 2 0,-4-4 0,-2 2 0,3 5-155,-1 4 0,-3 1 155,5 3 0,-5-3 0,-5-2 0,-3-1 0,-1 0 0,0 0 0,2 1 0,3 2 0,5 1-435,-7-2 1,5 2-1,-8-1 435,11 3 0,-6 0 0,-4-2 0,-2 0 0,-2-1 0,-1 1 0,1-1 0,1 2 0,3 0 0,3 2 0,6 2 0,-6-1 0,8 2 0,-1 2 0,-6-2 0,3 1 0,-5-1 0,-3 0 0,-3 0 0,-1 0 0,0-1 0,2 2 0,1-1 0,5 1 0,4 1 0,-3 0 0,6 0 0,1 2 0,-7-2 0,3 2 0,-6-1 0,-3 0 0,-3-1 0,-1 1 0,1 0 0,1 1 0,3-1 0,4 1 0,7 1 0,-4 0 0,6 1 0,-5 0 0,1 0 0,-6 1 0,-3-1 0,-3 1 0,1-1 0,2 1 0,4 0 0,7 0 0,-9 1 0,4 1 0,2 1 0,-4 0 0,2 0 0,8-1 0,1-1 0,0 3 0</inkml:trace>
  <inkml:trace contextRef="#ctx0" brushRef="#br0" timeOffset="321815">24191 5316 24575,'-27'-12'0,"1"-1"0,-2-1 0,-5-3 0,3 1 0,15 7 0,-8-6 0,-7-5 0,5 4-2152,-1-2 2152,-2-2 0,-6-4 0,5 3 0,0-2 0,6 7 0,-7-4 0,-3-2 0,3 1 0,2 0 0,0-1 0,0 0 0,0 2-477,3 2 1,-1 2 0,1-1 0,-2-1 476,-2-4 0,-4-2 0,1-1 0,4 3 0,6 6 0,-2-2 0,2 0 0,-6-6 0,0 0 0,8 7 0,3 1 0,-10-11 0,2 0 0,14 11-1639,-5-5 1,0-1-525,6 6 1115,-2-8 1,1 0 1047,7 10-1214,0-8 0,1 1 1214,5 8-752,3-17 1,1 0 751,0 16 345,6-20 1,1-1-346,-7 18-491,6-11 1,0-1 490,-7 14 564,3-6 0,1 0-564,-5 13 2870,8-17-2870,-6 12 0,-1 3 2706,0 0-2706,-11 13 3276,-2 3-919,-3 2-1538,1 1 0,6-7 0,2 0 0</inkml:trace>
  <inkml:trace contextRef="#ctx0" brushRef="#br0" timeOffset="322950">23138 4028 24575,'-10'36'0,"5"-19"-1639,-1 3 1,1-3-1639,4-11 0,-7 26 0,5-25 5064,-4 24-1787,3-25 0,1-3 0,-1-37 0,0 10 0,1-2 0,-1 1 3276,-3 7-2646,1 0 1,-1 1-631,-5-4 0,0 1 3276,5 9 0,7 11-3044,24-2-232,11-1 0,4 0-492,-15 2 0,1 0 492,6-1 0,4-1 0,-9 2-1692,-7 1 1692,6 1 0,-20 1 0,-5 1 0,-13 11 0,-4 0 0,-1 1 898,-4 7-898,-8 1 0,1-2 0,16-11-1639,-8 4 1,1-1-91,13-7 1729,2 0 0,32-18 0,-9 2 0,1 0 0,11-7 0,-12 4 0,-40 21 0,-2-1 0,-2 1 0,-8 6 1638,6-6 0,10-5 1638,23-8-3044,4-8-232,8-1 0,2-1 0,-1 1 0,-5 4 0,14-10 0,-24 16 0,-3 3 0,-8 2 0,2 1 0,-9 1 0,-9-7 0,6 3 0,-2-4 0,2 0 0,2 2-1639,-2-3 1,0-1-1639,6 4 3047,-10-4 230,18 7 0,-1-1 0,2 0 0,2 0 0,-4 8 3276,3-4 0,-1 8-3044,3-7-232,6 7 0,-5-7 0,5 2 0</inkml:trace>
  <inkml:trace contextRef="#ctx0" brushRef="#br0" timeOffset="324737">22953 4135 24575,'5'-4'0,"1"1"0,21 6 0,-2-2 0,4 0 0,-1 0 0,2 0 0,-2 0-441,5 0 0,-1 0 441,4-1 0,-6 1 0,-18-1 0,7 3 217,-17-1-217,3 1 0,4-1 0,-1-1 0,2-2 0,-4-10 0,-4 6 0,-2-15 0,-1 15 665,-11-18-665,6 16 0,-11-14 0,-5 3 0,10 6 0,-9-6 0,1 1 0,11 9 0,-9-8 0,1 2 0,11 9 0,-8-12 0,11 12 0,-2-11 0,6 0 0,0 1 0,-8 12-1639,-13 11 1,-3 7-1639,0 4 2184,2-5 1,-3 2 0,6-4-398,7-6 1490,-7 7 0,2 1 0,10-9 0,-6 7 0,14-15 0,21-14 0,-13 6 0,9-2 0,0 0 0,-5 4 0,8-4 0,-1 0 0,-8 2 0,18-7 0,-29 14 3276,9 25-2015,-1-5-1261,2 16 0,8-8 0,-12-14 0,13 14 0,-17-18 3276,7 8 0,-10-11-3044,-1 5-232,-6-1 0,-1-1 0,-20 5 0,8-9 0,-1 0 0,-12 6 0,9-5 0,3 0 0,10-1 0,-4 0 0,11-2 0,12-15 0,-3 10 0,4-11 0,1-1 0,-5 7-1639,3-8 1,-1 0-1639,-3 8 3047,3-20 230,-8 25 0,0 0 0,-14 23 0,1-3 0,-1 1 0,-10 9 0,3-9 0,2-3 0,6-6 0,-7 3 0,1 0 0,8-3 0,-11 6 0,20-10 3276,5-4 0,11-8-4915,4-2 1,1 0-1637,3-5 2463,1 3 1,-3 1 811,-12 7 0,12-5 0,-16 7 0,-1 2 0,-11 6 3276,-1 3-572,-14 13-277,13-12-2427,-12 11 0,19-17 0,11 6 0,20-6 0,1-1-1639,0-1 1,-2-1-1639,-11 0 3162,5 0 0,-4-1 115,-14-2 0,-6-33 0,-1 22-283,-3-9 0,-2 2 283,2 10 0,-6-7 0,7 9 3276,-3 4-49,10 11-3227,-2 0 0,7 3 0,2-5 0,-1 0 0,0-1 0,-5-2 0</inkml:trace>
  <inkml:trace contextRef="#ctx0" brushRef="#br0" timeOffset="335752">26574 5429 24575,'7'0'0,"-3"-1"0,-1 2 0,-1-1 0</inkml:trace>
  <inkml:trace contextRef="#ctx0" brushRef="#br0" timeOffset="336953">26527 5469 24575,'0'0'0</inkml:trace>
  <inkml:trace contextRef="#ctx0" brushRef="#br0" timeOffset="337946">27723 5189 24575,'10'23'0,"1"0"0,-2 0 0,0 0-1639,0 1 1,-1-1-1639,-1 0 1638,0 0 1,1 0 473,0-3 1165,-6-12 2012,8 10-2012,-10-13 0,1-2 0,-2 0 0,1-1 0,-2-2 0</inkml:trace>
  <inkml:trace contextRef="#ctx0" brushRef="#br0" timeOffset="338561">27659 5270 24575,'20'-23'0,"4"-1"0,-5 3 0,-2 8 0,-2 2 0,-8 6 0,18-7 0,-7 16 0,-5-6-3277,13 15 0,-21-10 0,24 16 1787,-24-13 1490,18 14 0,-21-12 0,-3 10 0,-3 2 0,-3-3 0,-15 10 0,-1-1 0,9-14 0,-7 1 0,-7 3 0,6-5 3276,8-4-2646,-20 5 1,7 0 2645,29-7 0,14 14-3044,8-13-232,7 5 0,-2-2 0,-16-5 0,12 2 0,-1 0 0,-15-4 0,10 1 0,-1 0 0,-12-2 0,15 2 0,-19-3 0,3 1 0,-11-9 0,4 6 0,-2-7 0</inkml:trace>
  <inkml:trace contextRef="#ctx0" brushRef="#br0" timeOffset="338930">27993 5288 24575,'15'8'0,"2"4"0,-12-8 0,11 10 0,2-4 0,-3 2 0,8-1 0,-9-9 0,4 0 0,0-11 0,-7-10 0,-3 5-3277,-9-10 0,0 19 2457,-9-18 1,9 19 0,-6-9 0</inkml:trace>
  <inkml:trace contextRef="#ctx0" brushRef="#br0" timeOffset="339398">28358 5192 24575,'-8'3'0,"-8"10"0,11-8 0,-11 18 0,13-16 0,-4 22 0,8-19 0,0 17 0,2-21-3277,5 15 0,-3-15 0,3 8 3753,1-4-476,-6-5-2459,12 8 2459,-13-9-151,19 3 151,-15-5 3276,15 1-2335,-12-5-217,11-2-724,0-7 0,-6 5 0,-2-3 0</inkml:trace>
  <inkml:trace contextRef="#ctx0" brushRef="#br0" timeOffset="340085">28666 5167 24575,'17'-16'0,"-8"7"0,7-2 0,-11 8-3277,14 9 0,-14-3 3047,19 17 230,-13-3 0,2-2 0,-5 5 0,-8-16 0,-1 13 0,-11-1 0,1 4 0,-3-5 0,6-5 0,10-3 3276,5 6 0,2 0-3044,0 2-232,5-2 0,-8-9 0,13 4 0,-14-7 0,11 1 0,-12-2 0,7-2 0,-7 0-820,11-13 1,-12 11 0,5-7 0</inkml:trace>
  <inkml:trace contextRef="#ctx0" brushRef="#br0" timeOffset="340495">28969 5222 24575,'-3'16'0,"3"-7"0,0 5 0,2-9 0,1 3 0,1-2 0,1-4 0,5 2 0,0-4 0,19-10 0,-18 8 0,12-13 0,0-3 0,-16 9 0,9-8 0,-3-1 0,-12 10 0,-1-28 0,-2 24 0,-10-23 0,6 25 0,-9-7 0,-10 13 0,8-2 0,-3 8 0,0 3 0,7-1-1639,-9 7 1,0 1-1639,10-6 2712,-8 5 1,2-1 564,10-6-348,-6 4 1,11-5 0,1-3 0</inkml:trace>
  <inkml:trace contextRef="#ctx0" brushRef="#br0" timeOffset="341131">27577 5225 24575,'3'33'0,"-1"1"0,1-6 0,-2-2 0,0 5 0,-1-6 0,0-7 0,2 8 0,1 0-2039,-1-10 2039,2 6 490,3-2-490,0-4 0,3 5 0,-4-11 0,-5-15 0,-1-6 1549,-1-9-1549,-2-13 0,2 18 0,-2-6 0</inkml:trace>
  <inkml:trace contextRef="#ctx0" brushRef="#br0" timeOffset="341884">27627 5139 24575,'10'-2'0,"3"-1"-1639,12-3 1,0-1-1639,-3 1 2184,7-1 1,10-3 0,1 0 272,-11 3 1,2 0 0,-1 0 0,0 1 696,6-1 1,-2 0-1,4-1-53,-7 1 0,5-1 0,-1 0 1,-2 0-1,-8 3 176,10 0-76,-5-2 0,7-3 0,1-1 1,-5 2 75,2 0 0,-2 0 0,-2 0 0,2 0 0,-3 0 0,2-1 0,-9 1 2883,-18 6-2883,11-6 0,1-1 3276,-9 6-2758,15-7 0,2-1 2758,-9 8-2766,5-2 1,11-1 0,3-2 0,-1 1 0,-8 2-866,-6 2 0,0 1 355,8-2 0,9-2 0,3 0 0,-5 2 0,-9 1 0,-1 3 0,4-1 0,-4 0 0,-15 4 0,0 13 0,-8-1-1639,6 19 1,0 3-1093,-3-12 2731,1 4 0,2 5 0,-2-6 384,1-7-384,-2 1 0,2 7 0,0-2 0,2 3 0,-1-2 584,-1-1 0,-1-1-584,2 7 0,-1-5 0,-2-17 0,1 20 0,-3-24 0,-22 11 0,-12-9 0,-3-3 1638,14 1 0,-2 0-1521,-6-3 1,-8 1 0,-4-1-1,2 0 1,5-1-1211,7-1 1,3 0 0,-5 0 1020,1-1 1,-4 1 0,-5 0-1,-1-1 1,-2 1 0,1 0-1,1-1 1,2 0 71,-3 0 0,1 0 0,1 0 0,1-1 0,-1 1 0,1 0 0,1 0 0,0 0 0,1 0 0,-1 0 0,2 0 0,0-1 0,-3 1 0,-2-1 0,3 1 0,4 0 0,10 0 0,6 1 0,-2 0 0,17 0 0,2-1 0</inkml:trace>
  <inkml:trace contextRef="#ctx0" brushRef="#br0" timeOffset="343432">29591 4765 24575,'17'33'0,"-5"-4"0,-3-10 0,-1 1 0,-2-1 0,0 1 0,-3-1 0,0-1 0,5 11-1639,-4-6 1,-2-3-1639,0-11 1328,2 13 1949,-3-17 1719,2 6-1719,-8-12 0,-3-9 0,-3-13 0,2 5 0,-1-2 0,-2-9 0,1 7 0,7 15 0</inkml:trace>
  <inkml:trace contextRef="#ctx0" brushRef="#br0" timeOffset="343895">29581 4849 24575,'12'0'0,"-2"1"0,1 1 0,-4 0 0,5-4 0,-7 0 0,15-11 0,1-12 0,-2 9 0,-5-5 0,-2 2 0,-8 10 0,3-10 0,1-1 0,-7 7 0,8-7 0,-6 20-3277,6 28 0,-5-15 2530,3 9 0,0 1 747,-3-10 0,2 7 0,2 2 0,-1-4 0,1 0 0,1 11 0,7 2 0,-12-25 0,4 9 0,-4-11 0,2 7 0,-3-11 3276,0-1-394,-1-1-2410,-1-6 1,-1 6-1,0-1 1</inkml:trace>
  <inkml:trace contextRef="#ctx0" brushRef="#br0" timeOffset="344397">29922 4860 24575,'13'5'0,"4"5"0,-5-4 0,1 3 0,5 1 0,-11-6 0,7 3 0,-9-5 0,1 1 0,-1-8 0,-2-1 0,-4-10 0,-3 5 0,-1 1 0,-2 6 0,9 8 0,1 27 0,1-13 0,1 1 0,0 10 0,-1 2 0,-3-3 0,0-3 0,-2 7 0,-2-12 0,-3-3 0,-12 2 0,4-4 0,-3-4 0,11-28 0,5 0 0,-1-3 0,3 8 0</inkml:trace>
  <inkml:trace contextRef="#ctx0" brushRef="#br0" timeOffset="345016">30162 4857 24575,'8'27'0,"-1"-1"0,3 10 0,-3-6 0,-5-17 0,3 11 0,2 2 0,1 0 0,1 3 0,-4-11 0,-5-19 0,-3-15 0,-7-19 0,3 7-1639,-4 1 1,-1 3-1639,6 14 1638,-8-13 1,-1 1 148,8 14 1035,-13-24 455,18 26 0,-1-16 0,22-7 0,-11 9 0,13-4 0,1 4 0,-11 14 0,14-11 0,-1 2 0,-13 11 124,19-8-124,-26 12 0,8 19 0,-8 0 0,0 1 0,3 11 0,-5-1 0,-3-4 0,0-17 0,-4 10 0,-1-2 0,3-10 331,-9 13-331,8-17 0,-1 3 0,1-4 3276,-10-5-2961,4 1 0,-4-3 0,8 4 1</inkml:trace>
  <inkml:trace contextRef="#ctx0" brushRef="#br0" timeOffset="345397">30434 4833 24575,'13'-2'0,"-5"2"0,3-4 0,6-4 0,-7 4 0,10-10 0,-16 9 0,2-7 0,-10 4 0,0 3 0,-11-2 0,9 6 0,-14 3 0,-1 2 0,6 0 0,-11 5 0,1 1 0,10 1 0,-10 11 0,18-13 0,8 7 0,12-12 0,9-7 0,3-1 0,5-2-656,0-7 1,-2-1-1,-13 6 1,6-8 0</inkml:trace>
  <inkml:trace contextRef="#ctx0" brushRef="#br0" timeOffset="345583">30581 4821 24575,'6'25'0,"4"0"0,-4-16 0,-1 0-3277,-24 2 0,10-7 2808,-14 4 1,-9 3 0,7-2 0,8-3 0,-12 4 0,0 0 0</inkml:trace>
  <inkml:trace contextRef="#ctx0" brushRef="#br0" timeOffset="347835">29884 5375 24575,'8'29'0,"2"-2"0,-6-12 0,5 6 0,-3 8 0,1-10-3277,0 15 0,-5-27 2391,4 17 886,-6-19 0,3 9 0,-7-13 0,3 1 0,-3-3 0</inkml:trace>
  <inkml:trace contextRef="#ctx0" brushRef="#br0" timeOffset="348319">29813 5393 24575,'20'-16'0,"-2"4"0,1 1 0,4-4 0,6 2 0,0 4 0,-7 7 0,14 2 0,-21 17 0,-11-5 0,-2 15 0,-8-7 0,5-3 0,-17 15 0,10-24-1639,-9 7 1,-2 0-1639,8-9 3047,-19 12 230,19-16 0,3-2 0,3-6 0,8-2-820,11-9 1,-10 13 0,7-5 0</inkml:trace>
  <inkml:trace contextRef="#ctx0" brushRef="#br0" timeOffset="348870">30121 5471 24575,'7'5'0,"2"2"0,0 0 0,4-3 0,1-7 0,-3 1 0,1-8 0,-8 1 0,-3 1 0,-1 2 0,1 18 0,0 4 0,3 4 0,2 2 0,-1-14 0,1 5 0,-1-6 0,-2-4 0,-1-7 0,-1 1 0,-1-5 0,0 7 0</inkml:trace>
  <inkml:trace contextRef="#ctx0" brushRef="#br0" timeOffset="349433">30285 5424 24575,'20'20'0,"1"0"0,-18-18 0,1 4 0,-1-6 0,-3 0 0,3-4 0,12-24 0,-5 15 0,6-15 0,-9 21 0,-5 5 0,2-1 0,8 9 0,-7-2 0,13 9 0,-13-9 0,6 7 0,-6-10 0,3-1 0,-3-2 0,1-4 0,-3 6 0,3-2 0,6 2 0,11 0 0,-7 0 0,7 0 0,-17 0 0,-1 0 0,-3 0 0</inkml:trace>
  <inkml:trace contextRef="#ctx0" brushRef="#br0" timeOffset="350720">29647 4717 24575,'-13'16'0,"-2"2"0,0 0 0,3-6 0,-1 4 0,1 0 0,6-9 0,-8 13 0,6-9-3277,-5 12 0,9-19 0,1 32 1787,2-28 1116,1 15 1,0 1 373,-2-10 0,0 12 0,-2 6 0,-1-4 0,-1 0 0,2-2 0,-1 0 0,0 7 0,0-5 3276,3-8-2831,1 7 1,1-1-446,1-7 0,2 5 0,0-2 0,1-10 0,13 21 0,-11-21-1639,7 6 1,2 0 1495,-10-11-1374,13 13 0,-1 0 1517,-11-11-1015,18 17 1,1 0 1014,-15-15 562,15 12 0,1 1-562,-12-15 0,10 7 0,2-2 0,-10-6 0,10-1 0,7 0 0,-5-2 0,-1-3 0,0 0 0,9 0 0,1-1 0,-9 0 0,5-4-281,-4 1 0,8-1 0,0-1 0,-9 1 281,-1-1 277,0-1 1,6-1-1,-9 0-277,-12 2 0,6-4 0,-2 0 0,-7 1 656,6-7 1,-1-1-657,-5 7 0,7-13 0,1-1 0,-4 9 0,7-15 0,0 0 0,-8 10 56,7-12 1,-2 0-57,-9 10 1573,4-4 1,-1-2-1574,-6 3 0,0 1 1718,5-11-1718,-7 6 0,-1 4 0,-1 10 0,-4-15 0,-1-1 0,1 11 0,-4-14 0,1-1 3276,3 11-2136,-5-9 1,0 1 2135,5 10-3062,-5-9 0,-1 2-214,8 16 0,-5-9 0,-1 1 0,4 10-1639,-7-9 1,-2-1-1639,3 8 1952,-11-7 1,-2-1 1324,3 6-1093,-4 3 1,-6-1 0,3 1 863,8 3 0,-2 0 229,-7 0 0,-7-1 0,-4-1 0,3 1 0,6 1-418,2 1 1,0 1 417,-3-1 0,-6-2 0,-2 0 0,3 1 0,9 2 3276,-5 0-3261,4 1 1,-6 0-1,8 0-537,9 2 522,-16-1 0,30 1 0,1 2 0</inkml:trace>
  <inkml:trace contextRef="#ctx0" brushRef="#br0" timeOffset="359370">25318 3779 24575,'4'12'0,"-1"-4"0,1 5 0,0-7 0,0 2 0,2-1 0,-2 0 0,6 6 0,-2 1 0,0 0 0,5 6 0,1-3 0,-3-2 0,5-2 0,-1-1 0,-8-8 0,11 6 0,1-1 0,-13-7 0,13 5 0,0 0 0,-8-4-3277,24 7 0,-26-6 3162,8-1 0,4 1 115,0-1 0,1-1 0,13 4 0,3-5 0,-4-1 0,-17 0 0,13-2 0,9 0 0,-7 1 3276,-4 0-2376,3-1 0,5 0 0,-5 0-900,2 0 0,-7 1 0,3 0 0,-4 0 0,11 0 0,-3 0 0,-3 2 0,-10-1 0,6 0 0,-1 0-649,-9 0 649,21 0 781,-14 0-781,9 0 0,-3 0 0,-6-1 0,-3 2 0,-6 0 0,22 3 0,-21-1-3277,17 8 0,-20-9 1638,8 6 1,-2 2 522,-12-6-250,13 7 0,0 0 1366,-14-5-1015,15 10 1,2 1 1014,-13-9 792,9 9 1,0 0-793,-11-10 0,14 21 0,-14-20 0,2 12 0,0 0 0,-3-8 0,4 11 0,0 2 0,-2-11 0,9 15 0,0 1 0,-4-13 0,4 9 0,0-2 0,-8-13 2814,14 16-2814,-12-16 3276,3 1-2344,-8-5 2344,-5-1-259,-6-2-2646,-2-1 0,0-2 0,1-4 0</inkml:trace>
  <inkml:trace contextRef="#ctx0" brushRef="#br0" timeOffset="360861">28189 3340 24575,'-20'4'0,"2"3"0,-9 1 0,-1 5 0,14-7 0,-16 11 0,21-10 0,-13 11 0,15-10 0,-5 19 0,8-10 0,0 4 0,9 2 0,8-2 0,-3-2 0,12 8 0,-15-19 0,11 2 0,3 0 0,-4-2 0,5-1 0,1-1 0,-5-3 0,2-1 0,1-1 0,-1-1 0,5-2 0,-1 0 0,-2-1 0,4-1 0,-19 2 0</inkml:trace>
  <inkml:trace contextRef="#ctx0" brushRef="#br0" timeOffset="361298">28312 3493 24575,'18'22'0,"5"6"0,-15-18-3277,12 20 0,-13-22 0,11 24 0,-15-27 4634,8 19-1357,-9-19 0,3 4 0,-6-8 0,-6-11 0,3 4 0,-9-27 0,12 25 3276,-5-27-2930,6 26 263,8-17-609,17 9 0,-10 3 0,6 6 0,-2 2 0,-12 5 0,20-3 0,-24 4 0,6 0 0</inkml:trace>
  <inkml:trace contextRef="#ctx0" brushRef="#br0" timeOffset="361798">28615 3529 24575,'19'5'0,"-6"-3"0,-3 0 0,-7-2 0,2 0 0,-5 0 0,-8-1 0,-2-1 0,-21-2 0,17 2-3277,-16 3 0,25 0 3047,-5 11 230,9-4 0,2 4 0,4-3 0,3-1 0,-2-4 0,10 5 0,-9-7 0,25 6 0,-24-7 0,13 1 0</inkml:trace>
  <inkml:trace contextRef="#ctx0" brushRef="#br0" timeOffset="362178">28861 3546 24575,'-13'15'0,"6"-8"0,-5 16 0,11-15 0,0 5 0,13-20 0,3-11 0,-2 0 0,-4-2 0,-2-2 0,-4-5 0,2-8 0,-8 8 0,-1 1 0,0 6-656,0-4 1,1 2-1,1 14 1,2-2 0</inkml:trace>
  <inkml:trace contextRef="#ctx0" brushRef="#br0" timeOffset="362612">29122 3488 24575,'11'21'0,"-3"-5"0,-2 1 0,-4-11 0,2 9 0,-3-10 0,3 2 0,-8-3 0,-3-7 0,1 1 0,-1-3 0</inkml:trace>
  <inkml:trace contextRef="#ctx0" brushRef="#br0" timeOffset="362780">29068 3443 24575,'6'1'0,"-1"1"0,-4 0 0,-1-1 0</inkml:trace>
  <inkml:trace contextRef="#ctx0" brushRef="#br0" timeOffset="363050">29179 3441 24575,'13'-1'0,"-1"-2"0,21 5 0,3-2 0,-18 1 0,1 0 0,5-2 0,-4-1 0,-6 0 0,8-4 0,-17 4 0,-2-2 0,-4-2 0,0 3 0,-2-2 0</inkml:trace>
  <inkml:trace contextRef="#ctx0" brushRef="#br0" timeOffset="363314">29318 3255 24575,'0'20'0,"1"0"0,1 4 0,-1 0 0,-1 11 0,1-1 0,0-3 0,-1-15 0,0 10 0,1 2-3277,4-5 0,-3 0 3047,5-6 230,-6-12 0,7 0 0,0-2 0,-1-2 0,0-1 0</inkml:trace>
  <inkml:trace contextRef="#ctx0" brushRef="#br0" timeOffset="363596">29472 3558 24575,'-3'6'0,"-3"4"0,4-4 0,-1 4 0,7-4 0,8-2 0,-2 0-3277,14-6 0,-17 1 1902,28-10 1375,-26 9 0,13-7 0,-20 9 0</inkml:trace>
  <inkml:trace contextRef="#ctx0" brushRef="#br0" timeOffset="364120">30044 3287 24575,'9'5'0,"8"1"0,-10-6 0,16 1 0,10 1 0,-3 0-1526,-11-1 0,1-1 1526,9 0 0,7-1 0,0 1 0,-6-1 0,-6 0 0,0-1 0,11-2 0,4-1 0,-6 1 717,2 1-717,2-3 0,-4 0 0,-23 5 0,7-3 0</inkml:trace>
  <inkml:trace contextRef="#ctx0" brushRef="#br0" timeOffset="367939">30365 3367 24575,'0'9'0,"0"3"0,-1 7 0,-2 0 0,1 8 0,-1-12 0,3 13 0,0-10 0,0 1 0,0-4 0,0-13 0,0 1 0</inkml:trace>
  <inkml:trace contextRef="#ctx0" brushRef="#br0" timeOffset="368756">30892 2505 24575,'-18'6'0,"0"0"0,-2 1-3277,-10 9 0,26-12 0,-17 24 0,19-20 3746,-6 10 1,2 1-470,5-10 0,-2 26 0,3-27 0,4 11 0,5-4 3276,-3-10-2436,13 17 2436,-13-20-396,20 8-2880,-16-9-3277,22 1 1667,-23 0 790,26-8 1,-29 5 0,13-5 0</inkml:trace>
  <inkml:trace contextRef="#ctx0" brushRef="#br0" timeOffset="369436">31078 2520 24575,'-19'10'0,"-9"13"0,20-17 0,-5 9 0,1 2 0,8-8 0,-9 24 0,13-8 0,-4-4 0,15-1 0,-7-16-3277,11 2 0,-10-5 3035,13 1 242,-8-5 0,16-5 0,-2-5 0,-5 3 0,-1-6 0,-13-2 3276,0 0 0,-2-5-3032,0 17-244,7 15 0,3 11 0,9 8 0,-10-10 0,3-2 0,-12-12 0,7 4 0,-8-5 0,2 1 0</inkml:trace>
  <inkml:trace contextRef="#ctx0" brushRef="#br0" timeOffset="370008">31296 2603 8191,'3'30'0,"-1"-14"0,1 7 0,0-1 0,1-12 2908,1 21-2908,-1-24 0,3 7 0,-5-9 2155,4 1-2155,-6-10 0,0-14 0,-3 0 0,-1-6 0,-1 1 0,-1 5 0,-3-15 0,-1 0 0,4 18 0,-5-14 0,1 0 0,4 10 0,-4-10 0,13 9 3276,3 4-2015,1 7 2015,12 11 0,-7 10-3044,3 1-232,-3 1 0,1 1 0,2 5 0,4 2 0,-7-6 0,-11-14 0,0 1 0</inkml:trace>
  <inkml:trace contextRef="#ctx0" brushRef="#br0" timeOffset="370258">31527 2429 24575,'5'25'0,"-2"-14"0,5 13 0,-7-20 0,5 5 0,-5-6 0,1 0 0,-1-1 0</inkml:trace>
  <inkml:trace contextRef="#ctx0" brushRef="#br0" timeOffset="370457">31488 2374 24575,'17'0'0,"3"-3"0,11-11 0,-11 7 0,-2-6 0,-2 0 0,-8 8 0,5-18 0,-11 20 0,-1-7 0</inkml:trace>
  <inkml:trace contextRef="#ctx0" brushRef="#br0" timeOffset="370687">31628 2172 24575,'4'25'0,"0"0"0,2 6 0,1-5 0,-3-17 0,9 19 0,-10-22 0,9 14 0,-9-12 0,8 14 0,-3 5 0,-1-2 0,-1 4-820,-6-13 1,0-10 0,-2-2 0</inkml:trace>
  <inkml:trace contextRef="#ctx0" brushRef="#br0" timeOffset="371757">30848 2343 24575,'-5'15'0,"1"0"0,-1 1-3277,0 12 0,2-15 1638,0 11 1,0 0 509,1-12 1666,0 10 1,1 0-538,-1-9-3277,2 24 3045,0-24 972,5 7 1,0 0-741,-1-11-881,5 9 1,2-1 880,-6-9-499,7 10 0,2 0 499,-4-9 839,5 7 1,0 1-840,-2-6 886,4 2 1,4 1-887,6 0 0,1-1 1638,-9-2 0,3 0-1369,9 0 0,6-1 0,-8-2-269,-4-3 0,-2 0 0,8 0 0,4 1 0,-2-1 0,-7-2 951,-5-1 0,1 0-951,3 0 0,8 1 0,2 0 0,-3 0 0,-8-1 0,12-2 0,-10-2 0,4-2 0,-2-1-1639,-3-5 1,-3-1 1567,-3 3 0,0-2-1568,11-8 1,-6 0 998,-15 9-167,7-6 0,6-4 1,-4 3 806,-3 2-247,11-11 0,1 1 247,-14 12 1237,3-5 1,0-4-1238,-3 1 0,-1-2 0,2-7 0,0 0 1638,-3 8 0,-1-1-1426,0-17 0,-3 5 3064,-4 17-2148,-1-17 0,-2 0-1128,-2 19-1503,-8-10 0,-2 0 1503,4 10-1093,-15-2 1,-11-4 0,6 3-168,-1 2 653,4 6 0,-10-2 0,-3-1 1,2 1-1,7 3 607,8 1 0,-3 2-254,-1 0 0,-9-1 1,-6-1-1,-2 1 1,-1-1-1,2 1 1,6 1-1,7 1 254,-6 0 0,1 0 0,5 1 0,-8-1 0,-4-1 0,-1 1 0,3 0 0,7 1 0,8 2 0,-2 3 363,-6 0 0,3 1 1,19 0-1,-5 2 1</inkml:trace>
  <inkml:trace contextRef="#ctx0" brushRef="#br0" timeOffset="372458">31420 3030 24575,'6'29'0,"0"0"0,1 2 0,-1 1 0,-1-4 0,-2-14 0,5 13 0,1 1 0,-4-12 0,5 4 0,3-2 0,0-5-3277,20 3 0,-17-11 828,19-2 2449,-27-5-550,21-7 550,-20 5 0,10-8 0,-14 8 0,4-7 0,-6 8 0,3-6 0,-4 9 0,-1-1 0</inkml:trace>
  <inkml:trace contextRef="#ctx0" brushRef="#br0" timeOffset="494850">11772 6710 24575,'24'3'0,"-3"1"0,-2-3 0,2 1-1639,5 0 1,0 0-1639,-1-1 2248,-1 0 0,-4 0 1029,-15 0 0,5 0 0,-8-1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06:32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18135 1367 24575,'6'0'0,"1"0"0,-2 2 0,8-1 0,2 4 0,3-2-3277,11 3 0,-18-4 1779,12 0 1,1-1 1497,-8-1-1639,16-1 1,1 0 1294,-12 0 344,2-1 0,10-1 0,3 0 0,0 1 0,-7-1-845,2 1 0,1 0 845,-5 1 0,6-1 0,4 0 0,2 0 0,-2 1 0,-3 0 0,-5 0 0,0 0 0,-5 2 0,4-1 0,1 0 0,4 0 0,3 0 0,0 0 0,-2 0 0,-3 0 0,7 0 0,-4 0 0,0 0 0,2 0 0,-1 0 0,-2 0 0,-4 0 0,-1 0 0,-8 0 1422,-10 0-1422,18 0 3276,-19 0-3064,3 0 2954,-2 1-3166,7 12 0,-8-6 0,12 16 0,-16-14 0,14 21 0,-12-20-1639,4 13 1,-1 0 1035,-5-11 603,5 12 0,-2 2 0,-4-9 0,6 15 0,0 1 0,-4-7-1200,5 7 1,1 0 1199,-4-10-1229,3 7 1,0-1 1228,-6-8 0,7 12 0,-1-1 0,-8-18-166,5 12 0,-1-1 166,-6-16-266,4 12 0,0 0 266,-4-13 785,3 11 1,-1 0-786,-3-8 0,6 23 0,-5-23 2807,3 20-2807,-3-15 3276,0 4-2354,0-6 102,-1-7-1024,1-5 3276,2-1 0,2-1-6553,29 0 2,-22 0 2182,13 0 1,10 0 0,-7 0-168,-7 0 1119,14 0 0,3 0 141,-14 1 0,-1 0 0,3 0 0,3 1 0,-3-1 0,2 0 0,0 0 0,5 1 0,3-1 0,-8 0 0,-10-1 0,10 0 0,-1 0 3276,-15 0-2155,20 0 2155,-23 0 0,20 0-3253,-23 0-23,14 0 0,-16 0 631,11 1-631,-3 1 0,0 1 0,6 0 0,-13 0 0,7 4 0,-11-3-3277,8 15 0,-8-13 0,12 21 1787,-12-20 649,6 11 0,0 0 841,-4-7-505,4 8 1,-1 0 504,-2-8 0,2 13 0,1 1 0,-4-11 1047,3 13 1,1 0-1048,-4-12 962,2 9 1,1 3-963,-2-1 0,0-1 0,0-4 0,0 1 0,-2 11 0,0-4 1637,1-15-1637,-2 11 0,0 0 3276,1-14-1912,-1 9 1,0 0-1365,0-11 2350,0 21-2350,-1-7 0,0-1 0,1-2 0,0-15 0,2 5 0,-3-6 0,1 3 0,1-5 0,-1 0 0,9 4 0,2 0 0,1 5-3277,17 3 0,-20-7 1638,24 5 1,3-1 148,-6-3 478,2-2 1,7 2 0,-4-3 1011,-10-2 0,-1-1-508,4 1 1,5 1 0,0 0 0,-5-1 507,-5-2 0,0 0 654,7 2 0,4 0 0,-6 0-654,6-3 0,-13 1 0,-2 0 0,1-1 3000,-5 0-3000,4 0 3276,-10 0-2065,19 0-1211,-22 0 3276,17 0 0,-14 0-2893,5 0-383,-9 0 0,-3 0 0,-1 1 0,-1 5 0,5 5 0,-4 1-3277,10 13 0,-10-15 2508,8 26 769,-6-21-1639,2 7 1,0 0 557,-2-6 292,3 11 1,0-1 788,-5-14 1638,3 12 0,1 2-1337,-1 5-1940,-1-11 1,1 1 1633,2 8 2036,-2-5-2031,-3-18 2085,2 5-2085,-2-8 0,4 2 0,-2-4 0,7 0 0,-6-1 0,21 1 0,4 1 0,-11-2 0,13 2 0,11-1 0,-7 1 1286,-2-1-1286,-4 1 0,9 1 0,-1-1 0,-8 0 0,4 2 0,-3-1 0,9 2 0,-1 0 0,-10-2 0,-5-1 0,5 2 0,7 0 0,-9-1 0,-14-3 0,14 2 0,0 0 0,-15-1 0,9 1 0,0 0 0,-12-2 0,25 3 0,-25-3-931,11 1 1,0 0 930,-12-1-3277,27 0 2891,-29 1 70,20 2 316,-20-1 3276,13 3-3046,-13-4 2296,6 5-2526,-6-2 3276,5 6-58,-3 4-2343,1-5-875,2 10 0,-7-15 0,6 16 0,2 3 0,-4-4 0,1 1 0,-2-1 0,-6-11 0,5 15 0,0 1 0,-1-12 0,0 11 0,1 1 0,0-12 0,5 23 0,-7-26 0,10 17 0,-11-20 0,8 11 0,-7-15 0,8 8 0,-4-7 0,10 2 0,9 1 0,-9-3 0,3 0 0,0 1 0,-10-4 0,12 3 0,8 0 0,-6 0-537,-6 0 537,15 1 0,9 2 0,-10-1 0,-15-1 0,10 0 0,7 2 0,-8-3-2312,-12-2 2312,6 1 0,-1 0 0,-13-2 0,-2 0 475,-2 0-475,-10 2 0,-2-2 0,-4 0 0,4 0 0,6-2 0,0 2 0</inkml:trace>
  <inkml:trace contextRef="#ctx0" brushRef="#br0" timeOffset="13597">5315 7726 24575,'-27'15'0,"0"1"0,1-2 0,0 0 0,-2 0 0,2 0-975,-5 2 975,2-1 0,1-1 320,10-4-320,-5 2 0,1 0 161,1-3-161,-5 5 0,-1 1 0,8-6 0,-3 3 0,1 0 0,8-5 0,-5 5 0,1 0 0,8-4 0,-7 5 0,0-1 0,6-2 0,-12 13 0,8-9 0,1 1 494,5-6-494,7-6 0,0-3 0,1 0 0</inkml:trace>
  <inkml:trace contextRef="#ctx0" brushRef="#br0" timeOffset="14076">4663 7962 24575,'15'23'0,"1"1"0,-5-9 0,8 6 0,-13-13 0,6 4 0,-10-6 0,-25 9 0,10-7 0,-7 3 0,-1 1 0,6-5 0,-17 8 0,20-10 0,-1-2 0,21-9 0,-1 1 0,9-6 0,-14 10 0,2-3 0</inkml:trace>
  <inkml:trace contextRef="#ctx0" brushRef="#br0" timeOffset="15546">6327 7452 24575,'-5'18'0,"0"1"0,-6 16 0,2-2 0,2-10 0,-2 5 0,0 1 0,2 0 0,2-10 0,0 4 0,0-1 0,2-11 0,-2 19 0,3-19 0,-2 11 0,0 5 0,1-3 0,0 6 0,3-20 0,1-12 0,2-15 0,1-5-1639,0 0 1,0 1-1639,-1 6 1638,4-19 1,0 0 148,-5 19-27,4-20 0,-1 2 1517,-4 22-324,1-13 1,-1-1 323,3 15 2713,-3-15-2713,1 17 3276,-2 3-2494,0-1 2494,-2 4-485,-5 1-2791,-26 7 0,2-1 0,-7 1 0,2-1-638,11 0 0,1 1 0,-2-1 638,-3 0 0,-4 1 0,0-1 0,4 1 0,2 0 0,2 0 0,3 0 0,2-2 0,0 1 0,-13 1 0,7 0 0,21-4 0,-10 1 0,10 1 0,0 0 0,0-1 0,2-2 0</inkml:trace>
  <inkml:trace contextRef="#ctx0" brushRef="#br0" timeOffset="16997">5875 7408 24575,'-13'8'0,"-1"2"0,6-6 0,-5 7 0,1-4 0,3 0 0,-8 3 0,12-8 0,-13 7 0,12-7 0,-16 9 0,16-8 0,-16 9 0,17-9 0,-13 10 0,13-8 0,-13 10 0,10-3-3277,-8 13 0,9-11 3047,-4 17 230,6-11 0,-2 1 0,2 4 0,4-15 0,1 19 0,0-9 0,0 6-3277,4 0 2017,-3-17 4503,9 21-3243,-8-21-651,8 16 651,-6-19 0,10 14 0,-8-14-245,9 10 245,-9-9 0,11 8 0,-10-9-253,25 12 253,-22-13 0,9 3 0,1 0 0,-7-2 0,13 1 0,1 0 0,-6-2 0,9 0 0,1-1 0,-4-2 0,-5-1 0,5-1 0,0 0-1093,2-2 1,0 0 0,0-1 1075,7 1 1,1 0 16,-4-2 0,1 0 0,-7 0 168,-2-3-168,10 0 0,-1 0 0,-17 2 0,9-2 0,-2 0 0,-16 6 0,20-10 0,-20 9 0,15-12 0,-19 11-1986,17-19 1986,-17 17 0,10-15 0,1 0 0,-7 10-259,5-11 1,1 0 258,-6 12 0,1-8 0,0 0 0,-2 8 890,1-10 0,0 1-890,-2 9 0,3-24 0,-5 26 0,-2-29 0,-1 25 3026,1-25-3026,-2 23 960,-4-18-960,-2 5 0,0 3 3276,0 1-918,3 17-60,-5-9-2298,4 8 1174,-12-10-1174,0 1 0,1 4 0,-8-2 0,-1 1 0,8 4-1639,-15-4 1,-1 0-1639,14 4 3200,-11 1 0,-9 0 1,5 2-686,11 0 1,-1 1 761,-6 1 0,-5 0 0,0 1 0,5 0 0,3 0 0,1 1 0,-1 0 0,-5 1 0,0 0 0,4 1-1639,-5 1 1,2 0 1260,-6-2 1,2 1 377,11 2 0,5 0 0,13-3 0,-15 3 3276,15-3-2520,-8 1 767,7-1-1523,-5 6 0,5-5 0,-5 12 0,8-9 0,-2 12 0,4-11 0,-1 3 0</inkml:trace>
  <inkml:trace contextRef="#ctx0" brushRef="#br0" timeOffset="36439">3209 11777 24575,'23'-3'0,"-1"0"0,5 0 0,10-2 0,-25 4 0,17 0 0,9-1 0,-14 2 0,4-1 0,-4 1 0,-16 0 0,16-1 0,1 0 0,-11 1 0,8-1 0,1 0 0,4 0-1639,2 0 1,0-1-1639,2-2 2184,-6 1 1,5 1 0,-7-1-398,-3 0-27,16-1 0,-2 1 1517,-23 0-342,21 0 1,-31 2 0,3 1 0</inkml:trace>
  <inkml:trace contextRef="#ctx0" brushRef="#br0" timeOffset="37140">6460 11627 24575,'25'0'0,"-14"0"0,14 1 0,0 0 0,-9 1-1639,9 1 1,0-1-1639,-11 0 1638,14 1 1,0 1-1639,-14-3 3365,16 2 1,0-1-89,-16-2 0,15 0 0,-22 0 0,-3 0 0</inkml:trace>
  <inkml:trace contextRef="#ctx0" brushRef="#br0" timeOffset="43472">20236 8205 24575,'-31'11'0,"9"-6"0,-4 7 0,16-10 0,-12 9 0,15-8 0,-10 7 0,6-2 0,0-3 0,-15 11 0,-7 0 0,8-2 0,3-2 0,2 0 0,2 3 0,-4 0 0,2 5 0,14-13 0,-8 17 0,4 5 0,0 4 0,5-8 0,2-1 0,2-1 0,0-3 0,0 0 0,1-6 0,2 7 0,0 0 0,1-4 0,0 1 0,1 0 0,1-6 0,7 18 0,9-3 0,-6-3 0,3-5 0,-1-4 0,-4-6 0,16 7 0,3 0 0,-8-6-1639,10 2 1,0-1 1258,-13-5-1259,9 0 1,-2 0-658,-11-4 899,17 2 0,1-1 1397,-18-2-926,13-2 1,-1 0 925,-13-1-73,7-3 0,0 0 73,-11 2 1599,10-6 1,-1-1-1600,-13 3-533,8-8 1,-2-3 532,-7 6-618,4-10 0,-1 1 618,-5 12-616,6-19 0,1-2 616,-6 19-391,5-18 0,-1 0 391,-6 17 0,1-11 0,0 0 0,-1 8 347,-2-13 1,-1 0-348,0 13 663,-1-10 0,0 1-663,0 14 10,-1-28-10,0 28 0,-3-10 0,-1 0 0,1 8 3276,-9-16-2900,-6 4 2900,9 10-3132,-10-3 0,-5 2-1458,-1 9 1,-1 1 1313,7-3 0,-2 2 0,-5 2 0,-4 1 0,5 3 1593,0 1-1593,0 0 0,-6-1 0,6 0 0,0 2 0,-9-1 0,3 0 0,23 0 0,-19 2 0,26-3 0,-1 0 0</inkml:trace>
  <inkml:trace contextRef="#ctx0" brushRef="#br0" timeOffset="44441">20015 8240 24575,'5'-9'0,"3"-5"0,-2 1 0,6-12 0,-4-5 0,-1 7 0,-7 3 0,-1 1 0,-1 6-1639,-6-10 1,0-1-1639,4 10 2184,-7-11 1,-4-8 0,2 6-398,2 3 478,-4-6 1,-3-7 0,3 8 1011,4 11-624,-4-12 0,1 1 624,10 20 2415,-8-25-2415,13 12 0,2 2 0,1 0 0,3-3 211,4 1 0,0 3-211,-5 12 272,8-10 1,1 0-273,-8 10-567,17-17 567,-17 21 3276,8-10-2743,-8 12 2743,5-6-1794,-10 5-779,6-1 0,-7 1 1,3 1-1</inkml:trace>
  <inkml:trace contextRef="#ctx0" brushRef="#br0" timeOffset="45076">20009 7398 24575,'4'20'0,"-2"-6"0,2 4 0,-3-12 0,6 11 0,-6-11 0,5 5 0,-6-10 0,0-1 0,-5-13 0,0 3 0,7-4 0,5 6 0,6 4 0,6-1 0,-6 4 0,-5-1 0,-12 8-3277,-15 1 0,5 1 3047,-5 1 230,17-6-820,6 0 1,-1-1 0,6-2 0</inkml:trace>
  <inkml:trace contextRef="#ctx0" brushRef="#br0" timeOffset="53972">12620 11824 24575,'5'0'0,"2"-2"0,4-1 0,-1 0-3277,24-5 0,-21 6 2184,11-2 1,7 0 0,-4 0-398,-2 2 478,5-1 1,8-1 0,-7 1 1011,-4 2-508,3 0 1,9-1 0,1 1 0,-9 0 507,-12 1 0,0 0 0,9 0 0,8-1 0,2 1 0,-1-1 0,-9 0 0,-7 0 0,-1-1 0,8 1 0,8-1 0,3 0 0,-2 1 0,-7-1 0,-4 0 0,2 0 0,-1 0 0,8 0 0,5 0 0,1-1 0,-1 1 0,-5 0 0,-8 0 0,-1 1 0,1 0 0,-3-1 0,8 0 0,5-1 0,4 0 0,0 0 0,0 0 0,-3 0 0,-5 1 0,-7 0 0,8 1 0,1-1 0,-10 0 0,6 0 0,5 0 0,3-1 0,2-1 0,0 1 0,-1 0 0,-4 1 0,-5-1 0,-6 2 0,9-2 0,0 1 0,-6 0 0,8 1 0,5-2 0,2 1 0,0 0 0,-4 0 0,-4 0 0,-10 1 0,0-2 0,-2 2 0,3 0 0,8 0 0,3 1 0,-1-1 0,-3 1 0,-9 0 0,13-2 0,-7 1 0,9 1 0,-1 0 0,-9-1 0,-2 1 0,-1 0 0,7 0 0,1 0 0,-7 0 0,8 1 0,-8-1 0,8 0 0,4 0 0,-3 0 0,-7 0 0,-4 0 0,1-1 0,0 1 0,6-1 0,4 1 0,1-1 0,0 1 0,-3-1 0,-6 1 0,-1-1 0,-4 1 0,5 0 0,0 0 0,7 0 0,4-1 0,2 1 0,0 0 0,-2 0 0,-4-1 0,-5 1 0,1 0 0,-6 0 0,7 0 0,-6 0 0,5 0 0,5 0 0,2 0 0,1 0 0,0 0 0,-1 0 0,-2 0 0,-5 0 0,-4 0 0,6 0 0,-6 0 0,5 0 0,-1 0 0,5 0 0,5 0 0,1 0 0,0 0 0,-2 0 0,-4 0 0,-7 0 0,-2 0 0,-6 0 0,6 0 0,3 0 0,6 0 0,4 0 0,2 0 0,-2 0 0,-6 0 0,-7 0 0,-1 0 0,-1 0 0,2 0 0,7 0 0,6 0 0,0-1 0,0 1 0,-5 0 0,-8-1 0,-1 1 0,1 0 0,1 0 0,8-1 0,4 1 0,3 0 0,-2-1 0,-4 1 0,-8 0 0,5 0 0,1 0 0,-7 0 0,6 0 0,6 0 0,1 0 0,1 0 0,-3 0 0,-5 0 0,-7 0 0,4 0 0,0 0 249,-3 0 1,8 0 0,2-1 0,1 1 0,-2 0 0,-7 0-250,0 0 0,-5 0 0,1-1 0,2 1 0,1-1 0,-2 1 0,9 0 0,-7 0 0,-17 0 2772,18 1-2772,-16 0 3276,2-1-2408,-8-6-868,-13-26 0,2 17-386,-2-8 1,-2 1 385,2 14 0,-10-23 0,6 16 0,-2-3 0,6 10 0,4 8 0</inkml:trace>
  <inkml:trace contextRef="#ctx0" brushRef="#br0" timeOffset="57549">13808 12400 24575,'4'-7'0,"0"1"0,3 0 0,-3 2-3277,12-7 0,-10 6 1638,11-4 1,0 1 148,-9 4 712,10-5 1,1 1 777,-11 6-677,26-12 677,-24 13 3276,20-8-3121,-15 7-155,9 1 0,-10-1 0,1 8 0,-10-3 0,13 20 0,-12-13 0,12 23 0,-15-21 3276,8 18-1421,-11-9-1855,3-1-3013,-11 8 3013,3-21-113,-9 7 1,-2 1 112,2-6 0,-8 3 0,-3 1 0,5-5 0,0 0-1639,-8 1 1,-1-1 857,-5 3 3604,0-3-2823,29-8 1299,-1 1-1299,11 1 0,5-3 0,-2 2 0,12-3 0,-13 2 0,16 0 0,3 0 0,-9 0 0,13 1 0,-1 0 0,-9 0-1639,7 2 1,0-1 836,-10 0 2440,9 1 0,-3-1-953,-16-1 683,16 1-1368,-10-14 0,-5 4 0,4-5 0,-11 9 0</inkml:trace>
  <inkml:trace contextRef="#ctx0" brushRef="#br0" timeOffset="58081">14274 12396 24575,'0'15'0,"0"15"0,0-20 0,2 24 0,4-13-3277,9 10 0,-5-12 3047,12-2 230,0-14 0,-7 2 0,19-4 0,-28-1 0,30-4 0,-18-4 0,7 1 0,-12-15 0,-12 16-879,-1-13 0,-1-2 879,-1 8 0,-2-8 0,-1-1 0,-1 7 0,-4-5 0,-3 2 0,2 6-267,-2-2 1,-2 2 266,3 9 0,-16-8 0,11 13 3276,-7-3-903,16 14 138,2-5-2511,6 6 915,0-7-915,2-1 0,-2-1 0,1-4 0</inkml:trace>
  <inkml:trace contextRef="#ctx0" brushRef="#br0" timeOffset="58431">14854 12277 24575,'0'21'0,"-1"-1"0,-1 10 0,-2 5 0,-2-15 0,0 0 0,-2 10-1639,-1-4 1,0-3-1639,5-13 2021,-7 18 1256,10-23 0,-12-3 0,-2-20 0,3 6 0,-1-5 0</inkml:trace>
  <inkml:trace contextRef="#ctx0" brushRef="#br0" timeOffset="58618">14576 12368 24575,'6'-2'0,"10"1"0,-9-1 0,11-2 0,2 1 0,-7 1 0,9-1 0,1 1 0,-7 2-656,12 6 1,-1 2-1,-13-5 1,21 11 0</inkml:trace>
  <inkml:trace contextRef="#ctx0" brushRef="#br0" timeOffset="58831">14933 12420 24575,'6'0'0,"-1"0"0,-1 0 0,2 0 0,-1-1 0,0-2 0,-2 0 0,-3 1 0</inkml:trace>
  <inkml:trace contextRef="#ctx0" brushRef="#br0" timeOffset="59834">13657 12838 24575,'6'-2'0,"1"0"0,8 0 0,18 3 0,4 1-1863,-3-3 1863,-7 2 0,7 1 0,3-1 0,-1 0-656,-5-1 1,0 0-1,1 0 1,-2 0 0,-1 0-208,7 0 0,-3 0 0,5 0 863,-9 0 0,6-1 0,2 1 0,0 0 0,-1-1 0,-5 1 0,-7-1-513,-1 1 0,0 0 513,5-1 0,9 0 0,3-1 0,1 1 0,-4-1 0,-8 1-655,1 1 0,-2-1 655,5 0 0,5-1 0,0 0 0,-10 1 772,0 1-772,-5-3 0,-1 0 0,-8 2 3276,21-4-1010,-8 0-802,-4 3-1464,6-4 0,8-2 0,-7 1 775,2 0-775,1 0 0,7-3 0,-7 3 0,-4-1 0,4-1 0,-2 1 0,-11 3 0,5-3 0,-3 1 0,-17 4 0,6-15 0,-16 1 0,-5-5-1639,3 3 1,0 1-357,0 5 356,-9-20 1,-2 0 1071,7 14-305,0-2 0,-3-4 0,3 4 872,3 0-1199,-2-6 1,1 0 1198,6 10 859,1-7 0,1 1-859,5 12 1279,2-7 0,0 0-1279,0 7 0,1-4 0,-6 13 0,-1 3 0</inkml:trace>
  <inkml:trace contextRef="#ctx0" brushRef="#br0" timeOffset="61615">15651 12471 24575,'3'3'0,"1"1"0,7-2 0,4 1 0,-2-1 0,23-1 0,-26-1 0,9 0 0,0-1 0,-7-2 0,12-2 0,-8-4 0,-4 3 0,-1-10 0,-10 11 0,3-19 0,-5 16 0,-2-13 0,-1 15 0,-4-13 0,1 4 0,-1-1 0,3-2 0,4 12 0,1-12 0,0 10 0,4-9 0,0 8 0,14-13 0,4 4 0,-2 0 0,0 7 0,-15 9 0,5 5 0,0-1 0,-2 3 0,-1-4 0,-5-1 0</inkml:trace>
  <inkml:trace contextRef="#ctx0" brushRef="#br0" timeOffset="62253">15938 12180 24575,'5'28'0,"-1"8"0,-1-28 0,3 21 0,-3-21 0,4 9 0,-10-22 0,-2-8 0,-9-13 0,3 8 0,0 1 0,-3-2 0,1 0 0,14 19-3277,27-8 0,-17 4 1638,14-1 1,-1-1 148,-16 3 1490,20-2 0,-36 17-3034,1 1 3034,-9 3 3034,-1-3-3034,14-10 3276,2-1-2961,13-1 0,-5-1 0,4 0 1</inkml:trace>
  <inkml:trace contextRef="#ctx0" brushRef="#br0" timeOffset="65838">18627 12312 24575,'0'-5'0,"-3"-5"0,-2-2 0,-3-5 0,3 5 0,-3-7 0,7 14 0,-6-12 0,5 14 0,-2-13 0,3 13 0,1-10 0,7 18 0,0 3 0,3 7-3277,4 13 0,-11-18 1808,5 11 0,-2-1 1469,-4-11 0,2 11 0,0 0 0,-2-11-1133,2 26 1133,-2-25 0,-1 16 0,-2-15 0,-8 8 0,4-10 0,-23 7 0,20-14 0,-16 5 0,-1 2 0,12-4 1638,-8 1 0,-1 1-33,9 1 1671,0-4-2920,12-2-3633,19-5 1882,-7 1-244,13 1 1,1 1 1179,-12 0-1180,13 0 1,-1 0 1615,-15 0-536,23 0 559,-25 0 0,23 0 0,-20-1 1511,9-2 1,2 0-1512,7-10 0,2 4-734,-12-10 734,-19 14 0,2-5 0,-2 8 0,0 1 0</inkml:trace>
  <inkml:trace contextRef="#ctx0" brushRef="#br0" timeOffset="66422">18790 12304 24575,'-5'16'0,"0"15"0,4-24 0,1 20 0,7-9 0,-2-3 0,10 8 0,-10-17 0,22 9 0,-19-11 0,21 4 0,-20-8 0,21-1 0,-17-1 0,12-3 0,2-3 0,6-6 0,-13 7 0,1-1 0,-3-3 0,-4 1 0,-5 4 0,2-17 0,-10 14 0,-9-21 0,-3 14 0,-1 1 0,-9-11 0,1 9 0,-3 1 0,3 6 0,1 2 0,-13-6 0,11 6 0,1 3 0,2 5 0,-12 1 0,15 1 0,-5 3 0,17-2 0,-5 3 0,7-3 0,-2 6 0,3-5 0,6 6 0,-2-5 0,2 2 0,-3-5 0</inkml:trace>
  <inkml:trace contextRef="#ctx0" brushRef="#br0" timeOffset="66759">19513 12165 24575,'-3'9'0,"-3"9"0,-1 1 0,3-2 0,-9 13 0,0 0 0,5-10-1639,-8 8 1,-1-2-1639,8-9 1787,-7 7 1,1-1 1489,10-17 0,-11 19 0,14-25 0,-10-15 0,9 7 0,-7-11 0,10 16 0</inkml:trace>
  <inkml:trace contextRef="#ctx0" brushRef="#br0" timeOffset="66956">19247 12233 24575,'12'2'0,"14"9"0,5-1 0,0 0 0,4 4 0,-11-6 0,0 0 0</inkml:trace>
  <inkml:trace contextRef="#ctx0" brushRef="#br0" timeOffset="67154">19572 12346 24575,'5'-4'0,"0"0"0,-4 1 0,1 2 0</inkml:trace>
  <inkml:trace contextRef="#ctx0" brushRef="#br0" timeOffset="75868">25384 4923 24575,'12'27'0,"1"-1"0,0 1 0,-1 0 0,0-2 0,0-2 0,0 2-1093,3 8 1,2 3 0,-2-3-547,1 1 1,-2-1 1599,-4-6 0,0 1 0,-2-1 39,2-1 0,-1 0 0,0 2 0,0 3 0,-3-7 1939,-4-6-1939,3 11 267,-5-17 0,0-2 0,-2-8 1</inkml:trace>
  <inkml:trace contextRef="#ctx0" brushRef="#br0" timeOffset="80452">23517 9397 24575,'14'0'0,"-5"-1"0,3 0 0,-3 0 0,14 2 0,11 1 0,3 0-834,-17 0 1,1 0 833,7-1 0,6 1 0,0 0 0,-7-1 0,10 2 0,-8-2 0,9 1 0,4 0 0,-3-1 0,-9 1-1455,-8-2 0,1 1 1455,6 0 0,11 1 0,3 0 0,1 0 0,-5-1 0,-11 0 0,-9 0 0,0 0 0,7-1 0,9 1 0,6 0 0,3 0 0,-3-1 0,-4 1 0,-9-1-1639,-2 0 1,0 0 1239,3 0 1,7 0 0,2 0 0,0 0 0,-6 0 398,-3 1 0,-3-1 0,-1 1-1639,10-1 1,0 0 1515,3 1 0,-3 0-844,-10 0 0,-7 0 967,-11 0 236,8 2 1,-15-1 0,0 0 0</inkml:trace>
  <inkml:trace contextRef="#ctx0" brushRef="#br0" timeOffset="88813">23311 11841 24575,'9'0'0,"-1"0"0,14 2 0,-1 0-1093,3 0 1,5 0 0,-4-1-2185,6 1 2789,0-1 1,9-1 0,0 1 0,-7-1 327,-10 0 1,0 0 159,2 0 0,8 0 0,4 0 0,4 0 0,0 0 0,-1 0 0,-4 0 0,-7 0-1093,2 0 1,-6 0 0,6 0 1083,-3 0 0,5 0 0,4 1 0,3-1 0,0 1 1,0-1-1,-3 1 0,-4-1 0,-5 0 9,5 0 0,-5 1 0,4-1 0,-1 1 0,6 0 0,3 0 0,1 0 0,-1 0 0,-4 1 0,-6-1 0,0 0 0,-5 0 0,4 0 0,2 0 0,6 0 0,3 0 0,2 0 0,-3 0 0,-3 0 0,-8 0 0,1 2 0,0 0 0,0-2 0,9 0 0,4 0 0,2-1 0,-2 0 0,-5 1 0,-8 0 0,-2 0 0,0 1 0,-1-2 0,8 1 0,5-1 0,3 0 0,0 0 0,-2 0 0,-5 0 0,-7 1 0,8 0 0,0 0 0,-7 0 0,7-1 0,5 0 0,1 0 0,-2 0 0,-3 1 0,-8 0 0,7 1 0,0 1 0,-9-1 0,5-1 0,3 0 0,1 1 0,-1-1 0,-1 1-550,2 1 0,-1 1 0,1-1 0,-2 0 0,0 0 550,-3 0 0,-2-1 0,0-1 0,1 1 0,3 0 0,0 0 0,5 0 0,2 0 0,-1 0 0,-2-1 0,-4 1 0,-6-1 697,1-1 1,1 0-698,-5 0 0,8 0 0,4 0 0,3 1 0,1-1 0,0 1 0,-2-1 0,-4 0 0,-6 1-178,4-1 0,-5 0 0,5 1 178,0-1 0,6 1 0,3-1 0,2 1 0,-3-1 0,-4 1 0,-8-1 0,2-1 0,-4 0 0,0 0 0,2 0 0,-6 0 2592,-7-1-2592,4-2 0,-19 3 0,-1-1 3276,0 0-2092,0-11-1184,-8-18 0,5 9-1352,-6-4 1,-1 1 1351,7 12-100,-13-17 0,-3 0 100,9 15-867,-5-10 0,0 1 867,9 16 0,-6-14 0,6 10 0,0-7 0,3 9 3276,5-9-2180,1 15-1096,0-7 0,-1 11 0,-1-1 0</inkml:trace>
  <inkml:trace contextRef="#ctx0" brushRef="#br0" timeOffset="90730">27468 11559 24575,'5'17'0,"2"5"0,-3-6 0,1 5 0,-3-17 0,2 3 0,-2-5 0,1 1 0,-1-7 0,6-21 0,-5 12-1639,5-9 1,0 2-1639,-5 12 2433,4-10 1,-1 0 843,-5 10 0,6-15 0,-3 22 0,8 9 0,0-1-3277,16 16 2500,-17-14 1915,6 3 0,-1-1-1138,-7-5 1245,12 6-1245,-16-9 0,1 1 0,-4-2 3276,-5 4-754,-16 7-2522,6-3 0,-5-1 0,1 0 0,6-3 0,-18 8 0,23-9 2976,-8 2-2976,16-8 0,-4-4 0,4-2 0,-4 2 0,1 2 0,-1 2 0,6-12 0,6-1 0,1-4 0,-1 6 0,-8 9 0,-5 6 0,-3 3 0,2 1 0,-1 2 0,4-6 0,-2 0 0,7-7 0,-1 0 0,12-11 0,-9 9 0,9-4 0,-18 8 0,-1 0 0,-3 2 0,-4 0 0,11 0 0,4 3 0,3 1 0,3-1 0,-4 0 0,-5-3 0,1 0 0</inkml:trace>
  <inkml:trace contextRef="#ctx0" brushRef="#br0" timeOffset="117661">18603 15180 24575,'19'6'0,"10"-7"0,2-2-2782,5 2 2782,-11-3 0,6-3 0,1 0 0,-6 0 0,-5 0 0,0-1 0,3-1 0,6-2 0,4-1 0,0 0 0,-4 1 0,-5 1-794,0 1 1,0-2 793,4-1 0,8-3 0,3-2 0,-4 2 0,-9 3-1075,-8 3 1,-2 0 1074,8-4 0,3-1 0,-5 2 0,-3 0 0,-5 3 0</inkml:trace>
  <inkml:trace contextRef="#ctx0" brushRef="#br0" timeOffset="119195">28429 15290 24575,'22'-25'0,"1"1"0,-9 7 0,0 0 0,7-7 0,1 0-656,-7 4 1,-3 3-1,-4 7 1,5-10 0</inkml:trace>
  <inkml:trace contextRef="#ctx0" brushRef="#br0" timeOffset="133698">11827 17061 24575,'9'-5'0,"6"-4"0,-5 5 0,9-8 0,-14 10 0,13-5 0,-11 4 0,5-1 0,-9 4 0,-2-1 0</inkml:trace>
  <inkml:trace contextRef="#ctx0" brushRef="#br0" timeOffset="134861">19578 16919 24575,'9'-2'0,"-1"2"0,-2-3 0,4 1 0,5-2 0,3-4 0,1 0 0,3 0 0,4-3 0,-1-1 0,-6 6 0,4-3 0,0 1 0,-7 2 0,19-6 0,-30 8 0,8 0 0,-11 2 0,-1 2 0</inkml:trace>
  <inkml:trace contextRef="#ctx0" brushRef="#br0" timeOffset="136061">26649 17048 24575,'5'0'0,"-2"-2"0,3 0 0,3 1 0,1-2 0,4 1 0,1-4 0,-8 4 0,13-5 0,-15 5-3277,26-6 0,-23 6 2273,27-5 1004,-26 5 0,15-1 0,-16 1 0,2 2 0,-9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09:15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10111 3997 24575,'5'0'0,"4"0"0,7 0 0,11 2 0,2 0 0,-11-1 0,2-1-1093,9 3 1,6 2 0,-2-1-547,1-2 1,4 0 1313,-8 1 0,6 1 0,3 0 0,1 0 1,-3 0-1,-5-1-615,2-1 1,-4 0 0,4 0 939,-6 0 0,2 1 0,3 0 0,0 0 0,2 0 0,1 0-380,-3-1 1,3 1 0,1 0 0,1 0 0,-1-1-1,0 1 1,-3 0 0,-2-1 379,1 1 0,-4-1 0,-1 0 0,2 1 0,7-1-145,-9 0 0,5 0 0,3 0 0,3 0 0,1 0 0,2 0 0,1 0 1,0 0-1,-1 0 0,-2 0 0,-1 0 0,-4-1 0,-3 1 0,-3-1 145,11 1 0,-7-1 0,-1 0 0,8 0 0,-12-1 0,5 1 0,3-1 0,3 1 0,2-1 0,0 0 0,1 1 0,-1-1 0,-1 0 0,-3 0 0,-3 1 0,-5-1 0,-4 0 0,9 0 0,-8 0 0,5 0 0,1 0 0,7 0 0,4 0 0,0 0 0,-3 0 0,-7 0 0,-11 0 0,-2 0 405,1 0 1,-4 0 0,-11 0 0,-4 0 0</inkml:trace>
  <inkml:trace contextRef="#ctx0" brushRef="#br0" timeOffset="6192">6709 4959 24575,'5'0'0,"2"0"0,-1 0 0,2 0 0,3 0 0,-4 0 0,6 0 0,-7 0 0,10 0 0,-6-1 0,20-2 0,-9 1-1639,5-1 1,1 0-1639,-3 0 3162,4 1 0,3 0 115,-6-1 0,0 1 0,-4 0 0,0 0 0,11 1 0,-5-1 0,-13 1 0,20 0 0,3 0-529,-17 1 529,5 0 0,6 0 0,-5 0 0,1 1 0,-4 0 0,5 1 0,-4-1 3276,3-1-2880,-1 2 1,2-1-397,-3-1 0,1 0-1639,5 2 1,1 0 422,-1-1 0,1 0 1216,-2 0 0,0 0 0,-5 0-18,-4 1 18,3 0 0,6 0 0,-6 0 0,-1-1 0,-1 1 0,5 0 0,0 0 0,9 0 0,-2 0 45,-7-1 1,0 0-46,4 1 0,2-1 0,-6 0 1651,-7 0-1651,8-1 0,7 2 0,-5-2 3276,0-1-2494,-4 2 1,5 0-1,-4 0-782,8-2 0,-6 1 0,3 0 0,-4 1 0,4-1 0,2 0 0,9 0 0,-8 0 0,-4-2 0,-2 2 0,5 1 0,-5-1 0,-2-2 0,6 3 0,1 0 0,-9-1 0,8 0 0,0 0 0,0 0 0,-9-1 0,5-1 0,-5 1 0,10 0 0,-9 0 0,7 0 0,3-1 0,-2 1 0,-6-1-1215,-2 0 0,0 1 1215,5-1 0,8 1 0,2 0 0,-2-1 0,-9 1 0,-4-1 0,0 1 0,2 0 0,6-1 0,3 1 0,-3 1 0,-7 0 0,-2 0 0,-1 1 0,4-1 0,6-1 0,0 0 0,-6 1 0,9 1 0,-6-1 0,4-2 0,-4 1 0,-12 1 0,2 0 0,10 0 0,8-1 0,-1 1 0,-9 0 0,-1 0 0,-1 0 0,8 0 0,4 0 0,-4 0 0,-8 0 0,3 0 0,-4 0 0,11 0 0,5 0 0,1 0 0,-4 0 0,-10 0 0,-4 0 0,1 0 0,2 0 0,8 0 0,4 0 0,1 0 0,-5 0 0,-8 0 0,-2 0 0,-1 0 0,7 0 0,8 0 0,-1 0 0,-8 0 0,6 0 0,-7 0 0,8 0 0,-1 0 0,-7 0 0,0 0 0,4 0 0,7 0 0,-8 1 526,-5-1-526,-1 0 0,5-1 0,-6 1 0,-2-1 0,1 1 0,5-1 0,-5 1 0,-6-2-1639,13 0 1,0 0-141,-11-1 1779,4 0 0,3 0 839,-7 2 0,-1 0-839,9-1 0,0 1 0,-5 0 0,0 0-1093,4 0 1,3 1 0,-7-1-133,-2 1 732,3 1 1,6 0 0,-6 0 492,-7 0 1638,11 1 0,2 0-1143,2-2-408,0 2-87,-12-2 3276,-15 1-870,24 5-2406,-3-2 0,-5 0 0,1-1 0,3 1 0,-2 0-3277,-2-2 3232,9 4 0,-27-6 0,-2 0 0</inkml:trace>
  <inkml:trace contextRef="#ctx0" brushRef="#br0" timeOffset="7214">13031 4688 24575,'12'-3'0,"-2"2"0,9-3 0,6 1 0,1-2 0,-2 3 0,-1 1 0,-1-2 0,2 2 0,4 1 0,-5-1-1486,-3 1 1486,10-1 0,2-1 0,5 0 0,-12 1 0,0-1 0,2 1 0,3-2 0,3-1 0,-3-2 0,-13 1 0,-6 2 0,0 0 0</inkml:trace>
  <inkml:trace contextRef="#ctx0" brushRef="#br0" timeOffset="7628">13360 4389 24575,'-3'22'0,"3"8"0,-3-1 0,6 6 0,0-19-1639,1 4 1,1-1-1639,1-3 1638,1 11 1,1-1-1639,-3-15 3454,3 12 1,0 0-178,-4-13-285,3 8 1,0 0 284,-2-6 3276,8 14-3006,-10-15 3006,3-1-1250,1 0 941,-1-7-2967,17 2-1639,-2-5 1,0-1-362,8-2 2000,-1 0 0,-5-1 0,-16 2 0,8-3 0</inkml:trace>
  <inkml:trace contextRef="#ctx0" brushRef="#br0" timeOffset="8062">13695 4735 24575,'0'9'0,"1"-1"0,2 10 0,1 4 0,-1-5 0,-1 5 0,-1-17 0,0 2 0,2-12 0,0-11 0,2 3 0,-1-8 0,-1 2 0,1 7 0,3-19 0,-4 23 0,2-2 0,-3 6 0,4 0 0,-3 4 0,2-2 0,-3 2 0,-1 0 0</inkml:trace>
  <inkml:trace contextRef="#ctx0" brushRef="#br0" timeOffset="8782">13914 4670 24575,'-25'24'0,"0"4"0,16-11 0,0 5 0,6-9 0,4 0 0,1-9 0,4 4 0,-2-5 0,4 0 0,-4-4 0,22-23 0,-20 17 0,13-21 0,-18 18 0,0-1 0,0-3 0,-1 7 0,0-3 0,1 6 0,1-1 0,1 4 0,0 1 0,5 3 0,0 4 0,0-2 0,-1 3 0,2 1 0,-5-4 0,8 10 0,-7-9 0,3 7 0,-2-5 0,1 4 0,0-5 0,1-1 0,2-7 0,-6 0 0,3-2 0</inkml:trace>
  <inkml:trace contextRef="#ctx0" brushRef="#br0" timeOffset="9014">14158 4715 24575,'7'19'0,"-2"-4"0,-5-12 0,0-4 0,-1-1 0,-5-21 0,3 15 0,-3-11 0</inkml:trace>
  <inkml:trace contextRef="#ctx0" brushRef="#br0" timeOffset="9899">14222 4706 24575,'8'-14'0,"-3"1"0,-1 2 0,2 12 0,2 8 0,4 11 0,1 1 0,-3-2 0,2 1 0,1-1 0,-5-6 0,1-13 0,2-31 0,-9 6-1639,0-2 1,1 3-1639,-1 15 0,4-18 1787,-2 22 1490,5-13 0,-1 14 0,0-1 0,0 2 3276,-1 9-2015,-1 3-1261,2 5 0,8 13 0,-9-16 0,8 13-3277,2-4 3080,-8-8-783,5 3 0,-2-2 980,-6-6 0,14 13 0,-17-15 0,11 7 0,-11-7 0,8 4 0,-7-5 3276,2 2-2460,-1-3 2460,-2-1-3046,3 1 1,-5-3-1,1 0 1</inkml:trace>
  <inkml:trace contextRef="#ctx0" brushRef="#br0" timeOffset="13926">5915 7739 24575,'12'0'0,"2"0"0,-4-2 0,16-1 0,-14 1 0,9-1 0,-1 0 0,-11 3 0,11-2 0,-1 0 0,-12 1 0,29 0 0,-30 2 0,29 1 0,-26 0-3277,27 0 0,-24-1 1989,12-1 1,0 1 1287,-10-1-1639,9-1 1,1-1 1155,-11 2-132,15-2 1,2 1 614,-8 1 990,7 0 1,-1 0-991,-8 0-1611,13 1 1611,-22 1 3276,20 2-3218,-23-2 1887,14 1-1945,4-1 0,-11-1 0,14 1 0,-21-1 421,10-1 0,-13 0 0,3 0 1</inkml:trace>
  <inkml:trace contextRef="#ctx0" brushRef="#br0" timeOffset="15352">5901 8919 24575,'6'0'0,"7"-1"-3277,11-2 0,-8 1 0,12-1 4605,-5 1-1328,12 1 1719,-9-1-1719,2 1 0,-4 1 0,-16-2 0,19 1 0,0-1 3276,-18 0-1638,16-1 0,2 0-1822,-15 3 184,21-6-3277,-12 5 0,-8-2 3185,12 3 92,-15 0-3277,22 3 2109,-16-1 587,5 2 1,0 1 580,-8-1 0,8 2 0,-1-1 0,-9-2 0,9 3 0</inkml:trace>
  <inkml:trace contextRef="#ctx0" brushRef="#br0" timeOffset="16114">6036 10047 24575,'5'-5'0,"-1"1"0,-2 2 0,-2-1 0,5 3 0,-4-3 0,5 3 0,0-3-3277,19 4 0,-9 0 2462,8 1 1,0 2 814,1 1-1639,8 0 1,1-1 841,-9 0 797,3 0 0,0-1-681,3 3 0,-10-2 0,4 1 0</inkml:trace>
  <inkml:trace contextRef="#ctx0" brushRef="#br0" timeOffset="16931">6075 11057 24575,'6'-3'0,"-1"0"0,0 1 0,-2 1 0,6-1 0,-4 2 0,12-1 0,-2 1 0,13 0 0,-14 0-3277,16 0 0,-22 0 3047,13 2 230,-11 2 0,8 5 0,-4-2 0,3 2 0,1 0-685,-8-5 0,3 1 1,-12-5-1</inkml:trace>
  <inkml:trace contextRef="#ctx0" brushRef="#br0" timeOffset="17762">6057 12486 24575,'5'0'0,"2"0"0,-3 0 0,4 0 0,6 3 0,1 0 0,-1 2 0,0-1 0,-2 1 0,1-3 0,-1 1 0,-4-3 0,3-2 0,13 0 0,-4 1-656,9-3 1,-1 0-1,-12 2 1,18-4 0</inkml:trace>
  <inkml:trace contextRef="#ctx0" brushRef="#br0" timeOffset="26472">7216 7883 24575,'5'-1'0,"1"-2"-3277,9-6 0,-8 4 700,19-11 2577,-14 9-1277,7-3 1,1-1 1276,-6 3 0,3-1 0,2 0 0,-2 0 0,0 0 0,3-1 0,1 1 1638,-2-1 0,0 1-1098,7-4 1,-4 3 2,-11 5-543,13-6 0,-1 1 3276,-15 8-1638,20-10 0,1-1-2458,-17 7 820,11-5 0,4-2 0,-7 4 0,0 1 0,2-1 0,0-1 0,0 1 0,1 1 0,6-2 0,-5 2 0,-10 5 0,10-3 0,-1 1 0,-12 4-3277,19 0 119,-20 1 3861,13 3-703,2 3 0,-3-4 0,13 6 0,-3-6-1639,-4 1 1,0 0 378,4-1 1260,-6 1 0,-3-2 3276,-9-1-2015,10 5-1261,-9-4 0,-2 3 0,-12-4 0</inkml:trace>
  <inkml:trace contextRef="#ctx0" brushRef="#br0" timeOffset="27425">8216 7497 24575,'9'18'0,"-3"-7"0,0 4 0,0 5 0,-3-12 0,1 24 0,-4-23 0,0 14 0,0-3 0,0 1 0,0 1 0,0 0 0,0-12 0,0 2 0,0-5 0,0-5 0,1-12 0,2-5 0,1-6-3277,-1-5 0,-2 17 2936,-1-20 341,-1 19 0,-2-16 0,-1 4 0,1 4 0,1 2 0,2 6 0,3-6 3276,-1 5 0,1-3-2933,-1 10-343,1 0 0,-1 1 0,3 2 0,0 1 0,8 0-3277,15 4 0,-12-3 2592,5 3 0,0 1 685,-9-3 0,18 7 0,-21-8 0,3 6 0,-8-5 0,1 8 0,0 6 3276,-6 3-332,-16 10-2944,7-14 0,-15 4 0,3-5 0,2-2-1639,2-2 1,1-1-165,5-3 1114,-21 11 689,26-14 0,-10 9 0,13-10 0,0-1 0,0-1 819,0-1 0,3 0 0,1 0 0</inkml:trace>
  <inkml:trace contextRef="#ctx0" brushRef="#br0" timeOffset="28271">8463 7193 24575,'0'13'0,"3"7"0,1 0 0,-1 1 0,1 8 0,-4-17 0,2 13 0,-2-17 0,1 1 0,0-4 0,-1-16 0,-8-8-3277,2-12 0,-1 10 0,0-12 1787,5 26 1490,-3-23 0,5 23 0,-3-6 0,-3 12 3276,2 3-2015,-7 4-1261,9-1 3276,-6 0 0,5-1-3044,-7 4-232,7-3 0,-2 3 0,5-5 0,-5-2 0,-1 1 0,-1-2 0,-2 0 0,7 0 0,-1 0 0</inkml:trace>
  <inkml:trace contextRef="#ctx0" brushRef="#br0" timeOffset="36732">8926 7838 24575,'14'-12'0,"-6"6"0,9-7 0,-11 10 0,10-7 0,-10 8 0,5-4 0,-4 2 0,-2 0 0,2-2 0,-3 1 0,0 3 0,-2-2 0,1 4 0,1-3 0,0 1 0,0 0 0,-2 1 0</inkml:trace>
  <inkml:trace contextRef="#ctx0" brushRef="#br0" timeOffset="41984">10648 7244 24575,'-11'8'0,"-3"1"0,4-2 0,-4 2 0,1 0 0,2-1 0,-6 4 0,8-2 0,-4 2 0,6-6 0,0 2 0,4-4 0,-3 3 0,2-1 0,-1 0 0,0 3 0,-2 6 0,2-3 0,-1 5 0,5-3 0,0 3 0,0 1 0,1 3 0,0-14 0,1 9 0,4-3 0,-3-5 0,5 8 0,-2-7 0,7 11 0,-3-6 0,5 8 0,0-5 0,-5-7 0,6 6 0,1-2 0,11 8 0,-6-5 0,0-3 0,3 2 0,-2-2 0,3 1-1093,-4-2 1,3 3 0,-5-3-2185,-3-2 2068,2 1 0,0-1 1209,-7-6 0,15 9 0,-11-8 0,-5-2 0,9 6 0,9-2 0,-10-3 0,6-1 0,0-1 0,-5-1 3276,15 0-2064,-13 0 0,0 0-1212,0-1 0,0 0 1636,3 1 0,1 0-1636,1-1 0,-3 0-1102,-5 0 1102,12-1 0,-7 0 0,-7 0 0,14 0 0,-12 0 0,4-1 0,1-1 0,1 0 0,-4 1 0,1-2 0,0-3-3277,10-4 135,-9 3 1503,4-2 1,-2 0 1115,-13 3-994,14-4 0,0 0 1517,-15 5-1015,14-7 1,0 0 1014,-14 7 862,11-8 0,0 0-862,-11 5 0,6-5 0,0 0 0,-5 3 2883,11-14-2883,-3 6 0,-9 4 0,11-6 3276,-15 12-2242,4 0-4311,3-6 2700,-7 7 3853,8-12-2015,-10 11-1261,9-17 0,-4 2 0,-3 5 0,0-7 3276,-6 19 0,0-19-3044,0 17-232,-3-11 0,1 10 0,-2-4 0,1 4 0,-1-1 0,1 1 0,0 3 0,-2-3 0,-2-4 0,3 6 0,-7-7 0,3 3 0,1 5-3277,-11-10 0,13 13 3047,-12-7-773,2 1 1003,5 4 0,-8-3 0,8 3-3277,-14 0 2350,11 2 4203,-24-3-3038,23 4-1877,-7-2 1,-1 1 1573,5-1 65,-18-4-182,14 4 0,0-1 182,-4-1 0,-1 0 1638,3 1 0,-2 0-1361,-2 0 1,-2 0 0,5 1-278,4 2 0,-5-1 0,-6 0 0,5 1 0,-1 3 0,-10-2 0,-1-1-370,8 4 370,3-2 0,-2-1 0,4 1 0,1 1 0,-2-1 0,1 1 0,1-1 0,0 0 0,4 0 0,1 0-3277,-6 0 2920,5 0-710,0 0 0,2 0 1067,10 0 0,-14 3 0,0 0 0,10-2 0,-23 9 504,1-2-504,5 2 0,10-6 0,1 1 623,-3 1 0,15-5 1,1 1-1</inkml:trace>
  <inkml:trace contextRef="#ctx0" brushRef="#br0" timeOffset="44965">13125 5538 24575,'7'22'0,"-1"3"0,0-2 0,1 9 0,-1-7 0,2 5 0,-1-3 0,-3-15 0,3 20 0,0 1 0,-2-12 0,1 10 0,0 1-1677,-1-9 1677,-1-4 0,1 2-1639,-1-1 1,0-2-1313,0 1 2951,0 1 0,1 1 0,0 3 0,0-3 0,0 1 0,1 7 0,0 0 0,-1-3 0,-3-13 1121,4 22-1121,-1-4 0,-2-9 0,0 2 1638,-1-5 0,0 1 0,3 9 0,-1-4-3291,-3-8 1653,5 10 0,-3-1 0,0 1 0,0 5 0,-1-6 0,-2 1 0,0 3 0,0-1-3277,0 8 395,1-27 526,4 26 2356,-3-29-890,5 23 890,-5-23 0,1 7 0,1-3 3276,-2 2-1999,1-1 1999,0 0-1622,-3-9 153,2 5-1807,-2-8 0,0 3 0,0-5 0</inkml:trace>
  <inkml:trace contextRef="#ctx0" brushRef="#br0" timeOffset="45800">13266 6770 24575,'8'9'0,"-3"-3"0,7 18 0,-8-15 0,5 11 0,-5-9 0,1-1 0,-2-1 0,2-1 0,-5-8 0,0-5 0,-2-4 0,-7-16 0,6 11 0,-4-5 0,0 1 0,4 9 0,-4-14 0,4 20 0,9 0 0,7 1-3277,12 4 0,-7-2 3047,1 3 230,-5 0 0,-7 0 0,5 1 0,-9-2 0,4 6 0,-2-4 0,-1 5 3276,-2-5 0,-2 2-3044,-2 2-232,-2 4 0,1-4-3277,-9 11 0,8-14 3047,-9 13 230,4-7 0,1-4 0,-5 13 0,9-18 0,-5 13 0,9-23 3276,0 4 0,2-9-3044,2 1-232,-4 9 0,-1 5 0,0-2 0,-1 7 0</inkml:trace>
  <inkml:trace contextRef="#ctx0" brushRef="#br0" timeOffset="49653">13102 7262 24575,'-15'8'0,"5"-3"0,-9 6 0,12-7 0,-8 4 0,9-5 0,-1 2 0,-2 1 0,5-3 0,-8 7 0,5-5 0,-3 7 0,-2-2 0,4-1 0,2-3 0,-2 3 0,2-1 0,-2 2 0,1 3 0,4-10 0,-1 6 0,-2 0 0,2 3 0,-2 1 0,3-3 0,-2 5 0,3-6 0,-2 7 0,2-4 0,-1 5 0,1-3 0,1 0 0,1-3 0,1 2 0,1 3 0,3-1 0,-1 2 0,0-10 0,1 6 0,2 2 0,0-3 0,0 6 0,-1-8 0,0 0 0,2 1 0,-1-2-3277,7 5 0,-9-10 1480,19 12 1797,-17-11 0,13 6 0,-9-6 0,2 0-3277,8 2 2536,-11-5 741,20 5 0,-22-6-471,11 2 0,2-1 471,-10-1 0,20 3 0,4-4 0,-5 2 3276,5-2-3139,-14 0 1,-3 0 3138,-8 0-2259,10 0 0,-1 0 2259,-12 0-2689,11 0 0,1 0-587,-9 0 0,18 0 0,1 0 0,-17 0 0,8 0 0,0 0 0,-13 0 0,26-2 0,-23 1 0,12-1 0,-11 1-3277,17-4 0,-14 4 3047,18-4-1983,-5 4 2213,-7-1 0,12 1 0,-7 0 0,-4 1 0,7 0 0,-15 0 0,0 0 0,-8 0 0,11-2 0,-9 2 3276,10-3-865,2 0 865,-1 0-3242,9-5-34,1 4 0,-12-2 0,4 5 0,-13-4 0,5 3 0,-4-1 0,5 2 0,7-3 0,-2 1 0,4-1 0,-8 2 0,-3 1 0,-7-1 0,10-3 0,-11 3 0,10-6 0,-8 5 0,10-8 0,-5 4 0,2-3 0,-2 1 0,0 0 0,-2 0 0,0 0 0,1 0 0,0-9 0,-3 7 0,2-7 0,-3 7 0,1-1 0,1-2 0,-3 4 0,-2 0 0,-2 3 0,1-12 0,-1 10 0,5-18 0,-5 18 0,3-9 0,-3 11 0,-1-8 0,0 6-3277,-2-11 0,3 15 1566,-6-15 1711,5 15 0,-3-8 0,-1 1 0,2 6 0,-7-12 0,0-2 0,3 8 863,-10-14-863,9 18 0,-12-8 0,8 9-3277,-13-5 2222,14 10 1055,-9-4 3276,8 3-2220,-15 1-438,10-1-618,-3 2 0,0 0 0,9 1 0,-16 0 0,-4 0 0,-1 0 0,13 0 0,0 0 0,-5 0 0,2 0 0,1 0-1639,-6 0 1,2 0 378,11 0 871,-7 0 0,1 0 389,11 0 0,-10 0 0,-3 0 0,2 2 0,0 0 0,-3 0 3276,-9 3-3073,6-1 0,-3 0-203,1 0 0,-2 0 0,2 0 0,1 0 0,0 1 1092,1-2 0,-1 2 0,4-2 97,0 0-1189,-12 2 0,17-2 1534,-6 1-1534,18-1 0,-8 7 0,0 1 0,-4 1 703,8-2-703,-7 1 1715,7-5-1715,-7 8-3277,3-6 0,7-1 3047,-2 0 230,2-2 0,3-3 0,-6 4 0,-1-1 0,2 0 3276,-6 5-2457,7-8 0,1 2 0,3-4 0</inkml:trace>
  <inkml:trace contextRef="#ctx0" brushRef="#br0" timeOffset="52819">13091 7843 24575,'-10'5'0,"-3"0"0,5-1 0,-12 1 0,8-2 0,-4 1 0,7-3 0,-2 3 0,2-2 0,-1 1 0,2 0 0,3-3 0,-3 2 0,2 0 0,-10 3 0,6 0 0,-9 0 0,4 2 0,-4 0 0,4-1 0,-2 1 0,1-1 0,1 1 0,0 1 0,3-2 0,0 4 0,-1-3 0,-1 7 0,5-8 0,-2 6 0,5-8 0,-7 9 0,9-7 0,-6 5 0,2 3 0,1-5 0,-1 5 0,3-1 0,-4 7 0,1-2 0,-2 9 0,4-18 0,2 7 0,1-8 0,1 1 0,-1 1 0,1-4 0,-1 2 0,5-1 0,-4 3 0,8 0 0,-1-3 0,2 0 0,-1-2 0,-1-1 0,-1-2 0,3 4 0,1-3 0,13 6 0,-5-3-3277,16 4 0,-20-8 1343,14 8 1934,-20-9 0,10 5 0,-10-2 0,-1-2 0,1 3 3276,1-4-612,-3-1-116,4 0-2548,-4 0 0,0 0 0,0-1 0,-2 0 0,-1 0 0</inkml:trace>
  <inkml:trace contextRef="#ctx0" brushRef="#br0" timeOffset="53309">12838 8317 24575,'-4'14'0,"-1"-1"0,-2 2 0,0 0 0,2-1 0,-3-1 0,5-6 0,4-6 0,2-7 0,4-3 0,4-9 0,-3 7 0,4-6 0,-4 6 0,-4 2 0,-1 6 0,-3 2 0,0 2 0</inkml:trace>
  <inkml:trace contextRef="#ctx0" brushRef="#br0" timeOffset="54266">13181 8485 24575,'0'7'0,"0"1"0,0-1 0,1 6 0,0-5 0,2 3 0,-3-2-3277,3 15 0,-3-11 3047,1 14 230,-2-9 0,1-5 0,-5 17 0,5-20 0,-2 9 0,0 1 0,0-9 0,0 18 0,-1-21 0,0 12 0,1-6 0,-2 8 0,3-12 3276,0 2 0,0-4-3044,-1 11-232,0-9 0,1 7 0,1-12 0,0-5 0,0 0 0</inkml:trace>
  <inkml:trace contextRef="#ctx0" brushRef="#br0" timeOffset="55853">13190 8431 24575,'21'-5'0,"3"2"0,-11-2 0,3 1 0,5-1 0,-5 0 0,13-1 0,-17 4 0,10-1 0,-9 0 0,5 1 0,10-2 0,-8 2 0,6-1 0,-8 1 0,-2-1 0,-6 0 0,1 1 0,-2 1 0,6-5 0,2 3 0,6-7-3277,7 2 0,-11 3 2554,1 0 0,-1 1 723,-8 2 0,16-2 0,-8 2-3277,-6-1 2420,1 3 4133,-1-2-2418,-2 2-858,1 0 0,-3 0 1216,3 2-1216,21 2 0,-8-2 0,-5 1 0,2 0 0,-2 1 0,-2-1 0,2 0 0,10 4 3276,-25-5 0,-1 1-3044,-1-1-232,2 2 0,1-2 0,-2 1 0,10 5 0,-9-3 0,11 6 0,-3-3 0,-2-1 0,12 7 0,-10-6 0,2 4 0,-8-6 0,-2 4 0,-2-1 0,0 2 0,-1-2 0,1 4 0,1-1 0,-2 0-3277,10 12 0,-11-16 3047,8 15 230,-8-2 0,1 4 0,-1-2 0,-1 2 0,0 0 0,0-3 0,0 0 0,0-1 0,-1 7 0,1-7 0,0 7 0,0-6-3277,4-2 2017,-2-10 4536,1 4-2412,-1-10-864,0 10 0,0-10 0,3 7 0,-3-9 0,-1 2 0,-1 1 3276,0 0 0,0 0-2647,0-1-629,-1-1 0,-1 0 0,-1-1 0,-5 2 0,1 0 0,-13 0 0,10-1 0,-22 2 0,23-5 0,-26 4 0,-2-2 0,8 0-432,9-1 1,0-1 431,-8 0-1639,-3 2 1,-1-1-1584,-2 0 3222,4 0 0,1 0 0,2-1 0,-10 5 0,7-4-1639,4 2 1,4 1 570,11-4-256,-14 4 0,1 0 1324,14-2 392,-15 4 0,0 0-392,15-4 0,-21 6 0,28-6 3276,-4 1-3130,4 0-146,-8 0 0,5 0 0,-12 5 0,12-4 3276,-8 3-2816,7-4 1,3-1-1,0-1 1</inkml:trace>
  <inkml:trace contextRef="#ctx0" brushRef="#br0" timeOffset="57752">13120 9144 24575,'-12'2'0,"-8"3"0,6-2 0,-15 5 0,-4-3 0,4 3-2674,-2-3 2674,13-1-3277,-15 5 0,20-5 2935,-17 5 2038,17 0-1696,-1-2 0,1 1 0,1 3 0,4-8 913,-12 14-913,6-6 0,-1 3 3276,2-3 0,9-1-3131,-2-3 119,5 3-264,-4-5 0,5 4 0,-6 4 0,4-2 0,-3 6 0,1-3 0,-1 8 0,1-7 0,2 6 0,2-3 0,2-4 0,-1 4 0,3-10 0,-3-2 0,1 1 0,3 0 0,-1 2 0,4 1 0,0 3 0,0-4 0,3 2 0,-2-3 0,2 1 0,6 6 0,-5-6 0,4 3 0,-4-4 0,4-3 0,4 1 0,0-3 0,12-2 0,-13-1 0,8-3 0,-8 0 0,5-9 0,0 3 0,-7-1 0,0-4 0,-13 9 0,5-5 0,-7 7 0,1 1 0,-3 2 0,-1 7 0,-8 6 0,1 1 0,-4 5 0,4-7 0,0 4 0,2-3 0,3-4 0,0-3 0,3-3 0,1-4 0,2 2 0,4-4 0,-3 3 0,2 0 0,-1 0 0,0 0 0,-2 1 0,-2 1 0,1 0 0,-1 0 0,3 0 0,1 5 0,2 0 0,8 7 0,-3-6 0,7 3 0,0-5 0,1 0 0,1-1 0,-10-2 0,-4-2 0</inkml:trace>
  <inkml:trace contextRef="#ctx0" brushRef="#br0" timeOffset="59564">13098 10005 24575,'-13'19'0,"6"-8"0,-7 6 0,4-4 0,0-1 0,-5 4 0,5-5 0,-4 3 0,-1 2 0,3-2 0,-3 1 0,4-3 0,-4 1 0,-3 6 0,3-2 0,-3 8 0,6-11 0,3 6 0,-2-4 0,4 4 0,-6 10 0,3-6-1077,-1 4 1077,2-8-34,-1 5 34,3-1 0,-4 5 0,8 0 0,-3-8 0,6-1 0,0-7 0,0 0 0,0 8 0,0-7 1075,0 4-1075,0-2 36,3-2-36,-1 12 0,3-10 0,0 16 0,-1-18 0,5 11 0,-3-13 0,4 5 0,0-3 0,-3-4 0,2-2 0,-4-3 0,2 1 0,4 1 0,-1 0 0,12 0 0,-9-1 0,10-3 0,-1-2 0,0 1 0,10-3 0,-16 2 0,5-3 0,-13 1 0,3-2 0,0-1 0,-4 0 0,3-2 0,-5 2 0,4-2 0,-3 2 0,1 1 0,-3-1 0,-3 4 0,-6 4 0,-5 1 0,-3 9 0,5-7 0,1 0 0,3-1 0,4-5 0,2 4 0,1-3 0,0 7 0,0 9 0,-1 0-3277,2 15 0,-2-21 3219,2 14 1,-3-23-1,0 5 1</inkml:trace>
  <inkml:trace contextRef="#ctx0" brushRef="#br0" timeOffset="60555">13138 11135 24575,'4'-4'0,"1"2"0,-2 4 0,1 2 0,-4 1 0,-4 3 0,-1 1 0,-6 4 0,2-3 0,2-1 0,2-2 0,0 0 0,-1 5 0,-1-3 0,1 2 0,0-1 0,1 4 0,-2 3 0,0 2 0,-4 9 0,2-9 0,-5 12-545,1-13 545,-5 9 0,6-12 0,0-1 0,-6 11 0,-3 0 0,11-9 0,2-8 0,4 4 0,0-7 0,1 9 0,-1-4 0,0 3 0,0-1 0,-1 9 0,0-6 0,0 11 0,-2-7 0,3 3 0,-3 1 0,3 0 0,-2 5 0,4-11 0,-1 5 0,3-14 545,0 2-545,3 2 0,-2-4 0,2 3 0,-2-4 0,1-1 0,1 3 0,0-4 0,0 3 0,-1-5 0,2 1 0,-2 0 0,9 6 0,-5-4 0,8 4 0,-8-4 0,3-3 0,-4 2 0,1-3 0,-3-1 0,7-9 0,9-10 0,0-1-656,-6 3 1,-1 2-1,-3 4 1,-1-2 0</inkml:trace>
  <inkml:trace contextRef="#ctx0" brushRef="#br0" timeOffset="62460">13799 5308 24575,'0'7'0,"0"7"0,0 0 0,0 8 0,0-5 0,0 6 0,1-10 0,-1 6 0,2 1 0,-1 3 0,1 7 0,1 4 0,-1-14 0,-1-1 0,1 6 0,1 6 0,-2-19 0,1 8 0,1-1-3277,-2 2 0,1-7 3047,1 4 230,-1-8 0,1 3 0,-2 6 0,2-7 0,-2 6 0,0-5 0,0 0 0,0-4 3276,1 0 0,-1-5-3044,2 0-232,-3 1 0,1-1 0,-1 2 0,0-4 0,0 1 0</inkml:trace>
  <inkml:trace contextRef="#ctx0" brushRef="#br0" timeOffset="63538">13792 5919 24575,'1'12'0,"2"7"0,-3-5 0,3 8 0,-1-7 0,1-1 0,1 17 0,0-16 0,2 12 0,-1-13 0,1-1 0,-3-4 0,1-6 0,-3-7 0,0-12 0,-1 1 0,0-7 0,0 5 0,0 0 0,0-5 0,0 5 0,0-1 0,0 7 0,-1 0 0,-1 3 0,0-1 0,1-1 0,2 3 0,2-3 0,5 6 0,0-2 0,1 3 0,-4 0 0,5 4 0,-4 1 0,2 4 0,-4 0 0,-4 6 0,0-4 0,-4 9 0,1-5 0,-4 5 0,0 2 0,2-8 0,-1 1 0,-1-6 0,3-3 0,-7 7 0,3-3 0,-1 3 0,2-4 0,3-1 0</inkml:trace>
  <inkml:trace contextRef="#ctx0" brushRef="#br0" timeOffset="67062">15899 7260 24575,'-5'0'0,"1"0"0,1 0 0,0 0 0,-3 0 0,-16 0 0,3 0 0,-1-1 0,1 2 0,-4 0 0,-4 1 0,4 1 0,4-1 0,-3 0 0,3-1 0,0 2 0,1-1 0,-5 3 0,9-5 0,-11 3 0,10 1 0,-2-1 0,-4 2 0,8-5 0,-9 3 0,14-2 0,-3 1 0,2 1 0,3 1 0,-13 4 0,8-3 0,-7 5 0,4-5 0,1 4 0,-6 0 0,3 5 0,-2-1 0,6 1 0,1-1 0,5-2 0,-5 9 0,6-6 0,-3 3 0,4 15 0,2-19 0,-1 19 0,3-20 0,1-1 0,1 2 0,1-6 0,0 3 0,2-1 0,-2-1 0,2 1 0,0 0 0,1 2 0,2 1 0,6 7 0,-2-6 0,2 8 0,0-10 0,-3 2 0,13 4 0,-9-5 0,9 0 0,-6-5 0,3-3 0,6 2 0,3-3 0,-9-1 0,1-1 0,14 1-586,-15-1 1,0-1 585,14 0 0,-5 0 0,-7-1 0,-1-1 0,6 0 0,7-1 0,-14 0-34,3 0 34,1 1 0,-1-1 0,10-1 0,-14 2 0,8-3 0,-9-1 0,5-2-3277,7-7 169,-12 4 2826,10-8 282,-12 7 0,11-4 0,-4 1 0,-1 4 0,-3 0 0,-8 5 764,-1 1-764,-8 3 24,-1-1-24,1 0 3276,-2 0 0,2-3-2744,0-4-532,5-7 0,-4 2 0,4-9 0,-3 9 0,0-1 0,0 3 0,-4 3 0,1-6 0,-4 6 0,2-1 0,-4 3 0,2 1 0,-7-4 0,2 1 0,-18-1 0,5 1-1380,-15 2 1380,15 2 0,-2 1-911,-3 3 1,-4 1 910,-3-3 0,-3-2 0,0 2-1093,3 2 1,0 3 0,-2-2 480,1-2 0,-1-1 1,-1 0-1,0 1 612,3 0 0,0 1 0,0 0 0,0 0-670,1-1 0,0 0 1,0 0-1,0 0 670,-7-1 0,1 0 0,2 1-194,7 0 0,2 1 0,1 0 194,-5 0 0,4 1 0,0-1 0,9 2 0</inkml:trace>
  <inkml:trace contextRef="#ctx0" brushRef="#br0" timeOffset="68599">16212 4813 24575,'-1'27'0,"0"2"0,-1-1 0,0 1 0,1 7-1393,-1-6 1,1 0 1392,-1-1 0,2 2 883,-1-6-883,1-1 458,0-10-458,0-6 0,0-21 0,0 0 0,0-21 0,-2 10 0,0-2 0,0-1 0,-2 0 0,-1 4 0,-1-5 0,1 4 0,-1-3 0,-1-2 0,-1 2 0,2 12 0,0-1 1444,2 11-1444,-1 1 0,1 3 0,-10 4 0,-8 4 0,1-2 0,-2 1-524,1 1 0,-3 1 524,-11 3 0,0-1-1065,17-4 0,1 1 1065,-7 1 0,3-2 0,9-2 0,5-1 0,2-3 0</inkml:trace>
  <inkml:trace contextRef="#ctx0" brushRef="#br0" timeOffset="77138">19316 7176 24575,'-9'0'0,"-5"-1"0,-6-1 0,2 0 0,-3 0 0,2 0 0,0 2-526,-4-2 1,0 1 525,-12 1 0,0 0 0,15 1 257,-4-1-257,8 5 0,2-5 0,-6 3 0,4-3 0,-5 1 0,4 1 0,-6 0 794,4 1-794,-6-3 0,-5 5 0,4-2 0,6 1 0,3-1 0,7-1 0,-4 2 0,6-2 0,-2 4 0,7-4 0,-9 5 0,7 0 0,-14 9 0,8-2 0,-6 3 0,8-4 0,0-2 0,2 4 0,-3 4 0,4-3 0,0 4 0,2-2 0,3 1 0,-2 7 0,3-9 0,0 2 0,2-9 0,2 4 0,0-2 0,5 6 0,-1-1 0,-2-1 0,4 0 0,-2-4 0,3 0 0,9 5 0,-6-4-626,19 5 626,-12-8 0,12 0 0,-11-3 0,1-1 0,-3-1 0,1 0-1093,5 0 1,3-1 0,-2 0 585,-1 1 0,0-1 507,6 0 0,-1 0-583,-8-2 1,-1 1 582,-2 0 0,2 1 0,10 1 0,0-1 0,-13-1 0,0 0 0,9 2 0,0 0 0,2 1 0,-10-3 0,1 0 0,0-1 0,0 0 0,-1-3 0,1 0 0,11-3 0,0-1 0,0-2 0,1-1-925,1 0 0,-1 0 925,-3-2 0,-3 0 0,-6 2 0,-1 0 0,6-4 0,-3-1 395,-15 11-395,-3-4 3276,-1 6-2983,-1-18-293,-1 11 1336,2-20-1336,-1 2 0,1-12 0,-1 5 0,-2-2 0,-3 2 1506,-5 2-1506,2 7 0,-2 0 0,-9-8 0,6 13 0,-1 1 0,-4 1 0,-8-1 0,4 11 0,-6-1 0,3 4 0,0 1 0,-6 1 0,-2 1 0,20 0 0</inkml:trace>
  <inkml:trace contextRef="#ctx0" brushRef="#br0" timeOffset="79264">18847 7879 24575,'-4'7'0,"0"-3"0,-2 2 0,1 0 0,-2 2 0,-1 0 0,0 1 0,0-2 0,0 3 0,2-3 0,-2 2 0,0-1 0,2 1 0,-6 5 0,4-3 0,-2 3 0,2-3 0,0 2 0,-4 3 0,0 1-3277,-3 6 0,6-12 3047,-7 12 230,7-11 0,-3 5 0,0 3 0,6-10 0,-3 6 0,6-13 3276,-2 6 0,1-5-3044,2 2-232,-1-2 0,3 0 0,-2 4 0,1-2 0,-1 0 0,0-3 0</inkml:trace>
  <inkml:trace contextRef="#ctx0" brushRef="#br0" timeOffset="79617">18567 8562 24575,'0'0'0</inkml:trace>
  <inkml:trace contextRef="#ctx0" brushRef="#br0" timeOffset="80900">19336 8408 24575,'-19'-1'0,"0"2"0,-8 0 0,8 1 0,-2-4 0,10 2 0,-8-3 0,1 0 0,3 0 0,-7-5 0,8 4 0,-4-2 0,9 3 0,-1 1 0,5 1 0,1 0 0,0 2 0,2-2 0,-1 2-820,-6 0 1,6 0 0,-4 0 0</inkml:trace>
  <inkml:trace contextRef="#ctx0" brushRef="#br0" timeOffset="82426">18063 7574 24575,'0'6'0,"0"-1"0,-1 5 0,0 1 0,-1 8 0,0 4 0,0 2 0,1 4-3277,1 8 0,0-17 3162,1 2 0,0 0-178,3 2 293,-2-3 0,1 2 0,1 0 0,-1-2 0,-1 0 0,0-1 0,1-1 0,1-1 0,-1 14 0,0-8 0,0 6 0,-2-11 0,1 1 0,1 12 0,0 4 0,0-2 0,0-4 0,0-6 0,0-1 0,0-1 0,-1-3 0,1-1 0,2-1 0,0 12 0,4-6 0,-3 0 0,2-7 3276,1 5 0,-4-9-2751,5 4-525,-4-5 0,4 4 0,-5-7 0,7 6 0,-4-7 0,6 5 0,4 0 0,-4-2 0,12 2 0,5-1 0,-12-7 0,1-1-243,-1 4 0,1-1 243,2-1 0,0 0 0,1 4 0,-1-1 0,1-1 0,-1 0-686,1 2 0,0 0 686,-3-1 0,0-1 0,-2 1 0,2 0 0,7 3 0,-1 0 0,-9-5 0,2 0 0,13 2 0,7 1 0,-6-2-1558,-14-4 1,1 0 1557,6 1 0,6 1 0,1 1 0,-4-3-1544,5-1 0,0 0 1544,-2 0 0,2 0 0,2 0 0,-3-2 0,2 1 0,-1-1 0,-3 0 0,-4 0 0,-3 0 0,2 0 0,10 0 0,2 0 0,-3 0-590,-8 1 1,-2 0 589,6-1 0,1 1 0,-1 0 0,-2 0 0,8 0 0,-17-1 0,-1 0 315,9 4-315,-2-3 2321,-1 2-2321,-11-3 0,6 0 0,-7-3 3276,5 1-3102,-10-3 2108,11-2-2282,-3-1 0,11-2 0,-6 2 0,1 2 0,0-1 104,1 2 1,-1-1-105,-3-1 0,7-2 0,-3-7 0,-11 5 0,0-15 0,-8-2 0,0 3 0,-1-3-1093,-2 2 1,-1-1 0,0 0-547,2-2 1,-2-2 1635,-1 3 0,0-5 1,-1 1-1,-1 4-1636,-1-2 1,-1 2 1611,1-2 1,0-2 0,-1 2-869,-3-4 0,-1 2 895,2 7 0,-1 0 0,0-1-835,-1-5 1,0-1-1,-1 1 835,1 3 0,0 1 0,0-1 0,-1-2 0,1-1 0,1 3 880,-1 2 0,1-1-880,1-3 0,-1-3 0,2 0 0,-1 6 0,2 1 0,-1-1 0,1 1 0,-1 0 0,1-1 0,1-5 0,0 0 0,0 6 24,1 0-24,1 1 0,1 6 0,1 17 0,0-1 0</inkml:trace>
  <inkml:trace contextRef="#ctx0" brushRef="#br0" timeOffset="87435">18221 8476 24575,'2'5'0,"1"3"0,-2-2 0,1 7 0,-1-7 0,-1 2 0,0-2 0,0-2 0,0 3 0,0-1 0,2 4 0,-2-3 0,2 4 0,-2-1 0,0 0 0,0 3 0,0-4 0,0 5 0,0 3 0,0-2 0,0 0 0,0 1 0,0 4 0,-3 17-575,2-14 575,0-3 0,-2-2 0,-1 2 0,0 14 0,-2-8 0,1 4 0,0-1 0,-2 0 0,-1 4-626,-1-3 626,-1 3 0,0 1 0,1-9 0,0 2 0,2-7 0,0 0-1394,-2 7 0,0-1 1394,-1 0 0,2 5-208,4-7 208,2-4 0,1 2 0,1-7 528,1 5-528,2-1 0,0 12 0,2-5 2428,-1 6-2428,-2-5 0,4 5 0,-1 0 0,1 1 0,2-6 0,-2-5 0,2-2 0,5 3 0,-1-3 808,5 1-808,-5-4 0,2 2 0,-1-3 0,-1 1 0,-3-4 0,2 1 0,0 0 433,1 0-433,9 5 0,-11-9 0,11 5 0,-4-9 0,6 2-1639,-2-3 1,-1-2-1639,0 4 3162,11-3 0,4 1-855,-14-2 0,2 1 970,1 0 0,4-1 0,0 1-1093,5 3 1,1 0 0,-4 0 783,-5-2 1,1 0 308,8 4 0,4 1 0,-6-1-428,-13-4 0,-1 1 428,5 1 0,4 0 0,-2 1 0,3-1 0,-2 0 0,-2 1 0,-1-1 0,2-1 0,-1-1 0,5 5 3276,-3-7-3081,-5 2-195,3 1 0,0-2 0,1 2-152,-6-1 1,1 0 151,4-2 0,2 1 0,1 1 0,1 0 1638,-1-2 0,1-1-1590,3 1 1,0-1-49,-2 0 0,-3-1-3277,8-3 3172,-12 2 105,-8 0 0,-14-4 2030,3-5-2030,-2-7 1501,3-5-1501,3-1 0,0 4 0,6-11 0,-8 17-154,10-21 154,-8 15 0,8-15 0,-6 11 0,0 0 0,3-8-444,-4 7 0,-2 0 444,4-12 0,-5 13 0,0 0-562,0-2 0,1 0 562,-1 0 0,-1 0 0,4-6 0,-1 2 0,-2-7 0,2 7 0,1-1 0,0-6 0,1 9 0,0-4 0,-3 3 0,-1-3 0,1 4 0,1 1 0,0 2 0,-2-4 0,-2-1 0,1 5 0,2-4 0,-3 7 0,-1-1 3276,3-10-2058,0 10 0,-1 2-1022,-1-3-196,5-4 0,-7 24 0,1-2 0</inkml:trace>
  <inkml:trace contextRef="#ctx0" brushRef="#br0" timeOffset="90847">18270 9913 24575,'8'11'0,"0"-3"0,-4 4 0,1-4 0,1 8 0,-1-6 0,-1 4 0,1-3 0,-3 3 0,2 0 0,-1 0 0,-1 3 0,2-5 0,-3 5 0,1-7 0,0 7 0,4 3 0,-2-3 0,0 2 0,-2 0 0,-2-5 0,1 15 0,-1-15-3277,2 21 0,-2-24 3047,0 16 230,1-16 0,-1 3 0,2 1 0,-2-7 0,0 4 0,0-4 0,0 4 0,0-1 3276,0 2 0,0 2-3044,0-5-232,0 2 0,0-2 0,0 1-3277,-3 8 0,2-8 3047,-4 11 230,4-10 0,-5 13 0,4-8 0,-2 4 0,2-10 0,-2 6 0,3-4 3276,-3 6 0,2 1-3044,-4 5-232,2-2 0,-3 2 0,4-5 0,-2-5 0,3 2 0,-1 7 0,3-10 0,-1 9 0,1-11 0,0 3 0,0 2 0,0-4 0,0 6 0,0 1 0,1-4 0,2 3 0,-1-6 0,5 2 0,-6-6 0,5 1 0,-2-4 0,0 2 0,6 5 0,-5-6 0,6 6 0,10 3 0,0 4 0,6 0-813,-2-1 813,-7-9 0,6 2 0,4 0 0,0-2 0,-10-3 0,1 0 0,12 1 0,1 2 0,-4-5 0,1 5 0,0-4 0,-3 3 0,1 0 0,-4-5 0,0 0-1008,1 3 0,2 1 0,-2-1 1008,2-1 0,0-2 0,8 4 0,-3-1 0,3 0 0,-9-4 0,0 1-552,2 3 552,-9-4 0,1 1 0,14 3 0,-10 1-1639,4-3 1,-1 0-415,-6 1 2053,11 1 0,2 0-332,0-4 332,-9 1 0,1-1 0,-3-2 0,-1-1 0,5 0 1895,-1-1-1895,-7-4 423,-4 0-423,4-3 3276,-9 2-238,3-3-3038,-8 3 1419,6-4-1419,-4 1 0,7-4 0,8-8 0,-9 9 0,6-9 0,-10 7 0,4-10 0,-3 7 0,0-1-268,-2 1 1,0-3 267,2-2 0,1-4 0,-2 2-1191,1-4 0,-1-1 1191,0 2 0,1-2 0,-1 3 0,0 0 0,-1 1 0,3-7 0,-1 2 0,1 0 0,-3 11 0,0 1 0,-4 1 0,5 4 0,-5 1 0,0 8 0,-1 2 0,-2 1 0</inkml:trace>
  <inkml:trace contextRef="#ctx0" brushRef="#br0" timeOffset="93584">18434 11261 24575,'5'21'0,"0"0"0,4 8 0,-6-3 0,-2-9 0,1 14 0,-2-13 0,-2 2 0,0 1 0,-4 5 0,-1 8 0,-2 3 0,3-13 0,-1 0-968,-1 7 1,0-2 967,2-9 0,0-1 0,0 0 0,-1 1 0,-2 8 0,0 2 0,1-3 0,1 0 0,0-1 0,1-1 0,0 10-50,1-10 50,1 3 0,1-8 0,0-1 0,0 8 0,-2 1 0,1-1 0,-1 0 0,2-6 0,-1 0 0,-2 10 0,-1-3 0,0-3 0,-1 4 0,2-12 0,-3 18 0,5-12 0,-2 11 0,5-14 0,1-2 0,6 3 1429,1-6-1429,2 5 556,2-5-556,-2 3 0,2-3-3277,4 14 0,-7-19 3047,7 18 230,-5-19 0,11 12 0,-3-9 0,2 0 0,5 0 0,4 0-1093,-4-3 1,3-1 0,-2-1 462,3 2 0,1-1 630,2-3 0,2 0 0,-1-1-654,1 1 0,2 0 654,-4-1 0,5 0 0,3 0 0,-2 0 0,-6 0 366,-2 0 1,-4-1 0,2 1-367,3-1 0,3 1 0,1-1 0,-2 1 0,-5-1 0,4 0 0,-3 0-229,-4 0 0,0-1 1,1 1 228,4 0 0,0-1 0,-3 1 0,-7 0 0,0 0 0,5-1 0,3 0 0,-4 0 0,7 1 0,-5-2 0,1 0 0,8-2 0,-13-2 0,2-2 3276,-11-3-2459,2-1 1242,-4 0-2059,-2-2 0,5-2 0,-4 1 0,5 0 0,6 3 0,-5 1 0,10-2 3276,-5-1-2059,5-7-1217,-11 1 0,1-9 0,-15 5-3277,-2-16 1340,-2 18 1937,1 0 0,-1-1-503,-3-7 503,0-8 0,2 14 0,-1 1 0,0-9 0,-2 1 0,1 0-605,3 4 605,-3-2 0,0-1 0,2-8 0,-4 7 0,2-6 0,0 0 0,-1 0 0,2 6 0,1-1 0,3 8 0,1 2 0,-1-6 0,0 5 0,0-2 0,-1-15 0,0-1 0,1 11 0,0-1 0,0-9 0,0 2 0,1 14 0,-1 3 0,1 0 3276,-2-13-317,2 8-2959,0-4 0,0 0 0,0 2 718,0 7-718,-1 0 0,1 9 0,-2-5 939,2 4-939,0 0 0,-1 2 0,0 4 0,-1-5 0,1 5 0,0-5 0,1 7 0,0-2 0</inkml:trace>
  <inkml:trace contextRef="#ctx0" brushRef="#br0" timeOffset="95291">19852 10883 24575,'-2'22'0,"0"8"0,1 2 0,-1 2 0,2-6 0,0-1 0,-1-3 0,-1-2 0,0 11 0,0-13 0,1-1 0,1 0 0,-3 7 0,1 4 0,-4 6 0,1-11 0,0 2 0,1-7 0,3-10 0,-1 0 0,2-3 0,0-3 0,0 4 0,0-5 0,0-11 0,2-1 0,0-16 0,3 4 0,1-12 0,-4 12 0,5-11 0,-6 15 0,1-19-1639,0 16 1,-1 1-1639,1-9 2812,0 5 1,1 0 464,0 0-167,0 5 1,-1-2 166,2-17 0,0 15 0,-2-11 0,-1 14 0,1-12 0,-2 8 0,1 2 3276,-1 1-279,0 2-1978,0 0-1019,0 4 0,-1-1 0,1 6 0,-5-14 0,5 8 524,-3-9-524,3 1 0,0-3 0,0 3 0,3-10 0,0 4 0,2 0 0,2-5-3277,0 0 0,-2 11 3047,2-10-3047,-5-1 2017,1 17 402,-2-4 1,-1 1 857,0 9-158,5-14 158,-3 6 0,2-11 0,1 7 0,-2-4 0,2 2 3276,1-4-2943,1 1-333,-1-3 3276,1 9-1156,-3-2 1156,-1 12-2799,1-5-41,-3 6-436,3-5 0,-1 1 0,0-7 0,1 8 0,0-9 0,1 1 0,2-2 0,-4 4 0,6-6 0,-7 2 0,4 0 0,-3-11 0,0 16 0,-1-10 0,1 8 0,-3-8 0,1 13 0,1-14 0,1 8 0,-1-5 0,3-10 0,-2 18 0,0-10 0,-2 12 0,0-3 0,0-1 0,0 8 0,-1-3 0,0 7 0,0-5 0,0 3 0,0 1 0,0 0 0,0 1 0,0-1 0,0-9 0,0 8 0,0-14 0,0 9 0,4-16 0,-3 15 0,5-12 0,-3 14 0,0-8 0,0-8 0,0 4 0,0-5 0,1 5 0,0 2 0,-1 7 0,0-4 0,2 4 0,2-7 0,-1-2 0,1 3 0,-2 4 0,0-8 0,-1 12 0,2-12 0,-4 12 0,2 0 0,-3 5 0,0 1 0,-1 6 0,2-1 0,-2 4 0,1 1 0</inkml:trace>
  <inkml:trace contextRef="#ctx0" brushRef="#br0" timeOffset="98082">13222 6776 24575,'5'-1'0,"1"-1"0,3 2 0,4 0 0,-2-1 0,6 0 0,3 0 0,4 0 0,2 0 0,-6-2 0,-6 3 0,1-3 0,-12 3 0,-3 3 0,-5-2 0,-3 4 0,1-2 0,4 1 0,-7 0 0,5 2 0,-4-2 0,1 3 0,-3-1 0,5-2 0,-1 2 0,5-6 0,1 1 0</inkml:trace>
  <inkml:trace contextRef="#ctx0" brushRef="#br0" timeOffset="99779">13250 6819 24575,'3'9'0,"-1"-1"0,4 1 0,-1 1 0,0-4 0,-1 4 0,1-4 0,0 4 0,1 0 0,0-2 0,2 3 0,-2-1 0,2 1 0,-4-2 0,1-3 0,-2-1 0,2-2 0,-3 2 0,2-4 0,-3 2 0,3-1 0,-1 1 0,-2-3 0,1 0 0,-4-6 0,1 1 0,-1-3 0,-1-2 0,3-1 0,-4-8 0,1 6 0,-1-5 0,1 7 0,-2-1 0,3 0 0,-2 3 0,4 3 0,-2-2 0,17 3 0,-1-3 0,9 5 0,0-1 0,-10 3 0,2 0 0,-9-1 0,-5 5 0,-1 2 0,0 4 0,-3 0 0,0-1 0,0-3 0,-2 3 0,-4 2 0,3-1 0,-6 3 0,3-2 0,-2 2 0,1 0 0,4-4 0,3-1 0,1-2 0,2-3 0,-1-1 0,3-6 0,2-1 0,9-12 0,-7 8 0,9-12 0,-12 15 0,2-4 0,-8 22 0,1-7 0,-7 24 0,2-13 0,-1 9 0,0-9 0,3 4 0,2-10 0,1 3 0,1-13 0,0-3 0,1-9 0,0 5 0,0-4 0,0 8 0,-2-2 0,1 3 0,-3-2 0,3 2 0,-1 5 0,1-2 0,1 10 0,-2-8 0,2 4 0,0-1 0,0-2 0,0 0 0,0-1 0</inkml:trace>
  <inkml:trace contextRef="#ctx0" brushRef="#br0" timeOffset="101828">407 8227 24575,'9'-6'0,"5"-2"0,-2 0 0,0 0 0,-6 2 0,0-3 0,-2-1 0,4-8 0,-4 4 0,5-7 0,3-5 0,1 4 0,2-2-1639,4-3 1,3-1 1566,-6 7 1,2-1-1,1 1 72,4-3 0,2 1 0,-1 2 0,-2-1 0,0 2 0,-1 4 0,1-1 0,-2 2-319,-1 1 1,-1 1 318,3-1 0,0 1 0,-5 1 0,-1 0 0,10-4 0,-15 10 0,2-4 0,-9 11 0,0-5 0,-3 5 0</inkml:trace>
  <inkml:trace contextRef="#ctx0" brushRef="#br0" timeOffset="107048">15858 2827 24575,'6'-9'0,"6"-17"0,-5 11 0,2-7 0,0 0 0,-2 6 0,3-5 0,0 1 0,0 4 0,9-12 0,-3 9 0,0 1 0,1-1 0,3-3 0,0 2-3277,1 2 1117,-1 0 2011,-3 4 0,0 1 149,2 0 0,-1 0 0,1-1 0,1 2 0,-4 1 0,0 1 0,4 0 0,0 0 0,1 0 0,1-1 0,-1 1-555,-1 3 1,0 1 554,7-5 0,1 1 0,2 4 0,0 0 0,-6 0 0,1-1 703,10-2 1,0-1-704,-14 4 0,-1-1 0,7-3 0,0 1 0,-7 3 0,-1 0 0,10-5 0,-1 0-64,-10 5 0,0-1 64,11-4 0,1-2 0,-8 6 0,-1-1 0,-2 0 0,0 1 0,1 0 0,-2 2-28,6-4 28,4 2 0,-9 1 0,-9 5 1211,0-3-1211,-6 3 2294,1-1-2294,0 2 2049,0 0-2049,0 0 39,2 0-39,-2 2 0,3-2 0,-5 1 0,0-1 0</inkml:trace>
  <inkml:trace contextRef="#ctx0" brushRef="#br0" timeOffset="108128">17115 2031 24575,'4'25'0,"0"0"0,-1 0 0,0-3 0,0 5 0,-1-3 0,-1 8 0,2-13 0,0 8 0,3-5 0,0-5 0,-2-3 0,-1-12 0,-3-2 0,3-3 0,-3-1 0,3-4 0,-3-2 0,2-9 0,-2 4 0,-3-6 0,0 0 0,-1-2 0,0 4 0,0 1 0,-2-3 0,1 1 0,-2-9 0,3 9 0,0 1 0,4 10 0,0 5 0,0-2 0,0 2 0,0 0 0,1 1 0,2 0 0,6-1 0,6-1 0,8-3 0,2 3 0,-1 2 0,-5 1 0,1 2 0,-6 0 0,4 0 0,-3 5 0,-4-3 0,-1 4 0,-6-2 0,2 0 0,-1 0 0,-2 2 0,1-1 0,-4 4 0,-4 6 0,-7 2 0,-7 6-545,-4-4 545,5-7 0,1 1 0,-6 3 0,5-4 0,0 0 0,-4 5 0,-7 4 0,5-3 0,6-4 0,6-5 0,12-13 0,5-1 0,6-14 0,5 2 0,-4-1 0,5-1 0,-7 9 0,4-8 0,-5 7 545,-1 2-545,-6 3 0,-1 4 0,-1-1 0,-1 3 0,-5 6 0,0 0 0,-9 5 0,6-4 0,-6 3 0,5-3 0,-2 1 0,5-4 0,2-2 0,3-1 0</inkml:trace>
  <inkml:trace contextRef="#ctx0" brushRef="#br0" timeOffset="114365">21105 1913 24575,'37'-3'0,"0"-1"0,-18 3 0,2-1 0,12-2 0,5 0 0,-3-1-1227,-8 2 1,1-1 1226,3 0 0,5 0 0,3 0 0,-3 0-820,-2 0 1,-1 1 0,-1 0 0,0 0-1,-1-1 1,-1 1 0,0-1 0,0 1 700,4 0 1,1 0 0,1 0 0,0 1-151,-3-1 0,2 1 1,0 0-1,-1 0 0,-1 0 269,-1 0 0,-1 0 0,0 0 0,1 1 0,6-1 0,1 1 0,-1-1 0,-5 1 0,3 0 0,-7-1 0,-10 1-311,5 0 1,-1 0 310,-6-1 0,12 2 0,-21-1 595,7 1-595,-8-5 0,1 5 819,11-4 0,-15 3 0,8 0 0</inkml:trace>
  <inkml:trace contextRef="#ctx0" brushRef="#br0" timeOffset="119271">16210 4026 24575,'-23'14'0,"-1"1"0,8-6 0,-1 1 0,-11 6 0,1 0 0,0-1 0,-2 1 0,7-3-1079,-8 4 1079,1 2 0,12-8 0,1 0 0,-9 9 0,1-5 0,0 0 0,2 3 0,0 0-1374,-2-1 1,-1 1 1373,1 2 0,0 0 0,1 0 0,1-1 0,7-4 0,0 0 0,-6 3 0,1 1 0,7-3 0,1-1 0,-9 10-724,6-6 1,0-1 723,-4 7 0,3-8 0,1 0 0,-3 4 0,6-7 0,-2 0-500,0 0 0,0 1 500,-1 1 0,0-1 0,-1 2 0,0 0 0,-1-1 0,1 0 0,1-2 0,0 0 0,0 0 0,0-1 0,-1 2 0,-1 0 0,0-1 0,1 0 0,-10 11 0,9-10 0,1-1 0,-3 7 0,5-5 322,0 3-322,10-13 0,0 1 0,2-6 0</inkml:trace>
  <inkml:trace contextRef="#ctx0" brushRef="#br0" timeOffset="120263">15093 4910 24575,'3'21'0,"-1"-7"0,2 10 0,-1-8 0,3 0 0,-3-2 0,3 5 0,-3-12 0,1 10 0,-2-15 0,-1-3 0,-1-6 0,-1-7 0,0 3 0,-1 3 0,1-1 0,0 4 0,-1 1 0,-12 13 0,8-5 0,-10 8 0,-2 1 0,3-3 0,-1 2 0,-2 0 0,-7 3 0,-1 1 0,8-6 0,5-3 0,12-7 0,0-4 0,6 1 0,1-14 0,2 4 0,0-4 0,-1 5 0,-2 0 0,0 6 0,-4-3 0,2 7 0,-3 0 0,9 0 0,-8-1 0,8 1 0,-13 10 0,4-4 0,-7 11 0,4-10 0,-2 5 0,2-7 0,8 0 0,-2-2 0,14-8 0,-6 3 0,22-11 0,-12 6-482,-3 2 0,-1 1 482,-2-1 0,0 1 0,-14 13 0,-3-3 0,-5 10 0,-1-5 0,1-1 964,0 1-964,0-4 0,4 1 0,0-3 0,3-1 0,0-1 0</inkml:trace>
  <inkml:trace contextRef="#ctx0" brushRef="#br0" timeOffset="130988">23707 2030 24575,'1'22'0,"1"-1"0,0 3 0,0-1 0,1 13 0,0-9 0,0-1-3277,1 9 2685,-3-15 0,1 0 592,2 16 683,-2-16 1,1-1-684,0 1 0,0 0 0,0-1 0,1-1 0,3 16 726,-4-24-726,3 7 0,0-4 0,-2-5 0,2 8 0,-3-31 0,-1 17 0,1-20 0</inkml:trace>
  <inkml:trace contextRef="#ctx0" brushRef="#br0" timeOffset="131584">23732 2088 24575,'7'15'0,"-2"-7"0,6 8 0,-5-12 0,3 3 0,-1-1 0,0-4 0,-2 2 0,0-4 0,-1 0 0,25-5 0,-11-1 0,3 0 0,-1-2 0,-2-3 0,6-2 0,-9-2 0,-4 5 0,-1-5 0,-8 6 0,2-3 0,-2 3 0,-1 0 0,-1 2 0,-1 8 0,-1 13 0,-1 2 0,1 3 0,0 2 0,0 1 0,-1 0 0,2-3 0,0 1 0,0 5 0,1 2 0,-1-3 0,1 9 0,1-7 0,0 0 0,1 2 0,2-4 0,0-5 0,-2-2 0,-2-15 0,-1-1 0</inkml:trace>
  <inkml:trace contextRef="#ctx0" brushRef="#br0" timeOffset="132163">24156 2235 24575,'6'7'0,"1"1"0,-1-1 0,3 0 0,-7-3 0,4-1 0,-4-2 0,1-2 0,0-1 0,4-1 0,-2 1 0,4-1 0,-2 1 0,-3-2 0,1 2 0,-3-2 0,-2 3 0,-2 0 0,-1 1 0,-3 1 0,-6 5 0,-1 1 0,-11 11 0,3 2-892,-2 4 892,2 4 0,8-11 0,2 1 0,4-5 0,3-5 0,1 1 0,5-5 0,3 5 0,0-3 892,6 4-892,-6-6 0,11 2 0,3-3 0,1 0 0,10-1 0,-12-1 0,8-1 0,-5-2 0,0-2 0,0 0 0,-9-3 0,-3 5 0,-8-1 0</inkml:trace>
  <inkml:trace contextRef="#ctx0" brushRef="#br0" timeOffset="132474">24392 2313 24575,'-3'4'0,"1"2"0,1-2 0,1 0 0,4 1 0,1 1 0,3 2 0,0 0 0,-2-3 0,-1 1 0,-2-2 0,-2 2 0,-1 3 0,-2 2 0,-1 1 0,-3 3 0,-3-3 0,1-1-820,-3 0 1,6-6 0,2-2 0</inkml:trace>
  <inkml:trace contextRef="#ctx0" brushRef="#br0" timeOffset="133332">23793 2927 8191,'7'29'0,"-1"4"1638,-2-15 0,-1 1-878,1 3 1,-2 1-761,0 3 0,0 0 0,-1-4 0,1 0 1425,-2 1 1,1-3-1426,1-1 1752,-2-12-1752,3-8 0,-3-9 0,3-3 3276,-2-23-1638,0 14 0,0-2-1572,0 0 0,0-1-1705,-2-6 1,0 3 824,1 2 814,-3-5 0,3 13 0,-2-3 0,4 12 0,2 4 0,0 8 0,6-1 3276,4-1-2161,8 0-1115,3-4 0,6-7 0,-12 3 0,5-9 0,-8 4 0,0-2 0,-7-2 0,-3 11 0,-6 5 0,0 9 0,0 8 0,0-3 0,4 9 0,-2-8 0,6 9 0,-4-6 0,1-1 0,2-1 0,-3-4 0,3 4 0,-3-6 0,2 7 0,-3-9 0,0 6 0,0-8 0,-3 3 0,5 0 0,-3-2 0,2 2 0,-2-6 0,-1 0 0,-1-1 0</inkml:trace>
  <inkml:trace contextRef="#ctx0" brushRef="#br0" timeOffset="133800">24255 3019 24575,'5'0'0,"1"0"0,-3 1 0,3 0 0,0 2 0,-1-3 0,1 1 0,0-1 0,1-1 0,0-1 0,2-2 0,-3 1 0,-1-1 0,-13 2 0,6 1 0,-32 6-1639,17 8 1,1 2-1639,-16 1 2309,12 9 0,6-1 968,11-13 0,-6 15 0,13-17 0,-1-5 0,3 1 0,2-3 3276,-1-2-614,11 1-2662,5-5 0,6-2 0,1-3 0,1-3 0,-18 8 0,1-2 0</inkml:trace>
  <inkml:trace contextRef="#ctx0" brushRef="#br0" timeOffset="134067">24472 3035 24575,'7'23'0,"0"-6"0,2 1 0,1-2 0,-1-2 0,3 2 0,-6-10 0,1 2 0,0-1 0,-5 0 0,2 2 0,-5-4 0,-5 5 0,-7 1 0,-3 1-820,1-2 1,6-5 0,6-4 0</inkml:trace>
  <inkml:trace contextRef="#ctx0" brushRef="#br0" timeOffset="134862">24022 3587 24575,'0'28'0,"0"-1"0,0 1 0,0 9 0,-2-7 0,0 6 0,1-6-1881,-1 2 1881,-1-1 0,-1 2 0,2-12 0,0 0 0,-1 12 0,1-1 0,-3 2 0,3-4 0,0-1 0,1 5 0,-2-1 0,2-12 0,-5-53 0,5 6 0,0 2 0,-1-4 0,1-2 0,-2-7 0,0-2 0,0 4-978,2 3 1,0 2 977,-2-5 0,0-3 0,1 12 886,2 15-886,-2-16 0,2 18 0,14 9 0,-4 4 0,10 9 865,-7-10-865,-5-3 2085,2-2-2085,3-6 0,-3-1 0,19-15 0,-13 11 0,-1 0 0,0 0 0,0 1 0,13-12 0,-20 29 0,1 13-1639,-5 6 1,-2 6 1615,0-4 0,0 3 1,-1 0 22,1 1 0,0 1 0,-1 1 0,2 2 0,-1 0 0,1-2 0,0 1 0,2-3 0,-1-6 0,2-4 0,3-1 0,-2-5 0,0-3 0,-2-4 0,-2-2 0,-1-2 3276,-2 0-3207,5-1-69,2-1 0,5-1 0,12-7 0,-8 3 0,3-4 0,-12 5 0</inkml:trace>
  <inkml:trace contextRef="#ctx0" brushRef="#br0" timeOffset="135317">24499 3974 24575,'9'0'0,"-2"-2"0,-3-3 0,2-4 0,0 1 0,-1 0 0,-3-3 0,-3 6 0,-3-4 0,-3 4 0,0 2 0,-8 0 0,-1 4 0,-8 3 0,3 3 0,-7 12 0,2 5 0,1-2 0,13-7 0,2 0 0,1 4 0,5-2 0,7-4 0,5-4 0,0-5 0,5 7 0,-6-9 0,10 9 0,-5-8 0,7 2 0,-2-3 0,3-2 0,-3-3 0,5-1 0,-9-5 0,0 1 0,-8 1 0,-1 3 0</inkml:trace>
  <inkml:trace contextRef="#ctx0" brushRef="#br0" timeOffset="135622">24661 3904 24575,'9'10'0,"-1"-4"0,-4 2 0,4 1 0,-3-2 0,7 6 0,-5-6 0,7 14 0,-9-12 0,3 14 0,-8-14 0,0 8 0,0-9 0,0 4 0,-4-7 0,2-1 0,-23 6 0,7-8 0,-2-1 0,-3 2 0,-1-1-1639,0-1 1,2-2 926,-3 1 0,15 0 0,6 0 0</inkml:trace>
  <inkml:trace contextRef="#ctx0" brushRef="#br0" timeOffset="140998">22008 7000 24575,'-12'27'0,"3"-7"0,0 10 0,6-17 0,2 6 0,-1-12 0,2 8 0,-1-5 0,1-4 0,1 9 0,1-8 0,6 14 0,1-4 0,2 1 0,0-1 0,1 0-255,2 5 1,0-1 254,0-4 0,1-1 0,2 0 0,2 0 0,0 1 0,1-1 0,1-1 0,2-1 0,2-1 0,0 0 0,-8-5 0,3 0 0,5 0 0,7 1 0,3 0 0,-1-1 0,-7-1-1203,2 0 0,0 0 1203,2-1 0,8 2 0,3 0 0,-3-1 0,-6-3-1639,3-3 1,-2-1 925,-5 2 0,2 0 0,1 0 713,3-2 0,1 0 0,-4-2-1108,-2 0 1,-1-1 1107,-4 2 0,2-1 0,-2-1 0,-1-3 0,0-3 0,3-5 0,-1-2 0,-9 6 0,0-1 0,8-13 0,-3-1 0,-9 5 0,-3-2 0,-1-1 0,-4 0 0,-2 3 0,-2 0 0,1-7 0,-2 5 0,-2-1 0,-2-5 0,-2-1 0,2 5 0,-1 0 0,-2-2 0,-2 1 0,-1 7 0,-3 1-1191,-11-3 1,-2 2 1190,11 4 0,0 1 0,-7-1 0,-3 1 0,3 3 2845,-3 4-2845,-1-3 0,-4 1 0,2 5 0,2 2 0,4 0 0,1 0 1321,0 1 0,2 2-1321,3 11 0,4-8 0,4 4 0,4-8 0</inkml:trace>
  <inkml:trace contextRef="#ctx0" brushRef="#br0" timeOffset="141972">23321 7283 24575,'21'1'0,"9"8"0,-3-2 0,-2 4 0,5 2 0,-3-1 0,-4-2 0,1 0-820,1 1 1,3 3 0,1-1 0,-5-1-820,-2 1 1,-1 0 545,7 3 1,2 3 0,0-1 194,-7 0 1,-1-1 0,0 0 897,-1-1 0,1-1 0,-1 0 756,8 10 0,-3-1-756,-10-10 0,-1 0 0,-3 1 0,0 1 0,0-1 0,0 2 0,-2 0 0,-1 0 0,4 12 0,-5-11 0,-1 1 0,1 15 0,-2-4 0,0-6 0,-1-1 0,3 6 0,-1-3 0,2 1 0,-2-8 0,0 1 0,5 8 0,0 5 0,0-1 0,1 3 0,-1 1 0,-4-7 0,1 0 0,-1 1 0,0-2-579,2 9 0,0-2 0,-1 1 579,-4-4 0,0 1 0,-2-2 0,-1-5 0,-1 0 0,0-3 0,0-2 0,0 0 0,2 6 0,0 4 0,0-9 0,0-8 0,2 13 0,1 3 3140,1-1-3140,-2-3 0,1 1 0,3 4 0,-1 3 0,0 4 0,-1-3 0,1 0 0,0-1 0,0 2 0,-2-10 0,1 1 0,-1-5 0,0 4 0,1-3 0,0 1 0,-1 2 0,-1 0 0,2-3 0,-1-1 0,-1 3 0,1-2 0,4 11 0,-5-15 0,1 0 0,7 15 0,-4-12 0,-1-1 0,4 2 0,6 9 0,-5-5 0,1-4 0,-1 1 0,4 5 0,-1 1 0,-10-22 0</inkml:trace>
  <inkml:trace contextRef="#ctx0" brushRef="#br0" timeOffset="142911">24771 9731 24575,'13'-10'0,"0"0"0,-3 5 0,9-6 0,4 6 0,-4 1 0,0 2 0,7-1 0,1 7 0,-1 4 0,-6 2-610,3 0 1,2 2 609,-7-1 0,0 0 0,13 7 0,-9-4 0,2 3 0,-2-1 0,-6-3 0,0-1-1093,7 6 1,3 1 0,-4-1 901,-6-3 0,0-1 191,7 5 0,2 2-1328,0 0 0,0 1 1328,-6-4 0,0 0 0,1 0 0,1 2 0,-2-3 0,-3-1 0,0 0 0,11 9 0,1 1 0,-10-11 0,-1 0-214,3 1 0,1 1 0,2 2 214,0 0 0,3 1 0,0 1 0,-1 0 0,3 1 0,-1 1 0,1 1 0,-1-2-224,-1 0 1,0 0-1,0-1 1,-2 1 223,-1-2 0,-1 1 0,-2-1 0,-3-2 0,-4-2 0,-1 0 0,9 10 0,-1-2 0,2 6 0,-4-7 0,1-1 924,-6-6 1,0-1-925,5 5 0,0-1 0,6 7 0,-5-8 0,3 2 0,-3-2 0,-5-5 0,1 0 0,4 4 0,2 1 0,-3-2 0,2 0 0,0-1 2709,-8-7-2709,-5-4 834,-3-1-834,-2-1 2462,-2 2-2462,0 1 300,1 0 0,-1-2 0,2-2 0</inkml:trace>
  <inkml:trace contextRef="#ctx0" brushRef="#br0" timeOffset="143900">26662 11097 24575,'5'-2'0,"4"1"0,-4-1 0,8-1 0,-1-2 0,20-4 0,0-1 0,-1 2 0,-14 3 0,2 0 0,6 2 0,1 1 0,-3-2 0,0 0 0,7 1 0,2 1 0,-1 0 0,-1 1-476,-8 0 1,-1 0 475,14 1 0,0 0-1378,-15 1 0,-1-2 1378,18 0 0,-17 1 0,-1 0 0,3-2-243,-2 2 0,1-1 243,8-1 0,-9 1 0,1 0 0,12 0 0,3 1 0,-12 0 0,-1 0 0,7 0 0,-2 1 0,-1 1-199,7 4 199,-1 1-1093,-3 3 1,4 5 0,-5-3 950,-9-5 0,1 1 142,10 4 0,6 2 0,-2 0-1639,0-1 1,-3-1 1326,-11-6 1,-1 0-57,13 7 1,-4-2 367,-17-7 486,16 8-486,-6-2 0,-5-1 0,5 5 0,-1 1 0,-4-3 0,9 5 0,0 0 0,-3-4 0,-4-4 0,0 1 3276,3 3-2402,9 1-874,-18-7 0,0-1 0,-12-6 0</inkml:trace>
  <inkml:trace contextRef="#ctx0" brushRef="#br0" timeOffset="144912">28538 11379 24575,'21'-12'0,"-11"6"0,11-5 0,-10 6 0,16-4 0,-7 2 0,13 0 0,-10 4 0,11 1 0,-7 1 0,5-1 0,-6 2 0,1 0 0,0 0-1010,-1-1 0,-1-1 0,1 1 1010,5 1 0,2 0 0,-2 1 0,6-2 0,-2 0 0,-5 3 0,3 0-820,-1 1 1,5 0 0,-1 0 0,-6 0-195,-6 0 1,-1 0 1013,3 0 0,4 0 0,0 1 0,-4-1-701,0 0 0,-4 0 701,1 1 0,0 0-1093,5 0 1,1 0 0,-3 0 810,3 2 282,2 0 0,-1-1 503,-15-4-503,8 5 3276,-3-2-2745,-7 0 969,3 0-1500,-1 2 0,-6-4 0,14 10 0,-12-7 0,17 10 0,-6-5 3276,11 7-1696,-9-5 1,0 0-1581,-8-2 0,0 0 524,5 0 0,-1 1-524,3 6 0,-4-8 0,8 13 0,-10-9 0,9 9 0,-12-10 0,14 11 0,-11-11 0,4 8 0,-10-11 0,-9-2 0,-3-5 0,-3-2 0,2 0 0</inkml:trace>
  <inkml:trace contextRef="#ctx0" brushRef="#br0" timeOffset="148178">22877 6954 24575,'-4'-7'0,"0"4"0,-4 0 0,-3 0 0,3 1 0,-7-2 0,5 2 0,-11-5 0,12 4 0,-12-6 0,12 6 0,-7 0 0,2 0 0,4 2 0,-6-3 0,8 3 0,-15-3 0,11 4 0,-10-1 0,6 1 0,3 0 0,-5 0 0,5 0 0,-6 0 0,6 0 0,-2 0 0,1 2 0,2 0 0,-9 1 0,10 0 0,-10-2 0,9 1 0,-9 3 0,-8 1 0,6 2 0,4-4 0,0 0-1345,-3 2 1345,-4-1 0,-3 1 0,-5-1 0,12-1 0,-6-1 0,25-1 0,-6-2 0,2 1 0,1 0 1345,-1 0-1345,2-1 0,2 0 0,0 0 0,1 0 0</inkml:trace>
  <inkml:trace contextRef="#ctx0" brushRef="#br0" timeOffset="150174">26104 4066 24575,'0'32'0,"0"0"0,0 3 0,0-3 0,0-8 0,0-2 0,0 2 0,0 1 0,-1 4 0,0 0-1639,1-8 1,-1 1 1590,1 9 1,-1 4 0,1-4 47,-1-8 0,2 0 0,-1 3 0,0 5 0,0 0 0,1-2 0,1-1 0,1-2 0,-1 1 0,0 2 0,-1 0 0,1 4 0,1-5 0,0 5 0,1 1 0,0 1 0,-1-3 0,1-5-688,-1 1 1,1-4-1,-1 5 688,0-1 0,1 5 0,-1 3 0,0 1 0,1-1 0,-1-3 0,-1-6 0,1 2 0,0-5 0,0 3 0,0 6 0,0 5 0,0-2 0,-1-7 607,-1-7 1,0-1-608,3 16 0,1-5 0,-4-17 0,5 17 0,-5-27 0,1-2 0,-1-3 0,1 0 0</inkml:trace>
  <inkml:trace contextRef="#ctx0" brushRef="#br0" timeOffset="150699">25563 5285 24575,'28'-2'0,"-4"1"0,-1 3 0,5 1-1093,2-1 1,4 1 0,6 0 682,-12-1 0,3 1 1,3 0-1,2 0 1,1 0-1,-1-1 0,0 1 1,-3-1-138,4 1 1,-1-1 0,-1 1 0,0-1 0,2 0 0,2 0 275,-5 0 1,3 0-1,1-1 1,2 1-1,-1 0 1,0 0-1,-1-1 1,-2 1-1,-3-1 52,2 0 1,-2-1-1,-2 1 1,0-1-1,-1 0 1,0 1 218,3-1 0,-1 0 0,-1 0 0,2 0 0,4 0-255,-6-1 1,3 0 0,3 1 0,1-1 0,0 0 0,-1 0 0,-1 0 0,-4 0 0,-4 0 254,4 0 0,-6 1 0,1-1 0,3 0-15,3 0 0,5 0 1,3 0-1,0-1 1,-3 1-1,-5-1 1,-9 1 14,8-4 2236,-3 2-2236,-26 0 0,-5 1 0,-2 2 0</inkml:trace>
  <inkml:trace contextRef="#ctx0" brushRef="#br0" timeOffset="152125">25685 5335 24575,'9'10'0,"3"2"0,4 9 0,-6-10 0,13 17 0,-10-9 0,0 0 0,2 0 0,-1 1 0,2 3 0,0 2 0,-2-3 0,0-2 0,6 10 0,-3-6 0,0 0 0,1 1 0,-2-6 0,0-2 0,-3-1 0,11 11 0,-10-12 0,2 5 0,4 7 0,-2 0 0,-2 0 0,0-1 0,-11-16 0,14 12 0,-12-12 0,10 4 0,-5-6 0,0-4 0,16 0 0,2-2 0,-3-1 0,8 0 0,0 0 0,-12-3 0,3-3 0,-1 0 0,-2-2 0,-1 0 0,-1-2 0,-4 0 0,13-8 0,-9 6 0,10-6 0,0 3-1247,-3 1 1247,5-2 0,1-2 0,-12 6 0,4-2 0,-1-1 0,-1 0 0,5-1 0,0 0 0,1-2 0,-2 3 0,2-2-196,-1 1 0,2 0 196,0-1 0,3-1 0,-2 1 0,1-1 0,0-1-820,-7 5 1,3-1 0,-1 0 0,-5 3 26,-5 2 0,-1 0 793,6-2 0,3-2 0,-4 2-459,9-7 459,-12 8 0,1 0 0,9-8 0,-5 5 0,-4-1 816,-2 2-816,-8-1 298,8-3-298,-10 3 0,2 5 3276,-10 2-1460,-3 8-1147,-11 2-669,-4 2 0,-1 0 0,-16 2-656,14-1 1,1-2-1,2-2 1,13-2 0</inkml:trace>
  <inkml:trace contextRef="#ctx0" brushRef="#br0" timeOffset="154554">25799 5398 24575,'-21'14'0,"2"-3"0,11-7 0,2-1 0,31-14 0,-13 7 0,8-4 0,2 0 0,-8 4 0,9-3 0,-15 6 0,-2 4 0,-9 3 0,-6 8 0,1 1 0,-2-2 0,4-3 0,3-5 0,18-8 0,4-1-734,1-1 0,3-1 734,-2 1 0,2 0 0,8-3 0,-1 1 0,-11 2 0,-1 1 0,6-3 0,-5 4 0,-16 6 0,2 2 0,-24 16 0,7-7 0,-3 0 0,-1-1 0,-3 2 0,-10 5 0,2-3 0,8-5 0,0 1 0,11-7 0,6-1 1468,7-3-1468,13-6 0,5-2 0,7-3-820,-3 3 1,7-1 0,1 0 0,-4 0-820,5-3 1,-1 0 1580,-4 3 1,4 1-1,0-1 1,-5 1 57,6-4 0,-6 2 0,-9 4 0,-3 1 0,2 0 0,-37 15 0,-6 7 0,8-9 0,-3 2 0,-2 2 0,-2 3 0,2-3 0,-6 3 0,-1 0 0,11-3 0,20-13 3276,0-1 0,25-6-3160,-13 0 0,5-1-772,3 0 1,6-2-1,2 0 1,1 0 0,-3 0 599,4-2 1,-3 0-1,3 0 56,1 1 0,3 0 0,-1-1 0,-6 2 0,-1-3 0,-9 4 0,-11 7 0,-6-2 0,-14 11 0,-4 1 0,-3 3 0,-4 1-1639,-10 1 1,-1 2 1451,8-4 0,-1 0 0,-3 1 187,-3-2 0,-6 1 0,-1 0 0,1-1 0,4-1 0,2 1 0,4-1 0,-3 0 0,-1 0 0,-3 0 0,-2 1 0,4-1 0,6-2 1333,6 0 1,3 0-1334,-6 1 0,3-1 0,12-3 0,0-2 0,32-10 0,-6 0-1598,13-3 1,4-1 1597,-13 2 0,2 0 0,0 1 0,3-1 0,3 0 0,2 0-289,-2 2 0,3-1 0,2 0 1,-1 0-1,0 0 0,-4 1 289,0-2 0,-2 1 0,-1 0 0,3 0 0,4 1 0,4-1 0,1 1 0,-7 1 0,-12 1 0,-10 0 0,-7 7 0,-10 2 0,-6 6 0,-7 6 0,-3 0 0,-6 1 0,-3 1 12,2-1 1,-1-1-13,7-5 0,0 0 0,0 1 0,-9 4 0,3-1 3276,-1-2-1122,19-5-2154,8-4 0,35-14 0,-9 0-320,6 1 0,10-1 0,2-1 0,-5 2 320,-9 2 0,-3 0 0,2 0 0,7-2 0,4-1 0,-2 2 0,-10 4 0,-7 6 3276,-28 5-2784,-18 10-492,7-5 0,-3 1-1370,-1-2 0,-2 0 1370,5-1 0,-1 1 0,-2-1 0,-5 1 0,-1 0 0,4-2-1140,6-1 1,2 0 1139,-13 4 0,13-4 0,28-11 0,4-2 0,5 0 0,3-3 0,10-3 0,1-1 0,-8 2 0,0 1 0,12-4 0,-3 2 0,-14 4 0,-7 11 2353,-16 4-2353,-9 4 0,-3 2 0,1-2 0,-3 0 0,-6 1 0,-4 1 0,3-1 0,0-1 0,2 0 0,-7 1 0,6-2 0,16-7 3276,13-4-2286,9-6-990,7-1 0,3-1 0,0 1 0,1-1-286,6-2 0,1 0 286,-1 1 0,-3 1 0,7-2 0,-10-1 0,-3 1 0,-6 4 0,11-12 0,-20 15 0,5-4 0,-8 5 572,-15 9-572,-1-1 0,-8 2 0,-2 0 0,-4 1 0,2-1 0,-1 0 0,-9 2 0,7 0 0,12-3 0,19-3 0,10 0 0,8 2 0,-9-4 0,2 1 0</inkml:trace>
  <inkml:trace contextRef="#ctx0" brushRef="#br0" timeOffset="158137">26714 2042 24575,'15'5'0,"7"0"0,-1 1 0,-7-3 0,7 4 0,7 2 0,-6-1 0,-1 2 0,3 1 0,0 2 0,-2 8 0,-7-7-3277,6 16 0,-14-21 0,6 19 2244,-8-20 3034,5 20-2001,8 0 0,-6 0 0,-1-8 0,2-1 0,6 8 0,-5-1 0,-1-11 0,-2 0 0,-4 0 0,14 9 0,-11-12 0,11 13 0,-12-19 0,7 12 0,-11-15 3276,7 8-798,4-4 631,2 1-3109,17-6 0,-5-13 0,-2 3-659,-7-8 1,-17 12 0,0 0-1</inkml:trace>
  <inkml:trace contextRef="#ctx0" brushRef="#br0" timeOffset="159325">27420 2334 24575,'2'7'0,"-1"1"0,-10 22 0,2-16 0,-2 5 0,-3 2 0,-3 2 0,0-1 0,-7 6 0,5-4 0,1 1 0,-3 2 0,6-6 0,-7 11 0,17-19 0,-8 3 0,10-8 0,-2-4 0,4 1 0,1-3 0,1-1 0,9-7 0,14-19 0,-7 7 0,-1-4 0,-1 0 0,-7 3-1639,2-2 1,-1 0-1639,-6 7 2732,5-17 545,-10 25 0,0-18 0,4 11 0,-3-7 0,6 8 0,-6 4 0,3 3 3276,-3 2 0,14 10-2729,-7-2-547,22 9 0,-16-8 0,13 7 0,-17-11 0,3 9 0,-7-5 0,-1 6 0,-1-4 0,-15 14 0,-13-6 0,10-5 0,-2 1-354,-6-1 1,-1-1 353,4-1 0,1 0 0,-12 6 0,7-3 0,3 0 0,6-2 0,-11 7 0,22-13 0,4-3 0,6-5 0,8-7 0,2-4 0,3-2 0,9-4 0,-16 10 0,16-3 0,-21 11 707,5 0-707,-13 4 0,1 0 0,-5 10 0,2-4 0,-2 8 0,0-5 0,3-4 0,-1-4 0,6-6 0,-1-3 0,0 6 0,-4-3 0,-2 6 0</inkml:trace>
  <inkml:trace contextRef="#ctx0" brushRef="#br0" timeOffset="179281">23137 13267 24575,'20'3'0,"-1"0"0,-1-1 0,1 1 0,6 0 0,2 1 0,4 0 0,0 0-813,-4-1 0,1 1 813,-2-1 0,2 1 0,-4-1 0,12-1 0,-11 0 0,3 2 0,-3-1 0,-4-2 0,1 0 0,13 2 0,6 0 0,-6 0 263,-16-2 1,1 0-264,6 1 0,7 0 0,-2 0 0,-7 0 0,-3-1 0,8 1 0,-2 0 0,-16-2 269,1 0-269,4 0 0,-4-1 0,11-2 0,-15 1 0,-2-1 0</inkml:trace>
  <inkml:trace contextRef="#ctx0" brushRef="#br0" timeOffset="179825">24070 13218 24575,'3'21'0,"0"-7"0,0 8 0,1-6 0,0 1 0,-1-3 0,2 0 0,1 1 0,-2-7 0,0 4 0,-1-10 0,-1 1 0,3-14 0,1 0 0,-2-5 0,-2-3 0,-5 8-3277,-12-14 0,8 15 3047,-8-5 230,18 17 0,0-1 0,18 8 0,-8-5 0,23 6 0,-38-9 0,9 0 0,-34-5 0,16 1 0,-2 2 0</inkml:trace>
  <inkml:trace contextRef="#ctx0" brushRef="#br0" timeOffset="199704">4519 7455 24575,'4'0'0,"9"0"0,-6-1 0,15-1 0,-6-1 0,11 1 0,9-2-693,-15 3 0,1 0 693,7-2 0,1 1 0,-10 1 0,0 0 0,8 0 0,-1 0 0,-1 1 337,6 0-337,3 0 0,-19 0 0,10 0 0,-16 0 0,3 0 0,1 0 0,18-1 0,-6 1 0,0-1 0,2 0 1049,6 1-1049,1 0 0,1 0 0,-14 0 0,-1 0 0,3 0 0,-1 0 0,10 0 0,-20 0 0,9 0 0,-10 0 0,9 0 0,-9 0 0,10 0 0,3-1 0,-3 0 0,8-1 0,-4 0 0,5 0 0,-2 0 0,1 0 0,-2 1 0,-1 1 0,0-1 0,0-1 0,2 2 0,-3 0 0,-4 2 0,13 0 0,0 1-586,-10-1 586,10 2 0,-4 0 0,-21-4 0,9 2 0,3-1 0,4-1 0,8 0 0,-5 0 0,-5 0 0,-3 0 0,1 0 0,4 1 0,1-1 0,4 1 293,-3-1 0,4 1-293,3-1 0,-1 0 0,-15 0 0,0 0-224,19 0 1,-3-1 223,-11-1 0,0 0 0,-12 1 0,-4 1 0,-5 0 0,11 0 0,-4 1 0,19 0 0,-9 1-1639,1-1 1,0-1-1422,-2 1 2794,16-1 266,-22 0 0,11 0 0,-8 0 0,-3 0 0,-2 0 3276,-7 0 0,4 0-2778,-4 0-498,2 0 0,-3 0 0,0 0 0,3 0 0,10-1 0,0 0 0,7 0 0,0-1 0,-3 2 0,14-1 0,-29 1 0,-2 0 0</inkml:trace>
  <inkml:trace contextRef="#ctx0" brushRef="#br0" timeOffset="201711">5327 7093 24575,'4'5'0,"-3"-2"0,-1 1 0,-3 6 0,-3 4 0,3 0 0,-8 5 0,9-11 0,-6 6 0,6-7 0,-1-1 0,0-2 0,1 0 0,-1-3 0,0 3 0,0-3 0,8-1 0,1-1 0,13-1 0,-5 0 0,11 2 0,-7-2 0,6 2 0,-10 0 0,-3 0 0,-6 2 0,-2 0 0,8 1 0,-2-2 0,8 1 0,0-2 0,0 0 0,-2 0 0,-3 0 0,-9 0 0,0 0 0</inkml:trace>
  <inkml:trace contextRef="#ctx0" brushRef="#br0" timeOffset="202355">5518 7078 24575,'1'17'0,"0"-8"0,1 5 0,-1-9 0,2 6 0,2 0 0,2-1 0,1-1 0,-3-5 0,-3-2 0,6-2 0,-4-1 0,16-3 0,-10 2 0,13-2 0,-5-2 0,8-4 0,-10 0 0,-2 1 0,-11-2 0,-3 2 0,0-3 0,-3 3 0,1 0 0,-4 5 0,2-1 0,0 3 0,-4 4 0,4 0 0,-6 2 0,6 0 0,-2-3 0,5 1 0,-1-1 0</inkml:trace>
  <inkml:trace contextRef="#ctx0" brushRef="#br0" timeOffset="202881">5849 7057 24575,'-4'1'0,"2"7"0,0 0 0,2 3 0,1 1 0,3-5 0,5 5 0,-1-4 0,5 0 0,-3-2 0,12-2 0,-12-2 0,9 1 0,-14-6 0,0 1 0,-3-1 0,-1-4 0,-1 3 0,-2-8 0,-1 3 0,-2 1 0,3 4 0,-1 2 0</inkml:trace>
  <inkml:trace contextRef="#ctx0" brushRef="#br0" timeOffset="203535">6112 7049 24575,'0'5'0,"5"5"0,-2-6 0,18 13 0,-5-9 0,6 4 0,-1-6 0,-6-5 0,-2 1 0,9-6 0,-12-3 0,5 0 0,-6-2 0,-7 6 0,1-2 0,-5 3 0,-1 1 0,1 1 0,-1 0 0</inkml:trace>
  <inkml:trace contextRef="#ctx0" brushRef="#br0" timeOffset="205054">5157 7091 24575,'3'-4'0,"0"1"0,-1 2 0,1 1 0,0-2 0,0 2 0,2 0 0,-2-1 0,1-1 0,0 0 0,2-2 0,0 3 0,18-8 0,-9 4 0,11-4 0,-15 6 0,-6 5 0,1 0 0,-3 6 0,0-4 0,0 3 0,-1 2 0,-2-2 0,0 20 0,0-11 0,0 11 0,-2-12 0,1-6 0,-4 1 0,3-4 0,-2 1 0,1-4 0,-1 2 0,1-3 0,2-2 0,5-3 0,5-2 0,20 0 0,4 1 0,1 0-820,-8 2 1,7 1 0,0 0 0,-5 0-820,-3 1 1,1 0 1592,5 1 0,6 0 0,4 0 0,-1 1 0,-7-1-953,-6-1 0,-3 0 0,3 1 999,9 0 0,6 0 0,-3 1 0,-8-1 0,1-1 0,-3 0 0</inkml:trace>
  <inkml:trace contextRef="#ctx0" brushRef="#br0" timeOffset="206520">17180 4381 24575,'-9'5'0,"-8"2"0,-1 4 0,0 0 0,1-1 0,-2 5 0,-7 7 0,20-12 0,-1 0 0,3 13 0,1-14 0,-2 24 0,4-22 0,1 16 0,9 1 0,1-5 0,6 2 0,-7-17 0,14-4 0,-13-6 0,13-2 0,-11-4 0,-5 2 0,0 1 0</inkml:trace>
  <inkml:trace contextRef="#ctx0" brushRef="#br0" timeOffset="207205">17394 4437 24575,'-18'9'0,"1"3"0,-8 7 0,9-5 0,0 0 0,-7 4 0,-3 6 0,16-8 0,13-3 0,-1-3 0,11-4 0,-6-6 0,5-6 0,0 0-1639,4-7 1,-1-1-1639,-1 3 3072,4-7 0,0-1 205,-9 8 0,11-14 0,-10 12 0,-2 4 0,-2 8 3276,0 12 0,3 5-3134,-2-4 128,9 3-270,-9-11 0,8 5 0,-1-4-3277,18 1 2457,-16-2 1,9-2 0,-23-2 0</inkml:trace>
  <inkml:trace contextRef="#ctx0" brushRef="#br0" timeOffset="207883">17640 4451 24575,'5'36'0,"1"1"0,-1-3 0,0-3 0,2 3-1639,0-8 1,-1-2-1639,-3-5 1638,7 8 1,-1-3 547,-6-16 3097,8 7-2006,-15-24 0,2-12 0,-7-10 0,5 0 0,0 5 0,-1 0 0,-2-6 0,4 3 0,0 0 0,-2 1 3276,4-8-824,-1 4-2452,2 19 3188,-1-10-3188,1 19 0,0-4 0,2 4 0,7-12 0,-1 10 0,7-6 0,1 0 0,-6 6 0,16-7 0,-22 12 0,3 1 0,5 12 0,9 12 0,1 3 0,-2-1 0,-10-10 0,-9-10 0,1 2 0,-18 5 0,7-6 0,-22 11 0,15-13 0,-11 6 0,12-7 0,2 2 0,8-4 0,5-1 0</inkml:trace>
  <inkml:trace contextRef="#ctx0" brushRef="#br0" timeOffset="208532">18000 4297 24575,'-30'20'0,"15"-8"0,-9 7 0,17-6 0,4 0 0,0-3 0,7 7 0,0-11 0,5 3 0,2-6 0,-3-1 0,10-2 0,3-9 0,0 0 0,1-5 0,-10-1 0,-4 5 0,1-14 0,-4 12 0,1-6 0,-3 11 0,-1 7 0,-1 2 0,-1 8 0,0-1 0,0-1 0,5-3 0,0-1 0,5-1 0,9-2 0,1-1 0,-6 2 0,19-5 0</inkml:trace>
  <inkml:trace contextRef="#ctx0" brushRef="#br0" timeOffset="208855">18256 4271 24575,'0'19'0,"1"1"0,2 13 0,1-21-3277,4 0 0,-4-7 1328,15 4 1949,-12-7 1719,18-4-1719,-5-8 0,-1 0-656,-6-5 1,-1 0-1,-6 7 1,5-11 0</inkml:trace>
  <inkml:trace contextRef="#ctx0" brushRef="#br0" timeOffset="209075">18457 4274 24575,'9'30'0,"-2"-6"0,3 4 0,-6-15 0,2-7 0,1-27 0,-3 14 0,5-24 0,-7 28 0,-1-6 0</inkml:trace>
  <inkml:trace contextRef="#ctx0" brushRef="#br0" timeOffset="209236">18485 4141 24575,'0'0'0</inkml:trace>
  <inkml:trace contextRef="#ctx0" brushRef="#br0" timeOffset="210153">18778 4165 24575,'-6'0'0,"-24"7"0,12-1 0,-16 3 0,14 0 0,5-4 0,4 3 0,5-4 0,4 2 0,8 12 0,-3-8 0,11 20 0,-8-19 0,15 14 0,-11-19 0,11-2 0,-10-13 0,4-8 0,4-12 0,-6 10 0,-4-1 0,-1-1 0,-2 5 0,-3-2 0,-1-1 0,-4-1 0,-4-13 0,0 10 0,-3-1 0,6 11 0,1 6 0,1 8 0,14 28 0,-8-9 0,8 15 0,-2-4 0,-3-11 0,6 8 0,-8-12 0,0-7 0,-4-4 0,-1-2 0</inkml:trace>
  <inkml:trace contextRef="#ctx0" brushRef="#br0" timeOffset="210934">19023 4162 24575,'-13'3'0,"-15"7"0,18-7 0,-18 12 0,23-10 0,-4 4 0,6-3 0,3-3 0,0 1 0,6 5 0,-1-3 0,4 6 0,1-3 0,-1-1 0,2 0 0,-2-1 0,-3-5 0,0 3 0,0-5 0,-2 0 0,0 0 0,1-3 0,5-6 0,2-5 0,-2 1 0,1-6 0,-9 12 0,3-11 0,-4 16 0,0-6 0,1 10 0,4 0 0,-1 0 0,4 1 0,-2-3 0,-3 1 0,-1-1 0</inkml:trace>
  <inkml:trace contextRef="#ctx0" brushRef="#br0" timeOffset="211777">19238 4077 24575,'-7'6'0,"-1"-1"0,2 3 0,-5 10 0,8-9 0,-4 10 0,4-2 0,3-6 0,-2 2 0,5-3 0,-2-6 0,4 2 0,-4-3 0,2-3 0,-1 0 0,10-3 0,-2-2 0,7-9 0,1-2 0,-5-1 0,0 1 0,-2-2 0,-4-8 0,-6 6 0,4-16 0,-4 15 0,-4-10 0,-1-1 0,-1 8 0,0-2 0,-1 3 0,3 13 0,2 10 0,1 3 0,0 13 0,0 8 0,0 1 0,1 9 0,-1-9 0,1 0 0,5 8 0,0-11 0,2 5 0,2-5 0,-7-10 0,3 2 0,-9-10 0,2-2 0,-4-2 0,4 0 0</inkml:trace>
  <inkml:trace contextRef="#ctx0" brushRef="#br0" timeOffset="212324">17148 4948 19228,'35'-8'0,"1"0"0,-1 0 0,1 0 0,0 0 0,-1 0 0,1 1 0,-1-1 0,1 0 0,0 0 0,-1 0 0,1 0 0,-1 0 0,3 0 0,-2-1 0,0 1 0,-1 0 0,0 0 0,0 0 0,1 0 0,0-1 0,1 1 0,2 0 0,0-1-193,-5 2 0,0-1 0,2 1 1,1-1-1,1 0 0,0 0 0,1 0 1,0 0-1,-1 0 0,1 0 0,0 0 1,-2 0-1,1 1 0,-2-1 0,-1 1 1,-1 0-1,-2 0-135,7-2 0,-1 1 0,-3 0 1,0 1-1,-2-1 0,1 0 1,0 1-1,0-1 0,2 0 1,2 0 177,-6 1 0,1-1 0,2 1 1,1-1-1,0 0 0,1 0 0,0 0 1,-1 0-1,1 0 0,-2 1 0,0-1 1,-1 1-1,-2 0 0,-2 0 0,-1 0 150,9-1 0,-2 0 0,-2 0 0,-1 1 0,-3 0 0,-2 0 0,-2 1 720,7-3 0,-5 1 0,0 1-720,4 0 0,0 0 0,-9 1 0,-14 2 667,-17 5-667,-7 4 0,7-3 0,-2 2 0</inkml:trace>
  <inkml:trace contextRef="#ctx0" brushRef="#br0" timeOffset="225952">4446 7207 24575,'20'-3'0,"-8"1"0,5-4 0,-12 4 0,6-1 0,-6 3 0,-1 0 0,1 0 0,-1 0 0,5-1 0,8 1 0,-4-2 0,4 2 0,-10-1 0,-3 0 0,-2 0 0</inkml:trace>
  <inkml:trace contextRef="#ctx0" brushRef="#br0" timeOffset="227487">4644 7172 24575,'0'6'0,"1"1"0,2 3 0,0-4 0,5 19 0,-7-18 0,6 11 0,-7-18 0,2-3 0,-2 0 0,0-5 0,0 5 0,1-8 0,2 2 0,-1-3 0,2-3 0,0 2 0,-1 3 0,3-2 0,0 8 0,1-3 0,3 2 0,-3 2 0,6-4 0,-4 4 0,0-1 0,6-2 0,-6 5 0,4-3 0,-3 8 0,-7 1 0,4 2 0,-4 0 0,-1-4 0,-1 7 0,-3-2 0,1 2 0,-5 1 0,4-5 0,-4 3 0,4-4 0,-6 9 0,6-8 0,-11 13 0,9-10 0,-7 8 0,8-8 0,-3 2 0,6-10 0,-6 3 0,2-6 0,-3 1 0,-1-4 0,4 3 0,0-2 0</inkml:trace>
  <inkml:trace contextRef="#ctx0" brushRef="#br0" timeOffset="228597">4698 7130 24575,'3'14'0,"1"-1"0,-1 13 0,1-8 0,2 12 0,-2-9 0,3-4 0,-4-11 0,-2-6 0,-2-16 0,-1 8 0,0-5 0,2 8 0,0 0 0,2 2 0,1-1 0,0 2 0,5-3 0,-2 1 0,16-8 0,-8 2 0,6 0 0,-16 11 0,-2 1 0,-6 4 0,2 1 0,-1-2 0,0 3 0,1-4 0,-1-1 0,-4-2 0,2 0 0,-5 0 0,6 0 0,1-1 0,2 0 0</inkml:trace>
  <inkml:trace contextRef="#ctx0" brushRef="#br0" timeOffset="230740">4728 7167 24575,'4'15'0,"0"-2"0,-1 8 0,0-9 0,1 5 0,-3-12 0,0 1 0,1-2 0</inkml:trace>
  <inkml:trace contextRef="#ctx0" brushRef="#br0" timeOffset="233758">227 12855 24575,'13'-11'0,"-4"2"0,0-6 0,-7 8 0,4-14 0,-3 10 0,2-16 0,2 1 0,0-2 0,-2 9 0,1 0 0,3-8 0,-1 8 0,0-1 0,6-9 0,-4 9 0,7-11 0,-9 17 0,8-13 0,0 6 0,-3 5 0,2-1 0,8-7 0,-6 9 0,-4 2 0,0-1 0,10-5 0,-2 4 0,0-1 0,-6 5 0,1 1 0,7-5 0,-1 2 0,3 0 0,-6 4 0,9-2 0,-19 8 0,8-3 0,-8 4 0,-2 0 0,1 0 0,-4 1 0,-2 1 0</inkml:trace>
  <inkml:trace contextRef="#ctx0" brushRef="#br0" timeOffset="235570">726 12188 24575,'5'1'0,"-2"2"0,0 4 0,2 6 0,-2 5 0,5 2 0,-6 0 0,0 3 0,-2-7 0,0 10 0,0-11 0,0 11 0,0-16 0,-1 18 0,1-22 0,-2 10 0,1-16 0,1-2 0,-2-4 0,1-15 0,0 12 0,0-20 0,1 19 0,0-11 0,0 0 0,0-4 0,0 5 0,0-7 0,0 15 0,1-12 0,1 15 0,1 0 0,2 8 0,-2 1 0,17 4 0,-6 0 0,15 5 0,2 2 0,-13-6 0,14 5 0,-20-6 0,10 0 0,-13-1 0,2 0 0,-10 3 0,-3 2 0,-13 17 0,3-11 0,-10 16 0,15-20 0,-3 2 0,5-6 0,3-3 0,-2 1 0,2-2 0,-3-2 0,0 1 0,2 1 0,-3 1 0,7-8 0,-3 3 0,2-12 0,-2 10 0,-3-3 0,0 7 0,0 2 0,2-3 0,-6 2 0,5-3 0,-6 2 0,8 0 0,1 0 0</inkml:trace>
  <inkml:trace contextRef="#ctx0" brushRef="#br0" timeOffset="239228">4274 12925 24575,'-10'3'0,"1"-1"0,2 3 0,1-4 0,5 2 0,6-3 0,1 2 0,9-2 0,-5 0 0,6 0 0,-7 0 0,5 4 0,-8-3 0,18 21 0,-14-13 0,11 16 0,-16-16 0,1 7 0,-6-9 0,3 5 0,-13 9 0,-1-9 0,-7 11 0,-8-14 0,7 2 0,-9-6 0,12 4 0,6-9 0,6 2 0,7-10 0,-1 0 0,1-5 0,-3 6 0,2 3 0</inkml:trace>
  <inkml:trace contextRef="#ctx0" brushRef="#br0" timeOffset="239960">4411 12918 24575,'12'29'0,"-3"-12"0,4 12 0,-3-6 0,-7-11 0,4 9 0,-7-12 0,3-1 0,0-12 0,-1-5 0,-2-7 0,-2-5 0,-6-2 0,5 3 0,-5 2 0,5 10 0,0 2 0,5 4 0,2 1 0,6 2 0,10 1 0,-1 0 0,8-2-3277,6-5 0,-17 1 3162,3-1 0,-1-1 115,-9 1 0,8 3 0,-16 8 0,2 12 0,0-6 3276,4 3 0,-3-9-3044,0-3-232,-2-1 0,0-2 0,-1 0 0</inkml:trace>
  <inkml:trace contextRef="#ctx0" brushRef="#br0" timeOffset="241508">1050 9371 24575,'0'5'0,"0"2"0,-2 14 0,2 0 0,-3 15 0,1-10 0,0 0-509,0-7 0,-1 1 509,-1 8 0,0 5 0,0-3-652,0-6 0,-1 2 652,0 1 0,-1 5 0,1-1 0,0-5 0,0-5 0,1 1 0,-3 7 0,0 8 0,-2 3 0,1-4 0,1-8 0,2-9 0,-1 0 0,-1 8 0,-1 8 0,-1 3 0,1-3 0,0-7 0,1-6 0,-1-1 0,-2 11 0,-1 5 0,0-2 0,1 0 0,0-2 0,-1 2 0,1-3 0,5-9 0,-1-2 0,0-2 0,-1-2 0,2 2 0,-5 6 0,9-11 708,2-3-708,6 12 0,3 5 0,4 3 0,1 1 108,-2 0 0,0 4-108,-2-7 0,1 6 0,1 3 0,1 0 0,-2-3 0,-3-5-1093,-1-5 1,-1-3 0,0 5 1055,1 0 1,1 5 0,1 5 0,1 1 0,0 1 0,-1-1 0,-1-3 0,-2-5-784,-1 0 1,-1-4 0,-1 0 0,2 4 787,0-1 0,1 3 1,0 2-1,0 1 1,1-1-1,-2-2 1,0-2 31,0 3 0,-1-4 0,0 1 0,1 1 0,1 3 0,0 3 0,1 1 0,0-3 0,-1-3 0,0-3 0,1-3 0,0 2 0,1 2 0,2 2 0,-1 0 0,0-6 0,0-3 0,1-3-179,5 12 0,-1-6 179,-8-15 854,-1 4-854,-10-15 0,-2-7 0,-1 4 0,4-4 0,2 7 0</inkml:trace>
  <inkml:trace contextRef="#ctx0" brushRef="#br0" timeOffset="242631">190 10039 24575,'-6'19'0,"1"-6"0,-1 5 0,3-9 0,-1 0 0,3 0 0,1-5 0,4 0 0,-1-2 0,5-1 0,-3 3 0,2 0 0,-2 5 0,2 0 0,1 3 0,-2 3 0,-1 3 0,-4 4 0,-2-2 0,-7 3 0,-2-8 0,-11 6 0,3-9 0,1 0 0,7-9 0,12-16 0,-4 10 0,8-11 0</inkml:trace>
  <inkml:trace contextRef="#ctx0" brushRef="#br0" timeOffset="243398">325 10121 24575,'4'33'0,"-3"-11"0,4-9 0,-3-13 0,1-3 0,0-6 0,3-28 0,-3 12 0,-3-1 0,-1 1 0,-1 5 0,-4-3 0,7 18 0,1 0 0,3 7 0,6-2 0,-3 0 0,3 0 0,-3-2 0,-4 2 0,0-3 0,-2 4 0,-1 3 0,1 2 0,5 15 0,0-10 0,1 9 0,-1-12 0,-5-2-820,2-2 1,-3-3 0,0-1 0</inkml:trace>
  <inkml:trace contextRef="#ctx0" brushRef="#br0" timeOffset="243778">548 9985 24575,'7'22'0,"4"0"0,4 0 0,3-3 0,-7-9 0,4 4 0,-4-4 0,-1 1 0,-3-2 0,-5-4 0,-2 1 0,-3-2 0,-1-1 0,-2-1 0,3-1 0,0 0 0,1-1 0</inkml:trace>
  <inkml:trace contextRef="#ctx0" brushRef="#br0" timeOffset="245460">96 10597 24575,'12'-5'0,"-1"2"0,2-7 0,-1 6 0,1-8 0,4 5 0,6-7 0,-6 5 0,1 0 0,6-1-1103,2-1 1,2 0 1102,-7 6 0,2 0 0,9-2 0,5-1 0,-2 1 0,-6 2 0,-1 0 0,0 1 0,3 0 0,-1-1 0,-1 1 0,5 0 0,-5 0 0,-5 3 0,-1-3 0,-3 2 0,-10 1 0,15-2 0,0-2 0,-11 3 0,3-2 2205,-14 4-2205,13 7 0,-3-2 0,12 6 0,-3-2 0,-1-1 0,-1 0 0,14 6 0,-25-13 0,-5 2 0,4-2 0,-4 0 0,-4 3 0,1 3 0,-6 4 0,5-2 0,-1-4 0,1-4 0,0-11 0,-2 4 0,1-9 0,-3 8 0,1-1 0,2 6 0,1 3 0,8 3 0,-4 0 0,11 1 0,-11-2 0,5-1 0,-4-3 0,-4 5 0,1 1 0,-2 6 0,0-1 0,0-6 0,0-3 0,2-5 0,5-1 0,-3 1 0,1 2 0</inkml:trace>
  <inkml:trace contextRef="#ctx0" brushRef="#br0" timeOffset="248662">525 8739 24575,'22'-9'0,"1"-1"0,-10 5 0,0 0 0,2-2 0,-3 1 0,3-2 0,-4 0 0,7-2 0,1 0 0,1-3 0,2 2 0,0 1 0,1 0 0,-9 6 0,3-3 0,-15 6 0,2 0 0</inkml:trace>
  <inkml:trace contextRef="#ctx0" brushRef="#br0" timeOffset="249703">829 8547 24575,'11'18'0,"-6"-7"0,3 6 0,-4-10 0,1 2 0,-2 0 0,-1-5 0,0 0 0,-3-12 0,-4-6 0,-3-4 0,0 0 0,-2 2 0,3 6 0,-1-1 0,3 7 0,4 1 0,3 1 0,0 0 0,7 2 0,-5 0 0,16-2 0,5 0 0,5 1 0,-7-3 0,-1 4 0,-3 16 0,-17-7 0,-5 14 0,-5-3 0,1-3 0,-4 4 0,2 0 0,6-16 0,0 7 0,6-18 0,-2 0 0,1 0 0,-5 2 0,1 2 0,-1 2 0,1 0 0</inkml:trace>
  <inkml:trace contextRef="#ctx0" brushRef="#br0" timeOffset="251621">847 7653 24575,'3'4'0,"0"4"-3277,6 9 0,-6-8 0,12 22 879,-13-24 4503,12 21-2105,-11-18 0,4 13 0,4 10 0,-7-16 1638,3 2 0,0-2 216,-5-7 1422,3 4-1558,-3-6-1718,-1-7 0,0 0 0,-1-10 0,-3-9 0,0 0 0,-1-5 0,-4 0 0,5 7 0,-8-11 0,6 13 0,-5-10 0,5 13 0,-1-5 0,2 11 0,3-3 0,0 2 0,0-2 0,0 4 0,1-1 0,0 2 0,1 0 0,7 0 0,0 2 0,17-3 0,-8 2 0,7-2 0,3-1 0,-1 1 0,-3 1 0,-2 0 0,-2 2 0,-20 17 0,-4 5 0,1-1 0,-5 3 0,-2 0 0,-3 3 0,6-9 0,-4 0 0,9-7 0,0-16 0,3-6 0,0-5 0,-2-14 0,1 20 0,-5-19 0,3 24 0,-1-7 0,4 13 0,0 0 0,-3 2 0,0 5 0,-2-2 0,0 3 0,4-5 0,-1-3 0,1 0 0,-4 1 0,-2 5 0,-3 4 0,1-3 0,2-1 0,3-5 0,3-1 0</inkml:trace>
  <inkml:trace contextRef="#ctx0" brushRef="#br0" timeOffset="275520">8280 15092 24575,'17'3'0,"4"-1"0,-3 0 0,2 1-1093,10 0 1,4-1 0,1 0-1,-2-1 1,0 0 0,2 0 504,-1 1 1,2 0-1,2 1 1,2-2 587,-6 0 0,3 0 0,1-1 0,1 1 0,-1-1 0,-1 1-547,-5-1 1,0 1 0,-1-1 0,1 1 0,0-1 0,1 1 530,0-1 0,1 1 0,0-1 0,1 1 0,0-1 0,0 0 1,0 1 15,0-1 0,0 0 0,1 1 0,-1-1 0,0 1 0,-1-1 0,-2 0-261,4 0 1,-3 1 0,0-1-1,-1 0 1,1 0 260,0 0 0,1 1 0,0-1 0,-1 1 0,-1 0-264,1-1 1,-1 1 0,-1-1 0,-6 0 263,-4 1 0,-2-1 963,6 1 0,-2 0-963,-3-1 3276,3 0-2993,5 0 1,2 0-284,-10 0 0,0 0 0,15 0 0,-2 0 0,-5-2 3276,6 1-2659,-19-1 1,-8 0 0,-4 2 0</inkml:trace>
  <inkml:trace contextRef="#ctx0" brushRef="#br0" timeOffset="290954">22409 16306 24575,'29'0'0,"0"-1"0,-1 0 0,1 0 0,-5 1 0,0 0 0,7-1 0,7 0 0,3 0 0,-1 0 0,-6 1-1093,-4-1 1,-4 0 0,1 0-1,9 0 1,1 0 0,0 0 703,-3 0 0,0-1 0,-4 0 1307,-5-1 0,-1 1-918,5-2 0,-5 1 322,-9-1 1,-7 2-1,-6 2 1</inkml:trace>
  <inkml:trace contextRef="#ctx0" brushRef="#br0" timeOffset="291536">25307 16255 24575,'23'0'0,"-1"0"0,1 1 0,5 1 0,-5-1 0,6 0 0,5-1 0,2 0 0,1 1 0,0-1 0,-2 0 0,-3 0-656,4 0 1,-1 0-1,-2 0 1,2 0 0,2 0 186,-2 0 1,3 1 0,1-1 0,1 0 0,-2 0 0,-2 0 0,-5 0-79,15-2 1,-6 0 0,-15 0 0,-18 2 0,14-1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14:35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7581 17313 24575,'19'-1'0,"0"1"0,3-3 0,0 1 0,-2 1 0,-1-1 0,8 0 0,1-1 0,-5 1-1639,11 1 1,-1 0-1639,-11 0 2457,3 0 1,9 1 0,0 0 0,-6 1 535,-9-1 0,1 0 284,8 0 0,7 0 0,4 0 0,-2 0 0,-8 0 0,-3 0 0,2 0 0,-2-1 0,9 1 0,4 0 0,1-1 0,-1 1 0,-4-1 0,-8 1 0,4 0 0,-1-1 0,-1 1 0,9-1 0,2 0 0,0-1 0,-5 1 0,-9-1 1954,5-2-1954,-5 2 0,4-1 0,-4 0 0,7-1 0,-3 2 0,-11 2 0,-16 0 0,1 0 0,4-2 819,1-1 0,-1 1 0,-2-1 0</inkml:trace>
  <inkml:trace contextRef="#ctx0" brushRef="#br0" timeOffset="1979">10211 17207 24575,'29'-5'0,"-5"2"-1639,7-4 1,-1 0-1639,-4 3 2457,0 0 1,9-3 0,0 1 0,-7 1 1054,5 0-235,-4 1 0,8-2 0,0 0 0,-9 2-2359,-3-1 2359,4 1 0,-5 1 0,-18 1 0,-3 2 0</inkml:trace>
  <inkml:trace contextRef="#ctx0" brushRef="#br0" timeOffset="11419">6520 16177 24575,'8'0'0,"-3"0"0,1 0 0,-1 0 0,2 0 0,5 0 0,-5 0 0,16-2 0,-14 2 0,20-3 0,-18 2-3277,22-1 0,-22 0 1939,14 2 1,1 0 1337,-12 0 0,13 1 0,2-2 0,1-3 0,1 3 0,-5-2 0,-2 1 3276,-14 1-2127,13 0 0,-1-1-1149,-13 2-3129,26-1 3129,-24 1-1639,15 1 1,0 0 378,-15 0-257,18 1 0,0 0 1517,-18 0-677,13-1 1,9 0 0,-5 0 676,0 1 0,5-2 0,7 1 0,-6-1 0,-15 0 0,1 0 0,8 0 0,6 1 0,1-1 0,-8 1 0,-7-1 0,1 0 0,8 0 0,10 0 0,2 1 0,-2-1 0,-9 0 0,-9 0 0,0 0 0,9 0 0,9 0 0,4 0 0,-4 0 0,-9 0 0,-10 0 0,0 0 0,10 0 0,8 0 0,3 0 0,-2 0 0,-8 0 0,-3 0 0,-1 0 0,0 0 0,5 0 0,2 0 0,-1 0 0,-7 0 0,2 0 0,0 0 0,3 0 0,5 0 0,1 0 0,-6 0 0,-7 0 0,2 0 0,5 0 0,7 0 0,4 0 0,-4 0 0,-8 0 0,-6 0 0,-1 0 0,8 0 0,7 0 0,4 0 0,-3 0 0,-7 0 0,-2 0 0,0 0 0,-2 0 0,6 0 0,3 0 0,1-1 0,-3 1 0,-6 0 0,7 0 0,0-1 0,-7 1 0,6 0 0,1 0 0,-3 0 0,-5-1 0,-2 0 0,-1 0 0,3 1 0,6 0 0,-1 0 0,-5 0 0,-8-1 0,1 0 0,12 1 0,9 0 0,-1 0 0,-11 0 0,-5 0 0,2 0 0,10 1 0,0 0 0,-9 0 0,5 0 0,-4 0 0,10 0 0,0 1 0,-7-1 0,-9-1 0,-1 0 0,8 0 0,5 0 0,1 1 0,-8-1 0,-8 1 0,-1 0 0,14-2 0,5 1 0,-6 0 0,-2 1 0,0-2 0,6 1 0,-8 0 0,-8 0 0,16 0 0,-1 0 0,-16 0 0,4 1 0,7-1 0,-6 1 0,-6-1 203,6 1 1,7-1-1,-7 2-203,-2 0 0,1 0 0,6-1 0,-5 1 0,2 1 0,0 0 0,8 2 0,2-1 0,-8 0 851,-8-2 0,0 1-851,11 1 0,9 2 0,-1 0 0,-8-2 0,-10-2 0,0 0 0,10 1 0,8 1 0,0 0 0,-8-1 0,-10-1 0,-1 0 0,8 0 0,5 2 0,-1-1 0,-7-1 0,0 1 982,-3-2 0,5 1 1,0-1-983,11 1 0,-1-1 1123,-9-1 0,2 0-1123,8 1 0,3 0 0,-9 0 0,-11-1 0,5-1 0,9 1 0,0-1 0,-7 1 3276,9-1-2993,-11 1 0,6 1 0,0-1 0,-7 1-283,10-1 0,-2 1 0,6 0 0,-7 0 0,-5-1 0,-2 0 0,8 0 0,-1 0 0,-8 0 1573,-2 0-1573,17 0 0,-3 0 427,-25-1-427,10 0 892,-16 0-892,1 1 0,-1 0 0,-2 0 0</inkml:trace>
  <inkml:trace contextRef="#ctx0" brushRef="#br0" timeOffset="23697">12882 6760 24575,'0'23'0,"0"-1"0,1-5 0,-1 13 0,0-1 0,2-17-1639,-2 14 1,0 0-1639,0-11 1638,0 18 1,0 0-1639,0-18 2909,0 21 1,0 0 367,0-18 0,0 7 0,1 6 0,1-4 0,0 0 0,1 10 0,0-1-81,1-12 81,0 10 0,1-1 3247,-3-10-3247,1 4 0,1 6 0,-1-6 0,-2-6 0,1 14 0,0-2 0,-2-20 1638,0 7 0,0-2-1526,0-12 0,0 11 1,0-15-1</inkml:trace>
  <inkml:trace contextRef="#ctx0" brushRef="#br0" timeOffset="24384">13053 6758 24575,'14'-1'0,"-7"0"0,19-4 0,-8 2 0,3-1 0,14-2 0,-14 3 0,1 0 0,10-4 0,4 0 0,-3 0 0,-18 4 0,15-2 0,10-2 0,-8 2-2176,-6 2 2176,1 0 0,11-2 0,5 0 0,-3 0 0,-10 1-1639,-9 1 1,1 0 1624,3 0 1,7 0 0,7 0 0,4-1-1,1 0 1,0 0 0,-4 1 0,-4-1 0,-7 1-1080,0 0 1,-7 0 0,9-1 1044,-8 2 0,5 0 0,4 0 1,4-1-1,3 1 0,2-1 0,1 0 1,1 1-1,-1-1 0,0 0 0,-2 1 1,-3 0-1,-3 0 0,-5 0 1,-4 0-1013,15-1 1,-10 1-1,9-1 1060,-11 2 0,6-1 0,4-1 0,4 1 0,2-1 0,1 1 0,-1-1 0,-1 1 0,-3 0 0,-4 0 0,-6 0 0,-6 1 0,8 0 0,-3 0 0,-2 0 0,8-1 0,3 0 0,1 0 0,-1 0 0,-6 0 0,-9 1 0,11 0 0,-3-1 0,0 1 0,1-1 0</inkml:trace>
  <inkml:trace contextRef="#ctx0" brushRef="#br0" timeOffset="28503">30013 9624 24575,'21'-7'0,"-11"2"0,20-10 0,-23 10 0,18-14 0,-16 10 0,0-2 0,-5 5 0,-4 5 0</inkml:trace>
  <inkml:trace contextRef="#ctx0" brushRef="#br0" timeOffset="29771">30458 10817 24575,'22'-15'0,"0"0"0,2-3 0,3-1 0,-6 3 0,-3 1 0,7-5 0,7-7 0,-7 6-859,-7 6 859,3-4 0,5-5 0,-7 5 282,-4 3-282,4-10 0,-1 1-3277,-9 11 2471,5-12 1,-14 25 0,2-1 0</inkml:trace>
  <inkml:trace contextRef="#ctx0" brushRef="#br0" timeOffset="33083">29598 12187 24575,'7'0'0,"14"-7"0,1-1-1274,-10 2 1274,13-5 0,4-4-1093,-8-1 1,0-1 0,-2 2-547,-4 3 1,0 1 1245,9-8 1,3-1 0,-9 5 1675,-13 10-1283,14-11 0,-17 14 0,3-4 0</inkml:trace>
  <inkml:trace contextRef="#ctx0" brushRef="#br0" timeOffset="37104">19907 14707 24575,'19'0'0,"8"-2"0,-9 2 0,2-2 0,1 2 0,-8 0 0,11 0 0,5 0 0,-6 0 0,1 0 0,5 0 0,2 0 0,-1 0 0,-11 0-1639,11 0 1,1 0-1639,-12 0 2596,5 0 1,-1-1 680,-14 1 0,22-2 0,2 2 0,-7 0 0,-1 0 0,-1-1 0,-11 0-1093,11 0 1,8 0 0,-5-1 207,-7 2 885,9-2 0,8 1 0,-8-1 3276,-9 2-2833,15-1 0,-1 1 688,-16 0-1131,15 0 0,-2 1 0,-17-1 0,16 2 0,0 0 3276,-18-1-2184,11 0 0,9 0 0,-6 0-860,-2-1-1325,6 0 1,7 0 0,-7 0-1113,-3 0 2205,0 0 0,5 1 0,-7-1 0,-5 1 0,6-1 0,5 1 0,-6 0 0,-8 1-1639,16 1 1,-2 0-53,-18 1 398,20-1 1,2 1 1292,-17 1 257,5-3 0,7 0 0,-6 0-257,-1 1-54,10-1 0,5-1 54,-1-1 0,0 0 1638,-9 0 0,1 0-1556,-1 0 1,1 0 0,-6 0 3193,-3-1-2895,6 0 1,-1 0-382,-6-1 0,2 1 0,-2 1 0,-5 0-2704,23 0 2704,-24 0-1639,22 0 1,-1 0 736,-20 0-176,21 0 0,0 0 1078,-21 0-480,11 0 1,1 0 479,-9 0 1404,3 0 1,3 0-1405,12 0 0,-10 0 0,4 0 0,8 0 0,-6 0 3099,2 0-3099,-4-1 0,8-1 0,0 1 0,-8 0 0,-9 0 0,-1 0 0,10-1 0,7-2 0,-1 1 0,-7 0 0,8 1 0,-6 0 0,5-1 0,-8 0 0,-6 1 1638,0 1 0,1 0-501,14 0-1137,-5 1 0,-5 0 0,-2 0 0,-9 0 0,19 0 0,1 0 0,-14 0 0,12 0 0,0 0 2705,-17 0-2705,6 0 0,0 0 0,-8 0 0,5 1 0,1-1 0,-3 1 1781,9 0-1781,-14-1 0,-2 0 0,-6 0 0,-1 0 0,-2 0 0</inkml:trace>
  <inkml:trace contextRef="#ctx0" brushRef="#br0" timeOffset="37818">24409 14432 24575,'14'10'0,"9"6"0,-18-11 0,10 6 0,2 0 0,-7-3-1639,7 3 1,0 0-1639,-8-6 1964,21 12 1313,-24-15 0,11 7 0,-10-8-3277,7 3 2376,-4-3 1151,6 3 1,-13-4 0,3 1 0</inkml:trace>
  <inkml:trace contextRef="#ctx0" brushRef="#br0" timeOffset="42239">18971 15775 21420,'33'-3'0,"1"0"0,-1 0 0,1-1 0,-2 2 0,-2-1 0,2 1-820,3-2 1,4 0 0,-2 1 0,-4 0-235,1 0 1,-3 2 1053,2 2 0,-3 0 0,-4 1 1176,-5-1 1,-3 1-1177,-9-1 1344,2 1-1344,-7-1 0,-2-1 0,-1 0 0</inkml:trace>
  <inkml:trace contextRef="#ctx0" brushRef="#br0" timeOffset="50308">25538 13251 24575,'6'5'0,"12"9"0,-9-10 0,18 21 0,-22-20 0,10 14 0,-1 1 0,-6-10-1639,7 12 1,0 0-1639,-9-14 1638,11 18 1,0 0 846,-10-14 274,9 12 0,-1 0 518,-6-11-1461,6 7 0,-1 1 1461,-4-6 389,10 13 1,0 0-390,-9-16 0,7 9 0,0-1 0,-6-10-237,3 2 1,1 0 236,-8-5 141,8 5 1,0-1-142,-5-5 0,16 13 0,-17-13 0,17 10 0,-23-12 1636,19 9-1636,-20-9 0,14 7 0,-12-6 0,7 3 0,-8-4 3276,6-1-3089,-4-2 0,0-1 0,-3 0 0</inkml:trace>
  <inkml:trace contextRef="#ctx0" brushRef="#br0" timeOffset="52105">26195 13752 24575,'-7'7'0,"-15"15"0,6-6 0,0 0 0,2-2 0,0 0 0,-4 5 0,2-3 0,7-7 0,-11 13 0,17-16 0,-7 6 0,10-11 0,0 0 0,3-8-3277,8-12 0,-4 8 532,11-20 2745,-14 25 0,10-17 0,-12 18 0,5-2 0,5 11 3276,-7 0-1014,13 8-2262,-10-8 3276,18 13-2791,-6-8-485,0 5 0,-8-7 0,-19 1 0,-17 12 0,10-8 0,-6 4 0,2 0 0,12-11 0,-16 11 0,21-15 0,-4 0 0,0-10 0,4 4 0,-5-5 0,5 0 0,1-2 0,4-8 0,-3 8 0,10-7 0,-8 11 0,4-1 0,-9 10 0,-2 7 0,-6 8 0,-2 4 0,6-8 0,-1 1 0,8-10 0,2 0 0,1-1 0,0-1 0,-2-2 0,0-1 0,2 5 0,-2-4 0,12 14 0,-9-10 0,22 21 0,-15-15 0,9 9 0,-6-10 0,-9-5 0,10 2 0,-5-4 0,2 0 0,-16-8 0,-12-9 0,-1 2 0,-8-11 0,16 15-3277,-10-10 0,12 15 3047,-3-12 230,8 5 0,-1 0 0,4 2 0,3 15 0,0-2 0,9 14 0,-3-9 0,8 3 0,-7-7 3276,-1-3 0,-9-2-3044,1-1-232,-3-1 0,-1 1 0,-1 1 0,-3 1 0,-1-1 0,2-1 0,-2 0 0,6 1 0,-1 1 0</inkml:trace>
  <inkml:trace contextRef="#ctx0" brushRef="#br0" timeOffset="62663">30863 13457 24575,'-1'7'0,"-3"7"0,1-2 0,-7 14 0,-4 9 0,1-6-3277,2-2 2469,-1 3 0,-3 7 0,1-5 808,4-11 0,0-1 0,-2 2 0,-1 2 0,0 0 0,-3 5 0,-2 0 0,2-5 0,-2 2 0,0-3-1639,-8 1 1,0-3 1248,6-1 1,-1-2 389,-9 5 0,2-5 0,10-9 0,-10 5 0,1-1 0,9-6 0,-9 3 0,1 1 0,13-7 0,-17 9 0,23-10 0,-4 2 0</inkml:trace>
  <inkml:trace contextRef="#ctx0" brushRef="#br0" timeOffset="63435">30275 14098 24575,'4'25'0,"-1"0"0,2 4 0,1-5 0,0-3 0,0-7 0,4 4 0,0 0 0,-3-7 0,17 16 0,-18-23 0,5 6 0,-10-11 0,-3-6 0,-3-18 0,1 9 0,-3-8 0,0 0 0,3 11 0,-3-9 0,0 1 0,4 12-3277,-5-19 0,5 21 2652,-1-15 625,2 18 0,5-9 0,-4 14 0,-7 13 0,2-4-1639,-9 9 1,0 0 509,8-10 1129,-15 11 0,0-1 0,13-11-406,-11 6 0,-1 1 406,12-9 0,-13 10 0,16-10 0,15-7 0,13-8 0,-1-2 0,8 0 0,-23 9 3276,9-3-2548,-14 12-728,-12 25 0,3-14 0,-8 14 0,13-29 0</inkml:trace>
  <inkml:trace contextRef="#ctx0" brushRef="#br0" timeOffset="64466">29641 14831 24575,'-14'11'0,"4"-3"0,-6 4 0,-6 2 0,8-5 0,-15 11 0,24-15 0,-10 7 0,12-8 0,-4 4 0,0 9 0,0-4 0,0 14 0,2-2 0,2-4 0,0 12 0,6-20 0,2 7 0,1-1 0,1-5 0,8 11 0,1-1 0,-6-12 0,6 7 0,1-2 0,-6-10 0,8 3 0,0-2 0,-4-3 0,7-1 0,0 0 0,-8-2-1639,10-3 1,1-1-1639,-6 1 1638,12-5 1,0-2 148,-17 4 1140,10-5 1,-2-2 349,-15 6 0,5-9 0,0-3 0,-9 4-934,0-14 0,-1-8 0,-1 6 934,-4 2 0,-1-7 0,-1-8 0,-1 10 0,-2 14 385,-2-12 1,-1 0-386,3 15-293,-5-5 1,0 0 292,3 10 1066,-4-4 0,-2 2-1066,3 7 0,-14 0 0,-2 2 0,7 2 0,-16 1 0,2 1 0,23 2 0,-17 0 0</inkml:trace>
  <inkml:trace contextRef="#ctx0" brushRef="#br0" timeOffset="65767">29659 14704 24575,'0'-31'0,"-2"13"0,1-2-1639,-1-11 1,0 1-1,0 11 1,-1 0 545,1-7 1,-1-3 0,1 6 2420,-1 7-1328,0-12 0,-1-8 0,1 8 0,1 11 0,-1-12 0,-2-9 0,2 8 0,1 9 0,-1-9 0,-2-8 0,1 6 0,3 4 0,-2 1 0,0-8 0,0 0 0,1 9 1362,1-2-1362,1-6 0,1-7 0,0 9 0,0 11 0,5-8 0,2-7 0,0 7 0,-3 7 0,5-9 0,5-7 0,-3 8 0,0 10 0,3-6 0,3-7 0,-3 7 0,-1 7 0,5-6 0,7-7 0,-6 7 0,-4 4 0,2 5 0,5-6 0,2 1 0,-7 5 0,1-2 0,2 3 0,9-4 0,0 0 0,-8 4 0,1-1 0,2 1 0,6-4 0,-6 5 0,-6 1 3276,3-1 0,-12 9-3220,3 8-56,-5 1 0,21 5 0,-17-7 0,7 1 0,0-2 0,2-1 533,2 0-533,-12-4-3277,-14-19 0,3 12 1638,-3-10 1,0 2 1180,2 12 136,-3-19 322,4 22 0,0-4 0,0 9 3276,-4 17-2470,1 0 0,-1 1-806,-3 10 0,4-6 0,0-3 0,2-10 3276,-1 11-1477,2-14-1151,-1-1-648,1-16-3277,1-16 0,-1 10 3047,2-11 230,-1 24 0,16-6 0,6 5 0,2 1 0,1 0 0,-1-1 0,-9 2 3276,-19 3-2457,-3 3 0,4-4 0,-3 3 0</inkml:trace>
  <inkml:trace contextRef="#ctx0" brushRef="#br0" timeOffset="67108">30856 12926 24575,'-8'15'0,"3"-1"0,2 0 0,6 11 0,-1-15 0,14 15 0,-6-21 0,9 5 0,-4-6 0,16-7 0,-16 1-1639,8-4 1,-2-2-1639,-14 6 2444,12-9 1,0-2 832,-13 8-1639,6-9 1,-1 0 854,-8 8 784,3-28 0,-5 30 0,-1-16 0</inkml:trace>
  <inkml:trace contextRef="#ctx0" brushRef="#br0" timeOffset="67461">31005 12659 24575,'5'18'0,"0"1"0,1-4-1639,0 11 1,0-1-1639,-3-16 1638,1 17 1,-1 2-1639,-2-18 2653,2 18 1,0-1 623,-2-18-792,6 17 0,0 0 792,-4-17 0,5 13 0,2-1 0,-7-15 0,13 16 0,-13-20 2249,4 6-2249,-7-5 0,0-1 0,0-1 0</inkml:trace>
  <inkml:trace contextRef="#ctx0" brushRef="#br0" timeOffset="67949">31257 12930 24575,'19'7'0,"-8"-4"0,4 1 0,-6-2 0,0 0 0,2-1 0,-6-4 0,0-13 0,-2 8 0,-6-20 0,1 20 0,-8-11 0,5 14 0,-15-8 0,14 8 0,-23-2 0,22 7 0,-16 14 0,19-7 0,-4 22 0,5-22 0,4 20 0,-2-21 0,10 11 0,3-10 0,2-1 0,15 2 0,-18-7 0,17 0 0,-24-1 0,7-1 0</inkml:trace>
  <inkml:trace contextRef="#ctx0" brushRef="#br0" timeOffset="68477">31472 12926 8191,'4'13'0,"6"16"3276,-6-10-2383,3 6 1,0 3-1972,-1-1 1,0 0 1077,-1-6 0,-1-1 140,3 10 0,-1-4-140,-4-15 3008,8 16-3008,-9-19 0,6 4 0,-8-25 0,-2-16 0,-1 1 0,-1-1 0,-1-6 0,1 6 3276,1 0-2869,-2 0 1,-3-6 0,3 8 2868,2 8-3010,-4-8 0,0 2 818,4 11-1084,0-8 0,1 3 0,1 12 0,0-13 0,5 18 0,3-1 0,0 3-3277,19-4 567,-17 1 1082,18-4 0,3-2 1628,-12 2-1639,14-2 1,-1 0 1457,-16 5 181,17-3 0,-38 12 0,12-5 0,-15 5 0</inkml:trace>
  <inkml:trace contextRef="#ctx0" brushRef="#br0" timeOffset="68746">31577 12924 24575,'15'5'0,"6"-4"0,-14-3-3277,18-7 0,-17 5 1638,10-2 1,0-1-1639,-10 3 2030,24-8 1247,-26 10 0,12-8 0,-13 8 758,3-5 1,-6 7-1,-1-1 1</inkml:trace>
  <inkml:trace contextRef="#ctx0" brushRef="#br0" timeOffset="69280">31799 12803 24575,'-8'14'0,"1"3"0,1 3-3277,3 16 0,-3 0 1328,16-15 1949,-4-21 0,25-9 0,-20 4 0,8-4 0,-1-2 0,-10 5 0,9-14 0,-13 13 1719,2-9-1719,-3 0 0,-1 5 0,4-11 0,-2 18 3276,7 8 0,-3 6-3044,4 6-232,1-8 0,-6-4 0,0-4 0,-6 0 0</inkml:trace>
  <inkml:trace contextRef="#ctx0" brushRef="#br0" timeOffset="69528">31995 12762 24575,'9'27'0,"-2"-9"0,2 8 0,1-12 0,3-6 0,-4-1 0,10 1 0,-13-7 0,19-1 0,-17-2 0,16-9 0,-18 6 0,8-13 0,-10 4 0,2 2 0,-4 4 0</inkml:trace>
  <inkml:trace contextRef="#ctx0" brushRef="#br0" timeOffset="69943">32246 12454 24575,'5'27'0,"-1"-5"0,0 1-1639,0-1 1,-1 0-1,-1-4 1,1 1-1,5 12 1,-1-4 363,-4-14 398,5 11 1,0-1 876,-5-12-673,6 7 1,-1 0 672,-6-12 3108,13 14-3108,-9-13 1894,2-2-1894,0-4 0,-1-4 0,-2-1 0,-1 1 0</inkml:trace>
  <inkml:trace contextRef="#ctx0" brushRef="#br0" timeOffset="70198">32420 12625 24575,'16'10'0,"-8"-3"0,7-1 0,-11-5-3277,12-1 0,-8 0 2852,11-4 425,-13 2 0,7-11 0,-6-8 0,-1 9 0,-3-5 0</inkml:trace>
  <inkml:trace contextRef="#ctx0" brushRef="#br0" timeOffset="70496">32468 12537 24575,'2'28'0,"0"1"0,0-1 0,0 1 0,0 3 0,0-1 0,0-1 0,1 0 0,-1-8 0,1-11 0,0 12 0,0 1 0,0-12 0,1 7 0,-3-12 0,-1-2 0,-3-2 0,-5 1-820,-2-3 1,2-1 0,2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16:23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13193 7948 24575,'3'-1'0,"0"0"0,-3 0 0</inkml:trace>
  <inkml:trace contextRef="#ctx0" brushRef="#br0" timeOffset="6575">13256 7376 24575,'-5'0'0,"1"0"0,0 0 0,0 0 0,-2 0 0,0 0 0,-1 0 0,1-2 0,-1 2 0,-5-1 0,-1 1 0,-9 0 0,7 0 0,-7 1 0,14-1-3277,-22 2 0,22-2 2858,-25 0 419,26 0 0,-16 0 0,5 0 0,2 0 0,-4 2 0,15-1 0,-19 5 0,14-6 0,-13 3 0,12-3 3276,-6 2 0,-2 1-2855,5-1-421,0 0 0,9-2 0,-7 2 0,6-2 0,-11 3 0,9-1 0,-11 1 0,2 0 0,-1-1 0,7 0 0,-6 1 0,10-1 0,-13 5 0,8-4-3277,-12 7 0,13-7 0,-17 8 1787,22-9 1490,-17 10 0,17-10 0,-12 9 0,12-8 3276,-8 7-2015,5-2 2015,-1-1 0,-2 4-3044,8-6-232,-8 9 0,8-10 0,-10 12 0,10-9 0,-4 4 0,4 6 0,3-8 0,-2 13 0,5-4 0,-2-4 0,6 9 0,-4-18 0,8 17 0,0-2 0,-2-1 0,8 8 0,-13-21 0,18 18 0,-15-15 0,14 11 0,-13-11 0,13 5 0,-14-8 0,9 3 0,0 2 0,11 5 0,-4 0-1639,8-1 1,-1-1-1639,-15-6 3200,7 1 0,6 2 1,-5-3 76,0-2 0,0 1 0,6 1 0,-5-2 0,0-1 0,5 0 0,6 2 0,-7-2 0,-5-2 0,3 1 0,5 0 0,-6-1 0,-5-3 0,10 1 0,-1 1 3276,-14-2-1638,9 1 0,-1-1-1406,-14 0-232,15 0 0,1-1 0,-14 1 0,12-1 0,9-1 0,-5 1 0,-6 1 0,6 0 0,6-1 0,-5 1 0,-4 1 0,1-1 0,4-1 0,-5 0 0,-3-1 0,11 0 0,-1-2 0,-18 1-1639,7 0 1,1 0-1639,-9-1 3047,11 0 230,-3-4 0,-6 4-1639,7-3 1,0 0 378,-10 3-257,14-4 0,0 0 1517,-16 5 1374,10-4 1,-1-1-1375,-10 6 0,13-13 0,-3-3 0,-4 5 0,8-13 0,-15 20 0,18-20 0,-17 18 0,18-18 0,-22 19 0,17-14 0,-16 14 0,7-8 2074,-1-2-2074,-5 9 351,12-25-351,-6 8 0,-1 2 0,0-7 0,-6 24 3276,0-16-955,0 1-2321,-1 4-3200,-2-8 3200,-1 20 0,0-7 0,-1 1 0,-3 0 0,-5-9 0,2 7 0,-5-4 0,5 10-3277,-9-10 2017,9 13 2880,-8-7 1,-2 1-1621,3 4 0,-7-4 0,0 0 0,4 5-1639,-10-5 1,1 2 808,11 5 830,-6-3 0,-1 0 0,-7-1 0,10 4 0,0-1 3163,-14-2-3163,3 3-2994,0 3 2994,14 0 695,-13 0 0,-1 0-695,10 0-1088,-10 2 0,-9 2 0,7-2 1088,2 0 0,5 1 0,-4 0 0,2 0-910,-7-1 1,5-1 909,-2 0 1065,-1 0 1,0 1-1066,3-2-487,7 2 0,0 0 487,-10-1 1186,11 2 0,4 0-1186,12-3 3276,-8 1-3068,11 1 1,-1-2-1,3 1 1</inkml:trace>
  <inkml:trace contextRef="#ctx0" brushRef="#br0" timeOffset="7457">13248 7334 24575,'2'-9'0,"2"-22"0,-3 16 0,1-7 0,3-7 0,-2 4 0,0 1-628,1-4 1,1-7 0,-2 0 627,-1 5 0,-1 0 0,0 0 0,1 2-497,-1 2 0,1 2 0,0-3 497,-1-2 0,-1-4 0,1-2 0,-1 3 0,1 6 0,-1 5 0,1 0 0,-1-5 0,1-5 0,-1-2 0,1 2-1093,-1-2 1,1 1 0,-1 1 295,1 4 1,-1 2-1,1-2 797,0-9 0,0-1 0,0 8 0,0 7 0,0-8 0,1-8 0,-1 8 529,0 6-529,0-2 0,1-7 0,0 8 1361,1 4-1361,1-8 0,2 0 3276,-2 9-1638,4-13 0,2 1-1587,-3 16-51,2-5 0,2-6 0,-1 6 547,-2 7-547,5-7 0,3-7 0,-2 6 0,-2 5 0,7-9 0,-1 0 0,-8 13 0,11-12-1006,-15 16 1006,5-2 0,-7 5 0,4 0-3277,14-10 103,-12 7 2993,12-4 181,-21 8 664,6-1-664,-5 2 0,-1 0 0,1 2 0,-2 0 0,0 1 0</inkml:trace>
  <inkml:trace contextRef="#ctx0" brushRef="#br0" timeOffset="8307">13610 5370 24575,'0'5'0,"0"12"0,0 0 0,0 3 0,1 5 0,2-5 0,-1-3 0,1-1 0,-3-16 0,0-2 0,0-1 0,7-3 0,11-5 0,-1 7 0,3-6 0,-15 14 0,-9 9 0,-1-4 0,-5 11 0,6-18 0,1 9 0,3-12 0,6 4 0,-2-6 0,13-4 0,-11 4 0,6-3 0,-9 5 0,-2 1 0,5 3 0,-4-1 0,3 1 0,-3-2 0</inkml:trace>
  <inkml:trace contextRef="#ctx0" brushRef="#br0" timeOffset="11680">12559 8168 24575,'-15'16'0,"0"1"0,-1 1 0,0-2 0,1 1 0,1-1 0,1-3 0,-7 11 0,10-12 0,-12 17 0,16-20 0,-8 13 0,-4 3 0,11-13 0,-6 6 0,0 1 0,5-6-1639,-3 6 1,0 0-1639,2-8 3047,-3 10-1973,2-4 2203,6-8 0,-3 10 0,1 0 0,5-9 0,-5 16-310,8-4 310,1-6-6,4 13 6,-1-17 3276,5 5-1015,-4-6-5538,12 9 3160,-10-12-1522,9 4 1,1-1 749,-10-7 445,14 5 0,0 0 444,-10-5 0,14 2 0,1 0 0,-5-2 0,6-1 0,0 1 0,-12-4 0,17 2 0,-29-13 0,3 8 0,-8-7 0</inkml:trace>
  <inkml:trace contextRef="#ctx0" brushRef="#br0" timeOffset="12249">12669 8692 24575,'-7'20'0,"1"6"-3277,0 2 0,4-8 1638,0 3 1,0-2-1411,2-12 2505,-1 13 0,0 0 544,1-15-289,-1 23 289,1-24 3082,4 8-3082,-3-9 0,3-2 0,-3 0 3276,1-4-2769,7-7 2769,2-12-69,8-10-3224,-7 8 17,-1-3 0,-7 12 0,0-5 0,-1 0 0,3 7 0,4 5 0,1 6-3277,17 5 696,-18-4 2581,14 3 0,-21-3 0,0-1 0,-5 6 0,-3-4 0,-2 10 3276,0-5-2457,0 2 0,3-4 0,4-4 0</inkml:trace>
  <inkml:trace contextRef="#ctx0" brushRef="#br0" timeOffset="12816">12990 8750 24575,'-10'34'0,"4"-8"0,0-8 0,1 1-1639,1 2 1,1-2-1639,-1-6 1638,0 12 1,-1 0 181,1-12 1457,2 8 0,0-1 0,0-8-1682,7 22 1682,-4-25 0,7 20 0,-7-21 3276,4 7-2832,-4-5 2022,4-20-2466,-4 8 0,3-13 0,-4 11 0</inkml:trace>
  <inkml:trace contextRef="#ctx0" brushRef="#br0" timeOffset="13781">12982 8697 24575,'9'-2'0,"15"-2"0,-8 2 0,13-4 0,2 0 0,-7 2 0,5-1 0,6-1 0,-6 1 0,-2 3 0,-3-1 0,8-2 0,-1 0 0,-6 2-558,6-1 558,1 0 0,6-2 0,-7 2 138,-9 0-138,2 1 0,6 0 0,-8 1 0,-7 0 0,13-1 0,-3 0 0,-17 2 0,17-3 0,-15 4 0,2-1-3277,6 1 190,-12 0 1994,15 0 1,9 0 0,-5 0-168,-2 0 501,1 0 1,9 0-1,-1 1 1,-8-1 758,-3 0-124,5 2 0,5 0 0,-8 1 124,-12 0 2849,20 10-2849,-23 21 0,-4-15 0,3 11 0,0-2 3276,-2-16-2784,5 15 1,1 1 2783,-5-16-2144,2 6 1,-1 2-4410,1-2 1254,-6-5-1254,11 22 2213,-10-26 113,6 20 0,1 1 951,-3-14-1033,2 14 0,1-1 1033,-6-15 0,5 6 0,0-1 0,-6-11 2375,8 12-2375,-7-15 0,-3-2 1989,3 2-1989,-4-2 3276,-1 0-2015,0 0 2015,-4 5 0,-13 2-3044,8 0-232,-20-1 0,-4-3-624,10-3 624,-7 0 0,-6 0 0,6-1 0,6-2 0,-3 0 0,-8 1 0,-1 0 0,10-1-1560,-1 1 1560,-1 0 0,-8-1 0,-3 1 0,5 0-1100,-2-1 1,0 0 1099,2 0 0,-4 0 0,-1 0 0,5 0 0,9 0 0,2 0 0,-2 0 0,-9 0 0,-7 1 0,3 0 0,10-1 0,4 1 0,-4 1 0,-7 0 0,10 0 0,11-2-3277,-17 4 1560,24-3 1717,-4 0 947,10-2-947,1-2 0,1-5 0,0 4 0,0-2 0</inkml:trace>
  <inkml:trace contextRef="#ctx0" brushRef="#br0" timeOffset="15534">12654 10354 24575,'-5'6'0,"4"-1"-3277,-11 12 0,8-12 1638,-7 11 1,-2 1-1639,6-11 5064,-11 16-1787,3-6-206,8-8 206,-10 9 3276,7-7-2118,-8 11-1158,5-4 3276,-3 5 0,8-12-6553,-6 11 2,8-10 3275,-7 10 309,2-1-309,-5 12-3277,3-7 3154,1 2 123,4 0 0,1 1 3276,-1 3-2364,7-7 0,2-2-912,1-9 0,2 11 0,1-1 0,-1-7 0,-1 1 0,2 3 0,3-1 0,-1-1 0,0 11 0,3-6 0,0-3 0,-6-7-850,8 7 0,0 0 850,-5-7-551,7 8 0,0-2 551,-9-11-3277,19 19 2382,-16-21 895,6 5 0,-6-5 0,2-2 0,6 8 0,-8-6 3276,5 3-2380,-10-2 206,9 0-1102,-4 2 3276,-2-5-2457,-4 0 0,-3-4 0,-1 0 0</inkml:trace>
  <inkml:trace contextRef="#ctx0" brushRef="#br0" timeOffset="16201">12627 11331 24575,'-7'11'0,"1"-1"0,1-3 0,2-2 0,-4 3 0,2-3 0,-7 11 0,5-8 0,-10 14 0,11-13-3277,-13 13 0,12-15 1638,-10 11 1,-1 0 148,11-11 366,-13 14 0,-1 1 1124,12-12-693,-9 12 0,-1 0 693,6-8 0,0 5 0,0-1 0,7-9 0,-3 8 0,0 0 0,3-8-88,-7 16 1,-1 1 87,8-15 0,-8 15 0,2 0 0,6-15 0,-6 21 0,-1 3 0,5-9 0,1-2 0,-1 4 0,2-4 1209,-2 8-1209,4-6 0,0 4 0,1-6 0,-1 2 0,2 0 0,1 8 0,1 0 0,-1-6 373,2 9-373,1-3 0,1 6 0,1-2 0,-1-3 0,2 0 0,3-8 0,3 3 0,0-1 0,-2-2 0,-2 4 0,2 0 0,4-1 0,5 2 0,-4-10 2556,-3-14-2556,9 13 192,-12-17-192,-1 0 0,-3-4 0,9 0 0,-7 0 0,16-3 0,-17 3 0,6-3 0</inkml:trace>
  <inkml:trace contextRef="#ctx0" brushRef="#br0" timeOffset="17968">12882 11729 24575,'-1'9'0,"-1"-1"0,-4 10 0,3-10-3277,-5 20 0,7-21 0,-8 24 0,7-27 2030,-7 32 1247,7-29-133,-2 12 1,1 0 132,-1-10 0,-3 24 0,3-24 1014,-1 13 1,1 1-1015,0-8 0,1 7 0,0-1 0,0-6 0,2 5 3276,-1 9-2644,0 0-99,1 3-533,1-5 0,0-2 3276,0-11-1860,1 13 0,-1-1 626,0-19-2042,2 25 0,0-25 0,2 20 0,-2-16 0,2 10 0,-3-11-3277,4 11 0,-4-13 3047,5 8 230,-5-7 0,2-5 0,1-1 0,-4-7 0,1-4 0,-7-8 0,4 6 0,-11-20 0,8 16 0,-8-15 0,0-1 0,4 6 1638,-4-8 0,1-1-1240,4 8-2037,0-1 1,1 1-839,3 4 2477,-1 3 0,0-1 0,4-1 0,0-11 0,4 8-1639,2 2 1,0 3 1067,2 7 1598,9-21-1027,-9 26 3276,4-10-2196,-7 15-1080,-6 10 0,-2 15 3276,-2-6-1657,3 14 1,2-2-806,-1-15-814,2 9 0,2 8 0,0-8 0,1-10 0,2 18 0,0-1-1955,-3-21 1955,4 21 0,-6-12 0,1-1 0,-1 4 0,0-11 0,0-9 0,0-11 0,-1-9 0,1 2-1639,0-6 1,0 2 86,0 8 896,1-10 1,-1 2-1,0 15 1,0-9 0</inkml:trace>
  <inkml:trace contextRef="#ctx0" brushRef="#br0" timeOffset="20055">12788 11803 24575,'-2'6'0,"-2"3"0,-7 7 0,-1 0-1639,1 0 1,0-1-1639,1-1 1638,-4 6 1,2-1 442,6-10 3212,-8 14-2016,15-20 0,-1-1 0,27-13 0,0 2 0,1-1 0,-9 1 0,1 1 0,16-3 0,-6 1 0,-21 6 2227,11 0-2227,-20 6 0,-2 2 0,-7 12 0,0-5 0,-11 15 0,11-16 0,-11 13 0,0-3 0,9-6-1639,-7 4 1,2-2 1139,11-8 499,-17 18 0,21-21 0,-3 5 0,2 8 0,1-8 0,-11 25 0,9-22 0,-7 15 0,0 0 0,5-13 1638,-5 14 0,3-2-1138,9-20-500,-3 11 0,6-17 0,-1-1 0,-1 0 3276,4-2 0,-4 0-3044,3 0-232,-6 3 0,-2 13 0,2-6 0,-7 23 0,4-19 0,-8 19 0,6-21 0,-8 14 0,10-17 0,-5 6 0,13-12 0,5-12 0,-1 8 0,15-21 0,-17 20 0,16-15 0,-18 15 0,3 2 0,-15 13 0,4-4-1639,-7 10 1,-1 0-1639,4-11 3047,-11 23 230,10-19 0,5-3 0,2-1-3277,14-23 2017,-6 9 2898,5-9 0,-1-1-377,-2 3-1261,7-8 0,-11 12 0,-5 10 0,0 0 0,-4 12 0,-3 11 0,2-7 3276,-1 8 0,5-17-3044,2 0-232,3 0 0,2-4 0,15 2 0,-13-3 0,23-1 0,-26-1 0,14 0 0,-17-2 0,1-1 0,-1-4 0,-4-13 0,2 10-820,0-15 1,0 23 0,0-7 0</inkml:trace>
  <inkml:trace contextRef="#ctx0" brushRef="#br0" timeOffset="20955">12734 11941 24575,'5'0'0,"-1"0"0,1 0 0,-1-5 0,0 3 0,14-15 0,-12 12 0,14-13 0,-14 15 0,3-7 0,-6 6 0,3-2 0,-6 6-3277,-14 18 0,9-10 1924,-17 21 1353,18-24 0,-5 6 0,9-9 0,13-16 0,-5 6 3276,7-6-324,-12 14-1273,-6 13-1679,-2-1 0,-3 13 0,3-8 0,-2 12 0,5-17 0,-1 8 0,1-4 0,2-3-3277,-1 21 0,1-23 0,1 25 1787,-1-29 1214,2 13 0,-2-18 0,0 0 0</inkml:trace>
  <inkml:trace contextRef="#ctx0" brushRef="#br0" timeOffset="25396">12855 11839 24575,'3'-13'0,"-1"2"-3277,1 3 0,-3 3 1328,0 2 1949,-2 2 1719,-1 5-1719,2-5 0,-4 6 0,-7 3 0,4-2 3276,-8 6 0,13-9-3218,1 0 0,4-3 0,-1 0 0</inkml:trace>
  <inkml:trace contextRef="#ctx0" brushRef="#br0" timeOffset="28007">1103 7106 24575,'0'11'0,"-3"13"0,2-9 0,-3 10 0,-1 0 0,3-15 0,-5 17 0,-2 0 0,4-14 0,-6 16 0,-1 1 0,3-10 0,-2 6 0,-1 0 0,2-8 0,-3 3 0,-1-1 0,3-5 0,-9 10 0,0-3 0,12-14 0,-10 13 0,1-1 0,11-14 0,-11 15 0,10-11 0,0-2 0,4 2 0,8 14 0,6 7 0,-8-12 0,1 2 0,6 13 0,-2-2 0,-4-9 0,2 9 0,3 9 0,-3-8-1230,-1-9 1230,-1 4 0,2 9 0,0 0 0,-2-7 0,-3-11 0,0 0 0,2 9 0,0 7 0,1 4 0,0-3 0,-1-7-1027,-2-6 0,0 1 1027,0 5 0,1 9 0,0 2 0,0-2 0,-1-9 0,-1-5 0,0-1 0,0 5 0,0 8 0,0 3 0,0-3 0,0-7-1639,0-6 1,0-1 1266,0 4 1,-1 4 0,1 1 0,1-3 371,2 0 0,2-2 0,-1 0-1093,0 0 1,1 0 0,-1 1 811,1 1 1,-1 0-1,2-1-387,5 4 0,-1-8 668,-7-13 834,9 11-834,-10-19 748,1 0 0,-1 0 0,-1-1 0</inkml:trace>
  <inkml:trace contextRef="#ctx0" brushRef="#br0" timeOffset="29729">10698 13593 24575,'8'0'0,"8"3"-3277,11 3 0,-10-2 1638,7 1 1,-1-2-1639,-14-2 2653,15 1 1,0-1 623,-15-1 0,9-1 0,2-1 0,9-7 0,-3 0 0,7-5 0,-1-1 3034,-13 6-3034,4-5 0,5-3 0,-5 2 0,-6 3 1638,4-4 0,-1-1-736,-6 1-902,5-11 0,-9 11 0,6-11 0,-9 7 0,5-4-683,-4 3 683,3 2 340,-4 1-340,0 0 3276,-2-11-116,-3 0-3160,-2 12 0,0-9 0,4 5 0,-2-13-583,3 9 583,-2-5-3277,0 5 311,-1 11 2444,1-8 1,-1 0 521,-1 10-235,2-11 0,1 0 235,-2 4 0,1-1 0,0 1 0,-1 6 961,3-12-961,1 10 0,0 0 0,0 2 3276,0 4-583,5-7-1068,-1 6-1625,9-7 0,-10 13-3277,19-5 604,-18 7 2673,16-1-3277,0 3 2017,-12 0 535,6 0 1,-2 0 724,-12 0 0,13 0 0,-17 0 0,0 0 0</inkml:trace>
  <inkml:trace contextRef="#ctx0" brushRef="#br0" timeOffset="30909">11468 12613 24575,'-3'17'0,"3"-9"-3277,-3 24 0,3-25 1638,1 19 1,1 2-1639,-2-16 2653,4 17 1,-1-1 623,-2-20-741,3 11 0,0-1 741,-3-11 1813,5 20-1813,-6-22 3197,3 3-3197,-1-16 0,-3-17 0,1 8-569,-4-3 1,-1 1 568,1 10-1196,-5-12 1,-2-1 1195,6 12 0,-11-20 0,2 12 0,3 0 0,-3 1 3034,8 7-3034,5 8 3276,4-1-2015,6 1-1261,5 0 0,-2 1 3276,-1 1 0,-6 3-3044,9 5-232,-4-3 0,23 9 0,-21-10 0,12 5 0,1 0 0,-12-5 0,19 6 0,-29-8 0,-1 1 0,-7 6 0,-4 6 0,-8 3 0,5-5 0,-2-2 0,-2-4 0,7-1 0,-13 7 0,15-4 0,-1-3 0,5-2 0,3-8 0,2-1 0,1-5 0,-1 3 0,0 1 0,-2 2 0,0-8 0,0 0-3277,-4-7 0,3 10 3219,-3 2 1,4 5-1,0 1 1</inkml:trace>
  <inkml:trace contextRef="#ctx0" brushRef="#br0" timeOffset="31596">11489 12743 24575,'9'28'0,"2"5"0,-6-24 0,1 9 0,-2-11 0,0-2 0,0 1 0,-1-12 0,0-1 0,2-8-3277,1-17 0,-2 16 2272,-2-4 1,0 1 1004,-2 11 0,0-15 0,0 17 0,3 0 0,-1 6 3276,1 3-649,-2 0 33,-9 7-2660,-5 3 0,-3 2 0,0 1 0,10-9 0,2-2 0,7-4 0,0-3 0</inkml:trace>
  <inkml:trace contextRef="#ctx0" brushRef="#br0" timeOffset="32493">11453 12649 24575,'12'31'0,"-5"-11"-3277,4 9 0,-8-21 1328,5 13 1949,-4-17 1719,0 2-1719,-1-11 0,-1-8 0,-1 0 0,-2-18 0,-1 20-3277,-1-15 2017,1 21 4536,-3-6-2015,7 9-4538,13 7 2017,-6-3 67,15 7 0,-1 0 1193,-13-5 3276,22 9-3197,-28-11-79,0 2 0,-6 4 3276,-1 0-1535,-1 4 1535,2-6-1217,1 6-2059,-4 1 0,3 0 0,-2 3 0,4-9 0,0 0 0,0-3 0,0-3 0</inkml:trace>
  <inkml:trace contextRef="#ctx0" brushRef="#br0" timeOffset="34239">12588 11344 24575,'13'7'0,"0"-3"0,-2 1 0,0-1 0,3 1 0,-3-1 0,-4 0 0,-3-3 0,-5 4 0,-11 11 0,8-9 0,-10 12 0,12-13 0,-3 1 0,3-1 0,1-6 0,1 1 0,0-3 0</inkml:trace>
  <inkml:trace contextRef="#ctx0" brushRef="#br0" timeOffset="39395">5205 15322 24575,'19'-17'0,"0"0"0,0 0 0,7-5 0,-6 2 0,4-3 0,-3 2 0,-3 4 0,-4 2 0,0-3 0,4 0 0,-1 1 0,-12 10 0,10-8 0,-13 13 0</inkml:trace>
  <inkml:trace contextRef="#ctx0" brushRef="#br0" timeOffset="41810">2782 16320 24575,'6'0'0,"-1"0"0,1 0 0,0 0-1639,16 2 1,3 0-1639,-9-1 2302,18 2 1,1 0 2618,-10-3-1644,0 3 0,9 0 0,5 2 0,-1-1 0,-5 0-1093,-5-2 1,-3-1 0,3 2 947,0 0 1,5 1-1,2 0 1,-1 1-1,-1-1 1,-5-1 144,-1-1 0,-3 0 0,5 0 0,-1-1 0,6 2 0,3-1 0,2 0 0,-1 0 0,-2 0 0,-4 0-785,2-1 0,-4 1 1,1-1-1,3 0 785,-4 0 0,3 0 0,2 1 0,0-1 0,0 0 0,-2 0 0,-3 0 0,4-1 0,-2 0 0,-2 0 0,2 0 0,2 0 0,2 0 0,-1 0 0,-1 0 0,4 0 0,-2 0 0,1 0-282,-7 0 1,1 0 0,-1 0 0,-4 0 281,-1 0 0,0 0-68,7 1 1,5 0 0,-3 0 67,-3-1 0,-1 1 0,-1 0 0,3 0 0,-5 0 1163,-5-1 1,0 0-1164,7 2 0,4 0 0,-3 0 1007,-3-2 0,-2 1-1007,3 0 0,3 1 0,-5-1 0,11 0 0,-9-2-854,-3 2 1,-2 1 853,-7-2 0,6 1 3276,-11-1-2765,-1 0-511,1 0 0,12-2 0,-15-1 240,13 0-240,0-2-2513,11 1 2513,-6-1 0,2 1 0,-24 3 0,2 0 0</inkml:trace>
  <inkml:trace contextRef="#ctx0" brushRef="#br0" timeOffset="46744">21706 3214 24575,'-1'6'0,"-4"3"0,-5 6 0,-2 2 0,-4 5-1639,0-1 1,-3 3 1417,0 4 1,-2 0 220,2-5 0,-1 2 0,0 0 0,-2 5 0,0 0 0,3-5 0,4-5 0,-1 1 0,-6 5 0,-6 7 0,2-1 0,6-9 0,4-2 0,-2-1 0,-6 6 0,-3 2 0,2-1 0,6-7-1639,5-4 1,0-1 1524,-5 5 1,-4 6-1,-1-1 1,3-2 113,-6 2 0,2-3-936,7-1 1,-2 0 935,-7 3 0,0-1 0,7-6 0,0 0 0,5-4 0,-2 1 0,-2 3 0,-4 3 0,0 1 0,4-4 0,2-3 0,0 1 0,-7 8 0,-4 3 0,3-2-1639,7-6 1,2-2 1428,2-2 0,0 1 210,0 0 0,1 0 786,1 8-786,1 0 0,-1 0-1244,4 1 1244,6-18 2154,-5 13-2154,5-14 0,-1 0 0,1-3 0</inkml:trace>
  <inkml:trace contextRef="#ctx0" brushRef="#br0" timeOffset="47275">20478 4469 24575,'7'14'0,"-1"0"0,-1 5 0,0 2 0,0 1-3277,1 4 3054,-2-6 1,1-1 222,0 2 0,-3-9 446,4 10-446,-6-17 0,3-1 0,-3-1 0,3-7 0,-3 0 0,1-9 2793,-1 8-2793,-1-2 483,-16 21-483,-3 3 0,-1-2 0,-4 5 0,24-19 0,-8 5 0,33-21 0,-11 5-820,7-2 1,9-4 0,0 1 0,-5 2-820,-7 3 1,0 1 1014,4-2 0,6-2 0,3-1 1,2-1-1,-2 1 624,3 0 0,0-1 0,0 1 0,1-1 0,0 0-219,-5 2 1,1-1-1,-1 1 1,1-1-1,0 0 1,-1 1-1,5-3 1,2 1-1,-2 1 1,-1 0 0,-4 1-1,-2-1 1,0 1-1,0 0 1</inkml:trace>
  <inkml:trace contextRef="#ctx0" brushRef="#br0" timeOffset="48527">22415 3161 24575,'6'34'0,"-2"-10"0,0 2 0,-2-3 0,1 3 0,-1 1-820,1 4 1,1 4 0,0-1 0,-2-1-274,0-3 1,0-1 0,0 1 272,0-1 1,1 3 0,0-1 0,0-4 1483,-2 4 0,2-3-664,3 11 0,0-4 1719,2-8-1719,8 4-1093,-7-48 1,1-17 0,-2 4-168,3-1 1260,-3 3 0,0-6 0,-2 4 1363,-4 6 0,-2 2-1363,-1-8 0,0-2 0,0-4 0,-1 0 0,1 9 0,-2 1 0,-4-8 0,1 3 0,2 7 0,-2-2 0,1 0-249,3 13 249,-1-7 0,2 12 0,0 7 0,5 5 0,9 10 0,-2-6 3276,3 5-788,-2-9-4127,14 1 1,2-2 924,-4 1 714,2-5 0,8-1 0,1-1 0,-9 0 136,-3-2-136,4-1 0,9-4 0,-1 0 0,-9 3-1062,-8 1 1062,13-7 0,0-1 0,-16 2 0,-6 25 0,0 12 0,-9 7 0,-2 9 0,0-4 0,3-8 0,0 0 0,0 7 0,0 4 0,2-6-1130,3-11 0,2-2 1130,-2 4 0,2 0 0,4 4 0,1-2 0,2 0 0,4 3 870,-5-15-870,-3-2 0,3-3 0,-7-5 0,-3-5 0</inkml:trace>
  <inkml:trace contextRef="#ctx0" brushRef="#br0" timeOffset="48994">23245 3636 24575,'13'2'0,"6"-2"0,-13 1 0,4-1 0,6-7 0,-10 4 0,17-14 0,-16 12 0,8-11 0,-12 12 0,0-4 0,-7 5 0,1 0 0,-4 1 0,1-2 0,-5 2 0,3-1 0,-9 4 0,12 0 0,-12 4 0,1 3 0,0 7 0,1-3 0,8 9 0,5-16 0,5 13 0,-1-12 0,8 10 0,-6-10 0,3 2 0,5 0 0,-6-4 0,20 4 0,-16-5 0,18-1 0,-4-2 0,7-10-1057,-8 8 1057,-5-11 0,-16 13 0,1-3 0</inkml:trace>
  <inkml:trace contextRef="#ctx0" brushRef="#br0" timeOffset="49335">23512 3486 24575,'-3'18'0,"0"6"0,5-15 0,-1 5 0,9 3 0,13 1 0,1 4 0,4-9 0,1-2-1547,-6-1 1547,-1-3 0,-1-1 0,-4-2 0,-6-1 375,0 0-375,-12 4 0,-10 8 0,-2 2-1639,-1-3 1,0 0-1481,1-1 2564,-4-1 1,1-3 554,9-6-820,-10 0 1,16-4 0,1-3 0</inkml:trace>
  <inkml:trace contextRef="#ctx0" brushRef="#br0" timeOffset="50331">24578 3126 24575,'0'22'0,"0"14"0,0-13 0,0 4 0,0 0 0,0-12-1639,1 17 1,1 1-1639,0-16 1638,-1 14 1,1-2 148,-1-21 1099,3 27 391,-3-29 0,12-18 0,-7-8 0,-1-3 0,5-13 0,-4 4 0,-2-5 0,0 8 3009,-2 9-3009,0-4 0,0-7 0,-1 3 0,-2 4 0,0 2 3276,-1-15-1997,-2 4 0,2 4-494,4 17-785,1-12 0,24 14 0,-11 6 0,7-5 0,6-2 0,-5 1 0,2 1 0,0-1 0,8-4 0,0 0 0,-7 3-758,4-2 758,-4 2 0,3-2 0,-7 3 1998,-10 5-1998,-2 6-1639,-8 26 1,-6 8-1590,3-8 3228,0-1 0,0 5 0,0-2-163,2-1 0,1 0 163,1-1 0,0 0 275,-1 0 0,1-2-275,10 9 0,-9-25 0,5 8 0,0-8 0,-1-4 0,1 1 0,-5-4 0</inkml:trace>
  <inkml:trace contextRef="#ctx0" brushRef="#br0" timeOffset="85681">30457 9495 24575,'35'1'0,"0"0"0,0 0 0,0-1 0,3-2 0,-8 1 0,6-2 0,1 1 0,-3-1 0,-4 0-1639,2 0 1,-2-2 1165,-3 0 1,3-2 0,0 0 0,-4 0-711,0-1 0,-1 0 1183,10-4 0,0-2 0,-4 0 0,-2 0 232,-6 1 1,-2 0-233,-2-2 0,-1 0 0,8-9 0,-6 1 0,-10 6 0,-3 0 0,1-3 0,-1-9 0,-7 22 0,0 3 0</inkml:trace>
  <inkml:trace contextRef="#ctx0" brushRef="#br0" timeOffset="91995">26327 12609 24575,'30'0'0,"-13"0"0,8 0 0,0 0 0,-3 0 0,1 1 0,-1 0 0,7 1 0,1-2 0,0 1 0,-5 1 0,9-1 0,7 0 0,-7-1-3277,-9 1 2184,2 0 1,5 0 0,0 0 1064,0-1 1,-1 0 0,-4 0-1405,-5 0 1,1 0 1431,8 0 0,4 0 0,-1 0 0,0 0 0,3 0-400,-10 0 0,5 0 0,2 0 0,1 0 1,-2 0-1,-3 0 400,6 0 0,-4 0 0,6 0 0,-6 0 0,5 0 0,4 0 0,0 0 0,-2 0 0,-5 0 0,-7 0-1167,-1 0 0,-2 0 1167,5 0 0,5 0 0,2 0 0,-3 0 85,3 0 0,-2 0 0,0 0-85,-5 0 0,-1 0 0,1 0 0,-1 0 0,8 0 0,-1 0 0,0 0 0,1 0 0,0 0 0,-7 0 2030,-3 0-2030,0 0 0,6 0 0,-6 1 0,-3 1 1638,7-1 0,2 1-1619,3 2-19,-6 1 0,7 0 0,2 1 0,-5-1-482,-1-1 0,2-1 482,-7 1 0,4 0 0,2 0 0,0 0 0,-4 0 0,7 0 0,-4 0 0,3-1-594,-2-1 1,1 1 0,1-1-1,-2 0 594,2 2 0,0 1 0,-1-2-938,4-1 1,0 0 0,-12-1 937,-16-1 0,10 0 0,-17 0 0</inkml:trace>
  <inkml:trace contextRef="#ctx0" brushRef="#br0" timeOffset="93655">22006 15925 24575,'12'0'0,"-3"0"0,7 0 0,-6 0 0,2 0 0,-1 0 0,15 0 0,-9 0-1639,4 0 1,-1 0-1639,-6 0 3047,15 0-12,-11 0 242,10 0 0,2 0 0,1 1 0,-5 1 0,0-1 0,3 1-302,-6 1 1,2 0 301,-2-1 0,0-1 0,-1 2 0,2-1 0,6 1 0,6 0 0,0 0 0,-4 0 0,6 0 0,-2-1-421,-7 1 1,2-1 0,0 1-1,-5-1 421,0-1 0,-4-1 0,13 0 0,-14 0 0,-1 0 0,-2 0 0,5 0 3276,-19 0-2712,1 0 0,-2 0 0,-1 0 1</inkml:trace>
  <inkml:trace contextRef="#ctx0" brushRef="#br0" timeOffset="95833">22350 15949 24575,'13'2'0,"-3"0"0,-2 0 0,-2 1 0,5-1 0,7 1 0,-8-3 0,18 3 0,-6-2 0,5-1 0,0 1 0,0 0 0,0-1 0,2 1-820,-1-1 1,2 0 0,0 0 0,-2 0-210,-1 0 1,-1-1 0,0 0 1028,0 1 0,-1-1 0,-1-1-1194,11-2 0,0 0 1194,-7 2 0,0 1 0,0-1-1093,1-2 1,-1-1 0,-1 1 787,-2 2 1,0 1 304,13-3 0,-4 1 0,-16 2 0,13 0 0,-2 1 3276,-17 0-3147,16 0 1,0 0-130,-14 0 0,15 0 0,2 0 0,-6 0 0,-5 0 0,4 0 0,9 0 0,3 0-740,-9-2 0,2 0 0,0 0 740,-3 2 0,0-1 0,3 1 0,2-2 0,6 0 0,1-1 0,-3 1 0,-4 1 1469,2 0 1,0 1-1470,-4-1 0,4-1 0,2 1 0,-3-1 0,-6 2 0,-3-1 0,-2 1 0,5 0 0,3 0 0,-6 1 0,-2-1 0,11 2 0,2-1-1639,-12 0 1,-2-1 908,17 1 730,-3-1 0,-4 0 0,-16 0 0,21-1 0,1 1 3276,-20-1-3232,8 1 0,3-1-44,5 1 0,-8-2 0,3 2 0,-1 0 0,-5-1 0,-1 1 0,2 0 0,6-2 0,1 1 0,-2 0 0,3 1 162,-2 0 1,4-1 0,0 1-163,4-1 0,0-1 0,-2 1 1638,-4 2 0,0-1-1628,-3-2 1,3 0 0,-3 0-11,-3 2 0,-2-1 0,-3-1 0,1 0 0,5 2 0,1-1 0,-2 0 0,-1 1-264,-4 0 1,0 0 263,13 0 0,1 0 0,3 1 0,-2-1 0,-12 1 0,1-1 0,8 0 0,7 1 0,0-1 0,-9 1-2475,4-1 2475,-7 0 0,6 1 0,2 0 0,0-1 0,1 1 0,0-1 0,1 0 0,0 0 0,-3 1 0,-1-1 0,1 1 0,1-1 0,-2 1-656,1-1 1,-1 0-1,0 0 1,-1 0 0,0 0 635,5 0 1,0 0 0,-2 0 0,-3 0 19,3 0 0,-2 1-352,-1-1 0,-1 0 352,3 1 0,-4 0 293,0 0-293,-3 1 0,0 0 1374,3 0-1374,-4 0 0,0-1 1638,-5-1 0,0 0-893,3 0 0,0 0 231,-2 0 1,-1 0-977,16 0-3277,-2-3 1063,-14 3 721,10-2 0,-1 1 1493,-17 1-1320,19 0 0,1 0 1320,-18 0 332,7 0 1,3 0-333,-1 0 0,-3 0 3034,1 0-3034,16 0 0,-2 0 3276,-24 0-3024,16 0 0,-3 0 0,-18 0 1,12 0-1</inkml:trace>
  <inkml:trace contextRef="#ctx0" brushRef="#br0" timeOffset="97760">1331 10976 24575,'0'8'0,"0"-1"0,0 1 0,-1 3 0,-2 4 0,-2 6 0,-3 3-3277,-3 11 0,6-16 1638,-5 8 1,-1-1 1580,4-10-94,-3 7 0,-2 2 152,0-2 0,1-1 0,-3 4 0,2-4 0,-3 3 0,3-6 0,3-4 0,-5 5 0,-4 6 0,4-6 3276,2-5-3015,-5 7 1,-1 2 3014,1-2-2448,-4 5-828,7-5 0,2-6 0,13 4 0,1 16-338,2-10 338,3 2 0,3 8 0,1 1 0,-3-8-3277,3 6 2617,-4-10 1,2 7 0,0 2 0,0-1 659,-2-2 0,0 0 0,0-1 0,-1-2-1073,0-2 0,-2-3 0,2 4 1073,1 6 0,2 5 0,-1 0 0,0-5-168,-2-7 0,-1-3 0,0 3 168,2 7 0,-1 4 0,0 0 0,0-3-775,-1-6 1,-1-2-1,0 1 775,1 2 0,1 3 0,-1-1 0,-2-5 0,-1-5 0,0-3 2745,2 13-2745,-1-12 0,-1 1 0,1 10 0,2 1 0,-2-12 3276,-1-2-2274,-1-11-190,0-4-812,2-4 0,0 1 0,-1-3 0</inkml:trace>
  <inkml:trace contextRef="#ctx0" brushRef="#br0" timeOffset="396015">1495 8697 24575,'-5'0'0,"-5"1"0,5 1 0,-10 4 0,10-2 0,-7 2 0,9-3 0,-5 3 0,-4 7 0,1-1 0,-7 12 0,1-1 0,7-6 0,-5 9 0,13-18-3277,-4 18 0,4-17 1552,3 25 1725,0-25 0,9 26 0,-6-26-1639,9 11 1,1-1 874,-5-9 103,11 13 1,1 0 660,-7-11 0,10 8 0,0 0 0,-9-9-569,7 1 1,6 3 0,-6-4 568,-6-2 0,14 2 0,11 3 0,-7-3 0,-6-3 0,-1-2 0,8 1 0,1 0 0,-7-2 0,-6-3 0,-2 1-163,11 0 0,4 0 0,-6-2 163,6-2 0,-7-4 0,-1 1 0,-7 1 0,10-6 0,-3-1 0,-15 6 154,17-6 0,0-2-154,-13 2-195,3-2 0,5-3 0,-5 3 195,-1-3 0,8-9 0,0-2 2163,-12 7-2163,3-5 0,0 0 3235,-7 5-3235,6-8 0,-2 0 0,-10 12 0,6-9 0,-1 1 0,-6 12-607,2-23 607,-4 24 3276,-2-16-2219,0 19-1057,-4-5 0,-3 4 0,0 2-3277,-16-3 2085,15 7 1192,-19 0 0,-12 0 0,3 0 0,6 2 0,-1 0-580,1 0 1,-6 0-1,-3 0 1,2 0-1,4 0 580,0 0 0,4-1 0,-5 2-339,5-1 1,-3 0 0,-3 0 0,1 1 0,3-1 0,4 0 338,-7 1 0,0-1 0,1 0 0,-8 1 0,-2 0 0,4 0 0,11-1 0,-1 0 0,-3 2 0,-7-1 0,13 1 0,19-2 2029,-4 4-2029,9-2 3034,2 3-3034,-3 10 0,3-8 0,-3 6 0</inkml:trace>
  <inkml:trace contextRef="#ctx0" brushRef="#br0" timeOffset="404150">1101 9741 24575,'-19'7'0,"9"-4"0,-5 4 0,11-4 0,-1 2 0,-4 5 0,0 4 0,3-3 0,0 7 0,6-13 0,-6 18 0,5-15 0,-5 16 0,6-13-3277,-1 18 0,1-16 1704,0 13 1,1 0 1572,1-10 0,1 10 0,0-1 0,-1-11-1639,5 7 1,0-1 1344,-3-7 23,4 6 0,1 0 271,-4-7 0,11 17 0,-11-19-59,8 6 0,2 1 59,-8-8 0,11 8 0,1 0 0,-11-8 0,17 6 0,1 0 0,-14-8-330,17 7 1,1-1 329,-12-7 0,13 3 0,2 1 0,-11-2-266,5-1 1,9 0 0,-6 0 265,5 1 0,-10-4 0,6 0 0,1 0 0,-6 0 0,-4-1 0,0-1-200,7 0 0,8 0 1,3-1-1,-1 0 0,-7 0 200,2 0 0,0-1 0,-1 0 0,7 1 0,1 0 0,-2 0 0,-7-1 0,-5 0 0,-1 0 0,9 0 0,4-1 0,-8 1 0,-6-1 0,2-1 0,5-1 0,-6 0 0,-8 2 0,15-5 0,0 0 0,-19 4 343,17-6 1,0-2-344,-15 4 1184,6-2 1,1-1-1185,-5-8 1638,-4 4 0,2-3-1505,5-14 0,0 0 1505,-8 11 0,0 1-1084,1-4 0,0-3 0,-4 7 2722,-4 5-2721,6-12 1,0 0-556,-8 15 0,5-10 0,-1 0 0,-6 10 0,6-18 0,-7 17 0,-2-22 0,0 23-3277,-7-21 0,5 24 2741,-18-21 536,7 15 0,-7-2 0,-2-1 0,-6-1 0,7 8 0,-6-1 0,-5 0 0,-3 0-365,7 3 1,-4 0 0,-3 1 0,-1-1 0,-2 1 0,0-1 0,2 1 0,1-1 0,3 1 196,-1-1 0,3-1 1,1 1-1,0 0 1,-4 0-1,-4 0-11,9 2 0,-4 1 0,-3-1 0,-2 0 0,-2 0 0,-2 0 0,-1 0 0,1 0 0,-1 0 0,1 1 0,1 0 0,2-1 0,3 2 0,2-1 0,4 1 0,4 0 179,-12-1 0,9 1 0,0 1 0,-9-1 0,12 1 0,-4 1 0,-3-1 0,-4 0 0,-2 0 0,-2 0 0,-2 0 0,1 1 0,-1-1 0,2 0 0,0 1 0,3 0 0,3 0 0,2 0 0,5 0 0,5 1 0,-14 0 0,9 1 0,-6 1-130,4-2 0,-7 1 1,-4 0-1,-3-1 0,0 1 1,2 0-1,5 0 0,6 0 1,10 1-1,-4 2 1,-5 0-1,1-1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18:50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12975 17467 24575,'29'0'0,"0"0"0,-7 0 0,4 0 0,10 0 0,5 0 0,-2 0 0,-10 0-1639,-7 0 1,0 0 982,3 0 1,5 0-1,3 0 1,2 0 0,-2 0 108,-1 0 1,1 0 0,1 0 0,0 0 0,-2 0 0,-2 0-141,0 0 0,-3 0 0,1 0 0,5 0 687,-2 0 0,5 0 0,4 0 0,2 0 0,1 0 0,-1 0 0,-4 0 0,-3 0 0,-6 0 0,4 0 0,-7 0 0,6 0 0,-3 0 0,6 0 0,3 0 0,3 0 0,0 0 0,-2 0 0,-2 0 0,-5 0-300,3 0 1,-5 0 0,0 0 0,1 0 299,1 0 0,1 0 0,1 0 0,-1 0 0,1 0 0,2 0 0,1 0 0,0 0 0,-4 0 0,-7 0-586,-8 0 0,2 0 586,5 0 0,9 1 0,6-1 0,1 1 0,0-1 0,-5 0 0,-8 1 0,2-1 0,0 0 0,-3 1 0,7-1 0,6 0 0,1 1 0,0-1 0,-3 1 0,-5-1 0,-9 0 0,-2 0 0,-2 0 0,12 0 0,7 0 0,-2-1 0,-17 1 0,-16-1 0,4 0 0</inkml:trace>
  <inkml:trace contextRef="#ctx0" brushRef="#br0" timeOffset="1598">15360 17294 24575,'5'31'0,"0"-13"-1639,-3 10 1,0-2-1639,0-10 1638,2 15 1,-1 0-1409,0-19 4115,0 9 1,-1-1-1069,0-12 0,0 3 0,-4-24 0,-2-9 0,0-3 0,-2 0 0,-1 3 0,2 10 170,-4-17 1,1 1-171,3 18 0,-5-26 0,9 33-1093,21 12 1,18 12 0,-6-2 1030,-2-1 62,-4-2 0,8 3 0,1 0 0,-7-4 1596,-7-6 0,-1 0-1596,9 2 0,4 1 0,-4-1 1337,-6 0 1,-1-2-1338,11 2 0,-6-2 0,-22-4 0,-21 19 0,2-10 0,-13 8 0,-2-1 0,10-8 0,-9 1 0,-8 2 0,8-4 186,9-5-186,-11 4 0,-7 3 0,9-4 902,17-7-902,-11 3 0,6-1 0,15-5 0,4-5 0,8-12 0,3-1 0,-3 2 0,9-10 0,0 0 0,-10 12 0,9-8 0,-19 12 0,-7 8 0,-1 1 3276,-7 1 0,5 0-3044,-12-7-232,5 4 0,0-5 0,2 7 0,4 2 0,2-2 0,4-12 0,5-22 0,0 12 0,-2 0 0,1 3 0,0 15 0,-6-11 0,5 18 0,-3-4 0,5 6 0,-1-1 0,2-2 0,-2 0 0</inkml:trace>
  <inkml:trace contextRef="#ctx0" brushRef="#br0" timeOffset="15666">32857 8064 24575,'0'14'0,"0"9"0,0-10 0,0 15 0,0-11 0,1 15 0,1-16 0,2 8 0,-2-19 0,5 2 0,7-17 0,1-5 0,0 3 0,3-6 0,4-5 0,-4 4 0,-4 3 0,8-6 0,5-5 0,-5 7 0,-7 6 0,6-5 0,5-5 0,-5 6 0,-6 6 0,6-5 0,-2 0 0,-11 10 0,4-3 0</inkml:trace>
  <inkml:trace contextRef="#ctx0" brushRef="#br0" timeOffset="27293">27051 8595 24575,'4'0'0,"2"0"0,6 1 0,1 1 0,14 1 0,-10-1 0,19 0 0,-22-1-1093,11-1 1,8 2 0,-6-2-2185,-6 1 2789,3-1 1,9 0 0,0 0 0,-7 0 1814,3-1-1327,3 1 0,9 1 0,-3-1 0,-11-1 0,-2 1 0,1-1 0,9 2 0,0 0 0,4-2 0,-8 0 0,-20 1 0,16 0 0,2 0 0,-8 0-1639,13 0 1,0 0 508,-13 0 1130,8-2 0,10-1 0,-1 0 0,-9 2 0,0 0 0,0 0 0,3-2 0,1 0 0,1 0-693,-4 2 0,2 0 0,-2 1 0,-7 0 693,-2 1-677,7-1 1,6 0 0,-9 1 676,-11 1 495,18 1 0,-1 0-495,-14-1 0,11 1 0,1 0 0,-10-1 0,9 0 0,9 2 0,-7-2 0,-4-1 0,0 1 0,10 0 0,-1 0 0,-6-1 0,-11 0 0,1-1-248,14 0 1,8 1 0,0 0-1,-8 0 248,-14-1 0,1 0 0,10 1 0,8-1 0,-1 1 0,-8-1 0,3 0 0,1 0 0,5 0 0,-6 0 0,-4 0 0,0 0 0,6 0 0,-7 0 0,-9 0 0,6 0 0,5-1 0,-6 1 0,-8-1 103,9 1 1,8-1-1,-6 1-103,1 0 549,2 0 0,7 0 0,-1 0-549,-1-1 0,-1 0 0,-2 0 0,4 0 0,2 1 0,-7-1 0,6-1 0,0 0 0,-2 0 0,-10 1 0,6 0 0,0 0 0,9-1 0,0 1 0,-11 0 2997,-5 3-2997,6-3 0,8 1 0,-7 0 0,-4 1 0,10-2 0,-1 0 3276,-17 1-2673,6 0 1,2 0-604,10 0 0,-1 0-477,-8 0 1,-4 0 476,-12 0-579,16-2 1,1 0 578,-14 1-1639,12-1 1,0 0 1131,-14 2-758,12-1 0,1 0 1265,-14 1 553,14-1 1,-2 1-554,-15-2 309,20 2 0,-25-2 0,6 2 1</inkml:trace>
  <inkml:trace contextRef="#ctx0" brushRef="#br0" timeOffset="28308">29931 8705 24575,'0'22'0,"0"-11"0,0 10 0,0 0 0,0-8 0,1 7 0,0 0 0,2-9-3277,1 19 0,-1-20 0,2 20 0,-3-23 5064,6 18-1787,-5-20-3034,12 19 3034,-10-19 2507,19 19-2507,-14-19 0,13 4 0,0 1 0,-7-5-953,12 1 0,9 1 0,-6-1 953,-1-1 0,-5-1 0,8 1 0,4 0 0,-2 0 0,-6-1 0,-2 0 0,1-1-240,-1 0 1,5 0-1,5 1 1,2 0-1,0-1 1,-4 1-1,-5-1 240,5 1 0,-5 0 0,5 0 0,-6-1 0,4 0 0,3 0 0,1-1 0,-1 1 0,-2 0 0,-5-1 0,8 2 0,-5-1 0,5 1 0,-6-2 0,5 0 0,2 0 0,2 0 0,-2 0 0,-3 0 0,-5 0 0,2-1 0,-5 1 0,6-1 0,-4 1 0,5-1 0,5 1 0,3-1 0,-1 1 0,0-1 0,-3 0 0,-5 0 0,-7 0 0,7 0 0,-1-1 0,-2 1 0,7-1 0,3 1 0,0 0 0,-6 0 0,-9-1 0,6 0 274,4-1 1,-1-1-275,-16 0 1098,2 0 0,-2-1-1098,-9 2 3276,11-1-3164,9 1 3164,-10 1-2381,11-1 1,0 1-896,-10 1 0,4 0 0,8 2 0,1 0 0,-8-1 0,5-1 0,1 2 0,7 1 0,-11-2-1806,-18-2 1806,13 2 206,-21-2-206,-2 0 0,-1-11 0,1 8 0,1-8 0</inkml:trace>
  <inkml:trace contextRef="#ctx0" brushRef="#br0" timeOffset="29036">32620 9116 24575,'0'15'0,"2"5"0,1 13 0,-1-11-3277,1 7 0,-2-23 1328,-1 11 1949,2-13 1719,-2 2-1719,4-22 0,-2 11 0,4-32 3276,-4 31 0,-1-28-3044,-1 24-232,6-2-3277,16 18 0,-10 0 2372,7 3 0,-2-1 905,-10-5 0,14 5 0,-20-5 0,4-1 0,-6 0 0</inkml:trace>
  <inkml:trace contextRef="#ctx0" brushRef="#br0" timeOffset="31440">20095 14335 24575,'5'-5'0,"1"-8"0,3-3 0,-2-1 0,0-3 0,0 0 0,-1-1 0,5-11-1639,-6 11 1,0 2-1639,-1 11 1746,6-28 1531,-6 28 0,6-21 0,-5 12 0,0 3 0,9-18 0,-7 20 0,2-6 0,0-1 0,0 6 0,1-6 0,0 1 0,-3 6 0,13-19 0,-16 25 3276,12-13-412,-4 1-2864,-1 4 0,6-10 0,-11 18 0,8-8 0,-1-2 0,-4 6 0,8-6 0,1 0 0,-9 6-1639,10-5 1,-1 1 76,-6 6 23,13-9 1,0 0 1538,-9 8 0,11-6 0,-2 1 0,-12 9-1639,11-7 1,0 1 1398,-13 8-124,11-6 0,1 0 364,-11 8 1579,10-5 0,3 0-1579,-1 3 0,-1 2 0,-1-4 0,-1 1 0,8 2 0,-4 0 0,-8 0 0,2 0 0,0 1 0,-5 1 2761,17-1-2761,-9 1 3276,0 0-463,-5 0-715,-14 0-2098,-7 0 0,2 0 0,-1 0 0</inkml:trace>
  <inkml:trace contextRef="#ctx0" brushRef="#br0" timeOffset="32328">21005 13410 24575,'8'31'0,"-3"-12"-3277,4 7 0,-7-20 896,5 18 2381,-6-19 1779,3 11-1779,-1-8 0,-1 0 0,1 0 3276,-2-5 0,-1-5-2672,4-3-604,1-18 0,0 12 0,-2-8 0,-1 0 0,-2 9-1639,-3-9 1,-1 1-1639,0 8 0,-7-17 1787,10 22 1490,-6-7 0,8 11 0,5 2 0,1 3 0,20 7 0,-17-5 3276,17 5-2015,-22-7-1261,7 4 0,-2 6 0,0-2 0,-2 2 0,-3 0 0,-4-5 3276,-6 8 0,-10 4-3044,-1-7-232,-1 2-820,2-11 1,12-4 0,-4-1 0</inkml:trace>
  <inkml:trace contextRef="#ctx0" brushRef="#br0" timeOffset="40377">22596 13772 24575,'0'5'0,"4"26"0,-3-22 0,6 25 0,-2-31-820,11-11 1,11-11 0,4-5 0,-2 0 163,-7 5 1,-1-1-1,1-1 1,2-2 0,4-3 420,-7 7 1,2-3 0,1-1 0,3-1 0,1-2 0,1-1 0,0-1 0,0 1 0,1-1 0,-1 1 0,-1 1 0,-1 0 0,-1 2 0,-3 2 47,5-4 1,-3 2 0,-2 2 0,0 0 0,0 0-1,1-1 1,2-2 0,2-2 73,-6 5 1,3-2-1,2-3 1,1 0 0,1-2-1,0 0 1,2-1 0,-1 0-1,-1 1 1,1 0 0,-2 1-1,-1 2 1,-2 1 0,-2 2-1,-2 3 1,-3 3 0,8-7-1,-6 6 1,-1 0 0,4-2-1,3-7 1,0 1 0,1-1-1,-1 1 1,1-1-1,-1 1 1</inkml:trace>
  <inkml:trace contextRef="#ctx0" brushRef="#br0" timeOffset="51423">29839 12908 24575,'13'-1'0,"-4"-1"0,6-1 0,-6 0 0,20-9 0,-12 4 0,12-9 0,2-2 0,-8 0 0,-3 4 0,3-3 0,-4 3 0,-4 1 0,6-5 0,-1 2 0,-11 11 0,8-8 0,2-3 0,7-6 0,2-2-1639,-7 6 1,-2 2-1639,-8 8 2621,11-13 1,-1 0-1,-14 15 1,15-18 0</inkml:trace>
  <inkml:trace contextRef="#ctx0" brushRef="#br0" timeOffset="58283">29839 12747 24575,'-3'27'0,"0"3"0,1-14 0,1 3 0,-1-14 0,3 1 0,-2-2 0,3 0 0,5-4 0,-3-1 0,22-10 0,-18 7 0,15-8 0,0-2 0,-8 4 0,9-6 0,2-3 0,-5 2 0,-2 0 0,-3 4 0,0-1-626,4-2 1,-4 2 0,-9 8 0,1 1 0</inkml:trace>
  <inkml:trace contextRef="#ctx0" brushRef="#br0" timeOffset="61280">32734 11926 24575,'-1'21'0,"0"-1"0,1 4-1639,0-2 1,0-2-1639,0-10 1638,4 12 1,0-1 813,-1-9 1180,4 9 1,-1 0-356,0-8 0,10 19 0,-2-10 0,0-2 3276,-1-2-1333,-6-15 581,1 0-2524,11-8 2202,-10 0-2202,8-7 0,1-1 0,-9 4-1639,9-11 1,-2 1-1639,-9 11 1958,2-17 0,-2-1 1319,-5 13-1639,-1-16 1,-2 1 1176,0 16-789,-7-15 1,-1 1 1250,5 18 247,-11-17 1,0 2-248,6 17 0,-5-9 0,0 0 0,8 11 0,-5-6 0</inkml:trace>
  <inkml:trace contextRef="#ctx0" brushRef="#br0" timeOffset="61762">33091 12197 24575,'-2'5'0,"-1"14"0,3-11 0,-3 25 0,3-24 0,-2 11 0,-1 1 0,3-9 0,-3 24 0,3-28 0,-2 14 0,2-16 0,-1 7 0,1-11 0,0 1 0</inkml:trace>
  <inkml:trace contextRef="#ctx0" brushRef="#br0" timeOffset="62502">33214 11963 24575,'7'25'0,"0"0"0,3 6 0,-6-10 0,-1-2 0,-1-6 0,2 17 0,-2-9 0,1-2 0,-1-9 0,-2-17 0,-6-25 0,3 12 0,-2-2 0,0 0 0,1 10-1639,-2-8 1,1 1-1639,2 8 1971,-4-11 1,1 1 1305,3 14-911,-7-22 911,6 26 0,0-7 0,-1 10 0,2 1 3276,-8 2-1398,3 4-1060,-2-3 1,6-1-1,2-1 1</inkml:trace>
  <inkml:trace contextRef="#ctx0" brushRef="#br0" timeOffset="63204">33309 11864 24575,'6'15'0,"5"17"0,-6-20 0,2 9 0,0 1 0,0-1 0,5 10 0,-11-35-3277,-5-10 0,-2-11 1638,-1 3 1,-1 2 148,4 11-27,-3-9 0,0 0 1517,4 12 0,-9-16 0,10 16 3034,-2-5-3034,18-3 0,-6 8 3276,21-11-2015,-21 13-1261,8 0 0,-13 2 0,-3 4 0</inkml:trace>
  <inkml:trace contextRef="#ctx0" brushRef="#br0" timeOffset="63718">33468 12068 24575,'25'17'0,"-7"-3"0,-10-7 0,-6 1 0,1-3 0,-3 12 0,-1 4 0,-4-1 0,1 4 0,-10-16 0,9-2 0,-5-5 0,8-1 0</inkml:trace>
  <inkml:trace contextRef="#ctx0" brushRef="#br0" timeOffset="64266">33379 12074 24575,'14'7'0,"10"4"0,-13-5 0,11 6 0,-21-9 0,7 3 0,-3 6 0,3 4 0,-3-2 0,5 11 0,-7-17 0,7 18 0,-7-16 0,-2 4 0,-21-9 0,9-4-820,-13 0 1,21-1 0,0 0 0</inkml:trace>
  <inkml:trace contextRef="#ctx0" brushRef="#br0" timeOffset="65559">23740 8695 24575,'22'-2'0,"0"-1"0,7 0 0,3 0 0,1 0-1093,-2 0 1,1-1 0,8 1 827,-13 1 0,4 1 0,5 0 0,3 0 0,1 0 0,2 1 0,0-1 0,0 0 0,-2 1 0,-3-1 0,-4 0 0,-4 1-555,11-2 1,-8 0 0,-1 1 0,8 0 688,-9 0 0,4 0 0,5 1 0,1 0 0,2-1 0,0 1 0,-1 0 0,-2 0 0,-4 0 0,-4 0 0,-6 0 131,16 0 0,-8 1 485,2 0 0,1 0-485,-11-1 0,1 1 0,-2 0 0,2 1 0,-1 0 0,-7-2 0,2 0 0,9 2 0,6 1-820,-3-2 1,5 0 0,0 0 0,-5 0 755,1 1 1,3-1 63,-10 0 0,5 0 0,4-1 0,3 1 0,1 0 0,-1 0 0,-2 0 0,-3 0 0,-6-1 44,6 0 0,-7 1 0,7-1-44,-6 0 0,6 0 0,4 1 0,2-1 0,1 0 0,-1 1 0,-3-1 0,-4 0 0,-6 0 0,13 1 0,-4-2 0,-2 1 0,6 0 0,-5 0 0,-12 0 0,-16 0 0,-3 0 0</inkml:trace>
  <inkml:trace contextRef="#ctx0" brushRef="#br0" timeOffset="71294">25292 4073 24575,'0'10'0,"-1"10"0,-1-3 0,0 4 0,-1 3 0,4 0 0,-1 0 0,-1-5 0,1-1 0,5 10 0,0-4 0,1-13-1639,8 8 1,1 0-1639,-6-7 2184,9 3 1,7 3 0,-6-3-398,-6-6 478,10 2 1,7 3 0,-7-3 1011,-10-6-677,13-1 1,9 1 0,-7-2 676,-9-1 160,8-4 1,7-1 0,-8-1-161,-8-2 0,14-8 0,-1 0 0,-16 4 0,14-11 0,-3-2 0,-16 11 0,11-17 0,-3 1 0,-13 17-161,0-12 1,0-7-1,-2 6 161,-5 8 0,0-19 0,-3 1 0,0 25 0,-11-15 0,-3-1 0,8 15 0,-14-7 0,-10-3 0,7 4 0,8 9 0,-7 0 0,-9-2 0,0 1 0,10 3 0,5 3 0,-13 0 0,-9 0 0,9 2 0,14 4 992,-9-3 1,3 2-993,18 2 752,0-2 1,8-1 0,-2-1 0</inkml:trace>
  <inkml:trace contextRef="#ctx0" brushRef="#br0" timeOffset="71757">26040 4361 24575,'5'22'0,"0"-2"0,0 2 0,0 0 0,1 1 0,0 0 0,0-1 0,3 13 0,-7-23 0,3 16 0,-4-22 0,2 11 0,-3-13 0,3 2 0,12-16 0,-10 7 0,10-8 0</inkml:trace>
  <inkml:trace contextRef="#ctx0" brushRef="#br0" timeOffset="72986">26227 3836 24575,'27'-8'0,"9"3"0,-16 0 0,2 4 0,-12 5 0,-4-3 0,10 7 0,-2 3 0,0-2 0,2 14 0,-9-15-3277,2 21 0,-7-21 1674,-1 25 1603,-1-26 0,-9 28 0,1-21 0,-3 4 0,1-6 0,25-2 0,-1 2 0,1 0 0,9 3-724,-3 1 0,-4-2 724,-11-8-896,12 22 896,-14-18-1639,1 9 1,-2-1 1609,-4-10 29,-9 24 0,4-28 792,-22 16-792,20-15 335,-14 3 1,-3-1-336,-1-2 0,-10 3 3276,11-5-2523,15-1 2523,-5-5-2589,8-6 1,3 2 0,2-1-1</inkml:trace>
  <inkml:trace contextRef="#ctx0" brushRef="#br0" timeOffset="73551">26607 3976 24575,'0'25'0,"0"2"0,1-3 0,1-1 0,0 2 0,1-3 0,0-2 0,0-13 0,9 24 0,-7-24 0,11 15 0,-9-19-3277,14 5 0,-14-7 0,27-8 2740,-25 3 537,9-7 0,-1-1 0,-9 4 0,6-11 0,0-1 0,-8 5 0,3-8 0,-1 1 0,-6 8-1023,0-7 1,-2-1 1022,-1 11-442,-1-9 1,-2 2 441,0 13 2958,-6-15-2958,6 19 1117,-15-4-1117,9 4 0,-24 1 0,19 2 0,-10 1 0,1 0 0,9-1-749,-10 4 0,1 1 749,17-4 135,-16 7 0,21-8 0,-1-1 0</inkml:trace>
  <inkml:trace contextRef="#ctx0" brushRef="#br0" timeOffset="74322">27234 2886 24575,'-22'15'0,"0"0"0,1 0 0,3-5 0,0 0 0,-7 7 0,-3 4 0,-2-1-820,4-4 1,-1 0 0,0-1 0,4-2-820,-2 4 1,0 0 818,2-2 1,-4 2 0,2-1 0,5-2 3271,-1 5-2452,-3 7 0,10-12-3277,-7 13 3250,16-20-608,-9 20 635,13-21 3276,-9 12-2905,9-14-371,-5 6 0,6-9 0,-1 1 0,1-5 0</inkml:trace>
  <inkml:trace contextRef="#ctx0" brushRef="#br0" timeOffset="75919">26624 3156 24575,'7'20'0,"1"0"0,4 11 0,-2-3 0,-3-15 0,3 11 0,0 1 0,-4-12-1639,5 9 1,-1-1-1639,-5-10 1328,14 19 1949,-16-25 1719,7 5-1719,-6-8 0,0-19 0,-2-2 0,-1-2 3276,1-7-1638,-8-4 0,-1 4-1406,4 18-232,-11-9 0,0 0 0,9 12 0,-14-9 0,17 33 0,-2-5 0,2 17-3277,-6-3 0,3-16 2097,-7 6 0,-1-1 1180,4-6-1639,-6 5 1,0-2 1084,5-5 554,-12 11 0,20-19 3276,2-5-2721,6-4-1759,5-5 1,1-1 1203,-6 8 3276,16-18-2015,-17 21-1261,-3 10 0,-12 11 0,-3 5-1639,-2-4 1,1-2 378,7-6 2378,-8 8 0,-1-2-1118,11-8-969,-13 15 969,14-17 0,0 5 0,17-29 0,-8 14 0,9-12 0,-1-1 0,-8 11 3276,8-7-1388,-14 16 1260,-2 4-3148,-5 4 1742,2 0-1742,1-3 0,6-5 0,7-6 0,-3 2 0,22-12 0,-20 12 0,14-6 0,-20 9 0,-11 6 0,2-2 0,-15 9 0,15-8 0,-11 8 0,14-8 0,-10 12 0,13-12 0,-5 8 0,8-13 0,1 1 0,1-4 0,3-2 0,-2 2 0,3-2 0,-1-1 0,1 3 0,3-5 0,-6 6 0,2-5 0,-5 6 0,-1-2 0</inkml:trace>
  <inkml:trace contextRef="#ctx0" brushRef="#br0" timeOffset="78420">25417 4981 24575,'27'-2'0,"-5"2"0,1 0 0,2-1 0,2 1-1093,-4 0 1,3 0 0,3 0 804,0-1 0,5 1 0,3 0 1,1-1-1,-3 1 0,-3-2-805,4 0 1,-3-1 0,6 0 865,-12 2 1,4-1 0,4 0 0,2 0 0,0 0-1,2 0 1,-2 0 0,-2-1 0,-2 0 0,-5 1-268,8-3 0,-6 0 1,1-1-1,8 0 494,-13 3 0,3-1 0,3 0 0,2 0 0,2-1 0,2 1 0,0-1 0,2 0 0,0 0 0,0 1 0,0-1 0,0 0 0,-1 0 0,-1 1-176,-3 0 0,2-1 0,-1 1 0,0 0 1,1-1-1,-1 1 0,1 0 0,-1 0 0,1-1 1,-1 1-1,1 0 0,-1 0 0,0-1 0,0 1 1,0 0 175,-1 0 0,1 0 0,-1 0 0,0 0 0,0-1 0,0 1 0,0 0 0,0 0 0,0 0 0,0 0 0,0 0 0,1 0 0,0 0 0,0-1-77,0 1 0,1 0 0,1-1 0,2 0 1,0 0-1,0 0 0,1 0 0,-1 0 1,-1 0-1,-1 1 0,-1-1 0,-2 1 1,-2 0-1,-2 0 0,-3 1 0,-3 0 77,13 0 0,-7 1 0,-2-1 0,5-1 0,-2-1 0,3-1 0,4-2 0,0 1 0,0-1 0,-3 1 0,-5 0 0,-6 2 0,5 0 0,-4 0 676,11-5 1,4-1-1,-15 2-676,-21 6 3034,-1-3-3034,-8 3 3276,-4-1-2015,1 4 2015,-5-3 0,8 3-3218,-2-2 0,5 2 0,-1 0 0</inkml:trace>
  <inkml:trace contextRef="#ctx0" brushRef="#br0" timeOffset="78920">28724 4599 24575,'2'23'0,"1"-1"0,0 8 0,-1-3 0,-1-13 0,-1 14 0,1 4-1639,-2-10 1,1-1-1,-1 2 1,1 1 1006,-1 0 1,1-4 631,0-12 0,7 15 0,5-12 0,4 5 0,7-7 0,9-3 0,-3-2 0,6 0 0,2-2 0,0 1 0,-3 0-1093,2 2 1,-3-1 0,8 1 1054,-13-3 1,6-1 0,4 1 0,2 0 0,1-1 0,0 1 0,-1-1-1,-3 0 1,-4 1 0,-6-1 37,7 0 0,-8 0 0,8 0 0,-6 0 0,6-1 0,4 1 0,4 0 0,0-1 0,1 1 0,-3 0 0,-3-1 0,-6 1 0,-6-1 0,5 0 0,-1 1 0,5-1 0,11 1 0,2-1 0,-9 1 0,-16-1 3276,-17 0-2087,16 0-90,-30-1-1099,1-16-1288,3 8 1288,2-11 0,3-1 0,0 12 0,0-15 0</inkml:trace>
  <inkml:trace contextRef="#ctx0" brushRef="#br0" timeOffset="80288">29952 3951 24575,'1'19'0,"0"1"0,-1 0 0,1 0 0,1 1 0,-1 1 0,2 1 0,0-1 0,4 2 0,-2-5 0,0-1 0,2-4 0,1 3 0,-7-14 0,1-17 0,-2 7 0,0-16 0,1-3 0,-1 16 0,2-24 0</inkml:trace>
  <inkml:trace contextRef="#ctx0" brushRef="#br0" timeOffset="80804">29897 3726 24575,'22'-3'0,"1"-2"0,0 1 0,3-1 0,10-4 0,-4 1 0,-20 6 0,18-6 0,1-1 0,-18 5 0,9-2 0,-2 0 0,-13 4 0,21 16 0,-7 4 0,3 5 0,-2-3-479,-6-5 0,1 1 479,6 6 0,5 5 0,-1-1 0,-9-8 0,-6-6 0,4 5 0,5 6 0,-7-5 0,-9-6 0,5 7 0,-1 1 0,-6-5 0,1 21 0,-5-15 0,-1-1 0,1 8 0,-3-3 0,0-3 958,3-15-958,-4 13 0,0 0 0,4-10 0,-6 22 0,-1-26 0,1 3 0,-1-9 0,4 0 0</inkml:trace>
  <inkml:trace contextRef="#ctx0" brushRef="#br0" timeOffset="81573">24166 2760 24575,'33'6'0,"-20"-4"0,16 7 0,2 2 0,-12-5 0,7 6 0,8 4 0,-3-2-1414,-6-4 1,1 0 1413,-1 2 0,3 3 0,1 1 0,-1-1-820,-1-1 1,0 0 0,-1 0 0,-1-1-274,-1 1 1,-2-2 0,2 3 1041,2 1 1,4 3 0,1 1 0,-3-2 0,-5-3 283,-4-2 0,-1 0-233,5 3 0,6 5 0,1 0 0,-1 0 0,-7-6 0,-6-3 0,0 0 0,5 5 0,4 4 0,-1-1 0,-6-5 0,-5-3 0,9 13 0,-1 0 872,-14-16-872,7 11 0,1 2 3276,-2-7-516,10-2-2760,-15-11 0,-3-13 0,-5 9 0</inkml:trace>
  <inkml:trace contextRef="#ctx0" brushRef="#br0" timeOffset="81990">25368 3307 24575,'-18'19'0,"0"0"0,-3 3 0,3-3 0,6-7 0,-8 12 0,11-13 0,12-12 0,10-9 0,3-4 0,5-6 0,7-5 0,-3 2 0,-15 15 0,14-14 0,-31 38 0,-3 0 0,0 1 0,-5 8 0,-5 4 0,17-24 0,1-8 0,1 5 0,1-6 0</inkml:trace>
  <inkml:trace contextRef="#ctx0" brushRef="#br0" timeOffset="82542">22916 2335 24575,'12'22'0,"-1"0"0,1 2 0,0 3 0,0-1 0,0 2 0,-1 0 0,3 3 0,-1 2 0,-5-1 0,-1 2 0,-2-7-869,1-2 869,-3 4 0,-1 6 0,-1-6 285,-1-7-285,-3 1 0,-1 6 0,-1-6 145,1-3-145,-9 10 0,0-3 0,10-19 0,-18 20 0,18-25 439,-12 2-439,11-5 0,-5-3 0,-2-16 0,1-4-771,3 8 771,-2-10 0,-2-8 0,4 8 0,4 13 0,-1-9 0,0 0 0</inkml:trace>
  <inkml:trace contextRef="#ctx0" brushRef="#br0" timeOffset="82759">22839 2346 24575,'0'0'0</inkml:trace>
  <inkml:trace contextRef="#ctx0" brushRef="#br0" timeOffset="83024">23118 2276 24575,'19'25'0,"-1"-1"0,-3-7 0,-1-1 0,4 5 0,0-2 0,0-5 0,-2-5 0,-6-2 0,17 4 0,-23-11 0,11-1 0,-8-3 0,10-9 0,1-4 0,-6 2 0,8-8 0,-2 0 0,-13 12 0,10-20 0,-14 26 0,4-7 0</inkml:trace>
  <inkml:trace contextRef="#ctx0" brushRef="#br0" timeOffset="83461">23702 2279 24575,'8'20'0,"0"1"0,-1-4 0,1 1 0,0 2 0,-1 1 0,4 7 0,-11-28 0,0-4 0,-4-16 0,1 6 0,-1-1 0</inkml:trace>
  <inkml:trace contextRef="#ctx0" brushRef="#br0" timeOffset="83608">23764 2239 24575,'6'0'0,"-3"0"0,0 0 0</inkml:trace>
  <inkml:trace contextRef="#ctx0" brushRef="#br0" timeOffset="84278">25765 1717 24575,'8'27'0,"-3"-4"0,2 1 0,2 11 0,-1-4 0,3 7 0,-2-8-2335,-2-5 2335,0-1 0,1 8 0,0 0 0,-1-8 0,3 5 0,-2-3 0,2 7 0,1 1 0,-2-9 0,4 1 0,-1 1 0,2 6 0,-3-10 0,-7-15 0,11 16 0,-13-20-111,4-15 111,-2-3 0,-3-7 0,1 12 0</inkml:trace>
  <inkml:trace contextRef="#ctx0" brushRef="#br0" timeOffset="84745">26058 1695 24575,'14'14'0,"0"2"0,-1 3 0,2 9 0,-3-9 0,0 1 0,-5 2 0,-1-1 0,0-5 0,0 9 0,-1 0 0,-4-15 0,1 13 0,0 0 0,-3-12 0,-5 14 0,-2 0 0,1-12 0,-8 10 0,-1-1 0,5-13-1639,-10 6 1,-1 0-1639,9-8 2008,-11 6 1,1-2 1268,11-6-1481,-17 8 1481,23-9 0,-3-1 0,9-2 0,-1-1 0</inkml:trace>
  <inkml:trace contextRef="#ctx0" brushRef="#br0" timeOffset="85010">26392 2060 24575,'0'21'0,"0"-1"0,0 3-3277,0 14 0,0-31 1328,0 14 1949,0-16 0,1-15 0,0 8 0,0-12 0</inkml:trace>
  <inkml:trace contextRef="#ctx0" brushRef="#br0" timeOffset="85412">26561 1976 24575,'-4'24'0,"2"-6"0,2 5 0,1-6 0,-1-2 0,7-1 0,22-13 0,-14 1 0,12-7 0,-1-3-820,-14 2 1,14-6 0,-24 11 0</inkml:trace>
  <inkml:trace contextRef="#ctx0" brushRef="#br0" timeOffset="85614">26765 1998 24575,'8'1'0,"1"0"0,-2 0 0,24-1 0,-18 3 0,14-2 0,-22 1 0</inkml:trace>
  <inkml:trace contextRef="#ctx0" brushRef="#br0" timeOffset="86344">25624 1775 24575,'-21'19'0,"0"0"0,1-2 0,-1 0 0,3-1 0,-5 10 0,5-10 0,1 1 0,0 10 0,10-16 0,-5 18 0,10-20 0,-2 16 0,4-17 0,7 10 0,4 1 0,-1-6 0,9 11 0,3 0-2431,8-8 2431,-2-3 0,9 4 0,1 0 0,-6-4-1639,-5-4 1,3-1 1576,-7-2 1,6 1-1,6 0 1,3 2-1,2 0 1,2 0-1,-1-1 1,-1 0-1,-2 0 1,-5-2-1,-5-2-758,4 0 1,-7-2 0,1 0 0,8 1 726,-9-1 0,4 1 0,4 0 0,4 0 1,1 1-1,2 0 0,2 0 0,-1-1 1,0 1-1,0 0 0,-3-1 0,-2 0 1,-2-1-1,-5 0 0,-4 0-461,9-1 0,-8-1 0,0 0 0,7 0 554,-5 0 0,5 0 0,4 0 0,2-1 0,3 1 0,0 0 0,0 0 0,-1-1 0,-3 1 0,-3 0 0,-5-1 0,-6 1 0,15-2 0,-3 0 0,-3 0 0,7 0 0,4-1 0,-2-1 0,-6 1 0,-12 1 717,-4-2-717,7-7 0,-1-1 2549,-18 7-2549,8-15 0,-1-3 3276,-11 13-2320,6-17 1,-2 0-957,-6 16-985,2-20 1,-1-3 984,-6 9 0,0 0 0,-1-4 0,-1 5-1013,-5-4 1013,-5-2 0,0 3 0,7 13 0,-9-6 0</inkml:trace>
  <inkml:trace contextRef="#ctx0" brushRef="#br0" timeOffset="87264">23081 2089 24575,'-29'8'0,"0"0"0,-1 1 0,1-1 0,3 0 0,1 0 0,-3 1 0,-6 1 0,2-1 0,11-2 0,10-2 0,-21 9 0,0 1 0,21-10 0,-14 12 0,0 0 0,13-7 0,-11 13 0,0 1 0,7-6 0,-3 6 0,1 0 0,8-8 0,-1 9 0,0 0 0,5-8 0,-2 16 0,1 0 0,6-22 0,2 17 0,1-2 0,1-15-1639,10 10 1,2 0-1639,-7-10 1638,16 9 1,0-2 148,-14-12 478,14 5 1,9 2 0,-6-2 1011,-6-3-290,1-2 0,10 1 0,6 1 1,3 0-1,0 0 0,-5-1 0,-8-2 290,2 0 0,1-1 0,-6-1 0,5 1 0,6 0 0,4 1 0,1 0 0,1 0 0,-2 0 0,-2-1 0,-5-1 0,-5-1 0,6 0 0,-6-2 0,6 1 0,-6 0 0,6 0 0,5 1 0,1-1 0,2 0 0,-2 1 0,-2-1 0,-5 0 0,-5-1 0,3 0 0,-7-1 0,4 0 0,2-1 0,6 0 0,2 0 0,-2-1 0,-4 0 0,-8-1 0,5-7 0,2 0 0,5-4 0,-6 3 0,-6-1 0,3-7 0,4-7 0,-7 6 0,-9 6 0,4-9 0,6-7 0,-7 6 0,-10 12 0,0-9 0,2-11 0,-1 0 0,-3 7 0,-1-2 63,-3 3 0,0-7 0,-1 0 1,0 7-64,-4-1 0,-4 2 0,-2-3 0,1 5 0,-1 1 0,-5 0 0,-6-3 0,4 6 0,5 10 0,-13-7 0,-7-3 0,5 4 0,7 6-43,-4 3 1,-10-3 0,-6 1 0,-1-1 0,3 1 0,9 2 42,2 1 0,-2 0 0,4 1 0,-7 0 0,-5 0 0,-4-1 0,-2 1 0,-1-1 0,1 1 0,2 0 0,5 1 0,4 0 0,-3 0 0,5 2 0,0 0 0,-6 0 0,7-1 0,-5 1 0,-3 0 0,-2 0 0,-1-1 0,-2 1 0,2 0 0,1 0 0,3 0 0,3 0 0,5 0 0,-6 1 0,7-1 0,1 0 0,-5 2 0,-3-1 0,-6 2 0,-2 0 0,-1 1 0,3-1 0,6 1 0,7-1 0,6 0 0,1 1 0,-17 2 0,-7 1 0,14-1 0,18 1 251,-8 2 1,17-7 0,-1 1-1</inkml:trace>
  <inkml:trace contextRef="#ctx0" brushRef="#br0" timeOffset="91350">29012 2102 24575,'-2'14'0,"-5"7"-3277,4 1 0,-3-5 1638,5 2 1,1 0 384,0-4 373,0 10 1,0 0 880,0-7-843,4 9 0,2 8 0,0-7 843,-1-4 36,3 1 0,3 8 1,1 0-1,-2-7-36,7 6-260,-3-9 1,4 6 0,1 0-1,-4-7 260,-4-5 0,1-2 0,7 6 0,6 4 0,-1-1 0,-4-6 1864,2-1-1864,-1-2 0,4 2 0,-5-5 0,-5-8 3009,20-9-3009,-10-19 0,-12 12 0,1-3-84,3-11 1,0-7 0,-3 5 83,1-4 0,-2 2 0,4-8 0,-1-1 0,-5 10 3276,-1-3-3185,-3 6 0,1-7 0,-1 1 0,-3 8 366,-4 4-457,-6-9 0,-5-8 0,0 8-519,-3 8 519,0-3 0,-4-5 0,2 7 3276,0 8-1840,-4-2 1,-3 0-1437,1 8 0,0 2 0,-9-9-1639,6 11 1,5 3-501,14 1-1138,-27 11 2199,25-9 1383,-17 14-305,21-12 0,-4 9 0,8-7 0,-1 1 0,2-6 0</inkml:trace>
  <inkml:trace contextRef="#ctx0" brushRef="#br0" timeOffset="91663">29697 2562 24575,'0'27'0,"-2"-1"0,0-1 0,1-5 0,-2 7 0,2-3 0,1-17 0,1 17 0,2-17 0,5 1 0,1-4-820,13-18 1,-12 10 0,5-10 0</inkml:trace>
  <inkml:trace contextRef="#ctx0" brushRef="#br0" timeOffset="92080">29909 2188 24575,'9'11'0,"0"5"0,-6-12 0,9 9 0,-7-9 0,5 5 0,-5-7 0,1 1 0,10-6-3277,12-9 0,-7 5 1638,0-9 1,-2-1 1612,-13 8-414,7-9 1,-2 0 439,-10 6 0,-2-24 0,-15 4 0,4 2 0,-3 14 0,1 4 0,5 7 3276,-21 2-1726,11 19-1550,-9 1 0,13 1 0,8-7 0</inkml:trace>
  <inkml:trace contextRef="#ctx0" brushRef="#br0" timeOffset="92482">29924 2333 24575,'-8'27'0,"4"5"0,0 1 0,1-15 0,0 1 0,2 10 0,0 5 0,0-10 0,1-13 0,8 20 0,1-1 0,-4-22 0,9 12 0,0-4 0,-8-14 0,13-1 0,1-1 0,-11-1 0,18-16 0,0-4 0,-17 10 0,12-19 0,-1 0 0,-16 17 0,5-17 0,-3 1 0,-8 17 0,-3-14 0,-1 0 0,1 18 0,-8-9 0,0 0 0,7 13 0,-26-10 0,24 13 0,-25 7 0,25-2-1639,-18 11 1,0 1-1639,13-6 3137,-11 6 1,1-3 0,19-10 0,-7 2 0</inkml:trace>
  <inkml:trace contextRef="#ctx0" brushRef="#br0" timeOffset="92898">28237 2351 24023,'0'29'0,"0"0"0,0-1 0,0 6 0,0 2 0,0-1 0,0-7-1026,0 7 1026,1-5 0,1 7 0,0-8 512,0-5-512,3 5 0,0-1 261,-2-11-261,4 19 0,-6-28 135,2 7-135,1-10 0,-3 5 0,1-10 0,-2 2 0</inkml:trace>
  <inkml:trace contextRef="#ctx0" brushRef="#br0" timeOffset="93583">28198 2287 24575,'8'32'0,"-1"0"0,1 0 0,3 4 0,-5-7 0,2 9 0,0-1 0,-2-9 0,3-2 0,-2 6 0,0 7 0,0-8 0,0-8 0,-1 6 0,-1 8 0,0-9 0,0-9 0,-1 4 0,1 6 0,0-6 0,1-4 0,0 4 0,0-2 0,0-7 0,2 6 0,-6-17 0,1-9 0,-2-1 0,0-2 0,0 2 0</inkml:trace>
  <inkml:trace contextRef="#ctx0" brushRef="#br0" timeOffset="94350">28299 2188 24575,'9'-2'0,"-4"1"-3277,16-7 0,-14 5 2184,15-6 1,10-4 0,-5 2-2185,-3 2 3069,-2 0 0,10-4 0,5-1 1,1 0-1,-3 1 0,-9 4 208,-3 1 0,1 0-226,0 0 1,7-3-1,6-1 1,3-2 0,1 0-1,0 0 1,-3 2 0,-4 0-1,-6 3 226,2 0 0,-6 2 0,6-1 0,-1-1 0,7-2 0,3-1 0,2-1 0,0 1 0,-2 0 0,-5 2 0,-7 3 0,7-1 0,-2 1 0,-2-1 0,5-3 0,2 0 0,-4 2 0,-6 1 0,-8 4 0,0-1 0,7-4 0,7-3 0,-1 1 0,-9 2 0,-3 3 0,16-7 0,-2 3 0,-25 9 0,19-3 0,0-1 0,-16 4 0,16-1 0,10 0 0,-8 0 0,-10 2 0,12 0 0,10 1 0,-11 0 0,-17 1 1014,17 0 1,-3 1-1015,-21 0 0,4 15 0,0 10 0,-4-5 0,-2 4 0,-1-2 950,2 7 0,1 3-950,-1-8 0,1 5 0,1 4 0,0 2 0,0-3 0,-1-3 0,-2-6 895,1 1 0,2 2-895,-2-6 0,2 6 0,1 5 0,1 4 0,2 2 0,-1 1 0,1-1 0,-1-1 0,-1-4 0,0-5 0,-2-6 450,1 2 1,0-7-1,1 7-450,0-1 0,2 6 0,1 5 0,2 3 0,0 1 0,1 0 0,-2-2 0,0-4 0,-2-4 0,-2-8 0,4 4 0,0-2 0,-2-1 0,2 7 0,3 3 0,1 3 0,0 0 0,-2-2 0,-1-4 0,-3-7 0,2 3 0,-1-1 0,2 1 0,2 5 0,2 2 0,-2-4 0,-5-8 0,-1-4 0,6 5 1578,-16-18-1578,-1-1-2323,-14 0 2323,8-2-631,-24 3 0,-5 0 631,11-1-304,4-2 1,-8 0-1,-7 0 1,-5 0 0,-3 0-1,0 0 1,1-1 0,2 1-1,5-1 1,8 1 303,-5-1 0,7 1 0,-10-2-120,12 1 1,-5-1 0,-4-1-1,-3 1 1,-4-1 0,-2 0-1,-1 0 1,-2 0 0,-1 0-1,1-1 1,0 1 0,1-1-1,2 1 1,3-1 0,2 1 0,4-1-1,3 1 120,-12-2 0,8 1 0,3-1 0,-3 0 0,-9-1 0,17 2 0,-4-1 0,-3 0 0,-2-1 0,-2 0 0,-2 0 0,-1 0 0,-1-1 0,-1 0 0,-1 1 0,1-1 0,-1 0 0,2 0 0,0 1 0,2-1 0,1 1 0,3 0 0,1 1 0,4-1 0,2 2 0,-12-3 0,6 1 0,3 1 0,1 0 0,-3-1 0,-6-1 0,9 1 0,-3 0 0,-4-1 0,-3 0 0,-1 0 0,-2-1 0,0 0 0,-1 0 0,1-1 0,1 2 0,1-1 0,3 1 0,3 0 0,3 1 0,5 0 0,4 2 0,-8-2 0,8 1 0,-4-1 289,-4 0 1,-7-1 0,-4 0 0,1-1 0,5 1 0,8 0 0,15 2-290,11 1 0,15-6 0,7 0 0,3 5 0,3-3 0,-3 2 0,-16 3 0,-2 2 0</inkml:trace>
  <inkml:trace contextRef="#ctx0" brushRef="#br0" timeOffset="95731">28255 1482 24575,'25'6'0,"1"1"0,-1 4 0,-7-2 0,0-1 0,8 6 0,-7 1 0,3 4 0,-3-4-915,2 3 915,-1 2 0,4 8 0,1 0 0,-7-7 0,-2-2 0,5 8 0,5 7 0,-7-7 0,-11-11 150,5 10 0,-1 5-150,-5-4 0,-3-1 76,1-4 0,0 1-76,-1 10 0,-2-4 0,-2-13 0,0 7 0,0 1 0,0-8 0,3 19 0,-3-25 0,7 8 0,-4-14 463,3 6-463,5-14 0,12-16 0,-4 7 0,-5-1 0,-1-1 0,-5 3 0,-1 1 0,-20 14-3277,-16 17 0,6-6 1757,2 3 1,2-1 1519,13-11 0,-11 12 0,15-15 0,0-2 0,12-9 3276,-6 5-1160,6-7 1160,-10 12-2351,-8 5-925,0 3 0,-1 0 0,4-3 0,5-5 0</inkml:trace>
  <inkml:trace contextRef="#ctx0" brushRef="#br0" timeOffset="109892">20626 16073 24575,'6'0'0,"1"0"0,4 2 0,23-1 0,-9 1 0,1-1-1097,1 0 1,2 0 1096,1 0 0,4 0 0,0 0 0,-6-1-764,-6 1 1,1-1 763,2 0 0,8 1 0,5-1 0,2 1 0,-2 0 0,-5-1 0,-7 0-1099,-3 1 0,1-1 1099,2 0 0,9 0 0,4 0 0,1 1 0,0-1 0,-6 0 0,-8 1 0,-4 0 0,1 0 0,1-1 0,8 1 0,4 0 0,2-1 0,-1 1 0,-4 0 0,-6 1-1365,5 0 0,1 1 1365,-3-1 0,6 0 0,4 1 0,-1-1 0,-3 0 0,-7 0 0,1 1 0,0 0 0,1 0 0,5 0 0,4 0 0,0 0 0,-3-1-644,-4 0 1,-1-1-1,0 1 1,-1-1-1,0 0 644,6 2 0,-2-1 0,0 0 0,2 0 0,-2-1 0,3 0 0,-1-1 0,-3 1 0,-7-1 400,-7 0 0,-1 0-400,10 1 0,7-1 0,-1 1 0,-6-1 185,-9 1 1,0-1-186,7 1 0,7-1 0,-1 1 0,-3-1 0,-1 0 0,0 0 0,3 0 0,5 0 0,0 0 0,-5 0 0,-4 0 0,1 0 0,-1 0 0,7 0 0,2 0 0,-5 0 0,-8 0 0,3 0 0,7 0 0,9 0 0,-13 0 0,-19 0 0,21 0 0,-28 0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21:11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6766 5803 24575,'15'5'0,"-3"-3"0,11 3 0,-14-4 0,18 5 0,-20-6-3277,21 3 0,-20-3 0,28 0 2367,-26 0-38,14 0 0,0 0 948,-13 0-1169,24 0 1,4-2 1168,-12-2 0,0 1 0,5 1 0,-3 0 0,-7-2 0,0 0 0,11 0 0,6 0 0,-6 1 897,4-1-897,-9 1 0,8-1 0,-2 1 0,-8 0 3171,-6 2-3171,7-2 0,5 0 0,-9 0 0,-15 2 0,13-1 0</inkml:trace>
  <inkml:trace contextRef="#ctx0" brushRef="#br0" timeOffset="5610">6300 17266 24575,'12'0'0,"10"1"0,-12-1 0,25 3 0,-16-2 0,3 0 0,13 2 0,3-1 0,-13-1 0,2-1 0,6 1 0,2 1 0,-4-2-2002,5-1 2002,-12 1 0,3 0 0,-2 0 0,3 1 0,-2-1 0,10 1 240,-8 0 1,0-1-241,1 0 0,2 0-3277,4-3 274,-24 1 2047,13-1 1,1 0 955,-6 0 0,10 0 0,1 0 0,-9 1-1495,12 0 1,-1 1 1494,-13 1-859,6 0 0,6 0 0,-6 0 859,-6 0 0,18 0 0,-1 0 0,-22 0-216,20 1 1,0-1 215,-18 1 0,16 0 0,1 0 0,-13 0 0,4 0 0,5 0 0,-5 0 0,-2-1 0,9 1 0,9 0 0,-9 1 0,-11 0 0,7-1 0,5 0 0,-7 0 0,-11 1 192,14-2 1,0 1-193,-16-1 0,9 1 0,0 0 0,-10-1 0,14 2 0,2 0 0,-14-1 0,9 1 0,8 0 0,-6-1 0,-6 0-354,6 0 1,6 0 0,-6 0 353,-6-1 43,8 1 1,6 1 0,-5-1-44,-3 1 0,1-1 0,5 0 0,-6 0 0,-5 1 0,16 0 0,0-1 0,-20-1 0,11 1 0,7-1 0,-7 1 0,-10-1-66,22 0 1,-2 0 65,-23 0 432,16 0 0,1 0-432,-17 0 750,10-1 0,0 2-750,-10 0 1600,7 0 0,3 0-1600,8 3 0,-1 1 1638,-8-4 0,2 1-1362,12 4 0,6 1 1,-9-2-277,-8-2 0,2 1 0,7 1 0,1 1 0,-9-2 0,-2 0 0,7-1 0,8 1 0,-7-2 3234,-8 1-3234,4-1 0,6 0 0,-6 0 0,-1 0-355,10 3 1,-1-1 354,-12-2 0,8 2 0,1 2 0,-6-5 0,2 2 0,6 0 0,-6-1 0,0-2-1093,-2 1 1,5 0 0,-7-1-488,-2 0-59,9 0 1,-1-1 1128,-17-1 1028,8 0 1,0 0-519,-14-1 0,17-1 0,8 1 3276,-12 1-2764,6 0 1,0 0-513,-12 1 0,16-1 0,0-1 0,-14 2-183,8-2 1,0 0 182,-16 1 0,17-2 0,-18 2 0,7-1 0,-3-1 3276,20-3-301,-4-4-2975,4 2 1610,0-4-1610,-2 3 0,-7 2 0,4-4 0,-19 9 0,6-5 0,-5 4 0,3-1 0,-8 4 0,5-2 0,-8 3 0,0 0 0</inkml:trace>
  <inkml:trace contextRef="#ctx0" brushRef="#br0" timeOffset="10670">4174 7098 24575,'-11'19'0,"4"-6"0,-3 8 0,3-9 0,2 5 0,1-7 0,2 9 0,1-11 0,2 14 0,10 7 0,-5-7-1639,6 0 1,1-1-1639,-8-12 1822,11 14 0,1 0 1455,-8-10-19,9 8 0,5 2 19,-4-6 0,3-2 0,3 2 0,3 1 0,-2-2-256,-2-1 1,0-1 255,10 4 0,4 0 0,-9-5 0,-13-8 0,11 5 0,12 5 0,1 0 0,-8-4 1568,-11-5 0,1-1-1568,3 3 0,7 1 0,3 2 0,-2-2 0,-7-2 0,-2-2 0,-1-1 0,10 2 0,8 1 0,0-1 0,-9-2 0,-12-2 0,1 0 0,6 0 0,9 2 0,4-1 0,0 1 0,-3-1 0,-9-1 0,-2-1 0,0 0 0,2 0 0,8 1 0,3-1 0,-1 1 0,-3-1 0,-10-1 0,-5 0 0,-2-2 0,12-1 0,9-1 0,-2-2 0,-9 0 0,-4-4 0,3-2 0,7-1 0,-9 1 0,-8 1-1147,11-11 1,0-1 1146,-16 13-1093,5-7 1,3-4 0,-4 3 649,-2 2-690,4-10 0,-1 0 1133,-8 12-614,-1-11 0,-1 1 614,-4 14 0,2-14 0,-2 0 0,-2 15 1014,1-12 1,-1-4-1015,-8 3 0,0 1 0,4 2 0,0 0 1517,-7-5 0,-5 0-1517,-4 8 0,-3 0 0,2 3 3059,-10-9-3059,2 6 0,-8-3 0,-1 0 0,8 6 2558,0 3-2558,7 3 0,-8-2 0,-7-2 0,-5-1 0,-1 0 0,0 0 0,3 1 0,5 1 0,7 3-1093,1 1 1,5 1 0,-7-1 1061,7 1 0,-5-1 0,-4-1 0,-4-1 1,-3 0-1,-2-1 0,-1 0 0,0 0 1,0-1-1,1 1 0,1 1 0,4 0 1,2 1-1,5 1 0,5 1 31,-11-3 0,8 2 0,-7 0 0,6 0 0,-7 0 0,-3 0 0,-4-2 0,-2 1 0,0-1 0,0 1 0,3 0 0,4 0 0,5 2 0,6 0 0,-8-1 0,2 0 0,3 2 0,-6 0 0,-3 0 0,1 0 0,5 0 0,7 1 0,-9 0 0,5 0 0,-4 1 0,8 0 0,10 2-1221,-14 4 1,0 2 1220,16-2 38,-11 6 1,1 2-39,8-2-751,-7 6 1,1 1 750,6-5 0,-4 3 0,2-2 0,14-10 0,-10 6 0</inkml:trace>
  <inkml:trace contextRef="#ctx0" brushRef="#br0" timeOffset="11255">4498 6795 24575,'9'-10'0,"9"-14"0,-10-11 0,0 12 0,2-3 0,-1 1 0,1-10 0,0 1 0,0 3 0,0 0 0,4-1 0,-2 6 0,-5 11 0,4-6 0,4-5 0,-4 6 0,-2 5 0,9-13 0,1 2 0,-12 16-1639,11-8 1,-1 1-1639,-9 11 1638,9-7 1,0 1 148,-12 9 1490,14-9 0,-17 10 0,4-3 0</inkml:trace>
  <inkml:trace contextRef="#ctx0" brushRef="#br0" timeOffset="14301">8094 12840 24575,'-15'10'0,"-3"2"0,2-2 0,-5 3 0,7-2 0,3-2 0,-4 5 0,8-2 0,-6 17 0,6-12 0,1 3 0,1 0 0,4-10-1639,-5 12 1,0 0-1639,5-11 1960,-2 15 0,0-1 1317,3-14-1639,5 14 1,0 0 1175,-2-15-788,8 15 0,1 0 1251,-9-16 336,12 14 1,1-1-337,-11-15 101,13 11 1,0 0-102,-9-9 0,9 6 0,0-1 0,-9-6 0,17 7 0,2 1 0,-14-10 155,7 1 1,7 3-1,-5-3-155,3-3-462,7-1 0,8-1 1,-5 0 461,-17 0 0,2-1 0,7-3 0,7 0 0,4-2 0,-4 0 0,-9 2 2054,4-2-2054,2-1 0,9-3 0,1 0 0,-12 2 0,-7-1 0,8-5 0,8-4 0,-8 2 0,-9-2 0,-3 1 0,3-4 0,-4 3 0,-7-5 0,1-10 0,-1 1 0,-4 8-428,-3-5 0,-1-8 0,0 8 428,-3 8 0,-1-7 0,-1-7 0,0 9 0,0 13-337,-5-11 1,-1 2 0,6 15 0,-7-7 0</inkml:trace>
  <inkml:trace contextRef="#ctx0" brushRef="#br0" timeOffset="15677">10433 14365 24575,'-10'-1'0,"-12"2"0,10 0 0,-18 3 0,8 0 0,0-1 0,-4 0 0,2 2 0,1 1 0,-7 2 0,14-1 0,-2 2 0,2-1 0,8-4 0,-11 11 0,-6-2 0,8-2 0,-1 0 0,0 0 0,-8 10 0,3-3 0,7-4 0,2-1 0,5-5-1639,-2 7 1,-1-1-1639,5-5 1638,1 14 1,2 1 148,3-12 1032,6 15 0,3 3 458,2-10-1365,6 9 0,1 0 1365,-3-5 0,2-5 0,3 4 0,-3-5 2730,-3-1-2730,10 3 0,7 4 0,-6-5 0,-7-7 0,9 3 0,6 4 0,-6-5 3276,-11-7-3007,8 2 0,8 2 1,-2-2-270,-3-7 0,-1-2 0,4 6 0,1-2 0,7-10 0,-7-4 1369,-15 1-1369,2-7 0,5-5 0,-5 2 0,-1-7 0,-3 2 0,2-4 0,-3 2 0,-5 6 0,-2-1 0,1-9 0,-1-6 0,-1 5-220,-1 11 0,-2-1 220,-6-9 0,-3-6 0,-1 0 0,0 8-804,-3-4 804,-4 5 0,-6-8 0,-1 1 0,6 8-1588,0 2 1588,-6 1 0,-6-3 0,9 7 0,12 11 0,-19-10 0</inkml:trace>
  <inkml:trace contextRef="#ctx0" brushRef="#br0" timeOffset="16575">11568 14136 24575,'-23'27'0,"9"-9"0,-5 8 0,12-18-3277,-11 18 0,11-19 1638,-6 10 1,-1 1-1639,7-11 3994,-14 24-717,17-24-2680,-8 27 2680,10-25 1095,-3 10 1,1 0-1096,3-8 1638,-1 8 0,2 3-1394,6-3 0,1-1-244,0 17 752,6-10 0,5 0-752,1-6 0,3-1 0,1 4 0,1-1 0,0-3 0,0-2 0,9 0 0,-4-4 0,-9-1 0,12-4 0,9 0 0,-7-2 3276,-9-1-2722,2-3 0,9 1 0,1-2 1,-8 0-555,5-4 0,-4-1 0,8-3 0,1 0 0,-9 1 0,5-6 0,-11 3 0,6-4 0,-1 0 0,-8 2 0,-6-2-1093,2-5 1,2-6 0,-4 5-923,0-1 922,-6-7 1,0-7 0,-3 8 40,-2 7 87,-5-8 0,-5-7 0,1 8 965,-2 11-583,-7-6 0,-6-4 0,3 5 583,3 9 136,-8-1 1,-7-2 0,4 4-137,-4 4 0,-6-1 0,1 1 0,11 4 0,-2 0 0</inkml:trace>
  <inkml:trace contextRef="#ctx0" brushRef="#br0" timeOffset="23048">24108 6188 24575,'16'-6'0,"-8"5"0,12-5 0,-14 5 0,13-3 0,2-7 0,-5 4 0,16-8 0,-23 12-1639,18-7 1,2-1-1639,-12 6 1965,17-5 0,-1 1 1312,-18 8-1639,13-3 1,0 1 1171,-12 2-368,8 3 1,8 0 0,-6 1 834,-8-1 0,13 2 0,10 2 0,-9-1 0,-8 0-320,6 1 1,8 2-1,-7-2 320,-9 0 550,11 4 1,-3-1-551,-21-6 2574,18 10-2574,-11 2 0,-1-4 0,5 15 0,-12-18 0,3 9 0,-1-1 0,-2-7 0,10 19 0,-13-22 3276,6 10-2703,-5-6-573,5-3 0,-7-2 0,1-7 0</inkml:trace>
  <inkml:trace contextRef="#ctx0" brushRef="#br0" timeOffset="24665">25165 6251 24575,'-10'16'0,"0"0"0,-4 6 0,1-3 0,-1 0 0,-10 10 0,2 1 0,8-14 0,2-2 0,4-7 0,-1 5 0,13-17-3277,10-11 0,-1 2 1638,4-7 1,0 1 148,-10 11 1490,6-6 0,1-3 0,1-2 0,-3 8 0,8-15 0,-16 22 0,7-10 0,-10 11 3276,5 0-2015,-1 2 2015,4 8 0,6 1-6553,9 11 2,-10-9 2954,18 10 321,-26-16 0,11 6 0,-14-8 0,-7 9 0,-5 3 0,-13 9 0,7-7 0,-5 3 0,16-14 0,-6 8 0,6-8 3276,-6 9 0,8-13-2723,0 1-553,9-14 0,-1 4 0,-9 10 0,-9 9 0,-5 5-3277,-9 7 0,17-15 0,-19 14 1787,23-18 1490,-14 11 0,18-13 0,-1 0 0,10-17 0,-1 4 0,3-8 3276,-2 9-2015,-2 1-1261,0 3 3276,0-2 0,7 9-3044,6-6-232,2 3 0,0 1 0,1-2 0,2 0 0,-3 1 0,-17 3 0,10-3 0,-13-6 0,3 0 0,1-2 0,-1 2 0,-11 7 0,-2 4 0,-2-2 0,1 4 0,8-3 0,-1 0 0</inkml:trace>
  <inkml:trace contextRef="#ctx0" brushRef="#br0" timeOffset="26005">23389 10737 24575,'6'-2'0,"4"2"0,1-6 0,0 4 0,-1-3 0,-3 2 0,1-1 0,-1 0 0,6-3 0,16-17-1639,0 5 1,0-1-1,-10 5 1,0 0 545,4-1 1,2-2 0,-8 6-398,-9 7-27,10-5 0,-1 1 1517,-12 6-1015,13-2 1,1 0 1014,-12 2 689,17-1 1,1 0-690,-11 3 0,19-2 0,0 0 0,-14 2 47,4-1 0,6 1 0,-6-1-47,-7-2 1390,10 1 1,-2 0-1391,-12 1 997,4 0-997,0 6 0,-12-3 0,7 3 0</inkml:trace>
  <inkml:trace contextRef="#ctx0" brushRef="#br0" timeOffset="27346">21735 12669 24575,'31'6'0,"-11"-2"0,2 0 0,13 0 0,0-1-1639,-10 1 1,1 0 1109,3-2 1,4 1 0,1-1-1,-5 0 529,1 0 0,2 0 0,-4-1 0,6 0 0,3 0 0,1 0 0,-3 0 0,-5-1 0,-3 0 0,-4 1 0,5-1 0,2 0 0,7 0 0,3 0 0,2 1 0,-2-1 0,-5 0 0,-7 0 0,1 0 0,-1 0 0,0 1 0,6-1 0,1 0 0,-4 1 0,-7-1 1618,0 0-1618,2 2 0,-1-1 872,-14-1-872,24 7 0,-25-5-1639,8 2 1,2 0-908,-8-4 1680,13 3 1,9 0-1,-5-1 866,3 0-270,-7-2 1,6-1 0,4 1 0,0-1-1,-3-1 270,-1-1 0,-1 0 0,-1-1 0,1 1-288,4-1 1,0-1-1,-1 1 1,-1 0-1,1-1 1,-1 1-1,-8 0 1,-2-1 0</inkml:trace>
  <inkml:trace contextRef="#ctx0" brushRef="#br0" timeOffset="35832">22461 16504 24575,'8'0'0,"-3"0"0,6 3 0,-2-1 0,0 1 0,3 0 0,-8-3 0,7 3 0,3 0 0,-3-1 0,10 1 0,-10-3 0,3 0 0,3 0 0,6 0 0,-6 0 0,18 0 0,-27 1 0,12 0 0,0-1 0,-8 1 0,8-1 0,1 0 0,3 0 0,-4 0 0,-1 0 0,5 0 0,8 0 0,-21 0-3277,22 3 0,-22-2 2034,23 4 1243,-23-3 0,7 0 0,3 1 0,-1 0 0,-1 1 0,16-1 0,-6 0 0,-3 0 0,-15-2 0,18 1 0,0 1 0,-16-2 0,11 2 0,0 0 0,-14-3 3276,26 3-270,-12-1-3006,2-1 0,2 1 0,-21-2-3277,27 1 1285,-27 0 1992,13 0 0,-1 0 0,-9 0-1639,14-1 1,0 1 378,-11-1 71,14 0 1,-1 0 1188,-16 0-1124,12 0 1,-1 0 1123,-12 0 0,13 0 0,-1 0 0,-12 0 745,13 0 0,0 0-745,-10 0 1056,9 0 1,2 0-1057,10 1 0,-2 0 0,1 0 0,-25-1 0,19 0 0,-18 0 0,22 0 0,-20 0 3276,17 0-2521,-4 0-755,-4 0 3276,2 0-525,-13 0-467,1 0-2284,1 0 0,-7 0 0,7 0 0,-6 0 0,11 0 0,-5 0 0,1 0 0,5 0 0,-5-1 0,3 0 0,-5 0 0,-7 1 0</inkml:trace>
  <inkml:trace contextRef="#ctx0" brushRef="#br0" timeOffset="37016">25363 16520 24575,'23'0'0,"7"2"0,1 1 0,1-2 0,-6 2 0,8 0 0,-2 1 0,-7-1-1714,1-1 1714,2 1 0,8 1 0,1 0 0,-10-2 555,-2-1-555,8 2 0,9 0 0,-11-1 283,-11 0-283,14 0 0,4 0 0,-13-1 0,-3-1 0,15 0 0,-11 0 0,3-1 0,-5 1 0,-5 1 0,10-1 0,9-1 0,-8 1 876,-8 3-876,11-2 0,10-1 0,-9 0-603,-10 2 603,3-1 0,6-1 0,-8 0 0,-6 0 0,10 2 0,-1-1 0,-14 0 0,12 1 0,-2 0 0,-16-2 0,24 4 0,-27-3 0,29 5 0,-23-4 0,12 1 0,2 1 0,-8-2-1639,12 4 1,0-1-1639,-13-3 1638,14 3 1,-1-2 751,-20-2 887,23 0 0,-28-1 0,3 0 0,-4 0 3276,7 1-2015,10 1-442,-6 0 0,3-1 0,-15-1 0</inkml:trace>
  <inkml:trace contextRef="#ctx0" brushRef="#br0" timeOffset="37788">27168 16616 24575,'24'0'0,"0"0"0,10 1 0,-14 0 0,1-1 0,-1 1 0,-9-1-820,8 0 1,-16 0 0,-2 0 0</inkml:trace>
  <inkml:trace contextRef="#ctx0" brushRef="#br0" timeOffset="38770">23342 17004 24575,'-8'19'0,"-2"4"0,4-4 0,-1 2 0,-2 5 0,-1 2 0,0-3 0,-1 2 0,2-3 0,1 1 0,0-1 0,-3 2 0,-1 1 0,3-6 0,4-7 0,-6 12 0,0 1 0,5-15 0,1 9 0,0 0 0,4-12-3277,-1 21 0,3-23 0,7 21 1787,-5-22-1544,16 22 3034,-15-23-464,24 20 464,-18-21 0,21 13 0,-18-14 1402,8 2 0,3 1-1402,-3-5 0,1-1 1638,-3 3 0,1 0-1180,7-5 1,-5-1 2817,-15 1-282,25-8-2326,-27 7-668,10-3 0,-15 6 0,-3-4 0,-2 0 0,0-1 0,2 3 0</inkml:trace>
  <inkml:trace contextRef="#ctx0" brushRef="#br0" timeOffset="39323">23501 17595 24575,'5'31'0,"-2"-10"0,-2-3 0,-1-8 0,2 14 0,-2-17 0,4 7 0,-2-8 0,1-1 0,3-14 0,-4-2 0,7-20 0,-5 20 0,-1-9 0,0 1 0,-2 13 0,1-23 0,-2 25 0,0-8 0,2 13 0,29 6 0,-13 0 0,7 0 0,1-1 0,-10-3 0,11 3 0,-21-3 0,-9 18 0,-6-7 0,-10 11 0,9-15 0,-21-13 0,13-3 0,1-3-951,-3 1 1,-2-1 950,-1-4 0,-2-1 0,5 3 0,0 0 0,1 0 0,1-1 0</inkml:trace>
  <inkml:trace contextRef="#ctx0" brushRef="#br0" timeOffset="47374">3858 5639 24575,'14'3'0,"-5"-1"0,1 2 0,1 1 0,-5-2-3277,16 7 0,-18-5 2420,19 11 857,-19-9 0,7 7 0,2 3 0,0 7 0,-2-2 0,1 2 0,-3 1 0,0-1 3276,1 4-1677,-3-4 0,-1-3-662,-4-14-937,8 27 0,-7-24 0,5 8 0,-6-14 0,1-2 0</inkml:trace>
  <inkml:trace contextRef="#ctx0" brushRef="#br0" timeOffset="48728">3948 6076 24575,'26'-4'0,"-7"-1"0,-1 1 0,-5 1 0,-11 2 0,5 1 0,-1-3 0,5-2 0,0 1 0,-4 11 0,-9 12 0,-1-2 0,-5 15 0,5-24 0,-2 20 0,3-19 0,0 11 0,-2-17 0,1 0-3277,-11-20 0,9 10 1187,-16-20 2090,17 22 0,-11-15 0,12 15 0,7-11 0,14 0 0,-1 5 0,6-3 0,-1 1 0,-9 7-1339,9-5 1,-2 2 1338,-15 6 0,8 1 0,-15 21 0,-6 5 0,3-4 0,-6 13 0,0 0 0,2-16 0,0 4 0,-1-1 3276,1-3-2015,1 0 2015,8-18 0,12-20-3044,-5 8-232,2-6 0,0 1 0,-6 6 0,6-4 0,-13 19 0,1 3 0,-10 14 0,10-15 0,-7 14 0,9-15 0,-2 3 0,3-5 0</inkml:trace>
  <inkml:trace contextRef="#ctx0" brushRef="#br0" timeOffset="50680">4932 5659 24575,'7'-2'0,"-3"-1"0,-1 3 0,-1-1 0,4-1 0,-1 1 0,2-3 0,4-2 0,-5 4 0,4-2 0,0-3 0,-4 5 0,8-9 0,-10 10 0,9-8 0,3 0 0,-5 1 0,13-5 0,-19 9 0,12-2 0,-13 5 0,6-1 0,-6 2-820,5-1 1,-7 1 0,2-2 0</inkml:trace>
  <inkml:trace contextRef="#ctx0" brushRef="#br0" timeOffset="51309">5171 5530 24575,'2'5'0,"1"2"0,1 4 0,-2-4 0,1 2 0,-5-8 0,-1-1 0,-1 1 0,0 3 0,1-2 0,2 0 0</inkml:trace>
  <inkml:trace contextRef="#ctx0" brushRef="#br0" timeOffset="56194">7429 6924 24575,'-10'18'0,"-1"1"0,2-2 0,-2 0-1639,-2 2 1,-1-1-1639,1-1 1638,-4 5 1,0-1-883,8-11 2580,-11 10 0,-2 1-59,6-6-9,-6 4 0,-3 1 9,6-7 0,1 0 3276,-13 6-2877,-1-2 1,2-2-400,12-9 0,-15 7 0,1 0 3276,14-7-2838,-13 6 0,0 0 2838,16-6-2924,-13 6 0,1-1-352,13-7 22,-5 4 1,-2 0-23,-6 1 0,4 0 0,5-3 0,17-3 0,-1-6 0,0 1 0,2-1 0,0 0 0</inkml:trace>
  <inkml:trace contextRef="#ctx0" brushRef="#br0" timeOffset="56680">6729 7262 24575,'-4'20'0,"-1"-1"0,1 1 0,-3 2 0,-1-2 0,4-11 0,-5 10 0,1-1 0,4-8 0,-9 20 0,12-23 0,-1-2 0,2-6 0,-10 4 0,2 0 0,-10 6 0,0 0 0,0-2 0,-11 4 0,-2 1 0,5-1 0,7-4 0,1-1 0,6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22:22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6116 7598 24575,'0'15'0,"-3"10"0,-3 9 0,2-9-1639,-3-4 1,1-2-1639,3-11 1638,-6 14 1,-1-1 674,3-9 26,-4 9 1,1-1 937,4-11 0,-5 6 0,-1 1 0,-2 0 3276,-4 4-3128,8-8 0,9-10 1,1-1-1</inkml:trace>
  <inkml:trace contextRef="#ctx0" brushRef="#br0" timeOffset="1901">1814 9640 24575,'6'0'0,"3"-3"0,-3 3 0,2-3 0,-1 1 0,-2 2 0,2-1 0,5 2 0,-6-1 0,12 2 0,-11-2-3277,24 0 0,-20 0 1638,19 0 1,1 0 487,-14 0 102,7-1 0,8 0 1,-6 0 1048,-6 0-702,10 0 1,7 0 0,-6 0 701,-2 3 0,1-1 0,7 0 0,-7 1 0,-2 0-51,2-1 1,7-2-1,-8 1 51,-5-1 0,6 0 0,7 0 0,-9 1 0,-9 0 0,9 1 0,8-1 0,-7 1 0,-5-1 0,0 0 0,9 0 0,0 1 0,-9-1 0,1 0 0,4 2 0,11-1 0,2 1 0,-9 0 0,-12-2 0,2 1 209,1 0 0,6 0 0,4 0 0,2 1 0,-2-1 0,-3 0-209,4 0 0,-2-1 0,0 0 0,-1 1 0,2-1 0,-1 1 0,0-1 0,0 1 0,0-1 0,1 0 0,-3 0 0,-9-1 2650,-5 1-2650,15-3 0,-1-2 0,-16 3 3276,19-4-2589,-25 3 2589,1 1-627,-6-1-57,4 0-2592,7-10 0,-5 4 0,3-3 0,-10 8 0</inkml:trace>
  <inkml:trace contextRef="#ctx0" brushRef="#br0" timeOffset="3473">5620 9719 24575,'8'-1'0,"2"1"0,10-5 0,-7 3-1639,22 0 1,3-1-1639,-15 1 2730,1 2 1,12 0 0,5 0 0,2 0 0,-3 0 0,-8 0-348,3 1 0,0-1 894,-7 0 0,7 0 0,5 0 0,0 0 0,-1 0 0,-5 0 0,-6 0 0,4 0 0,-1-1 0,2 0 0,5 0 0,1-1 0,-6 0-778,3 0 1,-3-1 777,5 0 0,-1 1 0,-9-1 0,-6 2 0,-11 1 0,20 0 0,-20 0 0,20 0 0,-18 0 0,9 0 0,0 2 0,2 4-237,4-4 1,0 0 0,-11 4 0,9-6 0</inkml:trace>
  <inkml:trace contextRef="#ctx0" brushRef="#br0" timeOffset="5613">12989 9677 24575,'12'-2'0,"1"1"0,10 0 0,12 2 0,6-1 0,-2 1 0,-7-1-1639,-2 0 1,4 0 1364,-11 0 1,7 0 0,4 0 0,4 0 0,3 0 0,2 0 0,0 0 0,0 0 0,-2 0 0,-3-1 0,-3 1 0,-5 0-383,4-1 1,-6 0-1,-1 0 1,2 0 0,5 0 461,-5 0 1,4 1 0,3-1 0,2-1 0,2 1 0,2 0 0,-1 0-1,1 0 1,-2 0 0,-2 0 0,-3 0 0,-3 0 0,-4 0-13,10-1 1,-8 1 0,0 0 0,8-1 205,-11 0 0,3 0 0,2 0 0,3 0 0,1-1 0,2 0 0,1 1 0,0-1 0,-1 0 0,0 0 0,-1 0 0,-2 0 0,-2 1-270,3-2 1,-1 1 0,-1 0 0,-1 0-1,0 0 1,0 0 0,-1-1 0,2 1 0,0 0 269,2 0 0,1 0 0,0-1 0,1 1 0,-1 0 0,0 0 0,0-1 0,-1 1 0,-1 0 0,2 0 0,2-1 0,1 0 0,-2 0 0,-2 0 0,-4 1 0,-5 1 0,-7 1 1645,6 0-1645,1 0 0,4-1 0,-6 1 0,-8 0 0,6 1 0,-1-1 0,-12 1 207,11-1 1,-17 0 0,5 0 0</inkml:trace>
  <inkml:trace contextRef="#ctx0" brushRef="#br0" timeOffset="6834">12382 8911 24575,'0'22'0,"0"0"0,0 1 0,0 1 0,1 11 0,2 3-1639,1-15 1,0-1-1,0 2 1,-1 1-1,3 5 1,0-5 148,-4-13 600,4 12 1,-1 0 889,-2-14 0,3 10 0,1 1 0,1-7 3276,-1 5-2897,-1-11 440,-6-13 0,0 2 0,0-4 0</inkml:trace>
  <inkml:trace contextRef="#ctx0" brushRef="#br0" timeOffset="7549">12444 8930 24575,'10'-5'0,"24"-4"0,-10 6 0,1 0-457,-5 0 1,3 0 456,7 0 0,7-2 0,0 0 0,-8 1-1138,-9 2 0,0 0 1138,9-1 0,8-2 0,-1 1 0,-7 0 0,-9-1 0,-2 1 0,16-1 0,2 0 0,-5-1 0,-3-1 0,-6 3 0,-1 0 374,5-1 0,0 1-374,2-4 0,-3 4 0,1-2 0,-21 6 0,5-3 0,4 2 0,-5-1 416,13 0-416,-5 2 2025,-3 0-2025,3 0 0,-13 0 0,6 0 0,5 3 0,7 2 0,-2 0 0,0 1 0,2-1 0,13 4 0,-26-8 0,6 4 0,-11-3 0,0 1 0</inkml:trace>
  <inkml:trace contextRef="#ctx0" brushRef="#br0" timeOffset="8216">12527 9410 24575,'20'5'0,"4"-2"0,5 2 0,-2-1-1639,-8 0 1,1-1 1548,9 1 1,7 1 0,1 0 0,-8-2 89,-9-1 0,-1-1 0,14 1 0,9 0 0,0-1 0,-9 0 0,-11 0 0,0 0 0,9-1 0,9 0 0,3 0 0,-4 0 0,-9 0 0,6 0 0,-9 0 0,8 0 0,-2 0 0,-9 0 1133,-9 0-1133,13 0 595,-23 0-595,1 0 0,6-5 0,1-12 0,-1 7 0,-2-5 0</inkml:trace>
  <inkml:trace contextRef="#ctx0" brushRef="#br0" timeOffset="8584">13556 9022 24575,'7'21'0,"0"0"0,1-2-1639,-1 4 1,-1-2-1639,-2-16 1638,0 15 1,-1 1-1639,-1-11 3617,1 13 0,-2 0-340,-1-13 0,1 8 0,1 2 0,2 5 0,-1-1 0,1-2 0,-4-18 819,3 5 0,-2-7 0,0 1 0</inkml:trace>
  <inkml:trace contextRef="#ctx0" brushRef="#br0" timeOffset="9369">14859 8720 24575,'5'6'0,"1"-1"0,3 4 0,-5-5 0,4 3 0,0-5 0,0-1 0,17-10 0,10-8 0,-10 5 0,5-3 0,2-2 0,0 0 0,0 0 0,-2 2-820,2-1 1,-3 1 0,2 0 0,3-2 472,-7 3 0,4-1 0,3-2 0,0-1 0,1 0 0,0 1 0,-3 1 0,-2 2 0,-5 2 347,9-2 0,-6 3 0,5-2 0,-5 1 0,5-1 0,3-1 0,0 0 0,-1 0 0,-4 2 0,-6 3 0,7-3 0,-2 2 0,3-1 0,6-3 0,-3 1 0,-13 5 0,-13 3 0,17-6 0</inkml:trace>
  <inkml:trace contextRef="#ctx0" brushRef="#br0" timeOffset="13342">23405 9508 24575,'32'0'0,"-17"0"-1639,11 0 1,-1 0-1639,-15 0 1638,8 0 1,4 0 2966,11-1-1328,-8 0 0,0 1 859,-6 0 1,0-1-860,20 1 0,-5 0 0,-19 0 0,21 0 0,-1 0 3276,-22 0-1638,17-2 0,1 0-1406,-14 1-232,8-2 0,10 0 0,-3 0 0,-1 1 0,-1 0 0,4-1 0,1 1 0,-4 0 0,0 1 0,-7 1 0,-10 0 0,20 0 0,-1 0 0,-23 0 0,14 0 0,-1 0 0,-14 0 0,11 1 0,-2-1 0,-13 1 0,10 0 0</inkml:trace>
  <inkml:trace contextRef="#ctx0" brushRef="#br0" timeOffset="14536">26997 9442 24575,'15'-2'0,"-3"0"0,8 3 0,1 0 0,-3-1-1639,19 1 1,-1 0-1639,-18-1 2184,14 0 1,9 0 0,-9 0-2185,-13 0 2861,10 0 1,7 0-1,-10 0 416,-14 0 0,12 1 0,8 1 0,-5 0 0,0-1-677,1 2 1,7 0 0,-5 0 676,3-3 0,-9 1 0,7 0 0,3 0 0,-1-1 0,-5 1 0,7 1 0,1-1 145,-8 0 0,4 0 0,4-1 0,1 1 0,-1 0 1,-1 0-146,2 1 0,1-1 0,-2 1 0,0 0 0,-2 0 0,-2-1 0,-3 1 0,1-1 0,4 1 0,-4-2 0,4 1 0,4 0 0,0 0 0,0-1 0,-4 1 0,-4 0 0,-6-1 0,1 1 0,-2 0 0,4 0 0,8-1 0,4 0 0,-1 1 0,-4-1 0,-9 0 0,11 1 0,-5 0 0,7 1 0,1 1 0,-7-1 0,-10-2 0,0 1 0,9 2 0,8 0 0,4 1 0,-4-1 0,-9 0 0,-11-2 0,1 0 0,8 0 0,9 2 0,3-1 0,-4 1 0,-10-2 0,0-1 0,1 1 0,7-1 0,-10 0 0,-11 0 2460,18 0-2460,-25 0 3276,9 0-2874,8 0-402,-3 0 0,4 0 0,-12 0 0</inkml:trace>
  <inkml:trace contextRef="#ctx0" brushRef="#br0" timeOffset="22133">2270 14950 24575,'15'-2'0,"0"-1"0,8-1 0,-9 2 0,23-3 0,-17 2 0,0 0 0,9-3 0,1 2 0,-2 0 0,-10-1-1639,15 3 1,2 1-1639,-10-2 2184,2 1 1,5 1 0,-5 0-20,-1 0 59,-3-1 0,5-1 0,-4 2 1053,6 0-1057,5 0 1,0 0 1056,-8 1 426,4 1 1,-2-2-427,-17 0-102,8-1 1,-2-1 101,-8 1 1806,19-4-1806,-21 6 2795,14-6-2795,-14 5 0,6-4 0,-9 4 0,0 0 0</inkml:trace>
  <inkml:trace contextRef="#ctx0" brushRef="#br0" timeOffset="22543">4533 14945 24575,'0'0'0</inkml:trace>
  <inkml:trace contextRef="#ctx0" brushRef="#br0" timeOffset="29325">13219 14490 24575,'23'3'0,"-5"-4"0,2-1 0,7 2 0,4-1-1093,5-3 1,3-3 0,-3 2-547,-4 2 1,0 0 818,-5 0 1,4-1 0,-1-1 0,-4 2 1219,-5 0 0,0 0-400,4 1 0,2-1 0,-4 0 1792,9-1-1792,-1-1 0,-2 1 0,-16 3 0,24-3 0,-28 4 0,10 6 0,-11-5 819,3 6 0,-9-7 0,1 2 0</inkml:trace>
  <inkml:trace contextRef="#ctx0" brushRef="#br0" timeOffset="86821">12826 14583 24575,'9'0'0,"3"-3"0,-3-1 0,1 1 0,5-1 0,-8 3 0,20-4 0,-10 1 0,7-4 0,4 2 0,-10-2 0,5 4 0,5-6 0,8 1 0,-9 1 0,-1 0 0,-3 2 0,-8 5 0,10-5 0,1-1 0,-9 4 0,6-2 0,-1 0 0,-10 3-3277,18-3 0,-21 5 3047,26-3 230,-6-1 0,2-1 0,4 1 0,-7 1 0,1-1-1093,-3 0 1,2 0 0,-3 1-168,11 1 1260,-12 0 0,-4 0 0,-10 2 0,13-2 0,-13 2 3276,18-1-2015,-10 1-4538,18 0 2017,-20 0 1260,5 0 0,-1 0 0,-12 0-832,12 0 1,1 0 831,-13 0-2483,26 0 2483,-26 0 2483,14 0-2483,-18 0 3276,4 1-2839,-3-1 2050,3 2-2487,3-2 3276,-1 0-2457,-2 0 0,-5 0 0,-2 0 0</inkml:trace>
  <inkml:trace contextRef="#ctx0" brushRef="#br0" timeOffset="88571">13286 14981 24575,'5'30'0,"-4"-13"0,2 5 0,1-1 0,-4-3-1639,2 8 1,0 0-1639,-1-7 2184,0 4 1,1 6 0,-1-5-2058,0-2 2799,0 2 0,0 5 1,-1-6 350,0-5-712,-3 9 0,-1 7 0,1-6 712,0-4 162,-1 6 1,0 6 0,1-5-163,-1 1-80,1 2 0,-1 7 1,1-7 79,2-14 0,-1 0 0,-1 11 0,-2 10 0,0-2 0,1-9 2142,0-1-2142,0-2 0,0 9 0,-1-1 0,2-10 3276,0-4-3262,0 11 1,0 10-1,2-9 3091,0-11-3105,1 7 0,0 7 0,0-6 0,4-6 0,-2 3 0,1 6 0,1-5 0,4 2 0,-4-5 0,1 6 0,0 2 0,-1-2 0,-2-4 0,0 0 0,1 2 0,-1 4 0,0 5 0,0 1 0,0-1 0,0-4 0,-2-2 0,1-3 0,-1 3 0,0 3 0,1 3 0,-1-1 0,0-8-1,-1 6 1,0-9 0,0 4 0,-1-2 0,-2 2 0,0-3 0,1 0 0,-1 0 0,-1 2 0,0-3 0,0 0 335,0 1-335,3 0 0,3-19 0,1 16 0,0-17-1456,8 28 1456,-6-26 0,4 9 0,0 1 0,-5-9 0,9 9 0,0 0 0,-5-8-576,6 6 0,2 1 576,-7-7 0,8 4 0,2 1 0,2-2 0,0-1 0,-4-1 0,0-2 0,14 5 0,-2-4 3276,-15-8-2226,14 2 0,-2-1-1050,-15-3 2288,16 0-2288,-22-7 0,-4 4 0,3-4 0</inkml:trace>
  <inkml:trace contextRef="#ctx0" brushRef="#br0" timeOffset="89925">13640 17645 24575,'2'27'0,"-1"-6"0,-1-2 0,0-10 0,0 12 0,0-1 0,0-10 0,0 24 0,3-14 0,-3-2 0,5 6 0,-5-18 0,3 8 0,1-26 0,0-17 0,0 4 0,-2 1 0,-2 2 0,0 10 0,0-26 0,-3 9 0,1 2 0,-1 5 0,15 21 0,-7 0 0,16 5 0,2 1 0,-8-1-1639,7 1 1,-1 1-1639,-12-2 3047,15 3 230,-18 1 0,7-1 0,-12 8 0,-1-10 0,-7 22 0,4-20 0,-16 21 0,12-22 0,-7 6 0,-3 2 0,-8 7 0,0-2 0,5 2 0,18-17 0,-1-1 0,3-9 0,0 0 3276,3-12 0,0 8-3044,1-6-232,-6 21 0,0-5 0,-4 14 0,3-12 0,2 0 0,2-13 0,2-3 0,-1-2 0,2-7 0,-2 15 0,1-16 0,-2 19 0,-1-1 0,2 10 0,2 1 0,7-7 0,1-5 0,-3-1 0,4 6 0,14 6 0,2 1 0,-7-3 0,-2 0 0,3 0 0,-10-2 0,-9 0 0</inkml:trace>
  <inkml:trace contextRef="#ctx0" brushRef="#br0" timeOffset="92627">15941 17859 24575,'-24'17'0,"11"-8"-1639,-6 8 1,0 0-1639,8-7 1638,-10 12 1,0-1 388,13-10 1250,-8 8 0,2 1 0,8-8 366,1 6 1,1 2-367,1-1-640,3 17 640,3-20 0,3 2 0,1 0 0,0-2-59,8 8 1,2-2 58,-8-12 374,6 6 1,1-2-375,-7-9 0,14 9 0,-13-10 0,10 2 0,-14-4 683,7-4-683,-5-2 0,-1 1 0,-1-1 0</inkml:trace>
  <inkml:trace contextRef="#ctx0" brushRef="#br0" timeOffset="93208">16217 18041 24575,'-5'10'0,"-6"16"0,-1-4 0,4 3 0,0 2 0,-3-2 0,7-1 0,2-2 0,0-12-3277,9 25 0,-4-28 1041,18 23 2236,-16-25-986,21 10 986,-19-13-3277,25 2 3008,-22-3 1625,8-5 1,1-1-1357,-6-1 847,6-6 0,1-5-847,-6-2 0,-1-1 0,-1 5 0,-1-1-1559,1-14 0,-3 2 1559,-5 15 1039,0-15 1,-2 1-1040,-2 14-20,-2-9 0,-2 1 20,-3 10-3277,-15-15 3081,12 18 867,-9 1 0,-2 1-671,3 6 0,-3 2 0,-1 2 0,4-1 52,1 8 1,1 1-53,7-5 748,-10 16-748,17-19 3276,5 9-2955,4-8 0,-2 3 1,1-5-1</inkml:trace>
  <inkml:trace contextRef="#ctx0" brushRef="#br0" timeOffset="93661">16464 17993 24575,'12'8'0,"6"13"-1639,-7-2 1,0 1-1639,4 8 1638,1 2 1,-1-2-1639,-8-14 4170,7 11 1,2 1-894,-1-3 0,-3-8 0,0 0 0,-2 0 0,-3-14 0,4-14 0,1-6 0,1 2 0,9-12 0,1-1 0,-7 9 0,-2 1 0,3-3 0,-3 3 3276,-2 1-2646,7-15 1,-1 3-631,-15 22 819,12-23 0,-14 29 0,0-3 0</inkml:trace>
  <inkml:trace contextRef="#ctx0" brushRef="#br0" timeOffset="93993">16990 17963 24575,'8'22'0,"1"8"-1639,-4-6 1,0-1-1639,1 6 1638,-3-3 1,0-4-545,0-13 4275,0 22-2092,-2-23 0,-2-1 0,-4-22 0,1-4 0,0-1 0,-2-4 0,1-7 0</inkml:trace>
  <inkml:trace contextRef="#ctx0" brushRef="#br0" timeOffset="94141">17004 17972 24575,'4'3'0,"-1"0"0,-3-1 0,0-1 0</inkml:trace>
  <inkml:trace contextRef="#ctx0" brushRef="#br0" timeOffset="95113">17401 17918 24575,'-11'0'0,"-10"3"0,11-1 0,-19 8 0,20-4 0,-18 10 0,19-9-1639,-5 7 1,1 1-1639,6-8 406,-12 26 2871,15-24 1843,-2 23-1843,8-2 0,-1-5 0,10 4 0,-7-23 0,13 10 0,-10-13 0,9 5 0,-2-16 0,14-9 0,-10 0 0,-4 0 0,-2 1 0,-7 5 0,3-11 0,-1-2 0,-4 7 1638,0-6 0,0-1 1474,-6-7-3112,1 10 0,-1 1 0,0-9 0,1-4 0,3 23 1194,3-19-1194,-2 21 0,1-4 0,0 34 0,-3-7-1093,0 8 1,0 7 0,0-4-2185,-2 5 3200,0-4 0,0 4 1,-1-4 76,0 1 0,0 3 0,-1-1 0,1-10 0,0 8 0,1-2 0,1-16 0,0 19 3276,1-21-2457,0-1 0,0-2 0,-3-5 0</inkml:trace>
  <inkml:trace contextRef="#ctx0" brushRef="#br0" timeOffset="96245">17703 18139 24575,'8'1'0,"-3"0"0,3 0 0,11 0 0,8 0 0,3 1 0,-5-1 0,4-1 0,-4-1 0,2-1 0,-1 1-445,1 0 0,1 0 445,1-1 0,2-2 0,-7 2 219,-6 1-219,6-3 0,-1 0 0,-8 1 0,6-4 0,-2 0 0,-11 2 0,21-14 0,-24 12 0,16-12 0,-16 13 0,11-15 0,-11 13-1639,3-10 1,-1-2-1639,-5 9 2591,4-9 0,-1-1 686,-4 12 402,3-20-402,-4 8 0,0 2 0,2-2 0,-1 9 0,5-4 0,-2 2 0,6-2 0,-6 10 0,23-17 0,-18 17 0,8-5 0,0 0 0,-7 7 3276,22-6-467,5 6-2809,-8 0 1055,-4 2 0,0 2-1055,5 2 0,1-2 0,-4 3 0,-17 1 0,-1-1 0,-2 1 0,-4-4 0</inkml:trace>
  <inkml:trace contextRef="#ctx0" brushRef="#br0" timeOffset="96863">18713 17697 24575,'3'32'0,"-1"-14"0,-1 2 0,-1-1 0,0 0 0,0 8 0,3-9 0,-2-12 0,3-2 0,-2-16 0,1-12 0,-2 6 0,-2-11 0,0 23 0,-6-12 0,6 12 0,-3-4 0,4 5 0,0 0 0,8-3 0,-3 2 0,23-6 0,-17 8 0,24-5 0,-27 9 0,7 2 0,-18 15 0,1 5 0,-3-3 0,3-3 0,1-13 0,1 4 0,1 0 0,-13 8 0,9-9 0,-9 4 0</inkml:trace>
  <inkml:trace contextRef="#ctx0" brushRef="#br0" timeOffset="97943">17824 18214 24575,'8'0'0,"-3"0"0,4 0 0,-6 0 0,22-4 0,-12 1 0,7 0 0,2-1 0,-4 1-1639,10 0 1,2 1-1639,-6 0 2184,1 1 1,5 0 0,-6 0-398,-2 1-27,11-1 0,-2 0 1517,-22 1 0,11 0 0,-2 0 0,-11 0 3034,16 5-3034,-1 8 0,-7-4 3276,15 10-2015,-18-8-1261,7 12 0,-11-10 3276,-3 16 0,-5-6-4915,0 0 1,0 0-1637,0 3 3051,0-6 1,0-1 223,0-11 0,4 13 0,0-13 0,4 1 0,9-9 0,3-3 0,3-2 3276,8-5 0,-9 4-3265,-1 0 657,-4 1-668,-9 1 0,3-6 0,0-8 0,-3 5 0,-3 0 0,-4 10 0</inkml:trace>
  <inkml:trace contextRef="#ctx0" brushRef="#br0" timeOffset="98648">18609 18321 24575,'3'30'0,"0"-13"-3277,-2 16 0,0-25 0,0 23 1564,-1-26 130,3 16 1583,-3-16 0,4 11 0,-3-12 3276,0-7-2911,2-17-365,-2 4 2702,1-11-2702,-2 18 3276,0-1 0,3 6-3044,-1 2-232,15 7 0,2-4 0,9 3 0,-6-4 0,-10 1 0,-1 8 0,-9-3 0,5 13 0,-13-3 0,-9 11 0,4-12 0,-10 4 0,17-16 0,-2-2 0,4-1 0,1-6 0,-1 2 0,0 1 0,1 2 0</inkml:trace>
  <inkml:trace contextRef="#ctx0" brushRef="#br0" timeOffset="100537">19329 17621 24575,'-8'16'0,"-6"9"0,-3 8 0,2-8 0,4-5 0,1-2 0,3-8-3277,-10 21 0,14-22 1328,-9 12 1949,10-19 1719,-1 4-1719,6-17 0,-2 9 0,3-9 0</inkml:trace>
  <inkml:trace contextRef="#ctx0" brushRef="#br0" timeOffset="101689">19159 17657 24575,'12'19'0,"-2"4"0,-7-15 0,3 18 0,0 3 0,1-6 0,-1 8 0,0-19 0,-4 1 0,2-7 0,3-22 0,-4 7 0,9-19 0,-7 19 0,11-22 0,-3 13 0,6-8-3277,9 1 0,-17 16 3047,15-11 230,-21 17 0,5-2 0,-4 11 0,3 6 0,3 7 0,-4-6 0,-5 3 819,-4-11 0,-2 1 0,3-3 0</inkml:trace>
  <inkml:trace contextRef="#ctx0" brushRef="#br0" timeOffset="102294">19512 17687 24575,'8'3'0,"1"-1"0,-3 0 0,-2-7 0,-7-1 0,-1-2 0,-5 2 0,-6 7 0,-11 18 0,8-9 0,-1 7 0,3 1 0,8-7 0,-6 9 0,0 0 0,9-6 0,-6 16 0,15-15 0,-2-4 0,11 6 0,3-9 0,-2 2 0,18 0 0,-21-8 0,21 5 0,-21-6 0,10 3 0,-10-2 0,-3-3 0,1-13 0,-7 7 0,2-8 0,-2 14 0</inkml:trace>
  <inkml:trace contextRef="#ctx0" brushRef="#br0" timeOffset="102995">19612 17698 24575,'14'15'0,"-1"-1"0,1 0-1639,-1 6 1,-2-1-1639,-8-12 1638,3 12 1,-1 1 1412,-4-11 1588,4 22-1362,-4-24 0,1 8 0,0-8 3276,0-2-715,-1-2-625,-2-12-1936,0-11 0,0 6-3277,1-17 692,0 23 1661,4-23 924,-1 24-547,5-19 547,-4 21 0,6-12 0,0 11 3276,1-5-497,-2 8-1457,4 6-1322,-4 3 0,2 3 0,6 16 0,-12-16 0,12 22 0,-13-23 878,5 15-878,-3-4 0,1-3 0,-2-1 0,0-7 0,-3-3 0,8 3 0,-4-7 0,3 1 0,-6-2 0,-2 0 0</inkml:trace>
  <inkml:trace contextRef="#ctx0" brushRef="#br0" timeOffset="103325">19903 17723 24575,'13'0'0,"7"0"0,0 0 0,0 0 0,16-4 0,-16 3 0,-2-1 0,-1-6 0,-15 0 0,-7-8 0,1 8 0,-2-2 0</inkml:trace>
  <inkml:trace contextRef="#ctx0" brushRef="#br0" timeOffset="103625">19944 17552 24575,'5'24'0,"0"-1"0,0-3 0,-4-7 0,3 10 0,0 0 0,-2-9 0,2 11 0,0 0 0,0-9 0,0 8 0,0-2 0,0-9-3277,6 17 0,-7-21 1328,5 12 1949,-6-13 1719,1 1-1719,0-7 0,8-7 0,-5-1 0,8-3 0,-12 7 0,1-1 0</inkml:trace>
  <inkml:trace contextRef="#ctx0" brushRef="#br0" timeOffset="103909">20127 17777 24575,'6'29'0,"2"3"0,-5-8 0,3 3 0,-4-15 0,-1 1 0,2-24 0,2-6 0,-2-9-1639,4 5 1,1 3-1639,-3 5 1892,4-7 0,1 1 1385,-4 12 0,5-12 0,-8 17 0,-1 1 0,-1 1 0</inkml:trace>
  <inkml:trace contextRef="#ctx0" brushRef="#br0" timeOffset="105030">20319 17760 24575,'6'0'0,"2"0"-3277,1 0 0,-3 0 1328,5 0 1949,-7-1 1719,-4-4-1719,-8 2 0,0-2 0,-8 4 3276,10 9 0,-1 9-3044,4 10-232,3-6 0,3 2 0,6-12 0,-2 0 0,12-1 0,0-5 0,-1-2 0,0 0 0,-5-6 0,-7 1 0,11-18 0,-9 4 0,4-5 0,-3-11 0,-7 23 0,4-18 0,-6 21 0,3-1 0,-2 5 0,5 15 0,5 17 0,-2 2 0,1 2 0,-2-13 0,-6-15 0,2 0 0,-4-15 0,1 1 0,5-18 0,-3 18 0,6-9 0,0 0 0,-6 9 0,10-6 0,0 0 0,-8 9 0,22-8 0,-19 15 0,10 7 0,-12 1-3277,6 19 0,-9-20 2910,6 18 367,-8-23 0,6 12 0,-6-12 0,16 6 0,-9-8 0,29 1 0,-22-3 0,6-3 0,0-1 0,-13 2 3276,10-10 0,-16 9-2907,-5-10-369,2 8 0,-4-5 0,3 8 0,-6-5 0,3 12 0,0 1 0,2 4 0,5 5 0,-2-9 0,3 1 0,7-4-820,2-10 1,0 5 0,-4-6 0</inkml:trace>
  <inkml:trace contextRef="#ctx0" brushRef="#br0" timeOffset="105243">20904 17712 24575,'5'11'0,"2"2"0,-7-9 0,3 2 0,-3-3 0,-3-2 0,-4 4 0,2-5 0,-2 3 0</inkml:trace>
  <inkml:trace contextRef="#ctx0" brushRef="#br0" timeOffset="106145">19329 18350 24575,'0'-5'0,"-3"2"0,-21 17 0,9-8-1639,-7 9 1,1 0-1639,9-7 1638,-8 9 1,1 0 537,11-9 3108,-14 23-2007,25-22 0,4 4 0,4-8 3276,7 1-828,4-1-2448,-4 0 3201,12 4-3201,0 0 0,-5-2-3277,8 3 0,-25-8 2525,13 1 0,-17-3 1,7 2-1</inkml:trace>
  <inkml:trace contextRef="#ctx0" brushRef="#br0" timeOffset="106814">19646 18406 24575,'-5'2'0,"3"-1"0,-1 1 0,0 11 0,-1-8 0,-7 19 0,6-17 0,-9 23 0,11-22 0,-1 18 0,6-16 0,5 1 0,-2-5 0,10-9 0,-8 0 0,16-11 0,-6-2 0,-2 0 0,-4-4 0,-11 14 0,-3-6 0,6 10 0,-4 15 0,4-7 0,1 25 0,-2-25 0,5 11 0,-3-12 0,5 0 0,8-7 0,-6 1 0,17-7 0,-21 7 0,6-4 0,-11 5 0</inkml:trace>
  <inkml:trace contextRef="#ctx0" brushRef="#br0" timeOffset="107159">20010 18232 13696,'5'5'0,"9"11"3276,-3 9-2703,-2-1 0,-1 0 1314,0 5-1887,-5-1 0,-2-3 1036,-1-13-1036,-2 13 0,0 0 3276,1-14-3147,-1 9 0,0 0-129,2-13 0,1 16 0,1-13 0,7 2 0,-5-7-3277,29-10 0,-23 2 2621,13-6 1,-2 0-1,-15 6 1,12-7 0</inkml:trace>
  <inkml:trace contextRef="#ctx0" brushRef="#br0" timeOffset="107349">20240 18482 24575,'3'5'0,"3"1"0,-1-4 0,1 1 0,-3-2 0,-2 2 0,4-1 0,-4 1 0,3-3 0</inkml:trace>
  <inkml:trace contextRef="#ctx0" brushRef="#br0" timeOffset="107530">20289 18368 24575,'7'-3'0,"0"0"0,-8 7 0,3-2 0,-1 10 0,0-9 0,4 4 0</inkml:trace>
  <inkml:trace contextRef="#ctx0" brushRef="#br0" timeOffset="108064">20438 18176 24575,'12'16'0,"-1"2"0,-1 8-1639,-5-6 1,0-2-1639,-3-5 1638,2 12 1,0 0 467,-1-13 3184,1 24-2013,-2-25 0,-4-8 0,12-6 0,-8-6 3276,14 5-860,-11 7 860,8 13-3255,-4 9-21,-1-6 0,-4 10 0,-4-24 0,0 11 0,0-12 0,-2 2 0,-4-4 0,-13-1 0,8 0-3277,-16-2 0,23-1 2746,-16-7 531,18 5 0,-11-5 0,10 7 0,-2 1 0,0 2 0,3-1 0,1 2 0</inkml:trace>
  <inkml:trace contextRef="#ctx0" brushRef="#br0" timeOffset="108795">20731 18405 24575,'8'6'0,"0"18"0,-3-10 0,0 11 0,-2 0 0,-2-14-1639,2 10 1,-1 0-1639,-2-13 3047,0 7 230,0-15 0,-2-13 0,0-5 0,-2-18 0,2 14 0,-1-9 0,13 14 0,14-8 0,-7 11-2007,19 4 2007,-30 11-205,18 5 205,-21 0 0,10 10 0,-11-10 0,2 6 0,-2-11 0,0 1 0</inkml:trace>
  <inkml:trace contextRef="#ctx0" brushRef="#br0" timeOffset="109433">21026 18384 24575,'-18'31'0,"12"-16"0,-8 5 0,1-1 0,9-8 0,-6 9 0,1 0 0,6-8 0,-2 12 0,7-22 0,0 1 0,3-5 0,15-13 0,-2 1 0,7-12 0,-12 14 0,-4 3 0,-4 13 0,1 1 0,4 10 0,-7-8 0,9 13 0,-10-15-3277,12 12 0,-11-14 3047,14 6 230,-12-8 0,9 2 0,-9-9 0,0 2 0,-2-2 0,-3 3 0</inkml:trace>
  <inkml:trace contextRef="#ctx0" brushRef="#br0" timeOffset="110079">21158 18452 24575,'4'-3'0,"1"3"0,-2-1 0,6 5 0,7 6-3277,11 9 0,-7-6 0,1 10 1787,-18-20 1490,5 12 0,-6-12 0,0 4 0,-4-5 3276,0-6-2015,-2-19-1261,4 8 0,5-21 0,0 24 3276,8-11 0,-3 15-3044,1-1-232,2 15 0,-8-3-3277,14 27 0,-14-21 2527,5 10 1,-1 1 749,-6-11 0,9 20 0,-7-18 0,1 3 0,-4-9 0,-3-4 3276,-2 0-396,0-5-983,3-17-1897,14-12 0,-6 6 0,7 10 0,2 3 0,-9 9 0,24-2 0,-25 6 0,11 2 0,-14 9 0,0 6 0,-1 0-3277,0 4 0,-1-14 3047,-2 9 230,0 0 0,9 4 0,-6-6 0,8-5 0</inkml:trace>
  <inkml:trace contextRef="#ctx0" brushRef="#br0" timeOffset="110479">21615 18512 24575,'4'15'0,"-1"1"0,-1 8 0,-1-6 0,3-13 0,-1-11-3277,4-11 0,-2 5 1013,8-18 2264,-11 25 0,3-20 0,-7 17 0,0-2 0,-8 11 3276,5 5-775,-5 3 540,7 1-3041,-3-1 0,5-1 0,-3-1 0,4-6 0</inkml:trace>
  <inkml:trace contextRef="#ctx0" brushRef="#br0" timeOffset="111217">21608 17797 24575,'7'0'0,"4"-7"0,6-3 0,-2 0 0,2-2 0,12-5 0,-3 3 0,-15 7 0,-9 7 0,-1-2 0</inkml:trace>
  <inkml:trace contextRef="#ctx0" brushRef="#br0" timeOffset="111801">21874 18472 24575,'4'-3'0,"1"-1"0,-4 1 0,21-4 0,-16 3 0,25-4 0,-13 4 0,-2 0 0,3 0 0,-12-2 0,0 2 0,-3-1 0,-4 4 0</inkml:trace>
  <inkml:trace contextRef="#ctx0" brushRef="#br0" timeOffset="115200">22111 18583 24575,'5'0'0,"3"0"0,20-3 0,4 1 0,2-2 0,-12 3 0,-4 0 0,-7 0 0,16 0 0,-20 1 0,4 0 0,-8 0 0,6 0 0,-4 0 0,11 1 0,-9 0-3277,18 0 0,-18-1 3047,12 0 230,-12 0 0,-1 0 0,0 0 0,-3 12 0,3 7 3276,-3 2 0,1-3-3044,-4-13-232,0-10 0,-5-16 0,4 8 0,-6-16 0,5 24 0,-1-7 0,3 11 0,17 2 0,-9 0 0,21 5 0,-23-6 0,9 3 0,-13-1 0,-4 12 0,-3 0 0,-2 2 0,3-2 0,2-10 0,1 0 0,-22 3 0,11-4 0,-8 1 0,1 1 0,9-3 0,-5 1 0</inkml:trace>
  <inkml:trace contextRef="#ctx0" brushRef="#br0" timeOffset="118412">22351 18539 24575,'1'18'0,"1"15"0,-2-16 0,0 18 0,1-35 0,2 0 0,3-15 0,0 2 0,-2 4 0,-3 7 0</inkml:trace>
  <inkml:trace contextRef="#ctx0" brushRef="#br0" timeOffset="127435">23422 16658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25:55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22155 18236 24575,'16'-3'0,"2"-6"0,3 3-3277,11-12 0,-20 12 1638,9-7 1,-1 1-1639,-11 8 5064,19-13-1787,-9 8 0,-10 3 0,19-10 0,-22 13 0,9-8 0,-12 10 0,1-3 0</inkml:trace>
  <inkml:trace contextRef="#ctx0" brushRef="#br0" timeOffset="3367">20549 17489 24575,'15'-8'0,"-6"1"0,7-3 0,-7-1 0,-1 0 0,4-19 0,-9 22-3277,7-27 0,-6 29 2417,0-14 0,-1-1 860,1 8-385,0-7 0,0 0 385,-1 9 0,5-25 0,-1 4 3276,0 2-2082,-3 10 0,0 1-1194,4-1 0,-3-4 2088,7-4-2088,0 7-3277,7-9 1062,-7 11-1062,9-5 2017,-17 20-1606,20-19 2866,-18 20-1043,10-9 1,1 0 1042,-9 9 756,15-6 1,2-2-757,-9 8 0,13-5 0,0 1 0,-12 4 1303,9 0 0,2-1-1303,8 2 0,-18 1 0,2 1 0,7 0 0,1 2 0,2 3 0,-1 0 1638,-4 0 0,2 0-1481,2 1 1,2 1 0,-5 0 1048,2 2-1206,4 1 0,-2 0 3276,-15-5-1638,6 5 0,-1 1-1612,-9-3-26,13 12 0,-16-13 620,9 16-620,-7-10 0,3 8 0,-1-2 0,-9-13 0,2 8 0,-5-11 0,0 1 0</inkml:trace>
  <inkml:trace contextRef="#ctx0" brushRef="#br0" timeOffset="5442">21687 16950 24575,'-13'14'0,"-1"1"0,0 0 0,-3 4 0,-2-1 0,0 0 0,7-4 0,-5 1 0,4 2 0,9-14 0,-5 9 0,7-9 0,-5 4 0,6-4 0,-2-1 0,12-9-3277,2-11 0,0 5 1638,-2-5 1,-2 2 148,-3 10 996,6-24 494,-8 26 0,0-13 0,0 9 3276,-2-1-2260,4 6 2260,2 5-134,15 15-3142,-10-11 0,14 17 0,-10-10 0,1 2-1639,4 4 1,0 0-764,-8-7 1520,9 8 1,-2-2 881,-14-12 0,10 10 0,-14-14 0,0 1 0,-6-3 0,-16-3 0,3 1 0,-12-1 0,-5 0 0,6 2 0,-1 0 1638,-1-1 0,0 1-685,3 1 0,5 0 1575,8 0-2528,-3 0 0,15-2 0,-1-2 0,13-8 0,5-8 0,-2 3 837,4-3-837,-9 5 0,1 3 0,-4-2 0,0 5 0,-1 1 0,1 2 0,-4 7 0,1 0 0,-3 12 0,1-5 0,-3 9 0,3-3 0,0-2 0,2-6 0,9-14 0,-5 0 0,14-8 0,-16 11 0,12-7 0,-12 8 0,7-5 0,-6 6 0,0-3 0,-2 5 0,5 5 0,0 8 0,5 5 0,-3-5 0,5 3 0,-5-8 0,2 3 0,-4-2 0,-5-7 0,-1 2 0,9 2 0,6 2 0,0 2-3277,12 3 0,-21-11 3219,8 6 1,-14-6-1,-1 0 1</inkml:trace>
  <inkml:trace contextRef="#ctx0" brushRef="#br0" timeOffset="9415">24688 16603 24575,'19'-22'0,"-9"11"0,9-9 0,-14 14-3277,12-13 0,-11 12 1638,8-7 1,1 1 1340,-7 8 1515,18-16-1217,-16 18 0,1-3 0,16 5 0,-15 3 0,9 0 0,1 1 0,-7 5 1638,4-1 0,0 1 816,6 9-2454,-10-2 0,-1-1 0,5 6 1000,-11-2 1,-3 2-1001,-1 9 1181,-1-3-1181,-8-3 0,-2-4 0,2-9-1639,-10 10 1,0-1-1639,6-11 2034,-16 10 1,-2 0 1242,9-7-1639,-13 4 1,0-2 1125,14-6 513,-6-1 0,0 0 0,11-4 3276,2 3-3019,28-4 0,10-1-257,0 0 0,-2 0 0,4 0 0,-2 0 0,-3 2 0,-3 0 0,4-1 0,1 1 0,6 2 0,-5 0 2255,-9-1-2255,6 0 0,-2-1 3276,-14-1 0,21 0-3044,-26-1-232,6-4-3277,-1-17 0,-5 12 3219,4-13 1,-7 21-1,-1-2 1</inkml:trace>
  <inkml:trace contextRef="#ctx0" brushRef="#br0" timeOffset="9831">25357 16602 24575,'-10'16'0,"-5"8"0,10-14 0,-4 15-3277,10-8 0,-2-2 0,10 12 1787,-5-23-117,19 21 1607,-16-21 0,24 11 0,-10-13 0,3 0 0,3-3 0,-19 1 0,16-13 0,-17 6 1638,6-7 0,1-4-1173,0-10 2811,1 2-2118,-10 5 1,-2 2-1159,-3 7 0,-7-5 0,-3-1 0,-5 7 0,-5-4 0,9 12 0</inkml:trace>
  <inkml:trace contextRef="#ctx0" brushRef="#br0" timeOffset="10583">25651 16592 24575,'1'20'0,"1"-11"0,0 17 0,3-13 0,-1 0 0,6 4 0,-8-12 0,11 9 0,1-5 0,-3-1 0,5-3 0,-6-5 0,1 0 0,5-4 0,-3-1 0,-3-2 0,5-4 0,-10 6 0,11-8 0,-12 9 0,5-3 0,-9 5 0,-2 2 0,-7 1 0,3 1 0,-5 0 0,5-4 0,1 2 0,3-2 0</inkml:trace>
  <inkml:trace contextRef="#ctx0" brushRef="#br0" timeOffset="11254">25707 16640 24575,'11'-6'0,"-4"1"0,17-9 0,3 4 0,-3 0 0,6 4 0,-25 6 0,12 4 0,-5 7 0,-3-3 0,6 13 0,-14-14 0,6 17 0,-12-2 0,-2-4 0,-2 0 0,-3 6 0,-2-7 0,-2-3 0,-2 3 0,-7 4 0,11-4 0,9-10 0,7-2 0,21-3 0,4-1 0,-2 2 0,5-3 0,-27 1 0,10 1 0,-12 1 0,3-1 0,0 0 0,1-1 0,8 0 0,-6-1 0,14-7 0,-15 4 0,6-4 0,-10 5 0</inkml:trace>
  <inkml:trace contextRef="#ctx0" brushRef="#br0" timeOffset="11698">26040 16736 24575,'3'14'0,"-1"-3"0,6 7 0,-1-6 0,5 0 0,-5-6 0,13 0 0,-13-4 0,29 0 0,-26-4-1639,12-3 1,0 0-1639,-13 0 1638,12-8 1,-1 0 148,-15 6-27,7-10 0,-1 0 1517,-10 10-413,0-12 1,-1 0 412,-1 11 0,-9-27 0,9 28 2610,-18-17-2610,17 19 3276,-14-5-2634,5 8 2634,3 2-693,-28 0 171,26 0-2754,-14 2 0,0 1 39,16 0-39,-21 5 0,24-6 0,-4 2 0,8-3 0,1 0 0</inkml:trace>
  <inkml:trace contextRef="#ctx0" brushRef="#br0" timeOffset="12385">24330 16358 24575,'7'24'0,"-2"-3"0,0-1 0,-3-10 0,5 17 0,0 1 0,-5-15-1639,6 21 1,1 1-1639,-4-18 1816,2 16 1,0-1 1460,-2-16-1639,0 10 1,-1-2 1270,-2-13 125,1 9 0,0-1 243,-3-10 0,4 20 0,-3-22 3276,2 9-3147,-3-15-129,11-12 0,5-8 0,1-5 0,-3 5 0,0 2 0,-3 3 0</inkml:trace>
  <inkml:trace contextRef="#ctx0" brushRef="#br0" timeOffset="13067">24432 16252 24575,'18'-2'0,"5"1"0,8-1 0,2 1 0,-2 0 0,3 1 0,2 0 0,-1 0 0,-2 0-820,-1-1 1,-3 0 0,2 0 0,5 1 521,-7-1 0,5 1 0,4 0 0,2 0 0,1 0 0,1 0 0,-1 0 0,-1 0 1,-4 0-1,-4 1 0,-5-1-795,6 0 1,-6 0 0,7 0 932,-9 0 0,4 0 0,5 0 0,3 0 0,3 0 0,2 0 0,0 0 0,1 0 0,-2 0 0,-1 0 0,-2 0 0,-5 0 0,-3 0 0,-6 0 160,10 0 0,-8 0 0,7 0 0,-5 0 0,5 0 0,6 0 0,2 0 0,3 0 0,0 0 0,-1 0 0,-3 0 0,-3 0 0,-5 0 0,-7 0 0,9-1 0,-2 0 0,-4 1 0,7 0 0,3-1 0,-1 1 0,-6 0 0,-9-1 0,0-1 0,14 0 2095,-31 2-2095,12 0 0,-11 2 0,21 2 0,-21 1 0,18 7 0,-18-3-1639,9 7 1,-1 2 1436,-6-6 202,5 7 0,5 8 0,1 1 0,-4-6 1947,-2 3-1947,3 2 0,7 9 0,-1 0 0,-6-9 3276,-5-2-3082,5 4 1,5 7 0,-5-9-195,-6-10 0,5 9 0,-2-3 0,-9-16 0,5 16 0,-9-18 0,0 12 0,-21 1 3276,11-6-1957,-6-1 0,-4-1-1319,-6-1 0,-5-2 0,5-2 0,-5 0 0,-2 0 0,0 0 0,4 0-1062,-3 1 0,2-1 1,-6 1 1061,8-4 0,-4 1 0,-3 0 0,-3-1 0,0 0 0,-1 0 0,0 0 0,3-1 0,2 0-547,-3 1 1,1-2 0,1 0 0,1 1 0,-1-1 0,0 0 277,2 0 1,0 1 0,-1-1 0,0 1 0,1-1-1,0 1 1,0-1 268,-4 1 0,-2-1 0,1 0 0,2 1 0,7-1 0,8 0 0,1 0 0,-19-1 0,4 0 0,29 1 0,-17-2 0,24 2 0</inkml:trace>
  <inkml:trace contextRef="#ctx0" brushRef="#br0" timeOffset="13670">26976 16411 24575,'18'-3'0,"-11"4"-1639,18-9 1,4-2-1639,-6 5 2184,9-1 1,10-2 0,-6 1 1228,-15 4 1,0-1-137,10 0 0,8-1 0,-1 1 0,-9 1 1859,3 1-1859,-2-1 0,5-1 0,-10 1 0,-14 3 0,17-4 0,-27 4 0</inkml:trace>
  <inkml:trace contextRef="#ctx0" brushRef="#br0" timeOffset="13969">27517 16314 24575,'0'11'0,"0"12"0,0-8 0,0 3 0,0-6 0,0-9 0,0 1 0,0-2 0,0 0 0</inkml:trace>
  <inkml:trace contextRef="#ctx0" brushRef="#br0" timeOffset="15052">27852 16284 24575,'0'25'0,"1"0"0,-1-1 0,0 0 0,1-3 0,0-1-1639,-2 5 1,-1-3-1639,1-10 1638,-3 13 1,-1 0 594,1-14 1442,0 10 0,0-1-398,0-15 0,3 12 0,-1-25 3276,8-21-2338,0 1 0,-1-1-639,0 5 1,1 1-300,0-4 0,-1 2 1873,2-7-1873,-3 0 0,0 12 0,0 1 0,-2-1 0,6 16 0,17 32 0,-4-9 0,4 5 0,0-1 0,-7-12 0,2 4 0,-2-1 0,-9-7 2455,8 6-2455,-13-8 0,-15 3 0,-2-2 0,-5 1 0,-3-1 0,-4-2 0,0-2 0,-10 4 0,1-3 0,3-1 0,14-1 0,-6 3 0,2 1 0,10-4 0,-5 4 0,29 1 0,15-4 0,5-1 0,-12 1 0,3-1-820,8 0 1,7-2 0,1 0 0,-8 0-820,-10 0 1,0 0 1580,6 1 1,7-1-1,-2 1 1,-7 0 57,2 0 0,-6 1 0,-4-1 0,-11 1 0,-9 0 0</inkml:trace>
  <inkml:trace contextRef="#ctx0" brushRef="#br0" timeOffset="15753">28241 16332 24575,'6'20'0,"0"-1"0,1 4 0,0 0 0,3 11 0,-3-13 0,-1-2 0,-2-8 0,5 13 0,-7-17 0,4 5 0,-5-17 0,4-13 0,-3 7 0,10-23 0,-9 27 0,13-17 0,-13 21 0,7-4 0,-6 7 0,3 2 0,-2 2 0,1 1 0,-1-1 0,-15 3 0,6-4 0,-20 7 0,15-9 0,-5 3 0,12-4 0</inkml:trace>
  <inkml:trace contextRef="#ctx0" brushRef="#br0" timeOffset="16073">28506 16479 24575,'0'20'0,"0"4"0,0-16 0,3-8 0,9-18 0,-1-2 0,8-5 0,-3 14 0,-6 4 0,-1 3 0,-8 4 0</inkml:trace>
  <inkml:trace contextRef="#ctx0" brushRef="#br0" timeOffset="16455">28742 16401 24575,'6'5'0,"3"8"0,5-2 0,-3 1 0,7-3 0,-6-7 0,-1-1 0,-2-2 0,-7 0 0,-1-1 0,1 1 0,-2 0 0,1 1 0</inkml:trace>
  <inkml:trace contextRef="#ctx0" brushRef="#br0" timeOffset="17036">27608 16256 24575,'9'19'0,"2"10"0,1-4 0,-4-5 0,-2 0 0,0-3 0,0 9 0,-1 0 0,-2-9 0,2 15 0,1 0 0,-3-13-1639,1 4 1,0 0-1639,-2-10 3047,4 8 230,-5-17 0,5-5 0,6-13 0,0-6 0,4-8-329,1 3 0,-2 1 0,-6 10 1,-1 2-1</inkml:trace>
  <inkml:trace contextRef="#ctx0" brushRef="#br0" timeOffset="17538">27852 16179 24575,'29'-1'0,"5"0"0,-2 2 0,5-1 0,-2 1-1639,-3-1 1,4 0 1273,-11 1 1,5-1 0,5 1 0,2 0 0,2-1 0,0 1 0,-1 0 0,-1-1 0,-4 1-183,3-1 1,-2 0 0,-1-1 0,0 1 0,1 0 0,1-1 285,-2 1 0,2 1 1,1-1-1,0 0 0,0 0 1,-1 1-1,-2-1 0,-3-1 261,12 0 0,-3 0 0,-4 0 0,-10-1 2086,-5 0-2086,-4 1 0,-11 7 0,-2-2-3277,16 25 3027,-14-20 772,9 17 1,0 4-523,-2-2 1638,0 2 0,2 4-1289,-1-1 1,0-2-1989,-5-11 1,-1-1 1291,1 4 0,-1-1 347,-1 2 0,-3-13 496,2 10 1,-2 1-497,-6-7 52,3 12-52,-6-18 3276,-4-9-2072,-24-11-1204,8 4 0,-5 1 0,-3-1 0,2 0 0,5 1 0,0 0 0,-1 0 0,-1 0 0,-1 1 0,-2-2 0,-1 1 0,3 1 0,3 0 0,-7 0 0,7 1 0,-6-1 0</inkml:trace>
  <inkml:trace contextRef="#ctx0" brushRef="#br0" timeOffset="18470">23003 15855 24575,'9'-20'0,"-5"9"-3277,19-19 0,-17 24 1638,18-13 1,1-1-1639,-14 14 4088,12-7 1,7-1-812,-1 6 0,2 2 0,2 2 0,1 0 0,-2-3 0,1 2 0,-5 6 0,2 1 0,-6 0-737,-4-1 737,12 2 0,6 2 0,-8 0 0,2 2 0,3 0 0,-3-1 0,4 1 0,2 1 0,1-1 0,-1 1 0,-5-1 0,0 1 0,1 0 0,0 0 0,-1-1 0,-1 1 0,3 0 0,0 0 0,-2-1 0,-1 1 0,-2-1 0,6 2 0,-2 0 0,-12-1 3276,-14-1-2461,4 9-590,-11-10-225,0 29-3277,1-27 3139,-2 16 3414,1-11-2434,1-8-842,-1 11 0,1-12 0,1 0 0,-1-4 3276,3-7-2457,3-9 0,-2 6 0,-1-3 0</inkml:trace>
  <inkml:trace contextRef="#ctx0" brushRef="#br0" timeOffset="19089">24376 15862 24575,'-14'13'0,"0"1"0,-8 7 0,2-2 0,12-11 0,-10 8 0,2 0 0,11-10 0,-16 15 0,19-17 0,-6 8 0,9-13 0,13-12 0,5-9 0,4-3 0,0 2 0,-4 5 0,8-6 0,-7 6 0,-1 0 0,-14 14 0,-3 5 0,2 6 0,11 11 0,5 0 0,-2-3 0,6 0 0,-17-14 0,4 8 0,-9-9 0,-2 6 0,-12 4 0,3 0 0,-22 7 0,18-10 0,-8 0 0,2-2 0,11-4 0,-7 1 0,31-9 0,-3 4 0,23-3 0,-20 6 0,5 0 0,-16 0 0</inkml:trace>
  <inkml:trace contextRef="#ctx0" brushRef="#br0" timeOffset="21983">24421 16791 24575,'0'13'0,"0"16"0,0-12 0,-1 5 0,0 0 0,1-10 0,0 25 0,2-25 0,4 17 0,-1-21 0,2 12 0,-2-15 0,1 3 0,-1-5 0,2 0 0,3 1 0,8-2 0,9 3 0,-8-3 0,16 1 0,-1-2 0,-17-1 0,15 0 0,10-1 0,-9 1-407,-14 0 407,5-1 0,7 0 0,2-1 0,-6 0 0,-4 0 0,-1-1 0,9 2 0,5-1 0,-3 1 0,2-2 0,-3 2-1124,-9 0 1,-1 2 1123,-2-1 0,0 0-146,15 0 146,-6 1 0,1-1 0,-8 0 0,1-1 0,8 2 0,4 0 0,-5-1-388,-11-1 0,1 0 388,14 0 0,5 0 0,-2 0 0,-1-1 0,-2 0 171,-4 0 0,0-1-171,9 1 0,-6 0 0,-15 2 1087,10-2 0,1 0-1087,0 0 160,-7-2-160,2 3 0,5 1 0,-4 0 0,-1 0 0,5 0 0,8 1 0,-9-1 900,-9-1-900,18 3 0,0-1 0,-17-2 0,9 2 0,1 0 0,-2-1 0,4 0 0,2-1 0,-19 0 0,19-2 0,2-1 0,-15 2 0,4 1 0,8-2 0,1 1 0,-8 1 0,-2 0 0,0 1 0,9-2 0,0 1 0,-9 0 0,2 1 0,11-2 0,-2 1 0,-19 1 0,3 0 0,-14-6 0,2-5 0,2-15 0,-1 7-1639,-6-1 1,0 1-1639,-1 9 1638,0-9 1,-2 0 148,1 12 1490,0-19 0,0 20 0,0 0 0,0 5 0,14 26 0,-9-17 1638,7 13 0,1-1-1470,-7-15-168,8 15 0,-11-21 0,18-15 0,-13 7 0,6-5 0,1-2 0,-4 1 3276,3 1-309,-4 0-1333,-8 12-1634,1-11 0,-3 8 0,0-8 0,-2 12 0,2-3 0,-1 5 0</inkml:trace>
  <inkml:trace contextRef="#ctx0" brushRef="#br0" timeOffset="25503">18441 15039 24575,'7'31'0,"-1"0"0,1 0 0,-1 1 0,4 1 0,-1-2 0,0 3 0,-1-7 0,2 4 0,-2-7 0,-1-4 0,5 10 0,0 1 0,-5-10 0,1 1 0,1 0 0,-1 2 0,0-1 0,2-3 0,-7-16 0,1 1 0</inkml:trace>
  <inkml:trace contextRef="#ctx0" brushRef="#br0" timeOffset="26580">18524 15085 24575,'16'-6'0,"7"0"0,-4 0-1639,9-1 1,-1 0-1639,-8 1 2730,3 1 1,11-2 0,5 0 0,3-1 0,-4 1 0,-6 1-547,-2 0 1,-5 2 0,7-1 1089,-6 1 1,5-1 0,3 0 0,3-1-1,2 0 1,2 0 0,1 0 0,0 0-1,-1 0 1,0 0 0,-3 1-89,-1 0 0,1 0 0,-1 1 1,1-1-1,-1 1 0,1 0 0,-1-1 1,1 1-1,-1 0 0,0 0 1,-1-1 90,0 1 0,-2 0 0,0-1 0,0 1 0,0 0 0,0-1 0,1 1 0,-1-1 0,2 1 0,0-1 0,2 1-141,-4 0 1,3-1 0,1 1 0,2-1 0,0 0-1,1 1 1,0-1 0,-1 0 0,0 1 0,-2-1-1,-1 1 1,-2 0 0,-3 0 0,-2 1 0,-3 0 140,11-1 0,-7 0 0,0 1 0,5-1 0,-4 0 0,5-1 0,4-1 0,2 0 0,1 0 0,-1 0 0,-2 1 0,-4 0 0,-5 1 0,-6 0 0,2 1 0,-1 0-22,1-1 1,8-1 0,4-2-1,2 0 1,-3 1 0,-5 0-1,-10 3 22,6-1 0,-1 0 0,8-2 0,-1 0 0,-11 2 0,-11 3 895,14-3 0,-1 0-895,-18 4 2916,10-2-2916,-14 4 1638,4 12 0,0 6-1096,0 1 0,0 0 1096,2 1 0,0 1-16,2 7 0,0-5-824,-4-12-798,4 19 0,0 2 0,-5-12 0,3 10 0,-2 1 0,-2 3 0,0-7 0,-3-4 0,-2-4 0,0-12 0,-3 10 0,1-1 0,0-12 0,-9 21-3277,2-12 0,-1 1 2968,-7 2 309,11-15 0,-22 8 0,20-7 0,-11-1 0,-5 1 0,-7 2 0,1-1-360,8-3 0,-2 1 360,-4 1 0,-6 1 0,1 0 0,7-2 0,-4-1 0,3 1 0,-8 1 0,-3 1 0,1 0 0,7-2 1588,3-1 0,-1 0-1588,0 0 0,-6 0 0,-5 0 0,-1 0 0,1 0 0,3 0 0,8-1 0,-3 1 0,-1 0 0,5-1 0,-6-1 0,-5 0 0,-1 0 0,-1 0 0,3 1 0,5-1 0,6 0-1639,-1 1 1,-2 0 1619,3-1 1,-5 0 0,-6 0 0,-3 0 0,-2 0 0,-2 0 0,0 0 0,2 0 0,2 0-347,3 0 1,-1 0 0,0 0 0,0 0 0,1 0 0,-1 0 0,1 0 0,0 0 0,1 0 250,-1 0 1,1 0-1,1 1 1,-1-1 0,1 1-1,-1-1 1,-2 1 0,-1-1-94,5 0 0,-3 1 0,-1-1 0,-2 0 0,-1 0 0,0 0 0,2 0 0,1 1 0,2-1 0,3 1 0,4-1 0,4 1 207,-7 1 0,8-1 0,-5 2-169,-3-1 1,-7 1 0,-3 0-1,-2 0 1,2 0 0,5 0-1,8-1 169,-2 1 0,2 0-173,-4 2 1,-5 2 0,2-1-1,10-1 173,8-2 535,-13 3 0,1 1-535,13-3 0,-11 1 0,0-1 0,12-2 0,-19 3 0,-2 2 0,14-2 1279,-13 4 0,1 1-1279,12 1 3276,-6 1-2726,18-6 2726,1-3-2665,4-1 0,-2-1 1,4 1-1</inkml:trace>
  <inkml:trace contextRef="#ctx0" brushRef="#br0" timeOffset="27316">18666 15115 24575,'-14'13'0,"-10"10"0,5-4-1639,-2 0 1,2 0-1639,11-9 1638,-10 9 1,1-2-1639,12-10 4170,-7 8 1,0 1-894,7-7 0,-4 4 0,12-10 3276,15-18-2646,6 2 1,2 0 2645,2-7-2622,-4 9 0,7-2 0,0 1 1,-7 3-3932,-3 1 2206,1 0 0,6-2 1,-3 2 1070,-4 0 0,-4 3 0,0-1 0,16-5 0</inkml:trace>
  <inkml:trace contextRef="#ctx0" brushRef="#br0" timeOffset="27636">18984 15090 24575,'-11'28'0,"7"-14"-1639,-7 5 1,0-1-1639,7-10 1847,-8 9 1,-1 1 1429,7-8 0,-5 6 0,1-1 0,5-6 1841,-5 9-1841,15-24 0,2 3 0,15-12 0,4-2 3276,0 0-2766,-3 6 1,8-3 0,0 2 0,-7 1-3788,6-1 3076,-5 3 1,5-1 0,-8 3-620,-6 2 1,-4 2 0,-4 1 0</inkml:trace>
  <inkml:trace contextRef="#ctx0" brushRef="#br0" timeOffset="27897">19306 15120 8191,'-23'20'0,"15"-12"1610,-13 9 1,0 0-1611,11-8 1497,-10 6 1,-1 0-1498,2 2 1929,-4 5-1929,44-31 0,10-1 0,3-2 0,-9-2 0,3-1 0,3 1 0,7-1 0,-1 1 0,-7 3 0,-11 4 0,0 0-514,13-6 0,5-4 1,-8 5-1,-10 5 1,2-4-1</inkml:trace>
  <inkml:trace contextRef="#ctx0" brushRef="#br0" timeOffset="28165">19636 15077 8191,'-24'27'0,"8"-11"0,-1 0 0,1-1 0,0 0 430,-6 4 1,3-3-431,13-9 2997,-15 14-2997,18-17 2121,2 0-2121,16-13 0,6-5 3276,1 3-2945,0-1 0,9-2 1,0-1-1,-7 4 2945,8-1-3019,-3 1 1,8-4-1,0 0 1,-10 4-1993,-1 0 1735,-3 2 0,5-3 0,-8 5 0,-14 4 0,8-3 0</inkml:trace>
  <inkml:trace contextRef="#ctx0" brushRef="#br0" timeOffset="28469">19922 15079 24575,'-16'18'0,"-8"5"0,10-11 0,-2 4 0,13-8 0,19-10 0,-5-1 0,23-5 0,2-1 0,-18 3 0,13-1 0,10-1 0,-10 2 0,-13 2 0,6-1 0,7 0 0,-7 1 0,-10 3 0,7-1 0,-1 0 0,-13 4 0,7-2 0,-14 3 0,3-3 0,-3 1 0</inkml:trace>
  <inkml:trace contextRef="#ctx0" brushRef="#br0" timeOffset="28635">20155 15208 24575,'-15'31'0,"7"-15"0,-2 10 0,21-31-1639,8-4 1,2-1-1639,6-6 2998,0 2 1,6-3-1,-7 4 1,-9 6 0,6-5-1,1 1 1</inkml:trace>
  <inkml:trace contextRef="#ctx0" brushRef="#br0" timeOffset="28868">20461 15127 24575,'2'5'0,"2"-1"-3277,18-12 0,-10 5 2184,7-6 1,8-2 0,-4 1-1234,9-3 1875,-3 0 0,5-2 1,-4 3 450,5 0-462,-3-2 0,-3 1 0,-16 9 1,7-6-1</inkml:trace>
  <inkml:trace contextRef="#ctx0" brushRef="#br0" timeOffset="29066">20808 15079 24575,'-7'25'0,"8"-12"-1639,21-15 1,4-7-1639,-4 1 1638,8-1 1,4-1 660,-5 3 1,0 2 977,-6 0 0,1-1 0,5 0 0,-3 1 0,-8 2 0</inkml:trace>
  <inkml:trace contextRef="#ctx0" brushRef="#br0" timeOffset="31622">19260 18777 24575,'12'-2'0,"2"0"0,17 1 0,-12 1 0,10-2 0,2 0 0,-9 0 0,0 0 0,-2 0 0,0 1 0,9-1 0,-2 1 0,-10 1-1093,7 2 1,6 0 0,-5 1-2185,0-2 3231,3 2 0,12 2 0,4 1 0,-3-1 0,-10-2-1217,-11-1 0,2 0 1263,3 0 0,9 0 0,5 1 0,4 0 0,0 1 0,-2-2 0,-5 1 0,-8-2 0,2 0 0,0-1 0,-5 1 0,6 0 0,6-1 0,2 1 0,1 0 0,-1 0 0,-2-1 0,-6 1 0,-6-1 0,8-1 0,-2-1 0,-1 1 0,8 0 0,3 0 0,0 0 0,-6 0 0,-9-1 0,8-3 0,-6 1 0,6 0 0,-8 1 0,-9 1-309,6-1 0,-1 0 309,-7 3 0,18-6 0,-17 4 0,0-3 0,-7 4 0,-6 1 0</inkml:trace>
  <inkml:trace contextRef="#ctx0" brushRef="#br0" timeOffset="33306">19597 18841 24575,'-23'2'0,"-13"5"0,22-3-1639,-15 5 1,-1-1-1639,15-3 1638,-6 0 1,-2 0 889,3 0 1,1-1 748,-2 0 0,-5 1 0,-6 2 0,5-1 0,0 1 0,-5 0 0,-8 3 0,7-3 0,-3-1 0,3 1 0,-6 2 0,2-2-556,11-4 1,1-1 0,1 0 555,-7 3 0,-3 0 0,-3-4 0,-4-1 0,8-1-291,4 0 291,3 1 0,-7 0 0,1-1 0,5 1 0,-8 1 0,10 0 0,-6 0 0,-1 0 0,7 0 0,-11 1 0,7-1 0,-4 0 0,7 0 3276,6 1-3181,-6-3 1,-6 1 0,6-1-96,7 2 0,-12-2 0,-9-3 0,7 2 2083,7 2-2083,-2-3 0,-6-2 0,0 0 0,0 1 0,0 0 0,1 0 0,6 0 0,0 0 0,-2 0 0,-4 0 0,-3 0 0,1 0 0,6 0-139,10 2 0,0 0 139,-12-3 0,-9-1 0,0 0 0,8 1-901,12 1 0,-1-1 901,-4 0 0,-7-1 0,-5-2 0,-2 1 0,1-1 0,3 1 0,6 1-712,2 1 0,4 1 0,-5-2 712,2 1 0,-4-1 0,-5-2 0,-2 1 0,0-1 0,-1 0 0,3 0 0,4 2 0,4 1 0,-7-1 0,5 2 0,-4-2 0,3 0 0,-5-2 0,-3 0 0,-1-1 0,1-1 0,3 2 0,4 1 0,-4-2 0,4 1 0,0 0 0,3 1 0,0-1 0,-1 0 0,2-1 0,-8-3 0,2-1 0,7 3 0,6 1 0,-9-3 0,-4-2 1638,8 4 0,-1 0-1549,1 0 1,-2-1 0,-2 0-90,1-1 0,-2 0 0,-1 0 0,3 0-110,1 2 0,1-1 0,0 0 110,-9-5 0,-1-2 0,7 3 0,6 2 0,0 0 0,-5-5 0,3 0-1298,1-4 0,2-1 1298,-3 1 0,0-1 0,5 0 0,1-1 0,5 4 2579,3 1-2579,-7-11 0,2 0 0,9 12 353,-4-8 0,1-4-353,7 8 0,1 0 0,-1 1 0,0-1 0,3-9 0,2 3 1167,0 6-1167,3-13 0,2 1 3276,-4 19-2184,4-7 0,1-7 0,0 6-860,-1 7-232,6-11 0,3-4 0,-2 11 0,0 1 0,-2 2 0,1-1 0,11-8 0,1 2 0,-4 9 0,1-1 0,4-4 0,-3 5-781,1 1 781,0 0 0,8-5 0,2 0 0,-6 3-1443,-3 4 1,1 1 1442,2-2 0,7-2 0,1-1 0,-1 0 0,-6 4 0,0-1 0,0 1 0,0 1 0,7-3 0,1 0 0,-1 1 0,-8 2 0,-1 0 0,0 1 0,1-1 0,6-3 0,1 0 0,-1 0 0,-6 3 0,1 1 0,-2 0 0,4-2 0,1 0 0,-4 0 0,6-3 0,-14 8 0,-1-2 0,-9 5-514,-1 1 514,1-1 646,14-1-646,7-2 2908,-1 0-2908,-7 0 0,-2 1 0,-9 0 0,18-3 0,-18 0 626,-3 5-626,-3-10 0,-3 0 0,-1 2 0,1 2 0</inkml:trace>
  <inkml:trace contextRef="#ctx0" brushRef="#br0" timeOffset="33943">16872 16803 24575,'0'26'0,"0"-1"0,-1 3 0,2-3-3277,1 3 0,-1-5 1328,2-3 1949,-3-16 0,1 2 1719,2-15-1719,1-7 0,-3-10 0,-2 5 0,-4 1 0,-2 10 0,29-8 0,-16 10 0,11 0 0,5 1-843,1 1 1,-1 0 842,-3 2 0,2 1 0,15-4 0,-1 1 0,-7 2 0,3 2 0,-28 3-3277,-17 15 2576,7-11 3977,-18 17-2574,0-7-702,-4 3 0,3-3 1685,14-8-1685,19-7 0,-3 0 0,3 0 0</inkml:trace>
  <inkml:trace contextRef="#ctx0" brushRef="#br0" timeOffset="35952">17480 16503 24575,'-2'33'0,"0"-12"-1639,2 4 1,-1-1-1639,-1-7 1638,2 6 1,0-1-1639,0-12 2653,3 14 1,1-1 623,-2-14-1078,13 24 1078,-11-27 2499,11 9-2499,-9-11 3276,6 0-2814,5-11 2814,-8 5-2119,11-10 0,2-3-1157,-7 4-1589,10-7 0,0-1 1589,-12 8 0,7-8 0,-1-3 0,-11 3 0,-2 0 0,5 2 0,-2 0 0,-3-8 0,-3 4 0,-3 14 0,-14-22 0,9 22-1639,-14-5 1,0 2 378,10 5 1260,-17 1 0,-1 1 0,15 3 0,-25 0 0,13 4 0,9 0 0,-16 8 0,24-3 0,-5-1 0,11-4 0</inkml:trace>
  <inkml:trace contextRef="#ctx0" brushRef="#br0" timeOffset="36333">17783 16760 24575,'7'11'0,"3"8"0,-9-7 0,-1 9 0,-1-9 0,-6 4 0,6-12 0,-5 4 0,6-4 0,-3 2 0,3-3 0,0 0 0,0-1 0</inkml:trace>
  <inkml:trace contextRef="#ctx0" brushRef="#br0" timeOffset="36805">18067 16378 24575,'0'13'0,"0"-6"0,0 14 0,0-15 0,3 9 0,-1-11 0,4 2 0,-2-3 0,1-1 0,13-5-3277,10-11 0,-6 5 2248,1-8 1,-2-1 1028,-10 5-1639,5-6 1,0 1 983,-10 7 655,-1-10 0,-13 12 0,3-1 3276,-11 1-2620,1 12-656,-14 13 0,13-6 0,-2 8 0,18-17 0</inkml:trace>
  <inkml:trace contextRef="#ctx0" brushRef="#br0" timeOffset="37318">18064 16528 24575,'-5'19'0,"3"-8"-3277,-2 22 0,3-23 0,-1 23 0,1-26 4690,4 18-1413,-1-21 0,4 7 0,-3-11 3276,2 2-2201,12-8-1075,12-5 0,0 0 0,4-5 3276,-19 10-45,3-5-3231,-13 5 0,6-14 0,-9 11 0,0-20 0,-3 21 837,-6-16-837,-8 10 0,6 1-3277,-11 1 0,17 10 3047,-7 1 230,6 1 0,0 0 0,0 0 0,4 0 0,-1 0 0</inkml:trace>
  <inkml:trace contextRef="#ctx0" brushRef="#br0" timeOffset="37992">17335 16515 24575,'4'18'0,"0"1"0,-2 2 0,3 7 0,-1-1 0,-4-6 0,3 6 0,0 1 0,-2-7 0,0 9 0,0 1 0,-1-7 0,0 3 0,0-1 0,0-10 0,0 18 0,0-24 0,5 13 0,-4-17 0,1 2 0,-5 0 0,-6-1 0,-5-2 0,3-2 0,1-2 0,8-2 0</inkml:trace>
  <inkml:trace contextRef="#ctx0" brushRef="#br0" timeOffset="39288">17378 16464 24575,'5'-8'0,"5"-5"0,-6 7 0,8-12 0,-6 10 0,8-15 0,-2 3 0,-3 3 0,2-3 0,-9 15 0,3-5 0,1 6 0,8-9 0,-2 7 0,7-3 0,0-1 0,-7 5-1093,10-1 1,7-2 0,-6 4-2185,-4 4 3162,13-4 0,2 0-1524,-12 3 1,-1 1 984,13-4-425,-4 1 1,4 0 0,-6 0 1078,-1-2 0,1 2 0,8 0 0,1-1 0,-8 0-202,2-4 202,-6 3 0,8 1 0,0-1 0,-9 0 3134,0-3-3134,12-2 0,-1 0 0,-19 5 1638,5-4 0,-1 1-1105,-8 1 2743,0 2 0,-4 3-2619,-6 3-657,7 17-1639,-1 8 1,0 1-1639,3 5 2999,-4-8 1,0 3 277,-1 6 0,-1-1 0,2-3 0,-3 5 0,1 7 0,-1-8 0,1-9 0,-3 3 0,0 7 0,-1-7 0,0-11-1639,4 17 1,0-1 486,-4-22 4428,10 25-2606,-9-27-670,3 13 0,-4-17 313,1 3-313,0-5 0,-1 7 0,-4 5 3276,3-1-14,-9 5-6539,0-6 511,-1-3 1839,-11 7 927,12-12 0,-7 4 0,-5 0 0,-9 0 0,0 0 0,5-1 0,0 1-280,-6 0 1,-3 1 0,1 0 279,4 0 0,0 0 0,2-1 0,-3 0 0,0-1 0,-5 3 0,2-1 0,-1 0 866,12-2-866,-4-1 0,2 0 0,11-3-1639,-6 1 1,0-1 676,10 0 13,-16-1 1,-1 0 948,13-1 0,-11 1 0,1-1 0,13 0 0,-14 3 0,19-4 3276,-5 3-3252,8-1-24,-1 0 3276,2-1-2817,-1 0 2817,-1 0-2457,0 3 0,1-3 0,-1 1 0</inkml:trace>
  <inkml:trace contextRef="#ctx0" brushRef="#br0" timeOffset="40907">18424 16533 24575,'8'-2'0,"1"0"0,7 1 0,-6-2 0,9 3 0,-10-4-3277,13-2 0,-11 0 1638,9-3 1,0-1 148,-9 5 478,9-6 1,8-3 0,-6 3 1011,-7 3-30,10-3 1,7-3 0,-3 3 29,-6 3 0,0 1 0,5-2 0,2-1 0,-3 3 0,-2 1 747,-5 0 1,-3 2 0,-10 1-1</inkml:trace>
  <inkml:trace contextRef="#ctx0" brushRef="#br0" timeOffset="41610">18972 16326 24575,'6'10'0,"10"22"0,-9-10 0,0-5 0,0 1 0,-1 1 0,0-1 0,0-2 0,0 2 0,1-1 0,-4-7 0,3 6 0,-1-10 0,-5-1 0,1-2 0,-5-12 0,0 6 0,-7-28 0,5 18 0,-5-16 0,2 9-3277,-1-5 0,3 6 1694,-5-13 1583,10 24-861,-9-18 861,10 19-231,-8-16 231,8 16 3276,-1-12-979,8 4-454,0 5-1843,15-3 0,-9 10 0,8 1 1400,-4 2-1400,0 6 0,-3-2 413,-3 5-413,-8-3 0,0 9 0,-2-4 0,-6 13 0,-11 8 0,5-9 0,0-5 0,1-3 0,3-9 0,-1 6 0,16-18 0,-6 10 0,8-11 0</inkml:trace>
  <inkml:trace contextRef="#ctx0" brushRef="#br0" timeOffset="42497">19623 16029 24575,'-5'20'0,"0"1"0,-1 11 0,1-1 0,0 0 0,1-3 0,2-3 0,5-11 0,3 15 0,8-4 0,-3-8 0,1 0 0,3 4 0,6-3 0,-16-12 0,1-3 0,3 0 0,10-5 0,9-5 0,-3-1 0,-5-2 0,-2-1 0,-6 1 0,15-13 0,-20 12-3277,6-13 0,-9 15 3047,2-13 230,-5 10 0,-1-3 0,-5-7 0,-19-4 0,4 8 0,-2 4 0,0 3-820,5 5 1,-4-1 0,17 7 0</inkml:trace>
  <inkml:trace contextRef="#ctx0" brushRef="#br0" timeOffset="43004">19941 16322 24575,'3'15'0,"-1"-5"0,1 5 0,-1-11 0,1 7 0,0 0 0,-1-2 0,-1 8 0,-1-8 0,0 3 0,0-6 0,0-1 0,0-3 0,0-1 0</inkml:trace>
  <inkml:trace contextRef="#ctx0" brushRef="#br0" timeOffset="44375">20154 16105 24575,'15'7'0,"-3"-1"0,3 4 0,-7-5 0,-2 1 0,-4-3 0,-1 0 0,-1 1 0,0 0 0,-3 5 0,1-3 0,-4 8 0,3-7 0,-4 11 0,4-10 0,-3 6 0,1 3 0,-2-3 0,-3 11 0,2-14 0,2 7 0,0-6 0,1 1 0,6-6 0,9-3 0,3-4 0,12 0 0,-6 6 0,2-5 0,-7 4 0,-4-2 0,-6-2 0,6 4 0,-13-4 0,7 2 0,-10-3 0</inkml:trace>
  <inkml:trace contextRef="#ctx0" brushRef="#br0" timeOffset="45025">19368 16048 24575,'0'33'0,"0"-8"0,2 4 0,1 3-1639,-1 0 1,1-1-1,0-11 1,0 2 545,0 6 1,0 3 0,0-7-1748,-2-7 3245,3 14 1,-1 0-406,-3-15-1428,2 4 1,1 0 1427,-3-8 2855,4 18-2855,-5-26 3260,-1-5-3260,-1-18 0,0 3 0,1 0 0</inkml:trace>
  <inkml:trace contextRef="#ctx0" brushRef="#br0" timeOffset="45710">19419 15918 24575,'16'5'0,"-8"-4"-3277,18 4 0,-19-5 1638,20 4 1,4-1 39,1-1 1192,-7-1 0,7 1 1,1-1-1,-2 0 407,-3-1 0,-2-1 0,5 0 0,0-1 0,6 0 0,2-1 0,1 1 0,-3 0 0,-4 0-374,4 0 0,-3 0 0,2 0 374,-2-1 0,4 0 0,1 0 0,-4 0 0,-8 1 3122,11 2-3122,-17-1 0,-3 1 2203,-11 0-2203,2 1 3276,-7 1-793,1 1 612,2 6-3095,4 7 0,1 2-1574,2 0 1574,-1 1 0,0 3-519,-1-2 1,-1 1 518,1 6 0,0 1 0,0-5 0,0 4 0,-3 1 0,0 6 0,-1-1 0,-1-6 0,-2-8 0,0-1 0,2 16 0,1 6 0,0-6 0,0 2 0,-2-9 0,-1 5 0,-3-21-3277,-9 13 635,7-14 2249,-13 0 0,-3-1 393,5-5-1089,-12 1 1,-9 0 0,6-1 1088,1 1 0,5-3 0,-5 0 0,-1 1-311,0-1 1,-3 0 0,0 0 0,4 0 310,-6 0 0,0 0 0,4 0 0,-4 0 0,1-1 0,6 1 0,4 1 0,5 0 3276,5-2-3254,-10 3-22,6-4 0,2 1 1588,-11 1-1588,19 1 819,-6-1 0,12-1 0,-1-1 0</inkml:trace>
  <inkml:trace contextRef="#ctx0" brushRef="#br0" timeOffset="46743">19424 16521 24575,'7'7'0,"-3"-1"0,5-2 0,-7 0 0,4-1 0,2 0 0,18 5 0,-3-3 0,2 4 0,-14-8 0</inkml:trace>
  <inkml:trace contextRef="#ctx0" brushRef="#br0" timeOffset="54487">21576 17005 24575,'16'-13'0,"-7"6"0,12-7 0,-13 11 0,1-2 0,-5 4 0,0-1 0,-1 0 0,1-1 0,3-6 0,-1 2 0,2 0 0,-3 4 0,-3 12 0,8 11 0,-4-4 0,7 13 0,-2-4 0,0 8 0,-3-9 0,2 8 0,-9-20 0,3 4 0,-4-8 0,0-4 0,-4-2 0,-4-5 0,-4-4 0,1 0 0,4 2 0,2 5 0,3 1 0,-1 2 0,-1 1 0,-1-1 0,-3-1 0,4-3 0,0 2 0,-3-1 0,2 1 0,-3 2 0,6-5 0,0 5 0,2-3 0,-2 2 0,-2-1 0,1-1 0,0 0 0</inkml:trace>
  <inkml:trace contextRef="#ctx0" brushRef="#br0" timeOffset="61221">17363 17012 24575,'0'9'0,"2"12"0,0-9 0,5 13 0,2-13 0,0-1 0,18-1 0,-10-9-1639,11 2 1,2 0-1639,-5-3 2627,3 1 0,5 0 1,-7 0 1453,-5 1-804,15-2 0,2 1 0,-2 2 0,-11-3 0,0 0 0,9 0 0,-14-3 0,-19-10 3276,-1 4-221,1-8-3875,1 7 1,1 3 0,-1 2 0</inkml:trace>
  <inkml:trace contextRef="#ctx0" brushRef="#br0" timeOffset="62053">17787 17193 24575,'20'-13'0,"-4"2"-1639,7 2 1,-1 2-1639,-7 1 1638,16-4 1,2 1-77,-17 4 2744,11-3 1,2-2-1030,5-5 0,-16 7 0,1 0 0,9-7 0,-17 6 0,10-1 0,-14 6 0,10-2 0,-7-1 0,0 6 0,-3-5 0,-2 6 0</inkml:trace>
  <inkml:trace contextRef="#ctx0" brushRef="#br0" timeOffset="63715">23748 2689 24575,'-3'6'0,"0"5"-3277,-8 17 0,6-14 1638,1 7 1,0-1-1639,4-12 3922,1 11 1,0 1-646,2-8-1435,4 10 1,0 0 1434,-2-9 696,7 11 0,1-1-696,-3-12 1638,3 6 0,2 0-1354,3-7-284,0 3-3149,2-7 3149,-13-5 0,16-7 0,-16 5 267,12-7 1,2-1-268,-9 5-1347,11-8 1,0 0 1346,-11 7 0,7-7 0,-2 1 0,-10 6 2693,9-9-2693,-6-2 1027,-1-6-1027,-4 4 0,1-1 0,0-3 0,-9-10 0,2 26 3276,-9-19-2015,7 17 2015,-11-14 0,9 14-3044,-17-9-232,16 14 0,-11-3 0,-4 2 0,4 2 0,-11 0 0,-3 1 0,4 0 0,1 0 0,-3 2 0,2 0 0,6-1 0,3 1 0,3 2 0,18 1 0,3 0 0,-2-2 0,2 1 0</inkml:trace>
  <inkml:trace contextRef="#ctx0" brushRef="#br0" timeOffset="64233">24199 2920 24575,'4'21'0,"-3"-11"0,5 22 0,-6-23-3277,1 23 0,-1-24 1051,0 18 2226,0-17 0,-2 21 0,1-20 1758,-3 13-1758,2-20 0,2 0 0,0-8 0</inkml:trace>
  <inkml:trace contextRef="#ctx0" brushRef="#br0" timeOffset="64883">24406 2690 24575,'4'13'0,"-2"-5"0,8 7 0,-5-9 0,13 9 0,6-5 0,-5-4 0,2-1 0,7 1 0,-1-5 0,-2-1 0,-9-2 0,11-3 0,-1-1 0,-12-1-1639,9-4 1,-2-1-1639,-14 5 2677,8-6 0,-1 0 600,-9 6 0,8-18 0,-10 18 0,-4-18 0,-1 19 0,-11-21 0,6 21-1639,-8-6 1,-3 1 699,7 7 269,-15-4 0,-1 1 670,11 5 0,-11-2 0,1 1 0,13 3 546,-14 0-546,23 6 0,-7 5 0,8-4 0,-3 2 0</inkml:trace>
  <inkml:trace contextRef="#ctx0" brushRef="#br0" timeOffset="65549">24476 2835 24575,'0'5'0,"0"10"0,0-6 0,0 15 0,1-3 0,8 9 0,-4-10 0,17 7 0,11-15 0,0-2 0,4-1 0,-10-5 0,0-2 0,-1 0 0,5 2 0,-1-2 0,8-5 0,-7-2 0,-21 1 0,12-8 0,-2-1 0,-16 6 0,9-13-1639,-10 1 1,-1 1-1639,0 5 3162,1-8 0,-1 1 115,-2 10 0,-10-13 0,6 11 0,-10-1 0,-4 2 0,-2 1-1093,-8 4 1,-10 0 0,6 2-168,-4-4 1260,9 5 0,-9 0 0,-3 1 0,1 0 0,6 0 864,-5 1 1,2 0-865,-2-2 0,-3 1 0,8 1 0,3 5 0,45 7-726,1-1 0,-3 0 1,-14-9-1</inkml:trace>
  <inkml:trace contextRef="#ctx0" brushRef="#br0" timeOffset="66352">23327 2538 24575,'3'27'0,"1"0"0,-3-7 0,2 1 0,0 1 0,2 5-1639,0 7 1,1 0-1639,0-13 2184,-1 4 1,2 5 0,-2-7 2420,-2-7-1328,4 11 0,2 7 0,-3-8 1719,-1-10-1719,0 8 0,2 6 0,-1-7 0,-3-12 0,4 17 0,0-1 3276,-6-18 0,9 20-3044,-8-26-232,1 4-3277,-1-36 0,-1 21 3231,0-13 0,0 0 0,0 17 0,1-9 0</inkml:trace>
  <inkml:trace contextRef="#ctx0" brushRef="#br0" timeOffset="67235">23432 2492 24575,'34'-14'0,"-9"8"0,5 0 0,2 0 0,-3 1-1639,3-3 1,6 1 1340,-14 3 0,6 0 0,4-1 0,4 1 0,2-1 0,1 0 0,0 1 0,-2 0 1,-3 0-1,-3 0 0,-6 1-795,10-2 1,-7 1 0,9 0 927,-13 2 1,5-1 0,4 0 0,4 0 0,2 0 0,2 0 0,1-1-1,-1 1 1,0 0 0,-2 0 0,-2 0 0,-4 0 0,-5 1 0,-4 0-291,12-2 1,-9 1 0,5 0 454,-6 1 0,3 0 0,4 1 0,0-1 0,2 1 0,-1-1 0,-1 0 0,-3 0 0,4 0 0,-2-1 0,0 0 0,-2 0 0,0 1 0,0-1-463,-1 1 0,-1 1 0,0-1 0,0 1 1,1-1 462,0 0 0,2-1 0,0 1 0,0 0 0,-1-1 0,-1 1-121,9-1 1,1 1 0,-5 0 0,-9 0 120,-4 1 966,10 0 0,2-1-966,-1-1 0,-8 1 0,7-1 3034,-22 2-3034,-9 2 3276,0 4-2646,-1 17 1,-1 3-631,1-6 0,-1 10 0,-1 9 0,0-10 0,1-11 0,-4 13 0,-1 8 0,0-5 3276,-1-2-2636,1-7 0,-3 7 0,1 0 0,1-6-640,0 8 0,0-8 0,-1 5 0,-1 1 0,1-3 0,-1 5 0,0-1 0,-1 3 0,1 1 0,1-7 0,-1 1 0,3-8 0,2-10 0,-5 20 0,-2 1 0,5-22 0,-3 13 0,-1-2 0,5-16 0,-9 9 0,8-13 0,-13 1 0,10-3-3277,-26 0 718,21 0 2559,-11 0 0,-7 0 0,4 0 0,-10 0-820,10 0 1,-7 0 0,-1 0 0,6 0 189,6 1 0,-2 0 124,-3-1 0,-8 0 1,-5 0-1,0 0 1,3 0-1,6 0 506,6 1 0,4-1 0,-6 1-226,2-1 1,-6 0-1,-3 0 1,-4-1 0,-1 1-1,0 0 1,0-1 0,2 1-1,3-1 226,-2 1 0,2-1 0,0 1 0,1-1 0,1 1 0,-1-1 0,0 1 108,2-1 0,0 1 0,0-1 1,1 1-1,-2-1 0,-1 1 0,-1 0-108,1-1 0,-2 1 0,-3 0 0,-2-1 0,1 1 0,1 0 0,2-1 0,3 1 0,4 0 0,5 0 0,-11 0 0,2 0 0,7 0 0,-6 0 0,-4 0 0,-3 0 0,2 0 0,2 0 0,6 0 0,8 0 0,-14 0 0,10 0 0,-9 0 0,-2 1 0,3-1 0,10 0 0,1 1 0,-4 0 0,-5 2 0,11-3 2404,16-2-2404,-4 4 3276,17 0-3197,-11 4 1,9 0 0,-12-1 0</inkml:trace>
  <inkml:trace contextRef="#ctx0" brushRef="#br0" timeOffset="70346">24451 913 24575,'2'13'0,"4"21"0,1 3 0,-1-3-1093,-1-4 1,2 4 0,-2-6-2185,0-2 2850,-1-1 1,0-1 2536,1 3-2110,0 0 0,0 3 0,0-4 0,0-1 0,0-2 0,0 1 0,0 8 0,-2-3 1179,-1-8-1179,0 7 0,1 2 0,-1-7 0,-1 2 0,0-1 0,0-4 0,-2 13 3276,1-22-2434,0 13-842,0-19 0,-2 3 0,2-6 0,-1-2 0</inkml:trace>
  <inkml:trace contextRef="#ctx0" brushRef="#br0" timeOffset="70875">24348 1575 24575,'11'0'0,"9"1"0,-2 1 0,8 0 0,-15-1 0,12-1 0,-16 0 0,19 1 0,-18 0 0,19 2 0,-1 0 0,-5-1 0,11-1 0,0 0 0,-11-1 0,14 0 0,-1 0 0,-16 0 0,16-4 0,-27 3 0,2-3 0</inkml:trace>
  <inkml:trace contextRef="#ctx0" brushRef="#br0" timeOffset="72860">24404 1655 24575,'4'31'0,"-3"-16"0,2 6 0,0 0 0,-3-9 0,3 9 0,1 2 0,2 9 0,1-4 0,-4-7 0,1-3 0,-1-8-3277,2 19 0,-2-21 3047,2 4 230,-5-8 0,4 2 0,-2-7 0,4-4 0,0-15 0,0 8 0,-2-8 0,-1 0 0,-3 9 0,2-12 0,-1 1 0,-1 12-766,0-11 0,0-1 766,0 8-1639,0-6 1,0-1 886,0 9 633,0-8 1,0 0 118,0 9 3276,1-22-2640,0 19 851,1-1-1487,-1 8 3276,0 4 0,-1 12-6553,2 12 401,-2-8 2736,1 23 140,-1-22 0,0 4 0,0 2 0,0 13 0,0-5 0,0 7 0,-1-23 0,1 9 0,-2-11 3276,2 0 0,2-6-2904,9-11-372,0-1-1639,6-5 1,1 0-1639,-5 3 1638,17-11 1,-1 0 148,-18 13 1490,10-5 0,1-3 0,-6 4 0,-1 0-3034,13-7 3034,-12 7 0,0-1 1372,5-5-1372,-16 13 3276,5-5-2838,-14 19-438,-10 20 0,6-13 0,-2 1-1093,-6 6 1,-4 2 0,4-3 655,-3 3 437,-2-1 0,-1-2 3276,4-3-2838,3-4 2047,6-9-2485,12-11 0,13-29 0,-5 13-1639,1-3 1,-1 0 378,-2 7 2898,1-5 0,-1 1-377,-4 9-1261,3-7 0,-7 12 0,-7 20 0,1-9 0,-10 12 0,-1 1 0,2-3 0,-5 1 0,1-1 0,5-2 0,-7-1 0,15-6 0,9-22 0,5 1 1638,-1-1 0,2-1 1638,2-7-3044,-7 11-232,-4 10 0,-27 27 0,-1 2 0,11-9 0,1-2 0,-2-4 0,-1 5 0,6-12 0,-6 10 0,11-11 0</inkml:trace>
  <inkml:trace contextRef="#ctx0" brushRef="#br0" timeOffset="74198">20129 3456 24575,'5'0'0,"-1"0"0,5-2 0,2-1 0,1 1-3277,15-7 0,-19 8 1328,18-7 2517,-7-2 0,3-1-568,8 1 0,3-1 0,0 0-677,-6 0 1,-1 0-1,4-1 677,-2 3 0,5-1 0,1 0 0,1 0 0,-4 1 0,-5 1 0,4-1 0,1 0 0,-5 2 0,6-2 0,4-1 0,2 1 0,-2-1 0,-5 2 0,-5 2 0,0-1 0,-1 1 0,6-1 0,8-2 0,2 0 0,-4 1 0,-11 2 0,2 1 0,3-3 0,-4 2 3276,-21 7-1062,6-2-2030,-7 3 0,1-1 1,-3-1-1</inkml:trace>
  <inkml:trace contextRef="#ctx0" brushRef="#br0" timeOffset="75220">21329 3042 24575,'1'21'0,"-1"-8"-1639,3 7 1,0 0-1639,-2-8 1638,2 11 1,-1-1-1639,-1-14 5064,0 24-1787,2-10-3034,-1 4 3034,1-3 2871,-2-2-2871,-1-17 3276,0 0-2096,-1-29-1180,-4-3 0,2-5-3277,-8-2 2098,9 25 1179,-5-11 2249,3 5-2249,2 6 204,-1-14-204,3 12 0,0-3 0,0 3 3276,0 8-881,5 0 881,-3 3-3192,20 0-84,1 0 0,3 0 0,7 0 0,-3 0-313,-2 1 0,1 0 313,4-1 0,4 0 0,-5 2 0,-11 1 0,-3 0 0,14 0 0,-23 15-3277,-14 4 0,2-3 2012,-10 1 1,-2-2 1264,4-8-316,-11 7 1,-1 1 315,5-7 0,-1 1 0,1-1 0,12-6 0,18-9 0,17-9 0,-3 1 0,0-1 0,-4 2 2359,11-5-2359,-33 13 1197,-2 1-1197,-29 9 0,9-3-1639,0 2 1,3 0 378,9-5 4536,-10 4-2961,16-5 0,0 2 0,2-2 1</inkml:trace>
  <inkml:trace contextRef="#ctx0" brushRef="#br0" timeOffset="76189">22051 3698 24575,'8'27'0,"-4"5"0,-2-1-3277,1-7 2873,-1 7 0,-2 1 404,-2-3 0,-1-3 0,0 1 0,2-5 0,-1-1 631,-1 1 0,1 1-631,2-1 0,1-1 0,1 4 0,1-1 0,0-1 0,1-10 667,2 1-667,-5-20 0,1-4 0,-2 3 0,0 0 0</inkml:trace>
  <inkml:trace contextRef="#ctx0" brushRef="#br0" timeOffset="76557">22044 3805 24575,'24'0'0,"3"-5"0,-1-1 0,-3 3 0,0-3 0,6-1 0,-6 1 0,-2 1 0,6 0 0,1 0 0,-6 1 0,-1 1 0,-8 3 0,-10 0 0,1 0 0</inkml:trace>
  <inkml:trace contextRef="#ctx0" brushRef="#br0" timeOffset="76930">22081 4076 24575,'0'7'0,"5"-5"0,25-9 0,-9 1 0,-1 0 0,-1 0 0,-2 4-3277,14-5 0,-21 6 1328,10-2 1949,-14 3 429,-3 0 1,0 0 0,-6 0 0</inkml:trace>
  <inkml:trace contextRef="#ctx0" brushRef="#br0" timeOffset="77176">22118 4184 24575,'8'1'0,"-1"1"0,7-1 0,-8-1 0,30 5 0,-21-5 0,21 2 0,1-1 0,-17-1 0,5-1 0,7-1 0,-8-1 0,-8-1 0,8-3 0,0 0 0,-12 0-820,9-16 1,-15 19 0,2-10 0</inkml:trace>
  <inkml:trace contextRef="#ctx0" brushRef="#br0" timeOffset="77513">22609 3653 24575,'9'31'0,"1"-1"0,-2-1 0,-2-3 0,5 9 0,-1 0 0,-6-13-1639,4 10 1,0 0-1639,-3-8 2302,0-5 1,1 1 1833,0-1 1,0 0-860,5 11 0,-3-6 0,-1-2 0,1-2-820,-8-11 1,1-8 0,-6-3 0</inkml:trace>
  <inkml:trace contextRef="#ctx0" brushRef="#br0" timeOffset="78312">22732 4048 24575,'8'-6'0,"0"0"0,5-14 0,-4 8 0,4-5 0,0-1 0,-5 9 0,8-7 0,-7 23-3277,13 21 0,-9-14 1638,3 9 1,-3-2 148,-9-15-27,6 11 0,0 0 1517,-8-10 0,7 12 0,-8-11 3034,0-10-3034,2-12 0,-1-3 0,1-5 0,1 1 0,-2 9 0,3-9 0,0 1 0,-4 12 0,10-17 0,-2 11 0,2 2 0,7 22 0,-3 18 3276,-2 0-2646,-5-3 1,0-1-631,1-3 0,1 7 3276,-3-11 0,-5-15-3044,1-1-232,3-12 0,-1-2 0,9-18 0,-4 11 0,0 0 0,3 0 0,6-4 0,0 1 0,-1 28 0,-11 12 0,-1 6 0,1-4 0,-6-14 0,10 3 0,7-6 0,-2 0 0,1-2 0,-13 0 0</inkml:trace>
  <inkml:trace contextRef="#ctx0" brushRef="#br0" timeOffset="78778">23333 3969 24575,'11'-2'0,"-5"1"0,4 1 0,-6 0 0,5 0 0,3-6 0,7-7 0,-4 1 0,1-9 0,-12 11 0,-3-3 0,-3 8 0,-4 3 0,1 2 0,-11 5 0,9-3-3277,-23 20 0,24-17 3047,-16 16-195,17-3 425,-2-4 0,2 16 0,4-16 0,8 12 0,-3-16 0,11 8 0,-8-9 0,3-1 3276,-2-3 0,3-4-2619,-4 0-657,12-14 0,1-8 0,0-2-656,-7 6 1,-2 2-1,-6 5 1,2-3 0</inkml:trace>
  <inkml:trace contextRef="#ctx0" brushRef="#br0" timeOffset="79082">23545 3949 8191,'4'20'0,"3"16"1519,-3-15 0,0 0-1519,1 16 3005,2-5-3005,-4-24 1948,2-1-1948,-1-9 0,-1-17 0,-1 11 0,-1-11 0,-2 0 0,1 11 677,1-13 0,2-1-677,2 8-1639,10-10 1,2 1 463,-5 8 1175,5-1 0,0 1 0,-6 8 0,14-10 0,-12 10 3276,2-5-2100,-14 10-1176,-8 0 0,3 3 0,-3 0 0</inkml:trace>
  <inkml:trace contextRef="#ctx0" brushRef="#br0" timeOffset="81102">26664 1092 24575,'6'0'0,"4"3"0,4 0 0,-3 1 0,9 0 0,-15-2-3277,19 2 0,-18-2 1638,16 5 1,0 0-1639,-11-3 2653,20 7 1,0 1 623,-19-6-677,14 5 1,8 2 0,-6-2 676,-10-2 102,8 2 0,7 2 0,-7-2-102,-10-4 498,16 8 0,1 1-498,-11-3 0,2 2 0,-2 0 0,-8-3 0,1 1 0,-1 1 0,-5-5 0,9 11 1312,-2-1-1312,-8-10-233,5 9 0,0-1 233,-4-8 296,2 9 1,1 0-297,-3-9 0,2 10 0,0 1 0,-3-11-669,6 16 1,-1-1 668,-7-14 2725,11 22-2725,1-1 934,-11-18-934,8 13 0,1 3 0,-8-11 0,0-2 0,0 2 0,2 0 0,3 13 0,-3-4 0,-5-13-1517,5 15 0,0-1 1517,-6-18-1015,4 21 1,-1 1 1014,-4-19 502,3 16 0,0-1-502,-4-13 0,6 9 0,1 2 0,-1-5 1263,6 5 0,2 1-1263,-2-13 0,-1-1 3276,8 14-3025,-4-13 0,-1-3-251,-10-5 3276,20 9-903,-13-11 903,0 2-3125,3-5-151,3-10 0,1-3 0,0-1-1509,5-4 1509,0-2 0,-5 2 0,-15 12 0,10-9 0</inkml:trace>
  <inkml:trace contextRef="#ctx0" brushRef="#br0" timeOffset="81720">28055 2160 24575,'-19'21'0,"5"-6"0,1 0 0,-8 5 0,-2 3 0,0 0 0,8-9 0,-6 6 0,1 0 0,8-7 0,-10 11 0,18-18 0,-5 4 0,26-18-1639,0-5 1,-1 0-1639,9-4 2323,-6 0 0,3-3 0,-5 3 954,-2 2 0,7-8 0,-1 1 0,-10 10 0,2-8 0,-9 17 0,-3 3 0,-2 5 3276,-12 24-1072,2-6 1072,-2 4-2616,5-9-660,3-10 0,0 1 0,-25 9 0,15-11-820,-8 0 1,-10 0 0,-1 0 0,7-2-2458,-6 1 3244,9-3 0,-9 1 0,-5 0 0,-2 0 0,2 0 1,4-1-1,8-1-1313,3 1 1,0-1 1345,-6 0 0,-9 0 0,-4 0 0,0 0 0,6 0 0,11-1 0,2-1 0,-12 0 0,0 0 0</inkml:trace>
  <inkml:trace contextRef="#ctx0" brushRef="#br0" timeOffset="82987">28776 2572 24575,'-17'16'0,"-6"11"0,17-17 0,-5 7 0,1-1 0,8-9 0,-6 11 0,0 0 0,7-10 0,-3 10 0,1 3 0,4-5 0,1 2 0,2 2 0,10 10 0,-3-9 0,11 4 0,-15-22 0,16 7 0,10-17-1020,-14 3 1020,2-3 0,1-2 0,-5-2 0,-2 0 0,9-3-42,-4 1 1,2-3 0,-2-1 41,-3-2 0,-2-1 0,6 3 0,0-2 0,-5-11 0,-6 3 0,-7 17-1639,-1-12 1,-1 1-1490,-3 13 2731,-16-23 397,9 21 81,-18-15-81,-4 12 0,9 3 0,-13 3 0,26 7 0,-13 0 0,17 3 819,-5 0 0,10 1 0,0-2 0</inkml:trace>
  <inkml:trace contextRef="#ctx0" brushRef="#br0" timeOffset="83321">29182 2822 24575,'-2'20'0,"-2"13"0,1-22 0,-1 10 0,-1 1 0,1-9 0,0 7 0,0 1 0,-2-6 0,4 5 0,1-19-3277,16-22 0,-9 9 3219,14-15 1,-17 24-1,2-2 1</inkml:trace>
  <inkml:trace contextRef="#ctx0" brushRef="#br0" timeOffset="83722">29425 2592 24575,'0'28'0,"4"6"0,-3-27-3277,9 18 0,-9-20 890,13 11 2387,-9-14 1779,9 5-1779,-8-6 0,12-1 0,-10-2-1639,9-6 1,1-2 504,-8 4 2529,11-12 1,-1-2-1396,-10 9 166,4-10 0,-2-3-166,-7-7 0,-4 12 0,0 0 0,-2-8 0,-12 10 0,-12 14 0,2 3 0,-1 4 0,2 2 3276,6 2-2740,-4 1 1,3-1-1,12-4 1,-11 4-1</inkml:trace>
  <inkml:trace contextRef="#ctx0" brushRef="#br0" timeOffset="84193">29465 2705 24575,'0'18'0,"-1"9"0,0-10-1639,0 3 1,1-2-1639,0-9 637,3 27 2640,-3-28 0,8 18 0,-5-20 1813,10 8-1813,0-8 0,-1 0 0,11-5 0,-2-10 0,-4 4 0,12-16 0,-24 15 0,12-19 0,-17 19 3276,-1-27-64,-7 11-3212,2-3 893,-9 3-893,11 16 0,-9-3 0,9 5 0,-4 3 0,-3 2 0,2 1-3277,-16 5 0,17-2 3219,-11 0 1,17-3-1,0-2 1</inkml:trace>
  <inkml:trace contextRef="#ctx0" brushRef="#br0" timeOffset="85347">28522 2397 24575,'-1'30'0,"-1"1"0,1-10 0,0-1 0,1 0 0,-1 1 0,1 0 0,0 0 0,0-1 0,0 0 0,0 1 0,0 2 0,0 13 0,0-3 0,0-12 0,0 5 0,0 6 0,0-6 0,0-8-1639,-1 19 1,0 0-1639,1-19 2184,-1 6 1,-1 6 0,1-6-398,1-8 858,-1 7 0,0 7 1,0-5 631,-1-3 0,0 9 0,-1 0 0,1 4 0,-1-4 3276,2-24-2954,-3-15-322,-2-18 0,2 15 0,0-2 0</inkml:trace>
  <inkml:trace contextRef="#ctx0" brushRef="#br0" timeOffset="86616">28611 2330 24575,'10'-4'0,"8"0"0,-13 4 0,16-4 0,-15 3 0,15-3 0,-13 2-3277,25-4 0,-21 4 2184,9-1 1,8 1 0,-5 0-398,-2-1 1307,9 0 1,5 1 182,-11 1 0,1 1 0,-1-1 0,10 0 0,2 1 0,-9-1 0,4 1 0,0 1 0,-4-1 0,3 0 0,0 0 0,-5 0 0,2 0 0,0 0 0,8-2 0,-1 1-1457,-9 0 1,0 1 1456,-2-1 0,2 1 0,-1-2 0,13 0 0,-2-1 1282,-17 3 0,2-1-1282,11-1 0,9-1 0,-2 0 0,-11 2 3276,-6 0-2974,9-2 1,6 1-1,-10 0-302,-17 1 525,14-2-525,-21 6 3276,3 13-37,1 18-3239,-1-5 0,1-2 0,-1-2 812,-5-5-812,3 12 0,0 1 0,-2-6-1639,1 10 1,-1-2-1639,0-15 1638,0 12 1,1-2 148,-2-19 1490,1 7 0,0 2 0,0 11 0,-2-16 0,1 15 0,1-1 3276,-2-18-2646,1 23 1,-1 0 2645,0-21-1638,0 22 0,0 0-1406,0-23-232,0 17 0,0 0 0,0-16 0,-2 24 0,0-21 0,-3 5 0,-2-7 0,1-3 0,-16 5 0,2-9 0,-1 0 0,-6 7 0,-10-4 0,2-3 0,21-4 0,-17 0 0,-12-1 0,7 0-930,14-1 0,1-1 930,-8 0 0,-7 1 0,1-1 0,6 1 0,7-1 0,1 0 0,-12-2 0,-5 0 0,5 0 0,10 0 0,0 1 0,-7-2 0,-5 1 0,0-1 0,5 0 0,6 2 0,0 0 0,-6-2 0,-8 1 0,2-1 0,10 1 0,5 1 0,-9 0 0,-8-1 0,11 1 0,14 1 0,-14 2 0,3-1 0,16 0 0,-12 1 0,16-1 1860,-3 0-1860,-2 2-820,0-2 1,1 1 0,2-2 0</inkml:trace>
  <inkml:trace contextRef="#ctx0" brushRef="#br0" timeOffset="87617">28650 3271 24575,'-22'7'0,"6"-3"0,-7 3 0,12-4 0,6-1 0,4 0 0</inkml:trace>
  <inkml:trace contextRef="#ctx0" brushRef="#br0" timeOffset="89587">28481 3315 24575,'-24'6'0,"12"-4"-1639,-12 3 1,0 0-1639,13-4 1638,-8 3 1,-5-1 2045,-5 0 0,-1 0-407,-7 1 0,0 1 0,4-2 0,-2 1 0,-1 0 0,-3 2 0,8-2 0,2-1 0,4 0 0,-5 1 0,-4 0 0,0 1-213,3-2 1,-2 1 0,0 1 0,-3-1 0,0 0 212,5-1 0,-2 1 0,0-1 0,-2 0 0,0 1 0,1-1 0,1 1 0,1-1 0,-2 1 0,1 0 0,1 0 0,0 1 0,-1-1 0,-1 0 0,-1-1 0,-2 1 0,-3 0 0,0 0 0,2 0 0,2-1 0,5 0 0,6 0 0,-3 0 0,2 0 0,-1 1 0,-7 0 0,-3 1 0,0 0 0,5-1 0,6-1 0,5-1 0,0-1 0,-10 4 0,-7 1 0,0 1 0,9-3 0,2 0 0,-5 3 0,-9 2 0,9-1 0,3 0 0,0 0 0,-5 3 0,6-3 0,3-3 0,-10 7 0,3-1 3276,19-6-2338,-16 6 1,0 2-939,15-6 260,-8 5 0,-2 1-260,-4 7 0,-2 1 0,7-4 0,1 3 0,4-3 0,1-1 1638,1-3 0,1 2-1074,-8 8 1,4-1-565,10-11-1639,-7 9 1,0-1-1639,9-9 2370,-4 10 0,1 0 907,5-8-1639,-3 9 1,1 1 903,5-11-607,-1 9 1,0 0 1341,3-12 2683,-2 14-2683,2-8 0,3-4 1059,-1 17-1059,7-5 3276,-5-5-2015,11 12 2015,7-10-1638,-5-4 0,1 0-1406,11 2-1871,-2-7 1,-1-3-1639,-11-5 2037,17 4 0,0 1 1240,-15-5 0,11 1 0,-1 0 0,-11-1 0,14 0 0,-23-1 0,2 3 0,1-3 3276,3 0-883,6-4-2393,-4 2 3276,-8-3-3187,-8 0-89,-3 1 0,-1 3 0,2 8 0,-2 1 0,0 12 0,2-7 0,0 6 0,3-20 0,3-19 0,-1 2 0,1-10 0,-3 23 0,0-3 0,2 5 0,13 0 0,-5 2 0,17 0 0,-17 0 0,2 0 0,-12 2 0,-5 2 0,0-1 0,0 5 0,4-6 0,1 7 0,3-1 0,0-3 0,0 2 0,0-5 0,-3 0 0,2-1 0</inkml:trace>
  <inkml:trace contextRef="#ctx0" brushRef="#br0" timeOffset="90519">29449 4385 24575,'7'0'0,"15"-1"0,-12 0 0,21-2 0,2-1 0,-19 3 0,19-3 0,-1-1 0,-23 3 0,23-2 0,-25 2 0,12-3 0,1 0 0,-8 3-1639,13-8 1,-2 1-1639,-12 6 1175,14-17 2102,-22 17-8,-5-12 1,1 12 0,-5-2 0</inkml:trace>
  <inkml:trace contextRef="#ctx0" brushRef="#br0" timeOffset="90838">29486 4150 24575,'15'26'0,"-8"-15"0,3 13 0,-1 0 0,-5-10-1639,2 14 1,-1 1-1639,-3-14 1638,-1 13 1,-1-2-1639,0-15 5064,0 25-1787,-2-9 0,-1 9 0,2-10 0,1-1 0,0 4 0,5 8 0,-3-30 3276,4 16-2961,5-15 0,-4 2 0,2-4 1</inkml:trace>
  <inkml:trace contextRef="#ctx0" brushRef="#br0" timeOffset="91786">29765 4583 24575,'-1'-12'0,"-4"-9"0,3 16 0,-5-13 0,5 13 0,-4-3 0,2 6 0,-4 3 0,-1 7 0,-1 0 0,-4 13 0,7-14 0,-6 15 0,11-18 0,1 14 0,4-12 0,2 5 0,-1-8 0,-1-2 0,6-8 0,4-3 0,-3-1 0,6-6 0,-12 12 0,3-3 0,-1 14 0,-2-1 0,6 8 0,-7-8 0,5 1 0,-5-3 0,5 2 0,1-3 0,2-6 0,-4-7-3277,-1-7 0,-6 5 2745,0-2 532,0 10 0,1-6 0,4 5 0,3 1 0,5 12 3276,2 7 0,2 6-3193,-9-7 368,2-1-451,-11-17 0,4 4 0,-5-14 0,2 10-820,6-14 1,-5 15 0,5-6 0</inkml:trace>
  <inkml:trace contextRef="#ctx0" brushRef="#br0" timeOffset="92453">30012 4503 24575,'-11'21'0,"4"0"0,4-2 0,5-5 0,5-8 0,-1-5 0,4-1 0,-5-1 0,7-7 0,-7 4 0,3-5 0,-7 6 0,5 13 0,-4-3-1639,5 13 1,0 2-1639,-3-10 3047,7 20-1059,-8-10 1289,1-9-3277,-1 24 2444,-2-27 731,-6 23 102,2-23 0,-7 6 0,-2-1 0,6-6 283,-14 5 1,-2-1-284,5-7 0,-4 2 0,1 0 0,6-5 3276,-7 1-2212,10-24-1064,2-6 0,5-4 40,6 3 1,1 21-1,-2 2 1</inkml:trace>
  <inkml:trace contextRef="#ctx0" brushRef="#br0" timeOffset="92952">30142 4586 24575,'11'3'0,"1"-1"0,2-1 0,8-2 0,-11-1 0,12-4 0,-19 2 0,6-3 0,-9 3 0,-3-6 0,-10-8 0,3 4 0,-8-6 0,7 14 0,-7 6 0,-1 18 0,6 5 0,3 0-3277,19-2 0,-6-16 3047,20 3 230,-3-4 0,0-1 0,9-2 0,-19 1 0,2-2 0,-7 1 0,-4-1 0</inkml:trace>
  <inkml:trace contextRef="#ctx0" brushRef="#br0" timeOffset="93671">30514 4614 24575,'12'-3'0,"2"-2"0,-4 3 0,6-2 0,1-1 0,-5 3-3277,18-8 0,-23 9 1638,12-6 1,0 1 148,-11 4 920,12-7 1,0-3 569,-13 5 0,8-6 0,-2-2 0,-8-4 0,-2 0 0,6-6 0,-5 0 0,-4 0 0,-1 11 0,-5-11 0,-1-1 0,-1 6 1638,-2-4 0,-2-1-942,-3 3-696,0-7 0,4 10 3276,6-2-611,10-1-2665,0 1 0,12-9 0,-6 19-1639,9-3 1,0 2 678,-8 7-241,19-6 0,0 2 1201,-16 8 0,5-3 0,-1 2 0,-12 2 0,-2 0 0</inkml:trace>
  <inkml:trace contextRef="#ctx0" brushRef="#br0" timeOffset="94228">30892 3993 24575,'11'20'0,"-1"0"0,0 4 0,0-1 0,2 3 0,-3 7 0,-7-28 0,1 5 0,-4-10 0,-1-9 0,-15-18 0,6 5 0,-1 4 0,0 1 0,2 4 0,2 0 0,4 6 0,4-2 0,0 3 0,12-20 0,11 9 0,-7 5 0,1 1 0,8 0 0,-5 10 0,-11 12 0,-2-4 0,2 10 0,-6-6 0,0 3 0,-3-1 0,0 5-3277,-10 6 2457,5-8 1,-5 2 0,8-17 0</inkml:trace>
  <inkml:trace contextRef="#ctx0" brushRef="#br0" timeOffset="94988">30597 4625 24575,'4'0'0,"5"0"0,-5 0 0,17 0 0,-14 0 0,11 2 0,1 0-969,-11-1 969,18 6 0,-8 3 0,-3 4 0,14 8 0,-17-8 0,0 3 0,-5-3 0,3 12 0,0-6-3277,2 10 739,-6-21 2348,3 15 190,-7-18 0,6 16 0,-5-9-2381,2-2 2381,0-1 3276,5-1-1041,-3-1-2235,4 2 233,7 5-233,-6-11 0,10 6 0,-10-9 3276,-6-1-2941,-1-11-1155,2-6 1,-2 3 0,4 0 0</inkml:trace>
  <inkml:trace contextRef="#ctx0" brushRef="#br0" timeOffset="95574">31027 4811 24575,'10'15'0,"0"1"0,-5-1 0,-1-5 0,1 13 0,-4-15 0,4 16 0,-4-15 0,2 5 0,-3-8 0,0-6 0,-7-10 0,2 3 0,-8-9 0,7 10 0,5 2 0,15 3 0,1 3 0,10 3 0,-13 2 0,-2 0 0,-5 1 0,-3 1 0,-2-2 0,-5 3 0,1-5 0,-2 1 0,3-3 0,1-10 0,1 3 0,1-6 0,0 8 0</inkml:trace>
  <inkml:trace contextRef="#ctx0" brushRef="#br0" timeOffset="96594">31391 3729 24575,'3'18'0,"-1"-4"0,4 6 0,-3-6 0,4 3 0,-1 1 0,-1-1 0,2 5 0,-1 0 0,-1-9 0,2 20 0,-3-21 0,2 11 0,-6-19 0,3 2 0,-8-25 0,5 9 0,-6-10 0,0-1 0,4 6 0,-4-10 0,-3 0 0,2 5 0,-4-8 0,3 15 0,3 3 0,2 9 0,0-1 0,1 3 0,1-1 0,1 2 0</inkml:trace>
  <inkml:trace contextRef="#ctx0" brushRef="#br0" timeOffset="97748">31416 4771 24575,'6'9'0,"-2"2"0,-2 14 0,-2-12-3277,0 16 0,0-23 1322,2 17 1955,-2-15 0,4 14 0,-3-15 1720,5 13-1720,-2-8 0,0 2 0,2-4 0,-3-6 3276,6-3 0,12-6-3046,2-2-230,-2 1 7,-3-2-7,-12 3 0,0 0 0,-2-8 0,-1 0 0,-1-8 0,1 7 0,-1-9 0,-2 18 0,1-17 0,-6 13 0,2-2 0,-11-1 0,4 8 0,-11-6 0,9 7 0,-2-1 0,8 4 0,4 0 0,1 0 0</inkml:trace>
  <inkml:trace contextRef="#ctx0" brushRef="#br0" timeOffset="98521">31076 4856 24575,'2'12'0,"0"13"0,2-10 0,-2 17 0,-1-27 0,3 15 0,-4-15 0,3 6 0,-3-13 0,-4-10 0,2 1 0,-10-16 0,6 17 0,-7-12 0,9 14 0,1-1 0,8 9 0,11 2 0,-5 1 0,7-1 0,-12-1 0,1 3 0,-3 8 0,-1 5 0,-2-2 0,-5-11 0,2-8 0,-10-15 0,9 11 0,-4-4 0</inkml:trace>
  <inkml:trace contextRef="#ctx0" brushRef="#br0" timeOffset="100477">31344 3749 24575,'-22'20'0,"6"-5"-3277,-6 3 0,15-13 1328,-20 20 1949,12-6 1719,-3 0-1719,2 4 0,18-23 0,0 2 0,5-10 0,8-12 0,-11 14 3276,5-11 0,-5 13-3044,0-4-232,4-2 0,-5 3 0,5-3 0,0 0 0,4 2 0,-3-2 0,2 6 0,-8 2 0,7 2 0,-5-1 0,4 1 0,-3-2 0,-4 2 0,1 0 0</inkml:trace>
  <inkml:trace contextRef="#ctx0" brushRef="#br0" timeOffset="101386">31389 4807 24575,'0'11'0,"0"5"0,0-10 0,0 10 0,3-5 0,-1 2 0,4 4 0,-3-9 0,7 11 0,-1-9 0,-1 1 0,-1-4 0,-6-6 0,4-3 0,0-7-3277,4-11 0,-4 8 2316,3-7 1,0 1 960,-2 7 0,9-21 0,-11 21 0,-2-1 0,-2 7 0,-1 4 0</inkml:trace>
  <inkml:trace contextRef="#ctx0" brushRef="#br0" timeOffset="102318">31070 4837 24575,'-2'23'0,"2"-10"0,2 13 0,0-20 0,2 17 0,-2-10 0,1 4 0,-2-4 0,1 0 0,-2-9 0,2-1 0,-2-12 0,0 1 0,-3-12 0,-1 10 0,-2-2 0,4 7 0,6 3 0,1 1 0,5 0 0,-5 13 0,-1-9 0,1 24 0,-3-21 0,-1 16 0,-1-15 0,-3 8 0,2-10 0,-4 9 0,4-10 0,-4 3 0,2-8 0,0 0 0,2-1 0</inkml:trace>
  <inkml:trace contextRef="#ctx0" brushRef="#br0" timeOffset="107215">31033 4906 24575,'-8'27'0,"0"5"0,1-9 0,0 10 0,6-27 0,-3 21 0,2-21 0,-1 8 0,2-11 0,2 0 0,-1-3 0,2 0 0</inkml:trace>
  <inkml:trace contextRef="#ctx0" brushRef="#br0" timeOffset="110797">26232 4350 24575,'-5'12'0,"3"-2"0,-5 8 0,3 6 0,0-4-1639,1-1 1,0-1-1639,1-7 0,-1 24 1787,3-28 1490,-1 13 0,1-7 0,0-6 0,0 5 0,0-14 0,0-13 0,0 5 3276,1-26-3262,1 25-14,1-23 0,-2 26 0,1-19 0,-2 19 0,0-14 0,0 15 0,0-10 0,0 8 3276,-3-10-386,2 12-1025,-3-6-1865,4 3 0,-2 2 0,1-3 0,3 9 0,6 2 0,1 2 0,21 8 0,-10-6 0,3 2 0,1-1 0,3-1 0,-6-1 0,1 1-3277,5 3 0,-5-4 3047,-5 4 230,-13-3 0,2 1 0,-5 6-3277,-5 8 2017,1-6 1260,-6 5 0,-3-1 0,4-10-516,-15 16 1,-3 1 515,-2-5 0,0 2 0,0 0 0,1-3 0,11-7 0,2-1 0,4-2 0,-5 3 0,16-13 3276,7-3-2526,6-14-750,1 5 0,4-8 0,-12 13 3276,5-6-532,-4 4-438,-3 4-2306,-1-3 0,-7 12 0,1-4 0,3 0 0,7-6 0,0 1 0,1-2 0,-7 7 0,-1 0 0,-2 1 0,-2 0 0,1-2 0,13-13 0,-4 6 0,10-13 0,-10 17 0,-6-1 0,2 6 0,-7 1 0,1 0 0,-6 1 0,-4 1 0,-1 5 0,6-4 0,13 2 0,3-5 0,-3 0 0,-29 6 0,10-5 0,-11 5 0,0 1 0,15-4 0,-18 5 0,32-6 0,17-12 0,-9 7 0,10-8 0</inkml:trace>
  <inkml:trace contextRef="#ctx0" brushRef="#br0" timeOffset="112387">28501 3361 24575,'21'0'0,"-10"-2"0,16 1 0,5 0 0,-1 1 0,1-1 0,-5 0 0,2 0 0,-2 2 0,2-1 0,-8 1 0,-11-1 0,20 2 0,1 0 0,-18 0 0,21 1 0,0-1 0,-22 0 0,21 1 0,0-1 0,-15-2-1639,12 2 1,-1-1-1639,-14-1 1638,13 1 1,-2-1 148,-14 1 1490,7-1 0,4 1 0,0-1 0,-2 0 0,5 0 0,-1 0 0,4 0 0,-2 0 0,-5-1 0,-1-1 1638,6 2 0,-1 0-377,8-5 2015,-26 5 0,0-1-3044,-2-1-232,20 2 0,-8-1 0,11-1 0,3 1 0,-11-2 0,0-1 0,6 0 0,-1 0 0,3-4 0,-13 2 0,-13 4 0,1 1 0,0 1 0,0-4 0,2 1-820,-1-3 1,0 5 0,-4-1 0</inkml:trace>
  <inkml:trace contextRef="#ctx0" brushRef="#br0" timeOffset="115194">26656 4540 24575,'-2'25'0,"1"-11"-3277,1 12 0,0-19 861,1 15 2416,1-14 1783,2 14-1783,4 1 0,-3-7 0,7 13 0,-8-23 3276,10 15 0,4-8-2641,-6 1-635,12-3 0,1-1 0,-13-6 0,7 2 0,3-1 0,-2-7 0,-2 0 0,-1 1 0,3-4 0,1 0 0,0-4 0,7-6 0,-6 4 0,-3-2 0,-16-1 0,-5-8 0,1 6 0,-6-4 0,1 3 0,-1-3 0,0 1 0,2 2 0,1 8 0,1-1-3277,-3-6 0,4 9 3047,-4-6 230,3 2 0,-8-8 0,4 2 0,-5 0 0,7 8 0,-1 4 0,1 1 3276,-5 2 0,-4 0-3044,-16 7-232,14-4 0,-8 4 0,20-3 0,-10 1 0,3 0 0,-12 3 0,-2 0 0,0-1 0,3 0 0,2 0 0,11-2 0,1-2 0,6 2 0,-1-1 0,0 5 0,0-1 0,-1 0 0,2-3 0</inkml:trace>
  <inkml:trace contextRef="#ctx0" brushRef="#br0" timeOffset="115862">27161 4773 24575,'11'12'0,"-6"-5"0,7 14 0,-8-1 0,-1 8 0,-4-7 0,-2 0 0,0-10 0,-3 0 0,4-1 0,-3-17 0,5 6 0,0-11 0</inkml:trace>
  <inkml:trace contextRef="#ctx0" brushRef="#br0" timeOffset="116627">27294 4575 24575,'9'-14'0,"-5"7"0,3-3 0,-1 1 0,1 1 0,9-4 0,4 3 0,0 3 0,4 1 0,-13 5 0,0-1 0,-1 20 0,-1 0 0,3 11 0,-3 0 0,-4-13 0,0 12 0,-6-13 0,-3 10 0,-3-8 0,-1-2-3277,-4 0 0,7-10 2779,-17 12 498,15-10 0,-16 7 0,14-7 0,3-5 0,14 0 0,12-3 0,3 0 0,9 0 1638,3-1 0,0 0 1638,-3 0-3176,3-1-100,-18-1 0,-13 1 0,-3 1 0,-1-1 0</inkml:trace>
  <inkml:trace contextRef="#ctx0" brushRef="#br0" timeOffset="118231">26326 5090 24575,'28'0'0,"-4"-2"0,1 1 0,0 0 0,3 1-820,-2-1 1,4 0 0,1 1 0,-1-1 498,5 2 0,0 1 0,0-1-772,-3 0 1,0-1 0,-1 0 661,-2 1 1,0 1 0,-3 0 430,-4 1 0,-2-1 1501,13 0-1501,-6 2 0,4 1 0,-5-1 0,0-2 0,-2 0 0,7 2 0,1-1 0,-6-1 0,-4-2 0,0 0-820,9 2 1,8-1 0,0 1 0,-7-1 275,-6-2 1,-1 1 543,11 1 0,4 0 0,-10 0 1083,-10-2-1083,6 1 0,-2 0 0,-16 0 3276,11-1-3015,-16-1 6,7-1-267,-3-2 0,22-7 0,-15 6 0,6-2 0,-1 0 0,-5 1 0,15-7 0,-22 9 3276,5-2 0,-10 3-3044,0 0-232,1-13 0,-1 10 0,2-11 0,-1-2 0,0 5 0,0-9 0,1-4 0,-2 7 0,-1 0 0,1-9 0,0 1 0,-2 8 0,1-1 0,-1-16 0,0 4 0,0 15 0,1-7 0,1-9 0,-1-2 0,1 10-2664,-1-1 2664,2-5 0,2-8 0,-1 7 0,3 0-7,2 2 0,0-2 7,-4 11 0,-1 1 0,2-4 0,-2 4 0,-2 4 0,-2 8 0,-2 4 0,-3 1 0,-11-6 0,-15 1 0,3 3 0,-5 4 0,0 1 0,7 2 0,-3 0 0,-7 1 0,6 0 1949,3 0-1949,-1 0 0,-7 0 0,8 1 15,2 2-15,-8-2 0,2 0-1463,15 1 1463,-19-2-101,4-1 101,-2 0 0,12 0 0,-2 0 0,-5 0 0,0 0 0,-4 0 0,-1 1 0,-2 1 0,5 0 0,1 0 0,0 0 0,0 0 0,3 1 0,-2 0 0,3 0 0,5-2 0,1 1-1419,-2 1 0,2-1 1419,2-2 0,14 2 0,-1-1 1229,-13 11-1229,6-4 46,-4 0 0,-3 1-46,-13 4 0,6-2 3276,-6 0-2757,23-7-519,-7 6 0,11-5 0,-8 12 0,8-6 0,-8 5 0,0 2 0,5 1 0,-2 1 0,-2 0 0,3-4 0,-3 12 0,3-15 0,-2 15 0,6-15-3277,-6 19 0,7-22 1710,-7 18 1,-1 3 1566,6-11 0,-2 3 0,-2 6 0,2-6 0,0-2-374,0 6 0,0-3 374,3-10 0,-1 10 0,3-12 0,-5 12 0,1-3 0,-1 0 0,1 0 0,0-6 819,-1 17 0,5-28 0,1 5 0</inkml:trace>
  <inkml:trace contextRef="#ctx0" brushRef="#br0" timeOffset="121250">28561 3345 24575,'6'0'0,"6"0"0,17-2 0,-7 2 0,1-2 0,0 1 0,-8 1 0,5-1 0,0 0 0,-5 1 0,22 0 0,-8 0 0,-5 0 0,10 0 0,-12 2 0,-1-2-3277,7 1 0,-21-1 2501,11 1 0,2-2 776,-8 0 0,8 1 0,1 0 0,-11-3-3277,20-2 2455,-22 3 822,14-2 0,-18 4 3276,9-3-2453,-9 2 499,9-3-1322,-8 2 3276,7-2 0,2 0-3044,0 1-232,-2 0 0,-6 4 0,-6 5 0,1 11 0,4 2 0,0-2 0,5-6-1093,12-9 1,8-4 0,-4 0-2185,5 2 3200,1-1 0,7-2 1,-9 0-869,-9-2 945,9 2 0,-20-1 0,-7 5 0,4-1 0,6 7 0,13 1 0,-7 1 0,14-1 0,-20-6 0,18 3 0,-21-5 0,10 1 0,-16-1 3276,11 0-236,-7 0-3040,18 0 0,-15 0 1413,17 0-1413,-11-3 0,1 3 0,0-4 0,-10 2 0,4 0 0,-5 1 0,2 1 0,-1 0 0,-1 0 0,-3-2 0,9-13 0,-10 8 0,17-23 0,-15 21-3277,15-19 2457,-14 20 1,3-5 0,-9 11 0</inkml:trace>
  <inkml:trace contextRef="#ctx0" brushRef="#br0" timeOffset="122102">29965 3239 24575,'0'4'0,"-2"1"0,-2-5 0,-4 3-3277,-12 6 0,11-5 3047,-9 6 230,7-5 0,-3 0-1639,-17 3 1,-2 1 378,12-5 248,-5 2 1,-5 1 0,9-2 1011,12-2 1456,-11-1 0,0 0-1456,14 0 0,-10-2 0,8-2 0,-16-2 0,9 1 0,-7 1 0,-8 0 0,7 1 0,4 0-171,-3 0 0,-6 0 1,1 0 170,-5 1 0,0-1 0,8 0 0,-1-1 0,0 0 0,-12 2 0,3 0 0,4-4 0,6 1 0,8 3 3276,-5-3-2329,6 3-947,7 0 0,-16 0 0,16 0 0,-11 0 0,17 0 0,0 0 0</inkml:trace>
  <inkml:trace contextRef="#ctx0" brushRef="#br0" timeOffset="124116">28121 469 24575,'10'3'0,"0"-1"0,8 2 0,-7-1 0,13 3 0,-15-2 0,16 6 0,-3 2 0,-4-1-1639,-1 1 1,-1 0-1639,-8-6 3162,7 9 0,2 2 115,5 7 0,0 1 0,-9-8 0,0 0 0,2 7-557,-3-4 557,1 2 0,-7 1 0,-4-12-933,4 15 1,-2 2 932,-3-10 0,1 12 0,0 3 0,-2-13 0,0 0 477,0 16-477,0-9 0,-1-2 0,0-10 0,1 7 0,-1 1 0,1-9 0,2 6 0,0 0 0,-1-4 0,4 10 0,0 1 0,-2-11 0,2 10 0,1-2 0,-2-18 1611,10 25-1611,-8-25 0,12 13 0,-7-11-3277,13-1 2128,-12-3 1968,8-7 0,-18 2 0,4-1 0</inkml:trace>
  <inkml:trace contextRef="#ctx0" brushRef="#br0" timeOffset="125422">28763 1063 24575,'-4'15'0,"0"7"0,2-16 0,0 15 0,1-16 0,2 16 0,5 0 0,-3-5 0,8 12 0,-8-22 0,9 13 0,-8-14 0,12 11 0,-7-9 0,4 1 0,3-3 0,4-4 0,-4-1-3277,21-5 0,-27 1 1638,11-1 1,-1-1 148,-12 1 1000,11-2 0,1 0 490,-12 2 0,16-6 0,-18 4 3276,2-5-2501,-7 0 2501,0-1-495,-3 4-2781,-9-1 0,9 4 0,-22-8 0,17 7 0,-23-9 0,22 12 0,-16-6 0,19 8 0,-15-4 0,15 4 2193,-10-1-2193,6 3 0,2-2 0,-4 5 0,8-4 0,0 4 0</inkml:trace>
  <inkml:trace contextRef="#ctx0" brushRef="#br0" timeOffset="126370">29252 1060 24575,'-8'0'0,"-10"0"0,9 0-3277,-21 0 0,24 2 0,-14-2 4605,2 6-1328,-4 3 0,-10 7 0,14-4 0,2 6 0,14-13 1719,1 9-1719,9-6 0,-2 1 0,10 2 0,2-3 0,-4-1 0,12 0 0,-18-7 0,18 2 0,-7-2 0,1 0 0,-3-2 0,-12-1 0,-2 0 0,-2 2 3276,5 12-1638,0 6 0,2 1-1406,4 8-232,-1 0 0,0 2 0,2 6 0,-7-9 0,-2 0 0,3 8-1639,-8-9 1,-2-2-1639,2-10 2912,-4 9 1,-1-2 364,2-10 0,-13 18 0,8-20 0,-8 2 0,10-7 3276,0-7-15,-5-13-3261,7 6 746,-12-21-746,14 6 0,-1 6 0,15-13 0,-7 30 0,7-11 0</inkml:trace>
  <inkml:trace contextRef="#ctx0" brushRef="#br0" timeOffset="126686">29405 1143 24575,'6'17'0,"4"10"0,-4-5 0,4 13 0,-6-12 0,1-6 0,-4-22 0,-5-29 0,1 14 0,-3-5 0,0 3 0,3 16 0,-2-9 0</inkml:trace>
  <inkml:trace contextRef="#ctx0" brushRef="#br0" timeOffset="127255">29593 1015 24575,'-12'22'0,"6"-7"0,-1 1 0,8-10 0,1-3 0,11 0 0,-4 0 0,9-1 0,3-1 0,3 0 0,0 0 0,12 0 0,-13-1 0,-5 0 0,-15 3 0,3 1 0,-1 9 0,-5 3 0,-3 6 0,-9-7 0,2-5 0,-6-9 0,9-2 0,-1-2 0,2-7 0,5 6 0,-1-3 0</inkml:trace>
  <inkml:trace contextRef="#ctx0" brushRef="#br0" timeOffset="127536">29809 987 24575,'15'0'0,"4"0"0,7 0 0,-4 0 0,1-2 0,2-3 0,7-5-3277,-3 1 0,-11-1 3047,-21 4 230,-8-5 0,5 3 0,-4 0 0</inkml:trace>
  <inkml:trace contextRef="#ctx0" brushRef="#br0" timeOffset="127820">29981 754 24575,'2'20'0,"1"0"0,-1 3 0,0-1 0,0 10 0,0-7 0,1 1 0,2 8 0,0-8 0,1 1 0,4 3 0,0 3 0,3-7 0,-6-19-3277,18-13 0,-15 4 2457,23-16 1,-27 15 0,6-7 0</inkml:trace>
  <inkml:trace contextRef="#ctx0" brushRef="#br0" timeOffset="128005">30248 1019 24575,'5'20'0,"0"-3"0,-3-11 0,1-1 0,-1 1 0,2-7 0,-3 1 0,1-4 0</inkml:trace>
  <inkml:trace contextRef="#ctx0" brushRef="#br0" timeOffset="128171">30306 933 24575,'4'3'0,"-4"17"0,-1-10 0,-2 9 0</inkml:trace>
  <inkml:trace contextRef="#ctx0" brushRef="#br0" timeOffset="130728">28655 3257 24575,'-12'23'0,"3"-6"0,7-12 0,4-3 0,3-2 0,15-6 0,14-5 0,4-1 0,-6 2-1639,0 1 1,2 0 1450,-6 1 1,6-2-1,4-1 1,-1 1 0,-3 1-1,-6 1 188,6 1 0,-4 1 0,5 0 0,2 0 0,-8 2 0,-6 2 0,-1 13 0,-21 3 0,-7 6 0,3-6 0,-1-8 0,4-5-2382,15 4 2382,-6-4-1639,21 4 1,4 1 378,-15-3 553,5 0 1,9 1 0,1 0 0,-8-1 706,9 2 0,-1-1 0,5 0 0,-7-1 0,-3 0 0,-2 0 0,-3-1 0,-12 0 3138,3 5-3138,-15 2 3276,1-1-1861,2-2-1415,12-2 0,-5-2 0,23 3 0,-16-2 3276,11-2-235,-7 3-3041,-10-3 0,2 2 0,-11-2 0,-1 0 0,-1 0 0</inkml:trace>
  <inkml:trace contextRef="#ctx0" brushRef="#br0" timeOffset="132071">31258 1593 24575,'4'11'0,"2"19"0,-4-12 0,2 13 0,-1 2 0,-2-4 0,0-2 0,-1 6 0,-1-5 0,-1 7 0,-2-11 0,-1 4 0,1-5 0,-3 0 0,0-2 0,0-1 0,0-8-1639,-4 5 1,0-1-1639,2-7 1638,-10 12 1,-2 1 1298,4-10-723,-9 10 1,1-1 1062,9-9 0,-5 3 0,-5 3 0,6-3-2263,6-5 2263,-8 5 0,-6 2 0,1-3 0,1-1 0,-8 2 0,4 0 0,-7 3 0,7-4 705,4-3-705,2 0 0,-5 4 0,7-4 0,6-4 0,-10 6 0,3-1 0,13-5 301,-8 3 1,1 1-302,8-4 3276,-18 12-2972,14-10-304,-7 2 0,9-3 3276,-5-3-1198,8-4 1198,-2 0-2235,3-3-4318,5-18 2457,2 10 1,0-11 0,0 19 0</inkml:trace>
  <inkml:trace contextRef="#ctx0" brushRef="#br0" timeOffset="133456">30431 2382 24575,'1'18'0,"-1"-7"-3277,6 15 0,-5-17 1328,6 20 1949,-5-18 1719,2 14-1719,-1-12 0,2-5 0,-2-4 3276,7-15 0,0-8-3044,0 2-232,-1 2 0,-16 19-3277,-19 19 0,10-10 1638,-12 7 1,2-1 148,15-12 1451,-10 5 1,2 0 38,14-8 0,15-12 0,17-4 0,8-3 0,-6 2 0,1-1 0,0 0-349,-4 2 1,0 1-1,-1 0 349,13-5 0,-14 9 3276,-27 13-2571,-20 19-705,-4-4 0,-3-2 0,1-3 3276,6-8-1938,-2-1 0,1 0-1338,13-4 152,-11 1-152,26-4 2359,10-6-2359,7 0 0,-1 0 0,-12 2 0,-14 8 0,-3-2 0,0 5 0,7-6 0,20-14 0,-10 6 0,14-10 0,-20 14 0,0 1 0,-4 1 0,-5 4 0,4-4 0,-3 1 0,6-8 0,-4-1 0,2 1 0,-9 4 0,7 2 0,-11 2 0,-12 9 0,9-4 0,0 0 0,-13 7 0,4-1 0,26-10 0,-1-2 0,17-16 0,1 0 0,1-5 0,-10 16 0,-6 4 0,-5 8 0</inkml:trace>
  <inkml:trace contextRef="#ctx0" brushRef="#br0" timeOffset="134557">30195 3140 24575,'6'-3'0,"6"-5"0,-2 5 0,11-7 0,-2-3 0,1 1 0,5-8 0,-13 9-3277,14-6 0,-18 10 2282,11-1 0,2 1 995,-7 3 0,11-2 0,1 2 0,-4 2-261,3-2 0,0 1 261,-6 2 0,9-2 0,-20 3 3276,1 4-899,-1-3 140,18 3-2517,1-4 0,-4 1 0,1-2 0,5 0 896,5-3-896,-20-3 0,-3 3 0,5-18 0,-11 13-3277,7-24 0,-9 23 3219,1-9 1,-4 18-1,0-1 1</inkml:trace>
  <inkml:trace contextRef="#ctx0" brushRef="#br0" timeOffset="135209">30834 2872 24575,'0'21'0,"0"9"0,0-17 0,-1 7 0,1 0 0,-1-9 0,0 24 0,1-26 0,0 8 0,0-11 0,0-2 0,0-4 0,0-13 0,0 7 0,0-12 0,0-2 0,-4 2 0,-2-6 0,0 15 0,0 2 0,14 7 0,8-2 0,3 2 0,0 0 0,7 0 0,1 0 0,-25 3 0,-9 12 0,1-8 0,-7 14 0,5-7 0,-3 2 0,3 3 0,10-12 0,2 0 0,4-7 0,-3 0 0</inkml:trace>
  <inkml:trace contextRef="#ctx0" brushRef="#br0" timeOffset="139645">28074 4673 24575,'18'-7'0,"-7"1"0,8 0 0,2 0 0,5 0 0,0 0 0,-6 0 0,0 1 0,11-1 0,-1-1 0,4-5 0,1 1 0,-4-3 0,-9 1 0,-8 2-3277,8-8 0,-13 11 2505,15-13 772,-18 12 0,15-9 0,-12 7 0,11-8 0,3-4 0,-5 3 0,9-5 0,-20 17 397,21-10-397,-17 12-3277,22-7 2065,-22 9-289,8-3 0,-2 1 1501,-9 5 1138,13-7 0,1 0-1138,-11 5 28,22-7-28,-25 8 3276,4 0-2409,-8 2-48,2 0 0,-4 0 0,-1 0 0</inkml:trace>
  <inkml:trace contextRef="#ctx0" brushRef="#br0" timeOffset="142405">21030 3662 24575,'0'5'0,"-1"15"-3277,-3 7 0,2-4 1638,-2 2 1,0-2-1639,3-14 3269,-5 20 0,0 3 8,5-12-52,-2 2 0,-1 5 1,-1 0 51,0 6 0,1-1 0,0-3 0,0 0 360,0 1 1,0 1-1,1-6-360,2 1 0,0 12 0,0-1 0,1-19 0,-1 3 0,2-1-1386,3-2 1386,-3-8 149,10 21-149,-3-16 0,2 4 2114,0-7-2114,-3-5 0,-4-2 0,7 6 0,-7-5 0,8 11 0,-7-10 0,10 12 0,-10-15 0,4 6 0</inkml:trace>
  <inkml:trace contextRef="#ctx0" brushRef="#br0" timeOffset="144255">18717 985 24575,'5'21'0,"0"0"0,-1-5 0,2 8 0,1-2 0,-3-9 0,2 8 0,0 1 0,2-1-1639,-2 5 1,-1-2-1639,0-11 2721,2 22 556,-3-24 0,5 13 0,-7-16 0,2 5 0,-2-15 0,2-12 0,-1 2-1639,0-7 1,-1 0 486,-1 9 2643,-1-12 1,1 0-1492,-1 10 0,0-7 0,0 0 0,0 7 84,0-26-84,0 19 0,1-3 0,1 1 0,-1 2 0,3-15 0,-3 23 3276,-3-3-604,-16 25-2672,7-4-1639,-19 11 1,-2 0 424,16-9 784,-8 4 1,-7 3 0,6-3 429,5-2 0,-3 2 0,0 0 0,11-7 0,5 1 0,7-7 0,22-1 0,-10-1 0,22-1 0,-27 1 0,7 1 0</inkml:trace>
  <inkml:trace contextRef="#ctx0" brushRef="#br0" timeOffset="146639">18570 1759 24575,'-9'22'0,"-1"0"0,2 0 0,0-3 0,0 5 0,3 5 0,4-21 0,3 22 0,-2-20-3277,7 16 0,-5-19 1328,10 17 1949,2-6 0,0 1 1719,12 0-1719,5-11 0,-2 0 0,-7-5 0,-2-1 0,-3-3 0,6-2 0,3-4 0,-9-1 0,0 0 0,4 2 0,0-1 0,-2-5 0,-3 0 0,-9 5 0,9-23 0,-13 16 1638,2-6 0,0-1 1638,-1-12-3044,0 4-232,-4 7 0,-2 2 0,-1 11 0,-10-22 0,-10 19 0,0-6 0,2 11 0,-2 2 0,-1 2 0,2 1 0,-10-1 0,1 3 0,2 0 0,15 0 0,-7 0 0,1 1 0,11 1 0,-3 1 0,10-1 0,1-1 0</inkml:trace>
  <inkml:trace contextRef="#ctx0" brushRef="#br0" timeOffset="147444">16808 1738 24575,'9'-2'0,"-1"2"0,6-6 0,9-3 0,-1-2 0,3-2 0,-2 1-1381,-4 2 0,2-1 1381,7-3 0,6-3 0,1-1 0,-7 3 0,-8 5 0,2-1 0,0 0 0,6-3 0,5-2 0,1 0 0,0 0 0,-3 1 0,-5 3-821,1 0 0,-4 1 0,4-1 821,0 0 0,5-2 0,3-1 0,2-1 0,-2 1 0,-1 1 0,-5 2 0,8-1 0,-5 2 0,1 0 0,-6 1 0,0 0 0,0 0 0,-2 1 0,13-3 0,-8 3 0,-19 4 0,9 5 0,-10 2 0,-2 1 0,-1 0 0</inkml:trace>
  <inkml:trace contextRef="#ctx0" brushRef="#br0" timeOffset="148541">16839 1831 24575,'21'0'0,"-4"0"-1639,4 0 1,0 0-1639,-3 0 1638,17 4 1,1 0-1639,-21-3 2861,13 5 1,8 1-1,-8-1 416,-10 0-677,9 2 1,8 1 0,-8-1 676,-11-2 1014,6 2 1,2 0-1015,4 2 0,-9-2 0,11 1 0,-1 0 0,-12-2 1099,13 1 0,1-1-1099,-9-4 0,-1 2 0,0-1 0,-6-4 0,-4 1 3276,-9-2-2429,-3-7-847,-1-7 0,0 0 3276,8-10-388,5 11-1018,5-3-1870,-6 26 0,-5 0 0,-6 10 0,-4 1 0,3-3 0,-5 3 0,1-2 0,3-10 0,-10 24 0,10-25 0,-5 9 0,7-12 0,-2-2 0,5-8-3277,3-9 0,-2 4 3047,11-14 230,-8 14 0,4-3 0,-6 20 0,-7 2 0,1 11 3276,-1-10 0,1-3-6553,15-21 2,-10 8 3275,16-18 0,-8 9 0,0 3 0,5-9 0,-14 19 0,4-6 0</inkml:trace>
  <inkml:trace contextRef="#ctx0" brushRef="#br0" timeOffset="149542">17747 1317 24575,'0'21'0,"0"-1"0,0 9-3277,5 5 0,-3-24 0,3 13 4401,-2-10-1124,0-2 1748,1 4-1748,-1-5 0,-2-2 0,1-1 3276,1-6 0,0-22-2869,-1 7-407,-3-4 0,-1-2-3277,-2-2 0,-2 3 1798,-2-6 1479,6 21 0,-4-12 0,4 12 0,1 0 0,5 1 0,15-7 0,-3 5 0,10-5 0,-18 8 3276,0 0-386,-8 9-1023,-1-2-1867,-2 12 0,3-6 0,-3 7 0,2-3 0,0 1 0,4-1 0,8-1 0,-4-7 0,5 1 0,-10-4 0,1-1 0,-3 0 0</inkml:trace>
  <inkml:trace contextRef="#ctx0" brushRef="#br0" timeOffset="150565">17626 1913 24575,'-1'19'0,"-5"9"0,3-11 0,-7 19 0,9-19 0,-3 5 0,4-9 0,0-13 0,5-6 0,6-15 0,-1 8 0,2-13 0,-7 10 0,-1-1 0,-2-8 0,-2 13 0,0-3 0,3 8 0,-2 0 0,4 3 0,10 1 0,-4 3 0,14 2 0,-15-1 0,6 9 0,-10-6 0,6 9 0,-7-6 0,2 8 0,-3-9 0,0 4 0,-2-5 0,1 1 0,-6 0 0,-2-1 0,-14 2 0,-7 0 0,-2-1 0,18-1 0,13-7 0,14-7 0,-5-11 0,-6 3 0,-3 1 0,-3 12 0</inkml:trace>
  <inkml:trace contextRef="#ctx0" brushRef="#br0" timeOffset="151450">17753 1316 24575,'3'5'0,"3"9"0,2 4 0,-1 4-3277,3 3 0,-8-15 3047,4 16 230,-5-16 0,4 7 0,-3-13 0,1-6 0,-3-8 3276,-2-2 0,0-11-3044,-1 6-3509,2-10 0,-1 17 3047,2-6 230,-1 7 0,-1 0 0,0 0 0,1 3 0,13 3 0,11 1 0,-5 1-1897,13 1 1897,-26 0 0,8 0-1125,-13 11 1125,1-7 0,-5 14 0,4-12 3276,-3 3-1265,6-2-2831,-1-3 1,1 0 0,-2-2 0</inkml:trace>
  <inkml:trace contextRef="#ctx0" brushRef="#br0" timeOffset="152510">17599 1983 24575,'-8'35'0,"4"-15"0,-1-2 0,-3 0 0,2-1 0,0-3 0,20-18-3277,13-1 0,-2-3 1328,3 0 3668,-17 5-1719,-7 1 0,-2 0 0,-11 3 0,3 0 0,-1-1 0</inkml:trace>
  <inkml:trace contextRef="#ctx0" brushRef="#br0" timeOffset="154000">14128 1893 24575,'4'10'0,"-2"0"0,5 15 0,-5-11 0,4 23 0,-4-24 0,5 20 0,-2-21 0,11 16 0,4-8-812,-5-4 812,4-2 0,1-9 0,-3 0 0,2-2 0,0 0 0,2-1 0,3-1 0,1-1 0,-4 0 0,3-3 0,-1-1 0,-10-2 0,5-6 0,-2-3 0,-2-3 86,2-5 1,-1-3-87,-7 4 0,-1 2 0,1 2 0,0 0 0,-4-9 0,-1 3 0,-2 11 0,-1-6 0,-3 1 0,-2 5 0,-11-9 0,4 15 0,-5 1 0,-3 1 0,-4 6 0,-6-1 0,12 3 0,13 1 612,2 0-612,6 12 0,-1-9 0,3 9 0,-4-15 0</inkml:trace>
  <inkml:trace contextRef="#ctx0" brushRef="#br0" timeOffset="154304">14665 2018 24575,'8'20'0,"1"6"0,-6-6 0,2-1 0,-1 3 0,-2-14 0,2 10 0,-3-13 0,3 9 0,-4-10 0,7 3 0,22-15 0,5-5 0,-10 3 0,-2-1-820,6-6 1,-15 9 0,-12 6 0</inkml:trace>
  <inkml:trace contextRef="#ctx0" brushRef="#br0" timeOffset="154632">15006 1852 24575,'-7'20'0,"-3"8"0,12-18 0,-5 4-3277,18-10 0,-10-6 1638,23-6 1,2-3 148,-14 4 1490,11-3 0,1-3 0,-2-7 0,-12 9 0,2-3 0,-3 0 0,-8 6 0,0-19 0,-5 14 0,-9-16 0,-2 10 0,-1 1 0,-11 5 0,15 11 0,-15-1 0,20 3 0,-6 0 0</inkml:trace>
  <inkml:trace contextRef="#ctx0" brushRef="#br0" timeOffset="155014">14980 1940 24575,'-8'16'0,"1"-6"-3277,-2 17 0,5-19 1328,0 19 1949,4-21 0,0 6 0,6 1 0,-2-5 1719,13 13-1719,7-6 0,-6 0 0,16-5 0,-20-10 0,13-8 0,2-3 0,-10 0 0,-1-1 0,7-2 0,-1-1 0,-4-7 0,-5 1 0,-5 2 1638,0-3 0,-4-1 1638,-14-7-3044,5 7-232,-20-1 0,15 23 0,-28-3 0,16 7-656,-7 3 1,2 0-1,8-1 1,-11 4 0</inkml:trace>
  <inkml:trace contextRef="#ctx0" brushRef="#br0" timeOffset="155544">13953 1794 24575,'-7'31'0,"1"1"0,3-13 0,-1 0 0,-1 13 0,0-3 0,3-16 0,-2 9 0,-2 7 0,1-6 0,0-7 0,-2 9 0,-1 9 0,0-7 0,-1-3 0,1 4 0,0 7 0,1-4 0,1-4 0,1-1-431,-1 2 0,1 0 431,2 8 0,4-33 0,0 3 0,1-5 0,13-25 0,-5 8 0,3-6 0,3-7 0,-2 5-2589,0 0 2589,2-5 0,1-1 0,-8 10 0,-1 3 0,4-9 0,-2-4 0,-2 2 0,-4 15 0,-1-10 0</inkml:trace>
  <inkml:trace contextRef="#ctx0" brushRef="#br0" timeOffset="156128">13996 1655 24575,'29'5'0,"-6"-3"0,6 0 0,2-1 0,-3-1 0,2 0 0,3 0 0,-1-1 0,-1 1-820,2 0 1,-2 0 0,1-1 0,5 0 454,-6 0 1,4-1 0,3 0 0,2 0 0,0 0 0,0-1 0,-2 1 0,-3-1 0,-4 1-456,5-1 1,-4 0 0,-2-1 0,5 1 350,-5 0 1,3 1 0,2-1 0,1 0 0,-1 0 0,-1 0 0,-2 0 417,4-1 0,-2-1 1,-1 1-1,-1-1 0,-1 1-179,0 0 1,-1 0-1,-1 0 1,1 0 229,1 0 0,1-1 0,-1 1 0,-3 0 0,8-5 0,-10 8 0,-18 18 0,-5 4 0,9 4-25,-6 5 0,-1 7 0,0-5 25,-1-12 0,1 0 0,1 11 0,1 5 0,0-7 3034,4 1-3034,-2-5 0,2 3 0,-2-4 0,3 1 1638,1 3 0,0 0-377,-3-8-1261,-3 13 0,-16-7 3276,1-11-1638,-11 0 0,-1-2-1406,11-7-232,-11 5 0,-7 5 0,4-4 0,-6 2-820,5-6 1,-6 3 0,-1-2 0,5-1-820,3-1 1,0-2 1577,-12 1 0,-5 0 1,8-1 60,4-2 0,-6-1 0,2 0 0,19-2 0,-18-2 0,0-1 0,16 2 0,-9-3 0,-7-1 0,6 0 0,6-1 0,-11 2 0,-9-2 0,8 2 453,9-1-453,-7 2 0,-2 2-1639,10 0 1,3 0 1281,4 1 1,-21-2-1,33 2 1</inkml:trace>
  <inkml:trace contextRef="#ctx0" brushRef="#br0" timeOffset="158367">17886 1261 24575,'-7'18'0,"4"0"0,-3 0 0,4-7 0,-1 5 0,2-7 0,1 0 0,-2-4 0,2-21 0,-4 2 0,-3-4 0,-1 0 0,0 4 0,-2-3 0,47 16-3277,-21 1 2125,6-1 0,1 0 159,-1 1 993,-8 0 0,9 0 0,-23 3 0,-1 2 0,-17 7 0,6-5-562,-5 3 1,1-1 561,7-4 67,-9 3 1,1 1-68,11-5 0,-11 5 0,16-6 0,-6 1 0,2 1 0,-2 0 0,3-2 0,3-1 0</inkml:trace>
  <inkml:trace contextRef="#ctx0" brushRef="#br0" timeOffset="159685">13824 2376 24575,'20'3'0,"-7"-1"0,8 2 0,14 0 0,-8-1 0,-1-1 0,5 0 0,-5-1 0,1-2 0,-3 1 0,6 1 0,-1-1 0,2-2 0,-1 0-630,-4 2 0,1-1 630,7 0 0,4-1 0,-3 1 0,-2 0 0,-2 0 0,3 0 0,1 1 0,-1-1 0,1 1 0,-7 0 0,-5 0 0,10 0 0,10 0 0,-9 0 0,-8 0 0,8-3 0,8-2 0,-8 1 0,-2 2 0,-5-4 0,4 0 0,-4 0 307,6 2-307,-11 0 0,-1-1 0,0 1 0,4 0 0,0 0-3277,-5 1 3191,4-1 874,11-2-788,-5-1 0,-10 4 0,0-1 0,9-1 0,-21 5 0,4 0 0,-9-2 0,0 2 0,-3-1 0,2 1 0</inkml:trace>
  <inkml:trace contextRef="#ctx0" brushRef="#br0" timeOffset="166764">12609 833 24575,'-36'7'0,"16"-3"0,1 1 0,-4 1-1639,3 0 1,1 0-1639,1 1 1711,-5 2 1,1 1 1565,8-1 937,-6 3 0,-1 1-937,7 0 0,0 1 0,-5 5 0,0 1 0,-3 7-1639,11-7 1,3-3 718,6-8 4196,5 26-2736,0-22-2179,3 8 1,1 0 1511,-1-8-245,7 9 0,1 0 372,0-6 0,3 5 0,1 0 0,2-2 0,1-5 0,-1-1 0,-5-3-190,11-1 0,0-2 190,-7-3 0,8-1 0,1-1 0,-4-4 1638,-3-1 0,0-3-1070,5-16-568,-7 10 1061,-1-7-1061,-15 12 3276,2 0-279,-1-3-1455,-3 3-1542,1 2 0,-3 0 0,3 3 0,-2 1 0</inkml:trace>
  <inkml:trace contextRef="#ctx0" brushRef="#br0" timeOffset="167480">12899 892 24575,'-19'23'0,"9"-10"0,-7 13 0,12-17 0,-7 17 0,7-15-3277,-1 16 0,4-17 1068,3 23 2209,3-22 877,3 7 1,2 0-878,14 11 0,-4-6 0,1-5 0,0-4 0,-9-8 3276,18 7 0,-13-9-3155,9-5-121,-3 1 0,10-9 0,-16-2 0,1-1 0,1-2 0,-1-8 0,-2 6 0,-1-1 0,-4-6-1639,-2 5 1,-1-1-1534,-3 3 2801,-1-9 1,-2 1 370,-3 10 0,-1-5 0,-3 0 0,-9 1 0,3 4 0,-18-1 0,21 13 0,-16-3 0,16 5 3276,-4 1-135,-7 8-3141,1 0 0,0 2 1108,6-4-1108,12-3 0,0 0 0,3-1 0,-1-2 0</inkml:trace>
  <inkml:trace contextRef="#ctx0" brushRef="#br0" timeOffset="167926">13149 751 24575,'22'28'0,"-6"-8"0,2 4 0,1 0 0,-4-5 0,1 2 0,1 1 0,0-3 0,-1-2-2270,1 5 2270,-2-6 0,1-2 542,-1-2-542,4-6 0,2 1 0,1-2 0,11-5 0,-8-2 0,-2-2 0,3-3 0,-7-5 0,-1-2 0,0-9 0,1-4 0,-13-8 0,-6 7 0,-2-1 0,2 11 0,-1 12 0</inkml:trace>
  <inkml:trace contextRef="#ctx0" brushRef="#br0" timeOffset="168277">13734 731 24575,'19'25'0,"-8"-6"0,-2-1 0,0 9 0,-3-6 0,0-2 0,-4-5 0,4 9 0,-4-15 0,1 1 0,-3-9 0,2-27 0,-2 19 0,0-20 0</inkml:trace>
  <inkml:trace contextRef="#ctx0" brushRef="#br0" timeOffset="169312">14140 633 24575,'-11'-9'0,"-6"2"0,10 4 0,-9 0 0,8 1 0,-9-1 0,7 3 0,-8 0 0,8 3 0,-3 2 0,7 1 0,-7 6 0,3 8 0,-3 10 0,3-4 0,6-1 0,4-5 0,0-9 0,10 15 0,-5-15 0,15 12 0,-12-14 0,9 0 0,-8-6 0,4-2 0,7-8 0,-9 3 0,15-19 0,-15 3 0,1 0 0,-4-15 0,-7 23 0,1-8 0,-1 0 0,-1 5 0,-3-10 0,0-3 0,-1 10 0,1-1 0,1-1 0,-1 1 0,1-2 0,0 0 0,0-3 0,1-11 0,1 24 0,1-2 0,-1 14 0,2 20 0,-1-11 0,0 15 0,0 4 0,1-8 0,-1 4 0,0 2 0,1-6 0,1-1 0,-1 0 0,1-1 0,2 12 0,-2-12 0,-3-18 0,0 0 0,0-4 0</inkml:trace>
  <inkml:trace contextRef="#ctx0" brushRef="#br0" timeOffset="170264">12608 2464 24575,'5'-3'0,"3"0"0,4-7 0,7-14 0,-4 7 0,-3-1 0,-1 1 0,-1 3-1639,3-2 1,1 2-1639,-4 2 2683,6-4 1,0 2 593,-6 7 0,7-6 0,1-2 0,-3 6 0,13-7 0,3-1 0,-9 3 0,0 3 0,3-3 0,-2 3 0,7-3 0,-7 3 0,3-2 0,-4 2-3277,8 1 3147,-7 0 0,0 1-945,9-1 1075,-9 3 1638,4-1 0,3 1-1263,-10 4 0,-1 1-237,13-1-138,-5 3 3276,-20 2-1829,2-1-1447,-1 1 0,-4-2 2251,4 4-2251,2-1 0,-3 1 0,0-1 0</inkml:trace>
  <inkml:trace contextRef="#ctx0" brushRef="#br0" timeOffset="170950">13418 2003 24575,'5'18'0,"3"12"0,-6-19 0,4 16 0,-1-19 0,-2-1 0,0-10 0,-1-3 0,-2-13 0,0 11 0,-7-17 0,4 18 0,-8-7 0,8 10 0,1 0 0,30-9 0,-14 9 0,14-4 0,2 2 0,-9 5 0,14-2 0,-26 7 0,-7 1 0,-17 18 0,4-11-1639,-6 5 1,0 0-1639,9-9 3162,-11 6 0,0-1 115,13-8 0,-15 9 0,34-14 0,2 1 0,10-1 0,10 0 0,-16 0-804,5 2 1,-17-2 0,-4 2-1</inkml:trace>
  <inkml:trace contextRef="#ctx0" brushRef="#br0" timeOffset="174861">15658 1624 24575,'6'31'0,"-1"-9"-3277,1 15 0,-4-24 1165,3 20 2112,-3-17-2748,3 18 2748,-4-20-1502,3 6 1,-1-1 1501,-1-10 1402,1 13 0,-1 0-1402,-2-11 91,0 19-91,0-5 0,2-2 3276,1 3-2115,-1-11 2115,0-1 0,-2-3-2743,0-2-533,0-4 0,0 4 0,0-2 0,0 2 0,0 1 0,0 0 0,0-9 0,-2-18 0,0 2 0,-3-17 0,2 23 0,-2-16 0,3 16 0,-1-17 0,3 18-3277,-1-21 0,1 21 2786,-2-29 491,1 25 0,0-22 0,-3 16 0,4 1 0,-3-1 0,3 13 0,0-14 0,-2 3 0,-1-10 0,1 8 0,-3-11 0,4 18 3276,-2-11 0,2 11-2783,-1 3-493,0 0 0,1 2 0,-1 4 0,1-2 0,-3 4 0,-17-7 0,-10 2 0,6 1 0,-4-1 0,3 2-451,-1 1 1,0 0 450,-9-2 0,-3 0 0,7 1 0,3 2 0,-1-3 0,-7-1 0,9 1 0,12 2 0,-16-3 0,2 1 0,21 3 0,-8-3 0,10 2 0,-9-2 0,-5-4 0,2 4 0,-2-1 0,0 1 0,8 2 0,-9 1 0,-2-1 0,7-2 0,-6 3 0,1 0 0,6-2 0,-5 2 0,1 0 0,12 0-3277,-29 1 671,28-2 1367,-27 2 1239,28 0 0,-29 0 0,14 0 0,-5 0 0,7 1 0,1 0 0,8-1 0,-8 2 0,0 0 0,10-1 0,-18 3 0,15-4 3276,-9 3-382,11-1-1041,-9 2-1853,-2 2 0,-1 0 0,-11 2 0,7 0 0,7-3 0,0 0 0,-4 3 0,-8-1 0,24-4 0,-15 5 0,16-3 0,-13 2 0,14-2 0,-22 2 0,18-3 0,-24 5 0,23-5 0,-14 0 0,12-1 0,-1-3 0,0 4 0,7-3 0,-5 3 0,3-1 0,-14 5 0,9-4 0,-13 7 0,18-10 0,-12 8 0,15-7 0,-5 2 0,9-2 0,-1-1 0,-3 1 0,3-2 0,-2 3 0,4 4 0,2 8 0,1 6 0,-1-3 0,1-3 0,1-8 0,-3-1 0,4-2 0,-2-3 0,1-1 0,0-2 0,-1 2 0,-1-2 0,-1 3 0</inkml:trace>
  <inkml:trace contextRef="#ctx0" brushRef="#br0" timeOffset="176848">15613 756 24575,'-3'10'0,"-6"9"0,-4 1 0,2-3 0,-2 2-1639,-7 7 1,0-1-1,7-9 1,0-1-1,-5 7 1,0 0 2300,4-7 1,1 0-663,1 2 0,0 0 0,-8 9 0,0 0 0,7-10 0,1-1 860,-2 4 0,2-3-860,1-2 0,3-3 0,5-9 3276,3-5 0,0-6-3045,0 5-228,0-21-3,0 13 0,-5-22 0,2 16 0,-3 2 0,6 23-1639,4 11 1,1 2-1639,-2 4 3162,6 5 0,2-1 115,0-10 0,2 11 0,-3-18 0,-10-11 0,0-3 0,-4-8 0,0-9 0,-1 7 3276,4-12 0,1 16-3044,5-13-232,1 11 0,0-5 0,0 12 0,-6 4 0,2 2 0,-7 6 0,-4 2 0,0 2 0,-9 1 0,11-6 0,-5 0 0,8-2 0,8-4 0,-2 1 0,5-2 0</inkml:trace>
  <inkml:trace contextRef="#ctx0" brushRef="#br0" timeOffset="179350">13899 2425 24575,'5'0'0,"4"0"0,-3 0 0,8 0 0,-7 0 0,10 0 0,-10 0 0,15-1 0,3-4 0,-6 3 0,7-1 0,-2 0 0,-12 3-1639,16-2 1,1 1-1639,-14 1 1638,19-3 1,2 0 148,-17 1 478,9-1 1,7-2 0,-8 2 1011,-11 1-531,11-1 0,7-2 1,-6 2 530,-10 0 0,20 0 0,-1 1 0,-20 0 0,17-1 0,-1 0 0,-20 2 1122,8-1 1,3 0-1123,10 0 0,-13 2 0,8-1 0,1 1 0,-7 0 0,7 0 0,1 0 0,-8-1 0,-1 0-327,10 0 1,-1-1 326,0-1 0,-2 0 3034,-6-2-3034,7 5 0,7-3 0,-7 3 0,-2 0 0,-6 0 0,9-2 0,2 0 0,1-4 0,-13 3 0,-1 0 1638,0-1 0,-2 0-377,-3 1-1261,9-2 0,-12 4 3276,2-1 0,9 1-3044,-12 0-232,21-3 0,-23 2 0,14-1 0,-9-8-3277,9-9 0,-10 5 2744,4-13 533,-13 21-323,0-7 0,-3 11 0,-1 2 0</inkml:trace>
  <inkml:trace contextRef="#ctx0" brushRef="#br0" timeOffset="179950">15629 2011 24575,'2'21'0,"1"0"0,1 3 0,-1 1-1639,-2-1 1,1 0-1639,2 9 0,-4-1 195,0-27 5221,0 11-2139,0-12 0,-2 2 0,1-2 3276,-3-4-1744,-4 9 1744,3-8-586,-14 6-2690,12-7 0,-16 3 0,15-3 0,-11 2 0,13-1 0,13 1 0,-3 0 0,20-2 0,-14-1 0,2 0 0,-8 1 0,-2 0 0</inkml:trace>
  <inkml:trace contextRef="#ctx0" brushRef="#br0" timeOffset="180991">14747 2182 24575,'-3'8'0,"1"-1"0,1-4 0,-1 1 0,2-6 0,3-1 0,3-11 0,0 8 0,-1-4 0</inkml:trace>
  <inkml:trace contextRef="#ctx0" brushRef="#br0" timeOffset="181758">15063 1860 24575,'6'5'0,"-1"-2"0,1-1 0,3-2 0,9-4 0,3-1 0,11-2 0,-9 2 0,1 0 0,5-2 0,-16 6 0,-2-1 0,-11 1 0,-2-3 0,-1 2 0,-10-11 0,8 9 0,-12-5 0,-2 0 0,6 5 0,-15-2 0,-4 0 0,5 4 0,-4 2 0,-1 1 0,9 0 0,2 3 0,1 2 0,5 1 0,-3 0 0,9-1 0,4 3 0,2 4 0,0 3 0,1-5 0,2-5 0</inkml:trace>
  <inkml:trace contextRef="#ctx0" brushRef="#br0" timeOffset="183069">15595 1906 24575,'11'21'0,"4"12"0,-11-22 0,6 24 0,-9-28 0,1 12 0,0 2 0,-2-12 0,1 11 0,0 0 0,-1-9 0,0 26 0,0-14 0,0 2 0,0-11 0,-12-4 0,8-5-1639,-13 6 1,-3-1-1639,11-5 3162,-11 6 0,-1 1 115,8-2 0,-6 3 0,10-5 0,20-15 0,-2 4 0,22-12 0,-18 11 0,19-7 0,-24 10 3276,8-5-2457,-16 6 0,1-2 0,-3 2 0</inkml:trace>
  <inkml:trace contextRef="#ctx0" brushRef="#br0" timeOffset="189909">15553 1700 24575,'5'-12'0,"5"-3"0,2-3-1639,4-1 1,1 0-1,-5 2 1,1-1 545,8-3 1,4-2 0,-6 4-2185,-8 2 3220,6 1 0,5-6 0,2-1 0,-4 4 57,-5 2 0,0 1-789,9-8 0,4-3 1,-4 4 788,-9 8 0,-1 2 0,5-4 0,-1 1 2092,5-5-2092,-6 7 1638,-1 1 0,-1 1-1511,0 0 2770,8 3-2897,-2 2 0,-1 3 3276,0 0-28,-3 2-2462,-2-2-786,3 1 0,-11 0 0,-1 2 0</inkml:trace>
  <inkml:trace contextRef="#ctx0" brushRef="#br0" timeOffset="194325">17335 348 24575,'-6'0'0,"-6"1"-3277,-9 16 0,8-10 0,-4 12 4605,5 2-1328,0 7 1719,0-2-1719,3 7 0,9-27 0,2 16 0,5-5 3276,6 4 0,11 0-3044,-8-13-3509,14 3 0,-22-9 0,21 0 1787,-23-2 1490,13-3 0,-3 1 0,-6-2 0,18-5 0,-5-4 0,-2-2 0,4-7 0,-18 11 0,2-6 0,0-1 0,-6 10 0,6-16 3276,-7 5-2959,-1 11-3594,-2-25 2330,-1 25-1452,-7-16 2399,7 19 3036,-16-8-3036,5 9 678,-8-1-678,5 5 0,-1 6 0,7-2 0,-8 13 0,13-11 0,-4 5 0,8-10 0</inkml:trace>
  <inkml:trace contextRef="#ctx0" brushRef="#br0" timeOffset="194739">17591 533 24575,'4'21'0,"0"6"0,-4-10 0,1-1 0,1 5 0,-2-15 0,1 12 0,-1-8 0,0 0 0,6-3 0,2-8 0,1 0 0,-2-2 0,-6 3 0</inkml:trace>
  <inkml:trace contextRef="#ctx0" brushRef="#br0" timeOffset="195640">17855 401 24575,'0'-11'0,"0"3"0,-2 0 0,2 4 0,-6-4 0,2 0 0,-2 1 0,-3 3 0,-5 2 0,-8 9 0,6-5 0,-13 14 0,25-12 0,-20 16 0,20-15 0,-13 16 0,14-16 0,-10 22 0,12-19 0,-5 15 0,7-11 0,1-1 0,3 1 0,-2-8 0,3 5 0,-3-7 0,5 2 0,2-6 0,-2 1-3277,17-9 0,-18 8 0,25-16 2737,-26 14-2737,22-16 3206,-23 15 71,11-8 0,-15 9 3276,5 0-3204,-3 8-1022,0 15 950,0-8 0,-1 9 3276,-1-9-2015,1 0-1261,1 6 0,-1-7 0,1 1 0,-2-1 0,2-2 3276,2 5 0,-3-9-3044,-4 3-232,-10-3 0,5-3 0,-4 1 0</inkml:trace>
  <inkml:trace contextRef="#ctx0" brushRef="#br0" timeOffset="196174">17118 436 24575,'1'29'0,"-1"-8"0,1-2 0,0-4 0,-1 16 0,0-1 0,0-16 0,-1 10 0,-1 6 0,-1-7 0,1-12 0,-2 21 0,0-1 0,2-21 0,0 11 0,0 0 0,2-11 0,-5 18 0,5-21 0,0-4 0,2-12 0,2-24 0,1 14 0,-1 0 0,1-7 0,1 2 0</inkml:trace>
  <inkml:trace contextRef="#ctx0" brushRef="#br0" timeOffset="197007">17132 311 24575,'14'0'0,"10"-5"0,-1 4-1639,2-2 1,-1 1-1639,-8 1 2184,7 0 1,7 0 0,-5-1-280,4 0 800,0 0 1,6 1-1,-5-1 572,4 3 0,-1-1 0,7 0 0,-6 0-207,-13 1 0,-1 0 207,7 0 0,5-1 0,0 0 0,-6 1 3276,3-1-3188,-1-1 0,3 1 1,-7-1 2168,-11 1-2257,12-1 0,-1 0 0,-16 1 3276,11 7-140,-8 18-3136,-2-8-1639,-2 4 1,-1-1-747,-2-9 1675,1 16 1,1 2 709,1-8-1639,0 10 1,-2-1 848,1-15-570,-3 7 1,0-1 1359,0-13 1607,2 24-1607,-3-27-1803,3 18 1803,-5-17 2116,1 13-2116,-1-14 3276,0 12-2881,0-12 1343,-12 16-1738,-10-11 0,-2 4 0,-1-6 0,-6-1 0,3-1 1638,7-1 0,-2-1-1358,-4 2 0,-7 0 1,0 1-1,4-2-280,-4-1 0,1 0 0,0 0 0,-4 0 0,0 0 0,3-1 0,4 0 0,3 0 0,-1 0 392,-1 0 0,-1 0 1,3-1-393,0 1 0,7-2 0,13-1 0,-17-5 0,17-1 0,-3-1 0,7 3 0</inkml:trace>
  <inkml:trace contextRef="#ctx0" brushRef="#br0" timeOffset="198899">18312 690 24575,'25'-9'0,"-15"7"0,15-8 0,-5 4 0,-2 2-1639,10-1 1,1 1-1639,-7 2 1638,3-1 1,1 1 2009,-5 1 1,0 0-372,2-1 0,1 0 0,1 1 0,1 0-1285,9 0 0,-4 0 1285,-7 0-975,5 1 1,7-1 0,-7 1 974,-8 0 0,11 0 0,8 1 0,-7-1 0,-6 0-433,4 1 0,7 0 0,-6-1 433,-1 0 1139,4 0 1,-3 0-1140,-14 0 3276,6 3-3145,-9 0-131,-5 3 0,17 6 0,-14-6 3276,17 8-1457,-18-5 1457,7 0-1453,-7 0-1823,4-3 0,-7-2 0,5-1 0,-8-3 0,1 0 0,-2 0 0,-2-3 0,4-1 0,1-6 0,-2 4 0,2-7 0,-9 14 0,-6 7 0,-8 20 0,-1-6 0,-1 9 0,13-23 0,4-5 0,8-15 0,-1 1 0,6-10 0,-12 14 0,4-6 0,-7 8 0,1 0 0,0 4 0,17-2 0,6 1 0,1 0 0,-11 5 0,-17 4 0,-13 8 0,8-6 0,-2 1 0,41-13 0,-17 2 0,24-6 0,-34 8 0,-6-2 0,-2 2 0,-14 6 0,14-5 0,-7 3 0,12-5 0,-1 0 0</inkml:trace>
  <inkml:trace contextRef="#ctx0" brushRef="#br0" timeOffset="200786">19956 1576 24575,'-20'8'0,"-2"1"0,2 0 0,1 0 0,-5 0 0,2 2 0,0 1 0,-4 6 0,4-5-3277,0 15 0,18-24 2603,-4 24 674,8-19-3277,1 19 2164,1-20 767,9 19 346,-3-18 3276,7 12-2334,-4-13-515,-2-1-427,6-9 3276,-6 0-34,17-15-2441,-18 11-801,10-11 0,-2 0 0,-10 9 0,11-11 0,-2 0 0,-10 12 0,13-23 0,-15 22 0,2-10 0,-3 11 0,-2 4 0,-2 9 0,2 18 0,2-6 0,2 1 0,5 0 0,4-5 0,1-2 0,6 8 0,3-6 0,0-4 0,-13-8 0,12 5 0,3 0 0,-1-4 0,6 3 0,1-6 0,-22-4 0,5 1 0,-11-1 0</inkml:trace>
  <inkml:trace contextRef="#ctx0" brushRef="#br0" timeOffset="201140">20172 1614 24575,'13'7'0,"6"7"0,-4 0 0,0 0 0,5 3-1639,-1-1 1,-2-1-1639,-10-10 2302,8 7 1,1 0 974,-1-1 1719,5 6-1719,-1-11 0,-2-12 0,-1 0-1639,0-9 1,-1-1 378,-5 4 1260,10-16 0,-15-2 0,-4 17 0,3-12 0,-5 23 0</inkml:trace>
  <inkml:trace contextRef="#ctx0" brushRef="#br0" timeOffset="201367">20460 1552 24575,'-10'19'0,"1"-1"0,0 1-1639,-9 9 1,0-2-1639,9-16 1638,-12 15 1,0-1-1639,15-17 3485,-11 11 0,-1 0-208,13-11 0,-17 17 0,20-20 3276,16-5-2695,5-8-581,10-4 0,-12 3 0,-10 6 0</inkml:trace>
  <inkml:trace contextRef="#ctx0" brushRef="#br0" timeOffset="201721">20624 1438 24575,'10'23'0,"-1"-2"0,0 3 0,2 8 0,-1-1-580,-2-9 1,1 1 579,0 5 0,1 4 0,0 0 0,-3-8 0,1-1 0,2 7 0,2 7 0,-2-10 379,-4-14-379,3 9 0,1-1 192,-4-12-192,-5 5 0,-14-16 0,-5-4 0,-7-5 0,0 0 0,2 1-656,2-1 1,1 2-1,11 5 1,5 0 0</inkml:trace>
  <inkml:trace contextRef="#ctx0" brushRef="#br0" timeOffset="201922">20608 1813 24575,'30'-7'0,"-16"6"-1639,12-5 1,0 0-1639,-15 4 1638,16-5 1,0-2 1378,-15 1 1220,7-3 1,0-3-961,-6-14-476,-1 8 476,-5-8 0,-7 25 0,2-4 0</inkml:trace>
  <inkml:trace contextRef="#ctx0" brushRef="#br0" timeOffset="202401">20943 1357 24575,'7'20'0,"0"2"0,0 0 0,-3-5 0,2 9 0,-1 5 0,-1 0 0,-1-2 0,-1-10 0,0 0 0,3 15 0,-1-5 0,-3-22 0,8 12 0,-8-16 0,18-15 0,-12 4-1639,12-11 1,1 1-1639,-10 9 1638,12-6 1,0 1 148,-14 9-27,13 1 0,0 1 1517,-13 2-1015,9 9 1,-1 2 1014,-11-5 2029,10 15-2029,-10 3 3034,1 0-3034,-2 7 3276,-6-8-2015,-6-13-1261,1-2 0,-16-5 0,15-2-1639,-17-1 1,-1-2 378,13 1-257,-19-3 0,1 0 1517,21 2-1015,-17-3 1,1 1 1014,17 3 220,-24-3 0,30 5 0,-6 0 0</inkml:trace>
  <inkml:trace contextRef="#ctx0" brushRef="#br0" timeOffset="204228">20335 2122 24575,'0'20'0,"1"-1"0,1 4 0,0 4 0,1 6 0,-1 0 0,0-3 0,-2-1 0,1-1-1093,1-2 1,1-1 0,-2 0 678,-1 13 1,0-7 413,2-17 941,1 14-941,0-4 0,0-3 0,-1-22 0,-2-18 0,0 1 0,0-6 0,0 2-152,0 11 152,0-22-3277,-5 7 868,3 14 1822,-3-11 0,0 0 587,1 9 0,-2-10 0,1 0 0,1 7-269,0-4 0,0 1 269,2 3-987,0-6 0,1 0 987,3 7 1536,0-7 1,0 1-1537,1 10 1239,1-17-1239,-4 18 666,0 2-666,0 11 3276,-6 8-226,1-1-3050,-9 9 0,8-12 0,-8 11 0,11-14 1383,-6 7-1383,6-4 0,1-4 0,1 4 0</inkml:trace>
  <inkml:trace contextRef="#ctx0" brushRef="#br0" timeOffset="205790">20367 975 24575,'-4'20'0,"-6"12"0,6-15 0,-6 14-3277,7-11 0,-1-7 2025,0 6 0,1 0 1252,1-7-2583,-6 24 2583,6-26-951,-2 19 951,4-19 3276,-2 18-2855,1-18-421,-1 6 420,-1-5-420,0-1 3276,1-1-605,-5 8-2671,6-11 2163,-6 8-2163,8-15 365,0 2-365,0-6 0,0 3 0,-3 1 0,1 1 0</inkml:trace>
  <inkml:trace contextRef="#ctx0" brushRef="#br0" timeOffset="208291">19675 1450 24575,'-12'17'0,"-9"8"0,16-17 0,-11 10 0,3-4 0,-6 9 0,4-4 0,-6 9 0,14-17 0,-9 11 0,9-12 0,-7 10 0,7-11 0,-9 14 0,8-10 0,-10 11 0,11-7 0,-2-5 0,0 17 0,5-18 0,0 9 0,0 1 0,1-7 0,0 21 0,1-22-3277,2 14 0,1-18 3047,5 20 230,1-7 0,2-2 0,0 0 0,1 4-1639,0-7 1,0-2 378,-7-7 788,19 20 472,-14-19 1638,5 6 0,2 1-611,12 2-1027,0 2 0,-7-12 0,2-1 0,2-3 0,0-1 0,-4 0 0,2 0 0,9-2 0,-1-1 0,-11-1-1639,7-4 1,-2-1 1084,-15 5 357,14-6 1,-1-2 196,-12 4 0,20-11 0,-14 1 0,-1-2 0,-1 0 0,4-9 0,-5 0 0,0 0 0,-2 3 1638,-2-1 0,0 0-572,1-8-1066,-3 9 0,-1 1 0,0-3-335,0 3 1,0 1 334,-4 8-1639,2-6 1,0 0 795,-4 9-1913,2-23 2756,-2 26 1688,-4-26-1688,1 26-1912,-6-23 1912,7 22 2146,-8-25-2146,7 25 0,-7-20 0,8 22 3276,-4-6-2845,0 1 1217,-4 1-1648,0-2 3276,-6 1-192,-4 6-1804,6 0-1280,-21 1 0,5 4 0,-3-2 0,-2 6 0,6 3 0,13-2 0,-5 2 0,2-1 0,9-3 0,-17 6 0,22-8 0,-1 1 0</inkml:trace>
  <inkml:trace contextRef="#ctx0" brushRef="#br0" timeOffset="209747">20904 1367 24575,'-12'22'0,"4"-12"0,-1 9 0,-2-1 0,4-5 0,-9 16 0,8-9-3277,-3 4 0,6-8 1422,-1 4 1855,6-15-357,-3 22 357,1-19-3277,-1 21 2674,1-21 2241,1 10 0,-1 1-1574,2-6 688,0 8 0,0 1-752,3 3 0,1-1-3277,6 4 2613,-7-20 3940,12 16-2224,-2-8-1052,0-2 0,1-1 0,3 4-1639,2-4 1,0-3 1009,-11-5 629,17 9-9,5-3 9,-3-7 3276,6 8-2648,-11-10 0,-2-3-628,-7 1 0,5-2 0,3-2 0,12-10 0,-5 1 0,-1 2 0,0 0 0,0 0 3276,3-4 0,-14-1-3052,-6-16-224,-2 10-1639,-1 0 1,0 1-1639,-3 11 1638,1-8 1,-1 0 170,-1 10 1006,0-12 1,-1-1 461,-1 10-143,2-24 143,-2 21 0,-6-18 0,4 14 1638,-6-4 0,0-2-905,0-3-733,-1 4 0,1 2 0,1 0-1325,-4-10 1325,9 24-824,-9-20 824,9 22 0,-10-15 0,1 8 0,-5-7 0,2 4 3276,1 3-1622,3 4-1654,-7-4 0,7 5 0,-15-6 0,13 7 1638,-7 2 0,-3 2-1426,2 1 1,-1 1-213,0 1 0,1 0 0,-4 1 0,2 0 1896,2 4-1896,-9 2 0,16-3 0,-2 1 0,2 10 0,7-6 0,-5 6 0,8-12 0</inkml:trace>
  <inkml:trace contextRef="#ctx0" brushRef="#br0" timeOffset="214966">20960 1292 24575,'0'12'0,"1"17"0,0-17 0,1 8 0,0-1 0,-2-8 0,2 7 0,1 3 0,-2 13 0,1-5 0,-1-4 0,1-1-3277,-1 0 0,1 6 2754,1-5 523,-3-17 0,2 13 0,-2-6 0,0-2 0,0 9 0,0-14 0,0 13 0,0-15 3276,0 0 0,1-8-2751,6-6-525,-1 1 0,18-6 0,-6 4 0,3 1 0,-4 2 0,-9 6 0,2-1 0,8 2 0,-11-1 0,14 5 0,-13-3 0,3 5 0,-1 4 0,-6 3 0,2-2 0,-5-1 0,-7 1-3277,-12 3 0,6-3 1638,-8-3 1,0-3 148,10-5 1490,-14 2 0,-1 0 0,8-3 0,-14-4 0,13-13 3276,11-1-2646,-3-1 1,2-1-631,5 0 0,-7-11 0,11 23 0,-2 0 0</inkml:trace>
  <inkml:trace contextRef="#ctx0" brushRef="#br0" timeOffset="215567">20965 1511 24575,'2'32'0,"-2"-17"0,2 9 0,0-1 0,-1-9 0,1 7 0,0 0 0,1-3 0,1 2 0,-1-8 0,-1-13 0,2-3 0,7-18 0,-4 10 0,11-20 0,-13 24 0,10-14 0,-11 16 0,20-9 0,-18 11 0,25-4 0,-25 8 0,12 2 0,-14 6 0,2-2 0,-5 23 0,-1-18 0,-2 23 0,-1-24-3277,-8 11 0,6-16 0,-28 11 1787,25-15-27,-27-3 0,-1-3 1517,20 0-516,-12-2 0,-8-4 1,8 2 515,7-2 0,-4 2 0,4 2 0,14 1 0</inkml:trace>
  <inkml:trace contextRef="#ctx0" brushRef="#br0" timeOffset="216833">20781 2226 24575,'11'-1'0,"7"-1"0,7 0 0,6 0 0,-5 0 0,5 0 0,4 0 0,3-1 0,1 1 0,0 0 0,-1-1 0,-2 1 0,-5 0-656,5 0 1,-5 1-1,-1-1 1,3 0 0,5 0 420,-10 0 1,2 0 0,2 1 0,2-1 0,1 0 0,2 0 0,1 0 0,0 0 0,2 0 0,0-1 0,0 1 0,-1-1 0,1 0 0,-1 0 51,-4 1 1,0-1 0,0 0 0,1 0 0,1 0 0,-1 0 0,1 0 0,0-1 0,1 1 0,-1-1 0,0 1 0,1-1 0,-1 0 0,0 1 0,0-1 0,-1 0 0,0 0 0,0 0-23,1 0 0,0-1 0,0 0 0,0 1 1,-1-1-1,1 0 0,-1 0 0,0 0 0,0 0 1,0-1-1,0 1 0,1 0 0,-1 0 0,1 0 1,0 1-1,0-1 135,-1 1 1,0-1 0,1 1 0,1 0-1,1 0 1,-1 0 0,1 0 0,0 1-1,-1-1 1,0 0 0,0 0 0,-2 0-1,0 0 1,-2 0 0,0-1 0,-3 1-1,0 0 1,-3-1 69,15-3 0,0 0 0,-2-1 0,-4 1 0,-3 0 0,-7 0 0,-6 2 0,4-6 0,-11 6 0,-6-1 0,-12 7 0,1 0 0</inkml:trace>
  <inkml:trace contextRef="#ctx0" brushRef="#br0" timeOffset="217268">22497 1153 24575,'1'27'0,"0"-1"0,-1-2 0,0 3 0,1 2 0,-1 0 0,0 4 0,1 2 0,-1-2 0,0-3-1093,1 0 1,-1-3 0,0 7 764,0-8 0,-1 5 0,1 5 1,-1 1-1,0 2 0,0 0 1,0-1-1,1-3 0,-1-4 1,0-5-766,1 6 1,0-7 0,-1 7 1024,0-6 1,0 5-1,0 5 1,0 3-1,0 2 1,0 0-1,0 0 1,0-2-1,0-4 1,1-4-1,-1-5 68,2 4 0,-1-7 0,1 5 0,0 1 0,0 8 0,0 3 0,1 3 0,-1-1 0,1-3 0,0-5 0,1-8 0,3 2 0,0-2 0,-1 7 0,-1 7 0,0-1 0,1-9 1820,5 4-1820,-8-2 0,2-24 0,-4-35 3235,0 13-3235,2-9 0,-1 3 0,0 14 0,2-11 0</inkml:trace>
  <inkml:trace contextRef="#ctx0" brushRef="#br0" timeOffset="220668">23076 2069 24575,'11'-16'0,"4"-12"0,-9 12 0,3-7 0,0 1 0,-5 8 0,3-6 0,0-2 0,-3 2 0,2-7 0,-3 8 0,0 1 0,-2 9 0,4-8 0,-5 12 0,7-11 0,-3 10 0,9-9 0,-5 9 0,10-8 0,-3 7 0,-3-3 0,1 3 0,-9 2 0,2 2 0,6-2 0,-7 5 0,18-3 0,-17 3 0,22-3 0,-22 3 0,8-2 0,-13 2 0</inkml:trace>
  <inkml:trace contextRef="#ctx0" brushRef="#br0" timeOffset="222135">23308 1663 24575,'0'7'0,"1"11"0,-1-9 0,5 11 0,-5-16 0,3 0 0,-2-11 0,0-5 0,0-4 0,1 6 0,13 6 0,0 6 0,19 1 0,6 1 0,-15-1 0,0 0 0,9 1 0,-2 0 0,-3-1 0,-25 0 0,-4-3 0,-15 7 0,6-4 0,-16 8 0,19-7 0,-21 10 0,20-9 0,-16 7 0,19-9 0,-4 4 0,7-6 0,-2 3 0,-2-4 0,-3 2 0,1-1 0,-1-5 0,1-3 0,2-1 0,-1 2 0,-6 10 0,6-1 0,-8 7 0,11-9 0,0 1 0,2-8-820,-5-19 1,3 16 0,-3-14 0</inkml:trace>
  <inkml:trace contextRef="#ctx0" brushRef="#br0" timeOffset="222819">22886 1264 24575,'-15'8'0,"-8"9"0,9-1 0,-2 1 0,5 3 0,7-10 0,2 1 0,0 0 0,5-2 0,8 12 0,-5-11-1639,6 6 1,0-1-1639,-6-10 1638,11 9 1,0 0 148,-9-11 863,12 7 1,1-1 626,-11-7 0,24 7 0,-25-8 3276,4 0-3116,-6-4 0,-6 1 0,2-1 0</inkml:trace>
  <inkml:trace contextRef="#ctx0" brushRef="#br0" timeOffset="223435">23120 1354 24575,'-5'0'0,"1"3"0,2 2 0,1 5 0,1-2 0,2 2 0,-1-7 0,3 3 0,1-4 0,7 2 0,-4-4 0,4 2 0,3-6 0,4-4 0,-1 2 0,1-8 0,-16 10 0,4-6 0,-5 8 0,-1-9 0,1 6 0,-2-11 0,0 10-3277,-6-13 0,3 15 3047,-11-14 230,8 13 0,-8-4 0,5 6 0,6 6 0,-2-2 0,8 3 0</inkml:trace>
  <inkml:trace contextRef="#ctx0" brushRef="#br0" timeOffset="223853">23249 1255 24575,'18'21'0,"-7"-9"-1639,1 3 1,0-1-1639,-6-9 1328,15 20 1949,-10-16 1719,12 9-1719,0-7 0,-5-3 0,-3-6 3276,-4-9 0,1-3-3044,4-14-232,-4-3 0,-2-6 0,-2 9 0,-5 8 0,0 12 0</inkml:trace>
  <inkml:trace contextRef="#ctx0" brushRef="#br0" timeOffset="224187">23537 1228 24575,'14'13'0,"-1"1"0,-4 0 0,-2-5 0,1 7 0,-3-11 0,0 7 0,1-2 0,-3-3 0,1-2 0,-3-5 0</inkml:trace>
  <inkml:trace contextRef="#ctx0" brushRef="#br0" timeOffset="224442">23705 1223 24575,'13'16'0,"-8"-11"0,7 8 0,-11-13 0</inkml:trace>
  <inkml:trace contextRef="#ctx0" brushRef="#br0" timeOffset="225022">23813 1203 24575,'-22'13'0,"-2"13"0,7-9 0,6 1 0,3-2 0,5-9 0,-1 12 0,4-15 0,0 3 0,14-14 0,16-12 0,-3 1 0,-10 6 0,-1-1 0,6-13-3277,-3-5 0,-1 6 3047,-8-6 230,-9 11 0,-5-11 0,1 8 0,-1 5 0,2 24 0,-2 12 0,4 5 3276,-3-2 0,5-2-3044,0-12-232,4 4 0,-4-6 0,4 1 0,-4-4 0,-1 2 0,1-3 0,-2 0 0</inkml:trace>
  <inkml:trace contextRef="#ctx0" brushRef="#br0" timeOffset="225536">24753 546 24575,'12'14'0,"1"6"0,-1 4 0,-3 2 0,-1 0 0,2-3 0,0 1 0,-1 4 0,-1 3 0,-1-5-3277,2 1 1638,-2 0 1,1 1-1,-4-10 1,0 0 2302,1 2 0,0 0-664,0 1 0,1 0 0,2 10 1719,-1-12-1719,-6-13 0,0-2 0,-1 0 0</inkml:trace>
  <inkml:trace contextRef="#ctx0" brushRef="#br0" timeOffset="226173">25107 803 24575,'-22'16'0,"12"-8"0,-7 16 0,16-15 0,-1 11 0,2-13 0,5 6 0,-2-9 0,10 7 0,-4-6 0,2 0 0,11 0 0,15-5 0,-10 3 0,-1-4 0,-4-1-3277,-16 0 1841,11-1 1436,-17 0 0,3 3 0,-1-6 0,4-10-1385,-4 6 1385,2-8 3276,-4-1-2254,-10-1-3069,7 0 2047,-10 5 0,-2 7 0,3 2 1603,-9-1-1603,13 6 0,-2 1 0,6 0 2244,-2 5-2244,4-2 0,-1 3 0,3-5 0</inkml:trace>
  <inkml:trace contextRef="#ctx0" brushRef="#br0" timeOffset="226891">25439 774 24575,'-23'5'0,"-2"2"0,1 10 0,7-4 0,9 7 0,7-14 0,4 11 0,0-11 0,16 11 0,11-11 0,-4 3 0,11-10 0,-24-2 0,6-2 0,-12-3 0,3-6 0,-5 0 0,0-1 0,-2 11 0,-2 10 0,1 25 0,0-1 0,-1-11 0,-1 0-1639,-4 3 1,0-2-1639,2-4 3047,-8 14-3047,-9-10 2017,12-12 1147,-13 8 0,-1-2 113,8-9 0,-13 6 0,17-20 0,5 3 0,0-28 0,4 23 0,2-14 0,2 0 0,-1 14-492,7-20 492,-5 26 0,-1 0 0,-2 2 0</inkml:trace>
  <inkml:trace contextRef="#ctx0" brushRef="#br0" timeOffset="227195">25609 762 24575,'14'24'0,"-3"-4"0,-4-8 0,-3-4 0,-5-12 0,0-3 0</inkml:trace>
  <inkml:trace contextRef="#ctx0" brushRef="#br0" timeOffset="227359">25608 714 24575,'10'0'0,"-1"0"0</inkml:trace>
  <inkml:trace contextRef="#ctx0" brushRef="#br0" timeOffset="227756">25763 676 24575,'-21'15'0,"8"-5"0,6 3 0,8-9 0,7 8 0,19-3 0,-11 0 0,15-3 0,1-1 0,-12-2 0,4-1 0,-1 1 0,-12-1 0,-1 1 0,-8 4 0,1-3 0,-2 5 0,-1-6 0,-1 2 0,-8-2 0,-7 1 0,3-2 0,-3 3 0,13-5 0,-2 1 0,4-1 0</inkml:trace>
  <inkml:trace contextRef="#ctx0" brushRef="#br0" timeOffset="228027">25876 696 24575,'9'0'0,"0"-2"0,16-2 0,-10 0 0,15-2 0,-8-2 0,-7 6 0,4-5 0,-16 2 0,1 3 0,-4-3 0</inkml:trace>
  <inkml:trace contextRef="#ctx0" brushRef="#br0" timeOffset="228326">26008 444 24575,'5'13'0,"4"10"0,-4-13 0,6 14 0,-2-6 0,2 11 0,-1-6 0,-3 0 0,-1 3 0,-3 0 0,0 0 0,0-5 0,1 0 0,-2 9 0,-1-5 0,-1-17 0,3 20 0,-3-24 0,2 0 0,4-9 0,-4 0-820,12-16 1,-12 15 0,5-9 0</inkml:trace>
  <inkml:trace contextRef="#ctx0" brushRef="#br0" timeOffset="228499">26148 717 24575,'7'24'0,"-2"-2"0,-3-16 0,1 1 0,-3-4 0,2-1 0,-2-1 0</inkml:trace>
  <inkml:trace contextRef="#ctx0" brushRef="#br0" timeOffset="228680">26188 656 24575,'9'5'0,"-5"-3"0,2 0 0</inkml:trace>
  <inkml:trace contextRef="#ctx0" brushRef="#br0" timeOffset="229013">26340 657 24575,'-4'10'0,"0"4"0,4-8 0,0 14 0,0-13 0,4 14 0,-3-16 0,2 12 0,-2-14 0,-1 8 0,5-8 0,2 0 0,-1-3-820,11-4 1,-13 2 0,5 0 0</inkml:trace>
  <inkml:trace contextRef="#ctx0" brushRef="#br0" timeOffset="229365">26467 665 24575,'-4'9'0,"2"10"0,2-2 0,0-1 0,0 2 0,4-9 0,2 2 0,4-6 0,5-8 0,-1-10 0,-2 2 0,2-12 0,-11 16 0,4-8 0,-4 1 0,0 7 0,0-12 0,-1 15 0,-2-2 0</inkml:trace>
  <inkml:trace contextRef="#ctx0" brushRef="#br0" timeOffset="230046">25168 1094 24575,'19'0'0,"9"-1"0,10-2 0,5 0 0,-13-1 0,5 1 0,2-2 0,2 0 0,1 0 0,0 0 0,-1 1 0,-2 0-469,-3 0 1,-1 1 0,-1 1 0,0-1 0,1 0 0,2-1 0,4 0 233,-8 0 1,3 0 0,2-1 0,2 0 0,1-1 0,1 1 0,0-1 0,0 0 0,0 0 0,-2 0 0,0 1 0,-3 0 0,-3 0 0,-2 0-313,8-1 1,-3 1 0,-4 0 0,0 0 0,0 0 0,3 0 136,-2 0 0,2-1 1,1 1-1,0-1 1,-1 0-1,-1 0 0,-2 0 1,-3 0 354,4-2 0,-3 0 1,-3 0-1,-4 1 55,13-6-386,-9 1 0,-2-1 386,-8 3 0,8-8 0,-17 14 0,24-16 0,-24 16 1186,11-5 1,0 1-1187,-5 2 0,11 0 0,2 1 0,-2-1 0,0 3 0,6 0 0,-5 1 0,8 0 1227,0 1 1,-5-1-1228,-18 1 1357,-8 0-1357,-15-3 0,3 3 0,4-1 0</inkml:trace>
  <inkml:trace contextRef="#ctx0" brushRef="#br0" timeOffset="242861">17416 6344 24575,'4'-8'0,"4"-4"0,-6 8 0,8-10 0,-9 7 0,10-16 0,0-8 0,-2 9 0,5-8 0,-1 1 0,-4 11 0,9-14 0,0-1 0,-7 12 0,8-12 0,0 2 0,-9 16 0,5-7 0,3-6 0,-4 6 0,-5 10 0,13-17 0,0 1 0,-17 20 0,17-16 0,4-1 0,-7 11-1093,2-2 1,4-4 0,-4 4-2185,7-1 2184,-6 3 1,5-2 0,-5 3-398,0 2 50,9-5 1,-3 2 1439,-19 10 0,17-8 0,-24 11 3111,10 5-3111,-8-3 3276,6 3-1901,-6-2 1901,0-2-2486,1 4 1,-3-3-1,0 1 1</inkml:trace>
  <inkml:trace contextRef="#ctx0" brushRef="#br0" timeOffset="243513">18049 5598 24575,'3'29'0,"0"-1"0,1-5 0,1 0 0,0 3 0,7 1 0,-8-18 0,-4-17 0,-8-7 0,0-10 0,-7 2 0,9 13 0,-4-4 0,4 0 0,7 6 0,8-7 0,20 3 0,-12 2 0,9 4 0,2 2 0,-8 3 0,13 0 0,1-1 0,-11 2 0,-2 1 0,-4 0 0,-14 1 0,0 1 0,-26 11-1639,7-4 1,-1 1-1639,-14 7 3162,1-2 0,1-2 115,8-2 0,-9 5 0,28-7 0,11-8 0,2 1 0,-9-3 0</inkml:trace>
  <inkml:trace contextRef="#ctx0" brushRef="#br0" timeOffset="251743">18103 5671 24575,'0'5'0,"1"-2"0,2-1 0,5-7 0,2 3 0,3-7 0,2 5 0,-1-2 0,-2 2 0,4-1 0,-5-1 0,8-1 0,-11 4 0,-5 0 0,-12 7 0,-7-1 0,4 2 0,3-4 0,13-6 0,-1 1 0,-3-2 0,-4 6 0,-5 2 0,0 2 0,3-2 0,0 1-3277,-8-3 2457,8 0 1,-7 0 0,12 0 0</inkml:trace>
  <inkml:trace contextRef="#ctx0" brushRef="#br0" timeOffset="256876">17937 5561 24575,'6'3'0,"-1"-1"0,3 8 0,-3-4 0,5 13 0,-7-11 0,6 13 0,-4-7 0,0-1 0,3 6 0,-4-10 0,8 12 0,-4-7 0,-1-1 0,-2-6 0,-1 0 0,-1-6 0,0 7 0,0-6 0,-3 3 0,3 2 0,1 4 0,-1-1 0,4 9 0,-4-8 0,1 1 0,1 0 0,-1-8 0,-1 3 0,-2-11 0,-2-10 0,-1-3 0,-1-9 0,3 15 0,-2 1 0</inkml:trace>
  <inkml:trace contextRef="#ctx0" brushRef="#br0" timeOffset="257825">18026 5572 24575,'28'-2'0,"-15"1"0,10 1 0,1 0 0,-8 0 0,5 0 0,-1 0 0,-5 0 0,8 0 0,-19 0 0,2 0 0,-2 0 0,6 0 0,0 0 0,0 0 0,-3 1 0,-8 7 0,-7 10 0,1-2 0,-10 13 0,10-16-3277,-12 15 0,12-18 3047,-6 9 230,4-4 0,-1 3 0,1-1 0,2-3 0,7-15 0,-1 3 0,1-4 0</inkml:trace>
  <inkml:trace contextRef="#ctx0" brushRef="#br0" timeOffset="260270">17071 5675 24575,'5'-2'0,"1"-1"0,2-1 0,0-1 0,4-6 0,7-4 0,-6 4 0,9-6 0,3 1 0,8-2 0,-14 6 0,1-1 0,10-2 0,-1 2 0,5 1-1093,-3-2 1,7-3 0,-4 3-547,-14 6 1,2 0 1592,4-2 0,6-3 0,2-1 0,-2 1 0,-8 3-1969,9-2 2015,-8 2 0,5-1 0,1-2 0,-1 2-1093,1 0 1,-1 0 0,-1 1 796,1-2 0,2 0 296,-3 3 0,4-2 0,0 2 0,-7 2 0,7-2 0,-3 4 0,1 3 0,-6 7 0,-2 1 0,9 1 56,0 6 1,-1 1-57,-10 0 0,10 3 0,0-1 0,-13-5-302,10 3 1,-1-2 301,-16-7 0,22 5 0,-24-8 1140,7-2-1140,-12 0 3276,6 0-3048,-6 0 1,0 0 0,-2 0 0</inkml:trace>
  <inkml:trace contextRef="#ctx0" brushRef="#br0" timeOffset="260707">18536 5197 24575,'-2'31'0,"0"0"0,1-17 0,-2 10 0,3-7 0,-2 15 0,2-11 0,0 3 0,0-17 0,0 0 0,0-4 0,0-2 0,-1-16 0,-2 3 0,-2-14 0,-10 6 0,8 7 0,-20-5 0,18 15 0,-14-7 0,16 9 0,2-2 0,3 3 0</inkml:trace>
  <inkml:trace contextRef="#ctx0" brushRef="#br0" timeOffset="276923">18518 4683 24575,'13'0'0,"2"0"-1639,7-2 1,1 0-1639,-4 1 2434,7-2 0,9-1 0,-2 1 843,0 2 0,-2 1 0,4-4 0,0 2 0,-8 3 0,1 2 0,-6 0 1798,-4 0-1798,3 4 0,6 3 0,-2 0 0,4 2 0,-2 0-297,3 2 0,0 0 297,2-1 0,-7-3 3276,-15-3-1794,11 0 1,-1 0-1483,-11-2 0,20 5 0,-26-7 715,1-1-715,-2-1 0,1 1 0,0-2 230,4-2 1,-4 2 0,3-1 0</inkml:trace>
  <inkml:trace contextRef="#ctx0" brushRef="#br0" timeOffset="277588">19385 4688 24575,'-6'25'0,"0"0"0,-3 6 0,2-4 0,-2-2 0,0-5 0,0 5 0,-1 1 0,2-9 0,0 1 0,-1 6 0,0-1 0,-4 2 0,7-4 0,13-29 0,5-2 0,4-11 0,1-4 0,-5 8 0,0 1-762,5-8 0,-1 1 762,1 0 0,-2 0 0,-8 10 0,4 10 0,0 9-3277,11 8 274,-7-8 3003,3 1 0,-16-5 1020,-10 11-1020,-16 3 0,-4 1-3277,1 1 2647,1-2 0,2-3 3906,15-10-2015,9-2-1261,3-3 0,4 1 0,11-6 0,-15 6 0,5-1 0</inkml:trace>
  <inkml:trace contextRef="#ctx0" brushRef="#br0" timeOffset="278278">19754 5017 24575,'17'34'0,"-4"-3"0,-5-11 0,-2 2 0,0 2 0,-2 0 0,0 9 0,0-3 0,0 2 0,-3-8 0,1-1 0,1 0 0,0 1 0,-1 0 0,0-3 0,2-6 0,0 21 0,-1-28 0,1 24 0,-4-25 0,1 9 0,-1-11 0,-4-11 0,2 0 0,-11-16 0,9 13 0,-4-4 0</inkml:trace>
  <inkml:trace contextRef="#ctx0" brushRef="#br0" timeOffset="279296">19773 5063 24575,'13'0'0,"19"-3"0,2-1-3277,-10 3 2893,11-5 0,2 0 384,-14 4 0,0-1-1639,10-4 1,1 0 230,-7 4 1,0-1 338,12-4 0,-7 0 1069,-18 5 0,18-6 0,-16 5 954,-4 1-954,5 1 3276,-5 6-2015,1 4 2015,7 7 0,-1 6-3044,-7-8-232,2 13 0,-12-16-1639,4 8 1,0 0-1639,-4-6 3047,5 13-523,-2-2 753,-3-8 0,5 21 0,-6-22 0,6 22 0,-6-24 0,4 17 0,-4-23 0,0 5 0,-1-7 0,-3 2 0,0-1 0,-8 8 3276,4-6-141,-13 9-3135,12-12 0,-10 7 0,-2-3 0,3-3 0,-3 3 0,-2-2 0,-1-2 0,-4 4 0,-1 0 0,5-4 0,0 2 0,2 1 0,7-5 1126,-12 3-1126,12-3 0,-14 4 0,13-2 0,-3-1 0,13-1 0,5-1 0,17-3 0,-2-3 0,7-4 0,0-2-1362,-5 1 1362,1-2 0,-4 1 0,-10 8 0,2-2 0</inkml:trace>
  <inkml:trace contextRef="#ctx0" brushRef="#br0" timeOffset="280553">21007 4960 24575,'5'35'0,"-2"-12"0,1 3 0,0 3 0,-1-6 0,0 0 0,0 0 0,0 1-1245,0 2 0,-1-2 1245,1-1 592,1 12-592,0-6 0,-1-3 0,1 2 0,-3-15 0,0-1 0,-1-4 1898,-5-8-1898,-14-8 0,8 4 0,-20-13 0,26 15 0,-9-7 0</inkml:trace>
  <inkml:trace contextRef="#ctx0" brushRef="#br0" timeOffset="280856">20743 5243 24575,'5'0'0,"3"0"0,2 0 0,14 0 0,-3-2 0,3-1-878,1 1 0,0 0 878,9-2 0,-1-1 424,1 2-424,-5 0 0,-2 0 0,-10 3 0,1-2 0,4-1 0,7-1 0,0 0 0,-11 1 0,2 0-820,11 0 1,8 0 0,0-1 0,-6 1-714,-8 0 0,-1 1 1533,6 0 0,6 0 0,-2 1 0,-9-1 0,-6-1 0,14 1 0</inkml:trace>
  <inkml:trace contextRef="#ctx0" brushRef="#br0" timeOffset="281791">21487 5412 24575,'7'-2'0,"11"9"0,3 10 0,-6-3 0,1-1 0,2 8 0,6 5 0,-16-19 0,14 10 0,-1-4 0,-4-6 0,1 3 0,1-7 0,-2-2 0,4 1 0,-5-16 0,-8-9 0,-3 0 0,0-12 0,-4 21 0,2-17 0,-3 15 0,7-7 0,-4 13 0,5 1 0,-6 7 0,1-1 0</inkml:trace>
  <inkml:trace contextRef="#ctx0" brushRef="#br0" timeOffset="282444">21999 5365 24575,'-9'0'0,"-19"4"0,8 0 0,-2 3 0,0 2 0,6-2 0,-13 14 0,26-13 0,-6 4 0,9-1 0,3-4 0,1 9 0,0-9 0,11 13 0,-10-17 0,20 17 0,-19-19 0,11 6 0,-5-7 0,-5 0 0,7-1 0,-8-9 0,-1 0 0,5-19 0,-9 16 0,8-17 0,-9 23 0,3-7 0,0 11 0,5 13 0,6 3 0,-2 6 0,2-6 0,-7-5 0,2-3 0,-4-2 0,2-2 0,-9-5 0,2 0 0,-2-11 0,2 10 0,2-5 0</inkml:trace>
  <inkml:trace contextRef="#ctx0" brushRef="#br0" timeOffset="282762">22130 5367 24575,'18'15'0,"-6"-5"0,1 8 0,-11-10 0,6 6 0,-5-7 0,3 2 0,-3-15 0,-2 0 0,4-20 0,-5 15 0,4-20 0,-1 23 0,1-15 0,0 17 0,2-6 0,-3 11 0,5-1 0,-7 3 0,3 1 0</inkml:trace>
  <inkml:trace contextRef="#ctx0" brushRef="#br0" timeOffset="283023">22371 5277 24575,'14'13'0,"-7"-2"0,6 10 0,-9-7 0,2 1 0,-2-8 0,-6-5 0,-4-5 0,-5-5 0,2 2 0,3-1 0,4 7 0</inkml:trace>
  <inkml:trace contextRef="#ctx0" brushRef="#br0" timeOffset="283140">22383 5301 24575,'7'0'0,"-2"0"0,0 2 0,3-1 0,-4 1 0,1-1 0</inkml:trace>
  <inkml:trace contextRef="#ctx0" brushRef="#br0" timeOffset="283659">22551 5298 24575,'1'9'0,"-1"6"0,2 2 0,-1-2 0,-1-2 0,4-12 0,11-15 0,-3 2 0,0-2 0,-1-1 0,-2-4 0,-2-2 0,-7 11 0,2 10 0,-2 5 0,8 11 0,-5-8 0,5 6 0,-4-10 0,3 0 0,2-2-3277,12-12 0,-8 6 797,8-16 2480,-19 15-820,1-20 1,-4 19 0,0-11 0</inkml:trace>
  <inkml:trace contextRef="#ctx0" brushRef="#br0" timeOffset="284111">22758 5006 24575,'10'21'0,"0"0"0,2 5 0,-3 2 0,-5-2 0,-1 1-1639,0 1 1,0 0-1,-1-6 1,0 0 13,-2 0 0,0-5 1625,3-12 1888,-1 9-1888,0-17 0,2-14 0,-4 10 0,14-24 0,-5 21 0,5-3 0,3 2 0,10 9 0,1 1 3276,-7 15-328,-15 4-2948,-2-1 0,-4 5 0,-2-18 1692,-1 6-1692,0-7 0,-8 1 0,0-1 0,-1-2 0,-4-1 0,3-1 0,2 0 0,-7-4 0,10 2 0,-6-4 0,9 5 0,2-1 0</inkml:trace>
  <inkml:trace contextRef="#ctx0" brushRef="#br0" timeOffset="284528">22917 4927 24575,'4'5'0,"5"2"0,2 16 0,-2-10 0,-2 7 0,-1 0 0,-2-6-1639,0 8 1,0 0-1639,-1-9 2074,0 7 0,-1 1 1203,-2-8-1312,2 6 0,-1 0 1312,0-4-294,3 21 294,-2-30 3276,1 14-2292,12-25-984,-2-9 0,3 3 0,-6-6 0</inkml:trace>
  <inkml:trace contextRef="#ctx0" brushRef="#br0" timeOffset="284743">23068 5104 24575,'-7'22'0,"3"-4"0,6-14 0,1-1 0,1-3 0,0 0 0,3 0 0,16-5 0,0-5 0,7-3 0,-9-12 0,-24 8 0,-1-2 0,-8 10 0,5 6 0</inkml:trace>
  <inkml:trace contextRef="#ctx0" brushRef="#br0" timeOffset="284962">23300 5161 23608,'0'21'0,"-5"-2"0,3 0 478,-3-6-478,2-12 161,1 1-161,-16-2 0,-3 0 0,-4 0-820,2 1 1,15 0 0,3 0 0</inkml:trace>
  <inkml:trace contextRef="#ctx0" brushRef="#br0" timeOffset="285693">21033 6129 13615,'37'-7'0,"-1"0"0,1 0 0,-12 3 0,-2 0 0,5-1 0,1 0 0,6-2 0,2 0 0,0 0 0,-2 1 0,-5 0 0,1 1 0,-5 1 0,3-1 0,1 0 0,3-1 0,1-1 0,-3 2 0,-6 0 0,-6 2 0,0 0 0,15-5 0,5-2 0,-7 2 0,-9 2 0,3-1 0,11-3 0,4-1 0,-2 0 0,-9 3-270,-7 3 1,1 0 269,3-2 0,8-1 0,6-3 0,1 1 0,-1-1 0,-5 2 0,-8 2-273,2-1 0,1 0 273,-8 2 0,6-1 0,5-2 0,3-1 0,2-1 0,0 1 0,-1 0 0,-2 0 0,-4 1 0,-6 2 0,9-3 0,-6 2 0,5-2 0,-5 2 0,6-2 0,4-1 0,1 0 0,-1 0 0,-1 1 0,-5 1 0,-7 2 0,9-2 0,-6 2 0,3-2 0,2-1 0,-9 3 2094,-12 4-2094,3-4 0,-15 7 0,-1-1 0</inkml:trace>
  <inkml:trace contextRef="#ctx0" brushRef="#br0" timeOffset="286026">23231 5581 24575,'27'-1'0,"-1"1"0,2-1 0,-5-1 0,-4 0 0,-15 1 0,9-2 0</inkml:trace>
  <inkml:trace contextRef="#ctx0" brushRef="#br0" timeOffset="287227">23986 5169 24575,'5'3'0,"2"1"-3277,27 8 0,-20-8 1638,20 5 1,1-1-1639,-22-7 2861,13 1 1,8 1-1,-8-1 416,-9-1-708,16 0 0,-1 0 708,-21-1 2333,12 0-2333,-8-6 3276,-6 5-3064,8-11 3064,-11 10-1337,12-14-1939,-12 10 3276,8-11-1817,-3 2-1459,-1 0 0,8-11 0,-1 2-872,-4 6 872,2-5-3277,2 0 59,-9 12 1579,9-10 1,0 2 571,-10 11 134,12-13 0,2 0 933,-10 13-1041,8-10 0,-1 0 1041,-10 12 2388,18-15-2388,-19 16 3276,13-8-2981,-8 11 2621,-1-3-2916,-2 5 3276,-4 0 0,13 2-3044,-10-2-232,19 4 0,-16-3 0,11 2 0,-14-3 0,1 0 0</inkml:trace>
  <inkml:trace contextRef="#ctx0" brushRef="#br0" timeOffset="287728">24888 4747 24575,'0'5'0,"-9"16"0,1 0 0,-1 2 0,0 1 0,1-1 0,-1 0 0,3-1 0,1 6 0,5-24 0,0 1 0,0-22 0,0 5-3277,-1-19 0,1 23 3039,-6-15 238,5 18 0,-5-7 0,18 13 0,9 2 0,3 2 0,10 2-1639,-1-2 1,-1-1 381,-14-1 4533,2-2-2962,-20 5 1,-1-3-1,-1 2 1</inkml:trace>
  <inkml:trace contextRef="#ctx0" brushRef="#br0" timeOffset="288247">24457 5245 24575,'17'13'0,"-1"0"0,8 3-3277,-10 15 0,-10-24 1638,4 11 1,0 0-1639,-5-11 4956,14 22-1679,-14-22 0,18 19 0,-15-19-1499,10 7 0,0-2 1499,-8-8 1203,11 6 1,1-1-1204,-9-6 1638,7 2 0,2 0-724,2 1-914,-1-3 151,0 1-151,-17-4 3276,9-4-212,-8-13-1725,0 8-1339,1-11-820,-6 9 1,3 5 0,-3-3 0</inkml:trace>
  <inkml:trace contextRef="#ctx0" brushRef="#br0" timeOffset="288497">24842 5404 24575,'4'17'0,"1"3"0,-2-1 0,-1-6 0,1 9 0,-3-14 0,1 2 0,-2-7 0,-7-3 0,5-2 0,-4 1 0</inkml:trace>
  <inkml:trace contextRef="#ctx0" brushRef="#br0" timeOffset="289597">27087 5574 24575,'-7'26'0,"2"10"0,5-26 0,6 17 0,-2-24 0,13 14 0,-11-14-3277,17 6 0,-17-8 1781,30-3 1496,-23-1 0,9-2 0,2-2 0,2-12 0,-9 6 0,-2-3 0,-5-3 0,-4 0 0,1-5 3276,-20-5-395,-18 16-988,12 2-1893,-3 6 0,0 5 0,4 16 0,-4-10 0,9 16 0,12-17-137,1 4 1,0-6 0,0-2 0</inkml:trace>
  <inkml:trace contextRef="#ctx0" brushRef="#br0" timeOffset="289851">27444 5663 24575,'2'21'0,"-1"-8"0,6 21 0,-1-5 0,0-3 0,4 8 0,-8-24 0,9 10 0,5-13 0,-1 0-1639,5-9 1,-1-4-1639,-5 2 2621,14-12 1,-1 0-1,-17 10 1,19-14 0</inkml:trace>
  <inkml:trace contextRef="#ctx0" brushRef="#br0" timeOffset="290317">27710 5526 24575,'4'29'0,"1"-1"0,-2 3 0,-1-1 0,2-6 0,-2-2 0,-1 5 0,0-5 0,-1-16 0,0 8 0,-2-28 0,-1-10 0,0 3 0,-2-1 0,1-5 0,0-1-1639,-4-1 1,1 5-1639,2 11 3047,-7-15 230,10 22 0,-5-8 0,7 13 0,-3 0 0,1 4 0</inkml:trace>
  <inkml:trace contextRef="#ctx0" brushRef="#br0" timeOffset="290782">26794 5509 24575,'0'26'0,"0"0"0,-2 4 0,0 3 0,-1-7 0,1-3 0,-3 8 0,-1 8 0,1-8 0,0-8 0,-2 15 0,1-2 0,2-21 0,-1 20-2402,4-29 2402,1 8-340,5-29 0,1-9 340,1 6 0,1-12 0,0-1 0,0 1 0,-3 8 0,-2 9 0</inkml:trace>
  <inkml:trace contextRef="#ctx0" brushRef="#br0" timeOffset="291400">26917 5414 24575,'11'-2'0,"6"0"-1639,7 5 1,2 1-1639,9-1 2457,-7 0 1,7 1 0,0 0 0,-6-1 436,-10-1 1,2-1 382,3 1 0,10-1 0,4 1 0,2 0 0,0-1 0,-5 0 0,-7 0 0,4 0 0,-1-1 0,1 0 0,7 0 0,5-1 0,-2 1 0,-5 0 0,-10-1 1974,6 0-1974,4 0 0,-8-2 0,-25 2 0,8 1 3276,4 12-1977,-1 1 0,0 2-1299,9 9 0,-2 5 0,-2 4 0,-5-2 0,-2-1 941,0-4 1,-1 0-942,-1-1 0,0 1 0,-2-5 0,-2-6 0,0 6 0,0 2-3277,0 5 57,-3-1 3220,-2-2 0,-7-15 0,0 0 0,-25 0 0,3-6 0,-5-2 0,1 1-989,-4-1 1,-3 0 988,9-1 0,-5 1 0,-4-1 0,1 0 0,2 0 0,6-1 0,-7 1 0,0-2 0,7 1 0,-7 0 0,-2-1 0,0 1 0,5-1 0,8 1 0,4-1 0,2 1 0,-7-1 0,-6-1 0,0 0 0,6-1-3277,-5-2 3070,11 1 1,-1 1 3482,-7-2-2862,13 4-414,1 1 0,-2 0 0,9 0 638,5-1 1,0 0 0,5 0 0</inkml:trace>
  <inkml:trace contextRef="#ctx0" brushRef="#br0" timeOffset="292068">27959 5684 24575,'8'0'0,"3"-3"-3277,17-6 0,-12 2 1638,17-2 1,1-1-1639,-13 2 3027,4 3 1,11 0 0,4 0-1,-1 0 1,-7 1 249,-5-1 0,-4 1 0,5 0-128,3 0 1,7 1-1,2-1 1,1 0-1,-4 0 1,-5 0 127,-2 1 0,-5-1 0,1 0 0,5 1 0,1 0 0,-6 0 0,-1-3 0,-23 6 0,-1-2 0</inkml:trace>
  <inkml:trace contextRef="#ctx0" brushRef="#br0" timeOffset="292898">28768 5481 24575,'0'6'0,"1"13"0,0-13 0,1 18 0,-1-18 0,3 17 0,-4-16 0,3 17 0,-3-13 0,0 4 0,2 0 0,-2-9 0,3 1 0,-9-35 0,6 19 0,-5-15 0,-1-1 0,5 16 0,-8-19 0,9 22 0,-6-4 0,8 11 0,8 2 0,-2 2-1639,13 1 1,2 0-1639,-12-4 3047,25 5 230,-34-6 0,-4 6 0,-12 9 0,-2 2 0,0-1 0,-7 12 0,23-26 0,6-5 0</inkml:trace>
  <inkml:trace contextRef="#ctx0" brushRef="#br0" timeOffset="312631">32052 5300 24575,'29'-6'0,"-13"5"0,10-5 0,-18 5 0,-3-2 0,0-1 0,-1-3 0,-1-6 0,0 5 0,-3-9 0,0 13 0,-6-12 0,3 10 0,-12-9 0,-9 6 0,4 3 0,-1 3 0,1 2 0,7 1-3277,-17 4 0,23-3 3047,-4 4 230,3 4 0,4 0 0,-3 9 0,5-7 0,1 10 0,1-13 0,4 9 0,-3-14 0,3 2 0</inkml:trace>
  <inkml:trace contextRef="#ctx0" brushRef="#br0" timeOffset="313334">31923 5272 24575,'1'24'0,"2"-2"0,2-6 0,0-5 0,2 1 0,3-5 0,-3 1 0,4-3 0,-3 0 0,0-3 0,6 2-3277,4-5 0,-6 2 1057,21-5 2220,-25 2-1437,24-7 1437,-27 5-975,18-9 975,-18 8 3276,6-3-1948,-12 4 1034,-12-6-2362,2 5-3277,-19-10 2690,21 11 281,-17-3 306,21 7 0,-17 0 0,3 0 0,4 0 0,-1 0 0</inkml:trace>
  <inkml:trace contextRef="#ctx0" brushRef="#br0" timeOffset="314650">31106 5719 24575,'17'-4'0,"2"-3"0,0 0 0,-3 0 0,15-4 0,5-2 0,-11 2 0,0 0 0,1 2 0,1 0 0,0-5 0,-6 4 0,-12 6 0,4-5 0,-11 9 0,1-2 0,-3 3 0</inkml:trace>
  <inkml:trace contextRef="#ctx0" brushRef="#br0" timeOffset="315150">31180 5828 24575,'23'6'0,"2"0"0,-1 1 0,-6 2-1639,8 0 1,-1-1-1639,-14-2 1638,7 4 1,0-1-1639,-10-3 4497,22 15-1220,-23-17 0,10 8 0,-6-7 0,-1-2 3276,3 0-2297,4-2-979,5 0 0,-2 0 0,6-1 0,-19 0 0,4 0 0</inkml:trace>
  <inkml:trace contextRef="#ctx0" brushRef="#br0" timeOffset="318053">24840 5385 24575,'-5'16'0,"-1"21"0,6-18 0,-1 8 0,2 0 0,0-12 0,2 15 0,-1-27 0,0 4 0,-2-8 0,-3-25 0,1 11 0,0-5 0,0 1 0,1 9 0,1-3 0,1 11 0,5 1 0,0 2 0,8 2 0,-8-1 0,7 0 0,-10 0 0,5 18 0,-6-4 0,4 17 0,-4-21 0,-1 8 0,-1-13 0,0 5 0,0-6-820,0 3 1,0-6 0,0 2 0</inkml:trace>
  <inkml:trace contextRef="#ctx0" brushRef="#br0" timeOffset="321624">23182 5594 24575,'6'6'0,"0"5"-3277,6 18 0,-7-15 1811,2 8 1,1-2 1465,-3-12 1850,5 15-1850,-5-17 0,-1-2 0,-3-6 3276,-6-21-189,1 8-1815,-8-20-1272,8 16 0,-3 0 0,20-4 0,-6 14-3277,21-11 0,-19 17 3047,16-4 230,-18 7 0,15-2 0,-11 2 0,1 0 0,-5 2 3276,-6 1 0,-1 4-3044,-1 17-232,-1-11 0,-4 16 0,2-19 0,-2 2 0,0 0 0,-2 2 0,1-1 0,0 0 0,4-7 0,1-4 0,1-1 0,-1-5 0,0 2 0,-1-3 0,0 5 0,0-1 0,1-1 0,1 1 0,1-14 0,0 5 0,0-10 0,0 6 0,0 4 0,0 1 0,0 7 0,1 1 0,-9 1 0,5 0 0,-6-1 0,6 1 0</inkml:trace>
  <inkml:trace contextRef="#ctx0" brushRef="#br0" timeOffset="324047">24846 4821 24575,'0'31'0,"0"-4"0,0-16 0,0 0 0,0-5 0,0-6 0,0-5 0,0-7 0,0-8 0,0 11 0,1-6 0,4 14 0,2 1 0,14 4 0,-10-2 0,6 3 0,-16-2 0,-1-2 0,-6 12 0,2-6 0,-2 6 0,3-10 0,3 3 0,-1-4 0,1 3 0,0-4 0</inkml:trace>
  <inkml:trace contextRef="#ctx0" brushRef="#br0" timeOffset="325487">31419 5612 24575,'3'-4'0,"4"0"0,0 1 0,1 1 0,2-2 0,-4 0 0,3 1 0,-5-2 0,4 2 0,-4 1 0,0 1 0,-3 1 0</inkml:trace>
  <inkml:trace contextRef="#ctx0" brushRef="#br0" timeOffset="326395">31128 5785 24575,'9'2'0,"11"12"0,-5-5 0,13 12 0,1 1 0,-7-7-1639,6 4 1,0-1 931,-11-8 1941,16 5-1234,-20-8 650,8 1-650,-12-3 0,0-2 0,-1 2 0,-2-4 525,-1 1 0,-3-2 0,-1 0 0</inkml:trace>
  <inkml:trace contextRef="#ctx0" brushRef="#br0" timeOffset="327756">31119 5740 24575,'0'5'0,"-3"13"0,2-8 0,-1 9 0,2-12 0,-10-9 0,2 3 0,-16-10 0,0 6 0,-3-1 0,10 2 0,7 2 0</inkml:trace>
  <inkml:trace contextRef="#ctx0" brushRef="#br0" timeOffset="334603">19447 7225 24575,'13'-2'0,"16"-7"0,-1-1 0,1 0 0,-3-6 0,-14 10 0,15-12 0,-14 9 0,7-7 0,-16 10 0,6-7 0,-8 2 0,1 0 0,-2-6 0,-1-2 0,0 3-3277,0-10 0,0 17 2415,2-15 862,-2 18 0,7-22 0,3 10 0,2-1 0,3 1 0,9-1 0,-8 7 0,-1 2 0,2 6 0,-3-1 0,-9 4 3276,0 2-2478,-3 2 1,-1-1 0,0 1-1</inkml:trace>
  <inkml:trace contextRef="#ctx0" brushRef="#br0" timeOffset="335370">19819 6883 24575,'2'20'0,"1"7"0,-1-10 0,1 1 0,0-1 0,0-13 0,1-2 0,1-13 0,-1 3 0,-2-5 0,-2-2 0,-5-2 0,-5-11 0,2 12 0,-2 2 0,6 8 0,0 2 0,0-3 0,2 3 0,2 0 0,4-4 0,3 4 0,5-2 0,0 5 0,-2 1 0,6 0 0,-9 0 0,14 0 0,-14 1 0,13 2 0,-14 1 0,4 4 0,-16 7 0,2-3 0,-11 9 0,5-8 0,2 0 0,-1 3 0,6-2 0,-1-3 0,0 3 0,4-12 0,-2 3 0</inkml:trace>
  <inkml:trace contextRef="#ctx0" brushRef="#br0" timeOffset="336041">19468 7333 24575,'9'-1'0,"16"-2"0,-5-1 0,1 2 0,-1 1 0,-1 0-1639,1 0 1,-1 2-1639,-10-1 800,23 5 2477,-26-3 1792,11 10-1792,-5 9 0,0 2 0,-5-6 0,0 2 0,6 13 0,-6-10 3276,5 3 0,0-14-2589,-2-2-687,12 0 0,-7-5 0,11-1 0,-11-2 0,7-1 0,-14-1 0,2-8 0,-9 2 0,-1-1 0,0 6 0</inkml:trace>
  <inkml:trace contextRef="#ctx0" brushRef="#br0" timeOffset="336692">19892 7414 24575,'5'15'0,"1"6"0,2 2 0,3 9 0,-3-6 0,-2-2-3277,-1-2 0,-4-13 3047,0-2 230,1-6 0,1-1 0,0-7 0,-1-1 0,-1-14 0,-1 8 0,-2-15 0,1 19-3277,-7-18 2017,6 22 1260,-6-14 0,6 15 0,7 2 0,9 13 3276,-1-4-2646,9 5 1,2-1-631,3-3 0,6 0 0,-1-1 3276,-5-1-1154,6-3-2122,-27-1 0,0 1 0,-12 6 0,4-4 0,-11 8 0,-3 0 0,1-1 0,-1 0 0,0 1 0,-6 3 0,0 4 0,8-7 0,3 1 0,11-10 0,0 0-3277,1 9 1156,0-7 2086,7 17 1,-6-17 0,4 7-1</inkml:trace>
  <inkml:trace contextRef="#ctx0" brushRef="#br0" timeOffset="342500">18706 6313 24575,'8'0'0,"1"-1"0,6-1 0,-6 0 0,27-4 0,-19 4 0,6-2 0,1 1 0,-5-1 0,8 1 0,1 0 0,0-2 0,2 2 0,6-1 0,-3 1 0,-8 0 0,0 0-222,0 0 1,3 0 0,-1 0 221,10-2 0,-5 0 0,-6 1 0,6-1 0,9 0 0,-9 1 0,-9 1 0,6 1 0,9 0 0,1 0 0,-11 1 0,-3-1 0,-1 2 0,9 0 0,4 0 0,-2 0 0,-8 0-749,-6 0 1,0-1 748,6 2 0,8 0 0,2 0 0,-3 0 0,-7 0 0,-6-1 0,-2 1 0,14 0 0,6 2 0,-7 0-3277,5 2 1881,-16-3 1,0 1 156,6 2 0,-3 0 1239,-7-1 107,12 2 0,4 1-107,-10-3 0,1-1 0,13 3 0,-1-1-1155,-15-3 0,-3 0 1155,16 2 1159,-7-4-1159,-14 2-714,13-4 0,0-2 714,-14 1-436,13-3 1,1-1 435,-11 3 0,6-2 0,-1 0 0,-8 4 2662,12-4-2662,-11 4 0,-1 1 2751,6-4-2751,-5 3 3276,2-1-633,4 0-5920,2 2 2381,-7-1 896,13-4 0,-13 2 0,1-2 0,-4 3 0,-11 0 0,3 3 0,5-2 0,-4 2 0,4 0 0</inkml:trace>
  <inkml:trace contextRef="#ctx0" brushRef="#br0" timeOffset="343684">23160 5518 24575,'2'5'0,"1"2"0,2 14 0,2 5 0,-2 2 0,4 8 0,-1-9 0,-1-4 0,0-4 0,-1-6 0,-2-7 0,3 8 0,-5-11 0,2 0 0,-3-1 0,0-2 0</inkml:trace>
  <inkml:trace contextRef="#ctx0" brushRef="#br0" timeOffset="344485">23162 5492 24575,'16'0'0,"6"2"0,-2-1-1786,-10 0 1786,8 0 0,2 0 577,7 1-577,3 1 0,-1-1 295,-8 4-295,-17-6 0,0 8 0,-11 9 0,1-1 457,-7 6 0,-3 1-457,5-7 0,0-1 0,-1 2 0,0 0 0,0 1 0,3-3 0,4-8 0,-9 22 0,9-23 0,-1 11 0,5-15 0,1 1 0</inkml:trace>
  <inkml:trace contextRef="#ctx0" brushRef="#br0" timeOffset="353886">20845 6291 24575,'22'-15'0,"-7"5"0,13-7 0,-10 8 0,-1 1 0,-4 2 0,-8 4 0,6-3 0,-4 2 0,8-5 0,-9 5 0,14-4 0,-7 2 0,2 1 0,-3 0 0,-6 4 0,2-2 0,1 1 0,-4 1 0,1-2 0,0 2 0,-1 0 0,4-1 0,-2-1 0,0-1 0,1 1 0,-3-1 0,5 3 0,-5-1 0,6-1 0,-7 1 0,4-3 0,-2 1 0,1 2 0,2-2 0,-6 2 0,2 0 0,-2 1 0,0 0 0,-1 0 0,-1 0 0</inkml:trace>
  <inkml:trace contextRef="#ctx0" brushRef="#br0" timeOffset="357869">18575 6433 24575,'3'16'0,"-1"-9"0,2 11 0,-1 2 0,-2-7 0,4 9 0,0 1 0,-3-8 0,2 14 0,1 2 0,0-11-1006,-1 7 0,0-1 1006,-1-11 126,3 19-126,-4-15 455,2 17-455,-1-2 0,-1-10 0,1 7 0,0-1 0,-2-8-1639,4 12 1,0 1 869,-4-7 769,2-3 0,2 4 0,-1-3 59,-2-7 1,0 0-60,1 8 0,2 4 0,-1-6 0,2 1-1093,-2-2 1,0 5 0,-1-6-428,0-4 947,0 7 0,1 7 0,-1-5 573,0-2 0,-1 0 0,0 4 0,0-4 0,0 5 530,-1 3 1,1 1-531,-2-1 0,1-6 0,1-2 0,-2-2-1457,1 2 1,-1-1 1456,0-12 1250,0 15 0,0 1-1250,2-10 924,0 1 0,2 2-924,4 8 0,1-12 0,0-2 0,0 6 1446,10 6-1446,-5-9 0,-2 0 0,4 2 0,-11-16 1148,7 9-1148,-8-8 0,6 3 0,-8-3 0,4 2 0,-6-6 0,3 4 0</inkml:trace>
  <inkml:trace contextRef="#ctx0" brushRef="#br0" timeOffset="359021">19025 8127 24575,'-21'29'0,"6"-10"-1639,3-1 1,0-1-1639,3-5 1773,-2 5 0,-1-1 1504,5-6 0,-5 6 0,1 0 0,4-8 1741,-10 13-1741,14-16 0,-7 7 0,9-12 3276,3 1-282,4-5-2994,-1 0-3277,18-13 1193,-16 11 445,10-11 1,1 0 506,-11 9-385,9-10 0,0 1 1517,-11 10-544,15-20 544,-17 21 2764,5-11-2764,-6 15 3276,2-3-2418,18 33 2418,-14-18-1824,9 11 1,-1 0-1453,-11-14 0,20 19 0,-18-18 1820,8 5-1820,-11-9 0,-2 0 0,-1 0-1639,-14 8 1,-3 0-1639,7-4 2945,-11 6 0,-1-1 332,8-10 0,-18 6 0,15-5 0,-3 2 0,19-6 0,8-4 0,6-5 0,-3 1 0,4-4 0,0-1 0,-3 1 0,8-6 0,2-4 0,-1-2 0,-2 0 0,-5 9 0,-1 0 0,2-3 0,0 0 0</inkml:trace>
  <inkml:trace contextRef="#ctx0" brushRef="#br0" timeOffset="361346">10959 2423 24575,'30'-7'0,"-15"4"0,9-5 0,7-3-1093,0 1 1,3 0 0,-3-1-547,-3 1 1,1-1 818,1 1 1,5 0 0,-1-1 0,-6 3 1483,-10 2 0,0 1-664,10-3 0,3-1 0,-4 1 0,2-1 0,-5 2 0,-5 1 0,-14 5 1719,4-1-1719,1 2 0,-3-1 0,-2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7T02:33:01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19425 7818 24575,'6'-3'0,"-1"0"-3277,20-1 0,-17 3 1638,19 0 1,0 0-1639,-16 1 3424,17 0 1,0 0-148,-17 0 0,10 0 0,4 0 0,5 0 0,0 0 458,-8 0 0,1 0-458,5 0 0,3 0 0,-3 3 0,2 1 0,-3-1 0,-5-1 0,0-1 0,5 2 0,4 0 0,2 1 0,-1-1 0,5-1 0,0-1 0,-2 0 0,-7 1 0,-1 0 0,3 0 0,6-1 0,5 0 0,-2 0 0,-8 0 1308,5 1-1308,-9-2 0,6 0 0,1 0 0,-3 0 0,3 0 0,-2 0 0,-5 0 0,1 0 0,-1 0 0,3 1 0,-2-1 0,-5 1 0,-5-1 0,6 1 0,5 0 0,-4 0 0,0-1 409,-2 1 1,5-1-1,-3 1-409,12 0 0,-10 0 0,4 0 0,-3 0 0,-2 0 0,2 0 0,5 0 0,6 0 0,0 0 0,-5-1 0,-4-1 0,-1 0 0,1 1 0,4 0 0,1-1 0,-3 0 0,3-1 0,-3-1 0,-2 0 0,0 2 0,1-1 0,2 1 0,4-1 0,-1 0 0,-9 2 223,-6 0-223,12 0 0,8-1 0,-10 1-1045,-17-1 1045,11 1 0,2-1 0,-1 1 0,-6 0 591,0 0 1,-1 0-592,-9-1 0,23-4 0,-21 1 3276,20-6-1382,-16 3-1894,3-2 0,1 0 0,2-2 0,9-4 0,0 1 0,-7 4 0,8-4 0,1 1 0,-9 2 0,-1 3 0,3-1 0,-2 1 0,-4 0 0,0 1 0,6-1 0,3-1 0,-2 1 0,0 0 0,-2 1-499,-2 0 1,-2 1 498,8-2 1588,-21 8-1588,-3-2 1134,9-1-1134,-1 0 570,-1-1-570,12-1 0,-15 3 0,14-3 0,-14 2 1535,7-2-1535,0-1 0,-4 0 0,7-4 0,-9 5-820,9-5 1,-11 7 0,3-2 0</inkml:trace>
  <inkml:trace contextRef="#ctx0" brushRef="#br0" timeOffset="632">23219 7314 24575,'-5'5'0,"-1"1"0,-16 10 0,10-9 0,-9 7 0,-4 2 0,4-4 0,0 0 0,2-1 0,1-1 0,-9 6 0,4-3 0,6-5 0,-2 3 0,12-7 0,7-2 0,2-2 0</inkml:trace>
  <inkml:trace contextRef="#ctx0" brushRef="#br0" timeOffset="5571">19273 9256 24575,'22'0'0,"-3"1"0,0 0 0,-4 0 0,11 0 0,7 1 0,-6 0-3277,-3-2 2951,-1 1 1,6-1-1,-1 1 326,-2 0 0,-1-1 0,2 1-820,3-1 1,2 1 0,0-1 0,-1 1 336,3 0 1,-2-1 0,5 1 482,-8 1 0,6-1 0,2 1 0,1 0 0,-2 0 0,-4 0 0,-6-1-1639,3 0 1,-1 1 1531,2 0 0,7 1 1,3 1-1,1 0 1,-3-1-290,-6-1 1,-1 0-1,0 0 1,2-1-1,1 1 396,-2 1 0,2-1 0,1 1 0,1 0 0,1 1 0,1-1 0,1 0 0,-7-1 0,2 0 0,2 0 0,0 1 0,1-1 0,0 0 0,0 0 0,-1 1 0,-1-1 0,-1 0 0,-3 0 0,5 0 0,-3 0 0,-2 0 0,0 0 0,0 0 0,1 0 0,3 1 0,-1-1 0,3 1 0,2 1 0,2-1 0,0 1 0,-2-1 0,-2 0 0,-4 0 0,-4 0 0,-7-1-582,3 0 0,-2 0 582,2 0 0,5 2 0,4 0 0,1 0 0,-2 0 0,-3-1 0,8-1 0,-3 0 0,1-1 392,-5 2 0,0-1 0,1 0 0,1 0-392,-2-1 0,2 0 0,0 0 0,-1 0 0,-3 0 0,2 0 0,-2-1 0,-2 1 0,1-2 0,0 1 0,-7-1 3030,-3 1-3030,9-2 0,-1 0 3166,-17 1-3166,13-1 0,1 0 0,-12 0 3276,23-4-453,-13 2-6100,2-6 1837,-6 7 1440,0-9 0,2-8 0,-4 8 0,-1-9 0,-2 2 0,-6 12 0,4-17 0,1-2 0,-6 11 0,3-10 0,-1-2 0,-4 10 0,2-12 0,-1 0 0,-3 14 0,0-7 0,1-1 0,-2-5 0,-2 6 0,0-2 0,-1-10 0,-2-1 0,0 10 0,-1-1 0,0 2 0,2-2 0,-1 1 0,-6-3 0,1 3 0,2 6 0,-5-3 0,7 7 0,-1 2 3276,6 5 0,-6-12-3044,6 13-232,-3-13 0,1 2 0,-1 3 0,1-10 0,3 9 0,-1-9 0,0 10 0,-4-6 0,-3 3 0,-1 0 0,-11-11 0,11 19 0,-4-4 0,-4 0 0,-8 1 0,0 1-855,-8-6 855,6 8 0,-4 0 0,4 2 0,-2 3 0,6 0 0,-8 0 0,-3 0 0,1-1 0,5 2-1639,-5 1 1,-1-1 1498,6 1 0,-7-2 1,-2 0-1,-1 0 1,3 1-1,5 1 140,-1 2 0,5 0 0,-5 1 0,-1-2 0,-6-1 0,-3 0 0,0 1 0,4-1 0,5 2-1093,4 0 1,4 1 0,-2 0 626,-8-1 1,-4 0 0,0 0 0,2 0 465,-1 0 0,2 0 0,4 0-313,7 1 0,-2 0 313,-3-1 0,-6 1 0,-2 0 0,-1-1 0,4 0 0,-5-2 0,3 0 0,-1 0-345,0 2 1,0 0 0,0-1 344,-2-1 0,-1 0 0,9 0 2312,6-1-2312,2 3 0,-5 0 0,3 0 0,6 0 0,-1-1 0,-10 1 0,-6-1 0,6 1 0,-2 1 0,7-1 0,-8 1 0,-1 0 0,2-1-1060,-1 1 1,0-1 0,1 1 1059,-2-1 0,-1 1 0,0-1-574,-4 0 0,-1 0 0,10-1 574,12-2-481,-17 2 0,0 0 481,15-3 1250,-11 2 0,-4 1-1250,8 0 0,-1-1 0,3 2 0,-2 0 0,2 0 0,-2 0 0,0 1 0,-8 1 0,4 0 3276,15 0-3016,-12 4 0,1 1-260,11-2 1638,-6 3 0,-2 0 762,8-3 793,-3 4-3193,12-4-3277,1 2 0,5-3 3149,-16 14 128,12-11-1639,-10 10 1,1-1 395,7-8 1243,-11 8 0,-2 2 0,-5 3 0,-3 2 0,10-6 0,4-1 0,9-6 3276,-12 18-2032,10 6-1194,-2-14-50,4 3 0,2-3 0,0-13 0,-4 26 0,5-22 3276,-5 23 0,2-10-3044,1-2-232,-1 9 0,3-20 0,-3 14 0,2-3 0,1-2-3277,1 11 0,1-21 2493,0 21 784,0-21-3277,0 22 2201,0-24 1076,0 21 0,-4-6 3276,1 8-2199,-1-2-1077,2-12 0,2-6 554,0-7-554,-1-2 3276,-1 5 0,-4 2-3044,-2 9-232,0-1 0,0-2 0,3-1 0,4-7 0,-2 1 0,2-2 0,0-2 0,0-1 0,-1-2 0,-1-19 0,4 7-1639,2-9 1,3 0-1639,0 9 3219,8-19 1,-12 27-1,2-4 1</inkml:trace>
  <inkml:trace contextRef="#ctx0" brushRef="#br0" timeOffset="18590">31089 6767 24575,'6'31'0,"0"0"0,0 0 0,0 0 0,0 3 0,0 1 0,1-8 0,2 5 0,0 2 0,0-3 0,-1-4-1639,2 2 1,0 0 982,0 0 1,1 7-1,1 1 1,-1-1 0,0-6 164,2 4 1,1 1 490,-3-6 0,1 7 0,1 2 0,-1 0 0,0-2 0,-2-8-1154,0 3 0,2 1 1154,-4-8 0,3 7 0,1 4 0,1 4 0,1 2 0,-1 0 0,1-1 0,-1-2 0,-1-4 0,-2-5-565,1 3 1,-2-6 0,0 0 0,4 8 564,-4-9 0,1 4 0,2 3 0,1 3 0,1 3 0,0 0 0,1 1 0,-1 1 0,1-1 0,-1-1 0,0-2 0,-2-3 0,0-2 0,-2-4-556,4 7 1,-3-6 0,0-1 0,1 1 0,2 7 555,-4-9 0,2 3 0,0 4 0,2 1 0,0 3 0,1 0 0,0 2 0,1 0 0,-1 0 0,0-1 0,-1-1 0,-1-2 0,0-2 0,-1-3 0,-2-3-178,4 11 0,-2-6 0,-1-2 0,1 2 0,1 5 178,-4-9 0,2 2 0,0 3 0,2 2 0,-1 1 0,1 1 0,-1 0 0,1 0 0,-2-1 0,1-2 0,-2-2 0,-1-2 0,-1-3-23,1 7 0,-2-5 0,-2-2 0,1 2 1,1 3 22,0 0 0,1 3 0,0 4 0,1 1 0,-1-1 0,0 0 0,0-2 0,-2-5 0,-1-5 0,0 4 0,-2-6 0,1 5 0,0-2 0,1 7 0,1 2 0,-1 1 0,1-2 0,-2-4 0,-1-8 0,0-3 0,-2-1 0,2 14 0,1 6 0,-2-9 2278,-2-8-2278,2-1 0,0-2 0,-1-13 0,2 18 0,-3-19 3276,0 6-3145,-2 0 3145,2 0-2822,-6 4 1,5-10-1,-3 1 1</inkml:trace>
  <inkml:trace contextRef="#ctx0" brushRef="#br0" timeOffset="23029">20223 13371 24575,'29'0'0,"-7"0"0,-1 0 0,-1 0 0,1 0 0,7 0 0,-13 0 0,21 0 0,-16 0 0,0 0 0,17 0-1639,-9 0 1,-4 0-1639,-7 0 2498,8 0 0,3-1 779,1 1 0,-3-1 0,1 0 0,8 1 0,-13 0 0,2 0 0,1 0 0,0-1 0,-2 1 0,0 0 0,8-1 0,-2 0-428,-8 1 428,-2 0 0,1 0 0,2 0 0,0 0 0,4 0 0,2 0 0,2 0 0,2 0 0,4-1 0,0 1 0,-4 0 0,-1-1 0,-3 1 0,0-1 0,-1 0 0,3 1 0,-6 0 0,1-1 0,6 0 0,7 0 0,-4 0 0,-13 1 0,0 0 488,14-1 1,6 0-1,-4 0-488,-11 1 0,1 0 0,6-1 0,4 1 0,-6 0 0,6 0 0,-8-1 0,4 1 0,-6 1 0,-2 0-1639,11-1 1,0 0 1437,-16 2-699,15-1 0,3-1 900,-4 1 0,-8-1 0,5 0 0,-4 0 0,-6 0 0,1 0 0,8 0 0,5-1 0,-6 1 0,1 0 0,3-1 0,6 1 0,-9-1 291,-12-1-291,10 1 0,8 0 0,-9 1 2794,-12-2-2794,11 2 0,7 1 0,-8 0 3276,-13-1-2517,10 0 0,7 1 0,-4-1-759,2 0 0,-3 1 0,4 0 0,1 0-1023,-1-1 0,1 0 0,-2 0 1023,7 1 0,1 0 0,-7 0 0,3-1 0,-1-1 0,-4 1-338,-2 0 1,0 0 337,3 0 0,6 0 0,0 0 0,-5 0 0,-5 0 0,0 0 0,10-1 0,5 0 0,-8 1 0,-7 0 0,5-1 0,7 0 0,-8 1 0,-9 0 0,8 0 0,8 0 0,-8 0 0,-9 0 0,10 0 0,-1 0 0,-12 0-1639,6 0 1,-1 0 1053,-10 0-25,14 0 0,0 0 610,-11 0 0,8 0 0,2 0 0,14 0 0,-6 0 0,-8-1 0,-2 1 0,-4-1 0,17-1 0,-19 0 0,17 0 0,-18 1 3276,10 1-2619,-13 0 162,4 0 0,-12 0 0,1 0 0</inkml:trace>
  <inkml:trace contextRef="#ctx0" brushRef="#br0" timeOffset="26348">27139 13458 24575,'33'0'0,"-16"0"0,2 0 0,0-1 0,9 0 0,-3 0 0,2 1 0,6 0 0,-6 0-674,-3 0 674,9 0 0,9 0 0,-9 0 0,-10 0 0,5 1 0,8 0 0,-7 1 0,-4 0 0,3-1 0,7 1 0,-8-1 0,-9 0 0,15 0 0,-3-2 0,-20 1 0,19 1 0,0-2 0,-18 0 0,21-1 0,-1 0 0,-20 0-1093,11 0 1,8-1 0,-6 1-1741,-7 1 2833,7-1 0,11-2 0,0 1 0,-8 0-1240,5-2 1240,-6 3 0,8-1 0,3-1 0,-1 1 0,-7 1 0,0 0 0,1 0 0,0 0 0,7 1 0,1-1 0,-1 1 0,-7 0 0,-1 1 0,0 0 0,4 1 0,6 1 0,-2-1 0,-8 0 0,1 1 0,0 0 0,8 1 0,1 1 0,-7-1 0,-11 0 0,0-1 0,6 1 0,6 0 0,3 0 0,-4 0 0,-6 0 0,10 5 0,-9-5 0,7-1 0,-1 1 0,-9-1 0,-3 1 0,3 0 0,9-1 0,1 1 0,-5-1 0,2 1 0,-2 0 0,-3 0 0,1 0 0,-1-1 0,13 2 0,-5-1 0,-12-1 0,12 0 0,0 0 0,-12 0 0,8-1 0,-1-1 0,-9 0-1639,11 0 1,0 0 789,-13 0-531,14-1 1,-3 0 1379,-19-2 700,15 2 0,1-1-700,-14 1 347,6 1 0,3 0-347,11 0 0,-6 0 0,-5 1 0,-2-1 0,-7 1 0,20 0 0,-21-1 3276,21 1-3146,-20 0 0,2 0 1,-9-1-1</inkml:trace>
  <inkml:trace contextRef="#ctx0" brushRef="#br0" timeOffset="30444">24151 14319 24575,'17'0'0,"-1"-2"0,9 2 0,-3-4 0,15 2 0,-16-1 0,16 1 0,-12 1 0,-1 1 0,5-1 0,-3 1 0,1-1 0,-1 1 0,-3 0 0,5 0-1093,2 0 1,6 0 0,-7 0-2185,-5 0 3200,3-1 0,7 1 1,-7-1-70,0 1 146,7-2 0,-1 0 0,-5 2-1639,-2-1 1,-1-1 427,-13 2 366,16-2 1,1-1 844,-14 2 1255,12 0 1,0-1-1256,-11 1 0,5 0 0,0 0 0,-4-1-106,3 1 0,-1 1 106,-3-2 0,6 2 0,3 0 0,2-1 0,-5 1 0,2 0 0,-2 0 0,-3 0 0,2 0-861,11 0 0,-2 0 861,-17 0-1010,25 0 0,-1 1 1010,-25-1-253,22 2 0,0-1 253,-17-1 1078,7 2 0,1-1-1078,-2 0 1638,-4-1 0,1 1-1399,-1 0 0,0 1-239,13-2 1638,-12 2 0,-1-1 700,4-1-2338,-1 0 2191,13 0-2191,-8 0 0,-1 0 0,2 0 0,-10 0 1341,14 0-1341,4 2 0,-9-1 0,0 2 0,-15-1 0,15 1 0,-11-1 0,7 0 0,0 1 0,1 0 0,2 0 0,4 1 0,3-1 0,0 0-669,-8-1 0,0 1 669,2 0 0,1 0 0,-4 0 0,2 1 0,4-1 0,-1-1 0,-7 0 0,3-1 0,0 0 0,-2 0 0,0-1 0,1 1 0,-4 0 0,0-1 0,0 1 0,0-1 0,0 0 0,-1 1 0,-2-1 0,19 1 0,-21 0 0,4 0 0,1-1 0,-3 0 0,4 0 0,2 0 0,5 2 0,-4-2 1338,8 1-1338,-14-1 0,-2 0 0,13 0 0,-17 0 0,16 0 0,-7 0 0,5 0 0,-3 0 0,-4 0 0,-8 0 0,-3 0 0,2 0 0,-6 0 0,1 0 0,-1 0 0,-1 0 0,3 0 0,1 0 0,16 0 0,-10 0 0,10 0 0,-16 0 0,0 0 0,-5 0 0,0 0 0</inkml:trace>
  <inkml:trace contextRef="#ctx0" brushRef="#br0" timeOffset="33604">23913 14615 24575,'0'6'0,"0"10"0,2-9 0,1 21 0,0-5 0,1 1 0,-4-4 0,1 0 0,0 10 0,0 3-1639,-1-13 1,1-2-1639,-1-5 0,0 19 1787,0-26 265,0 22 1225,0-22 0,-1 12 0,0-13 0,0 0 0,1-3 0</inkml:trace>
  <inkml:trace contextRef="#ctx0" brushRef="#br0" timeOffset="35291">23951 14707 24575,'0'-19'0,"0"8"0,1-10 0,-1 16 0,3-10 0,0-2 0,1-1 0,2-14 0,-3 13 0,0-1 0,-2 14 0,1 1 0,0 4 0,6-3 0,6-2 0,15-3 0,-7 4 0,13-1 0,-10 6 0,-3-2 0,-2 2 0,-1 0 0,-9 0 0,16 0 0,5 0 0,-8 0 0,-1 0 0,3 0 0,0 0 0,12 0 0,-4 0 0,-13 0 0,7 0 0,1 0-1639,-7 2 1,-2 0-1639,12-1 1638,0 2 1,-4 0 148,-17-3 915,16 2 1,1-1 574,-14-1 0,8 0 0,2 0 0,-3 0 3276,1-1-2584,-9 1 2584,-9 0-619,4 0-2657,8 0 0,-5 0 2569,4 5-2569,-8 20 0,-4-12 0,3 10 0,-1-1 0,-3-13 0,2 15 0,1 2 0,-4-15-1639,2 15 1,-1 1-1639,-1-16 2229,0 15 1,0 0 1047,0-11 0,1 8 0,1-1 0,-1-9 0,4 20 0,-4-20 0,2 8 0,-1-10 3276,-1-4-692,2-4 205,-2-1-2789,-5-2 0,3 0 0,-20 5 0,-15 2 0,17-2 0,-2 1-1093,-6-3 1,-4 0 0,5 0-2185,-5 3 3200,-3-3 0,-8 0 1,10 0 16,12 0 60,-6 0 0,-10 1 0,1 1 0,9-2 0,4-1 0,-11 2 0,-10 2 0,12-2 0,16-3 0,-10 1 0,-6 2 0,6-1 0,9-1 0,-9 2 0,1 1 0,13-3 819,2 2 0,6-4 0,5 0 0</inkml:trace>
  <inkml:trace contextRef="#ctx0" brushRef="#br0" timeOffset="38307">20538 15223 24575,'20'0'0,"0"0"0,3 0 0,7 4 0,-19 0 0,9 13 0,-11-1 0,4 0 0,-8 13 0,-5-14-1639,-2 6 1,-2 0-1639,-1-6 3162,-5 6 0,-2 2 115,-4 8 0,6-14 0,1 2 0,2 1 0,3-1 0,7 8 0,0-5 0,9 4 0,-6-20 0,23 8 0,-4-10 0,-3 0 0,0-1 0,5 0 3276,2-1-2457,-15-6 0,-2 3 0,-4-4 0</inkml:trace>
  <inkml:trace contextRef="#ctx0" brushRef="#br0" timeOffset="38642">20925 15462 24575,'2'19'0,"0"-6"0,4 10 0,2-1 0,-3-7 0,5 10 0,-7-20 0,5 9 0,-7-9 0,2-4 0,-6-6 0,1-1 0,-1-1 0</inkml:trace>
  <inkml:trace contextRef="#ctx0" brushRef="#br0" timeOffset="39642">21072 15478 24575,'14'1'0,"-8"1"0,22 9 0,-19-6 0,17 14 0,-19-15-3277,7 16 0,-11-14 794,5 13 2483,-6-15 1793,2 8-1793,1-21 0,-2-3 0,0-3 0,6-16 0,-3 20 0,8-17 0,2 14 3276,0 2 0,-2 11-3272,5 26-4,-11-6 0,1 1 0,-1 0 0,-2-6 0,5 12 0,-7-17 688,2 3-688,0-6 0,-4-3 0,3-4-3277,3-14 0,-5 8 2748,14-24 529,-11 21-3277,16-19 2116,-17 19 764,19-13 397,-17 16 0,16-9 0,-15 12 0,3 0 3276,-5 12-2311,-1 4-680,4 10-285,1 1 0,-5-6 0,2-6 3276,-3-4-68,0-6-2981,5 3 0,-7-4 0,2 0 0</inkml:trace>
  <inkml:trace contextRef="#ctx0" brushRef="#br0" timeOffset="40042">21615 15494 24575,'9'4'0,"3"-1"0,-3 1 0,10-3 0,-1-2 0,-2-1 0,2-1 0,-12-5 0,-2 4 0,-5-6 0,-2 7 0,-14-1 0,-5 14 0,-10 9 0,6 4 0,7 10 0,13-13 0,12 1 0,-2-11 0,15-3 0,-4-3 0,0-2 0,-1 1 0,-9-3 0,0 0 0,-4 0 0</inkml:trace>
  <inkml:trace contextRef="#ctx0" brushRef="#br0" timeOffset="40760">21150 15922 24575,'-26'-5'0,"4"2"0,3 1 0,9 2 0,-18 4 0,-1 1 0,14-2 0,-11 6 0,1 0 0,14-3 0,-16 16 0,20-15 0,-4 9 0,10-10 0,6-1 0,19 1 0,-4-4-1639,6 0 1,1 0-1639,-7-2 1638,11 4 1,-1-1 148,-18-1 1031,13 5 1,-1 1 458,-16-3 0,15 16 0,-16 0 0,-3-2 0,-12 7 0,2-17 1123,-14 2 1,-2-2-1124,6-2-13,-14 0 1,0 0 12,7-3 0,-3-1 0,0-1 0,6 0 0,-9-2 0,21 0 3276,4-13-1368,16 3-1908,2-7 0,8 6 0,-12 6 0,-4 3 0</inkml:trace>
  <inkml:trace contextRef="#ctx0" brushRef="#br0" timeOffset="41316">21208 15952 24575,'22'13'0,"-10"-7"-1639,2 8 1,-1-1-1639,-7-8 1999,4 12 0,1 2 1278,-5-7 1775,7 17-1775,-7-13 0,5 6 0,-7-7 3276,3-1-41,-6-9-2454,0-4-781,5-9 0,9-8 0,2-2-1639,-2 5 1,0 1-1639,-4 2 3090,8-4 187,-9 3 0,1 2 0,0 0 0,-4 6 0,-2 7 3276,1 2 0,9 11-3044,-8-8-232,7 6 0,-9-6 0,-1-3-3277,6 5 2457,-5-7 1,2 1 0,-6-4 0</inkml:trace>
  <inkml:trace contextRef="#ctx0" brushRef="#br0" timeOffset="41711">21716 16016 24575,'-19'16'0,"0"6"0,3-4 0,5 5 0,11-13 0,5-1 0,6 0 0,-4-7 0,13 1 0,-15-5 0,12 0 0,-13 1 0,6-3 0,-7 1 0,1-3 0,-4 4 0,0 0 0</inkml:trace>
  <inkml:trace contextRef="#ctx0" brushRef="#br0" timeOffset="42280">21842 16058 22824,'3'13'0,"-1"6"856,4 0-856,-3 7 0,1-14 0,2 20 0,-4-21 294,6 15-294,-5-18 148,1-35-148,-1 13-1639,-3-16 1,0-1-1416,0 13 2730,1-6 1,2 1 323,1 10 0,3-5 0,3 0 0,9 4 0,-1 0 0,0 10 0,-7 6 0,-5-1 3276,5 9-88,-9 6-3188,0 0 0,-3 12 0,-5-14-3277,1 13 737,0-17 2540,0 5 0,1-8 0,1-1 0,-6 3 0,-10 3 0,4-4-750,-7 3 1,17-9 0,2 0 0</inkml:trace>
  <inkml:trace contextRef="#ctx0" brushRef="#br0" timeOffset="42727">21154 16496 24575,'16'-1'0,"5"-1"0,-1 2 0,1-1 0,13-1 0,0 0 0,0-1-3277,-11 0 2850,1 1 0,0 1 1702,2 1-1275,-5 0 0,6 0 168,-21-3 1,-6 2-1,-2-2 1</inkml:trace>
  <inkml:trace contextRef="#ctx0" brushRef="#br0" timeOffset="43247">21356 16491 24575,'7'21'0,"0"5"-3277,1 10 0,-4-15 1638,2 2 1,-1-3-1639,-4-14 2168,9 21 1109,-9-22-17,3 21 17,-4-20 3094,-3 12-3094,1-11 0,-12 6 0,5-1 0,-21 4 0,6-5 0,2-6 0,-5-1 0,0-1 1228,-2 0 1,0-2-1229,-5 2 0,3-1 3276,2-2-1098,35-4-5455,17-3 872,-7 1 1954,19-2 451,-26 7 2045,20-1-2045,-7 2 0,14 2 0,-11 0 0,5 2 0,-18-3 3276,3-3-2466,-4-1 1,-6 1 0,1-1 0</inkml:trace>
  <inkml:trace contextRef="#ctx0" brushRef="#br0" timeOffset="43745">21673 16532 24575,'-10'6'0,"-2"5"0,1 5 0,2-3 0,1 12 0,5-15 0,1 16 0,0-16 0,5 13 0,3-10 0,-2 0 0,6 1 0,-7-9 0,6 3 0,-6-4 0,19 3 0,-15-5 0,28 4 0,-22-6 0,9 1 0,0-1 0,-2-1-656,10-3 1,-1-1-1,-13 2 1,16-6 0</inkml:trace>
  <inkml:trace contextRef="#ctx0" brushRef="#br0" timeOffset="44329">21972 16540 24575,'7'37'0,"-3"-12"0,-1-2 0,-1-5 0,-1 3 0,0 0 0,-2-4 0,0 13 0,1-21 0,0 3 0,0-8 0,0-1 0,-2-1 0,-2-15 0,0-7 0,-2-5 0,1-2 0,1 3 0,0 7 0,-4-19 0,6 20 0,-5-17 0,7 19 0,7 2 0,9 9 0,3 4 0,1 1 0,7 1 0,0-2 0,-1 0 0,-6-1 0,6 0 0,-14 0 0,-9 0 0,3 0 0,-4 0 0,-1 0 0</inkml:trace>
  <inkml:trace contextRef="#ctx0" brushRef="#br0" timeOffset="44599">22037 16710 24575,'23'-10'0,"0"1"0,3-1 0,-3 3 0,-9 3 0,4 1 0,-11 5 0,-8 2-820,-9 13 1,7-10 0,-6 5 0</inkml:trace>
  <inkml:trace contextRef="#ctx0" brushRef="#br0" timeOffset="44816">21994 16824 24575,'5'0'0,"8"-3"0,-5 1 0,17-3 0,-10 8 0,5-4 0,-12 6 0,-6-5 0</inkml:trace>
  <inkml:trace contextRef="#ctx0" brushRef="#br0" timeOffset="45917">22802 16723 24575,'9'20'0,"1"0"0,1 9 0,1 4 0,-2-5-3277,0 7 3120,-2-8 0,1 3 1,-1-6 156,-3-7 0,1 1 0,1 1 0,-1 0 1166,7 15-1166,-9-26 613,0-2-613,-8-21 0,2 5 0,-5-7 0</inkml:trace>
  <inkml:trace contextRef="#ctx0" brushRef="#br0" timeOffset="46314">22727 16703 24575,'37'-6'0,"-10"2"0,5 2 0,0 0 0,-3 0 0,5 1 0,0 0 0,-9 1 0,2 0 0,-1 1 0,-9 1-3277,9 1 0,-21 1 3047,2 2 230,-2 10 0,-3-9 0,-1 20 0,-4-19 0,-20 18 0,10-17-1639,-9 1 1,0-1 378,10-5 1260,-8 1 0,2 1 0,8-5 3276,-8 3-2015,10-4-1261,4-2 0,-1 2 0,4-1 0</inkml:trace>
  <inkml:trace contextRef="#ctx0" brushRef="#br0" timeOffset="46717">23147 16781 24575,'12'24'0,"1"1"0,4 6 0,-6-5 0,-1-1 0,3 9 0,0 0 0,0 0 0,-9-24 0,3 7 0,-6-16 0,-4-15 0,-1 1 0,-1-6 0,-1-2 0,1 1 0,-1-1 0,4 12 0</inkml:trace>
  <inkml:trace contextRef="#ctx0" brushRef="#br0" timeOffset="47050">23164 16752 24575,'27'-7'0,"-13"2"0,11 0 0,5 2 0,-10 3 0,1 2 0,5 1 0,0 2 0,9 4 0,-13 14 0,-16-15 0,2 19 0,-6-19 0,-9 22 0,-9-12 0,3 3 0,-8-9 0,-1-3 0,7-4-1639,-12 3 1,-1 0-1639,12-4 3162,-4 0 0,0-1 115,13-1 0,-12-8 0,17-1 0,-2 0 0,4 2 0</inkml:trace>
  <inkml:trace contextRef="#ctx0" brushRef="#br0" timeOffset="47599">23468 16732 24575,'14'29'0,"-5"-4"0,1 2 0,-2-6 0,1 0 0,-2 1 0,0-1 0,6 11 0,-11-27 0,4 8 0,-5-9 0,-2-13 0,-1 3 0,-5-12 0,-2-3 0,-1 4 0,-4-8 0,-1 0 0,-2-1 0,-1-3 0,0-1 0,4 3 0,2 0 0,6 2 0,27 2 0,-7 2 0,8 13 0,9 3 0,-2 4 0,-4 6 0,-1 2 0,1 0 0,1-4 0,-1-2 0,0 4 0,10 13 0,-10 4 0,-21-1 0,3 3 0,-23-9 0,12-12 0,-32 2 0,21-6-1639,-6 1 1,1 0-1639,6-3 1638,-11-2 1,0-1 148,14 3 883,-16-6 0,1 0 0,18 6 1,-13-7-1</inkml:trace>
  <inkml:trace contextRef="#ctx0" brushRef="#br0" timeOffset="52188">20307 15183 24575,'0'17'0,"0"-6"0,-4 16 0,0-1 0,-2-4 0,-2 12 0,6-28 0,-7 27 0,7-25 0,-4 17 0,-1 1 0,2-14 0,-7 18 0,-1 0 0,5-13 0,-6 10 0,2 1 0,7-9-1639,-3 7 1,2-2-1639,3-10 1638,-1 16 1,1 1 951,1-13-952,2 19 1,1 0 1615,0-20-488,4 20 0,1 0 511,-3-15 0,6 14 0,1-1 0,-4-15 1044,7 11 1,5 2-1045,-2-12 0,1-2 1638,-5 2 0,3 0-1362,13 4 0,-2-7-276,-12-12 0,17 4 0,3 0 0,-6-2 452,-1-5 0,7-1 1,-2 0-453,-5 1 0,-2 0 0,1 0 0,10-1 0,0-1 0,-5 2 0,0 1 0,-5 0 0,-3 0 1638,4 1 0,-1 2 1482,-7 4-6397,0 14 199,-11-11 1439,-7 8 1,-2-1 623,-1-10-254,-4 19 0,0 1 1269,3-16-101,-3 7 0,-1 4 101,1-2 0,-1 2 0,1 0 0,0-3 0,1 1 0,-1 2 0,0 8 0,0 5 0,0-1 0,1-5 0,1 2 0,2-2 0,4 4 0,2 3 0,1-10 2934,2-8-2934,4 2 0,4 6 0,-1-7 0,2-5 0,7 2 0,6 6 0,-4-7 0,-2-5 0,2-3 0,9 2 0,1-1 0,-6-3-325,-10-3 1,2-1 324,7 1 0,8 2 0,3 0 0,-2 0 0,-8-2 0,-7-1 0,0-1 0,9 0 0,9 1 0,3 0 0,-4-2 0,-12 0 0,-1-1 0,5-2 0,8 1 0,-3 0 0,-6 2 0,-4 0-1,9-1 1,-8 1 0,4 1 0,-3 1 0,-8 0 0,-2 1 1638,3 0 0,1 2-1244,4 3 0,-4-1 1028,-9-3-1422,7 3 0,2 2 0,6 6 0,-2-3 0,2 4-3277,-3 1 2020,-12-8-260,10 7 0,-2-1 1517,-12-10 0,16 13 0,0 0 0,-12-11-677,6 4 1,5 3 0,-5-5 676,-6-4 0,15 4 0,10 4 0,-7-4 0,-2-4 349,-3-1 1,7 2 0,3 0 0,-3-1-350,3-3 0,-1-1 0,0 0 0,-2 2 0,1-1 0,1 1 0,0-2 0,2 0 0,1 0 0,-3 0 0,4 1 0,-2-1 0,-1 1 0,-8-3 0,-2 1 0,4-1 0,-1 1 0,4-1 0,0 0 0,-2 0 0,-5 0 0,-3-2 0,0 1 0,4 0 0,7 0 0,2 0 0,-2 1 0,-7-2 0,-3 1 0,-1-1 0,5 0 0,8 1 0,3-1 0,-4 0 0,-7 0 0,-10 0 0,2 0 0,7-1 0,9-1 0,5 0 0,0 0 0,-4-1 0,-9 2 0,-4-1 0,-1-1 0,6 0 0,10-1 0,4-1 0,0 1 0,-5-1 0,-11 1 881,6-3-881,1 3 0,7-2 0,-7-1 0,-15-2 0,-5 0 3158,8-14-3158,-8 4 0,-5-3 0,-7-2 0,-5 0 0,-4-6-1214,4-2 0,2 3 1214,1 18 1026,0-9 1,0-2-1027,1-10 0,1 11 0,1-4 0,0-4 0,-2 5 0,0 0 0,1 4 0,0-1 0,0-12 0,0-1 0,-2 4 0,0 2 0,2 4 0,0 0 0,-3-2 0,-1-3 0,0 7 3276,0 3-2646,-4-11 1,0 3 2645,3 17-1638,-6-16 0,-1-1-1406,3 10-1871,-4-12 1,-1 1-1639,6 11 2235,-4-9 0,-1-1 1042,4 8-29,-5-6 1,-5-2 28,1 7 0,-1 1 0,4 3 0,-3-1 0,-7 1 0,-6-1 0,5 4-577,-8-1 577,9 5 0,-5-2 0,-2 0 0,2 1 0,-4 0 0,1 1 0,0 0 0,2 1 0,0-1 0,-2 1 0,-3-1 0,-3 0 0,1 0 0,8 2 1371,-8-2-1371,11 3 0,-7-1 0,0-1 0,3 2 0,-9 0 0,2-1 0,11 2 0,1-1 0,-1 1 0,-5 1 0,0 1 0,6 1 0,7 1 61,-8 0-61,21-4 650,8-16-650,-1-7 0,1 0 3276,-2-7 0,-7 6-3244,-4-5-32,1 7 606,-10 1-606,1 17 0,-4 0 0,-10-1 0,-6 0 0,3 1-737,6 0 0,-1 0 737,-3 1 0,-7 0 0,2 1 0,9 2 0,7 1 0,-5-1 0,-6-2 0,7 1 0,10 2 0,-2-6 0,3-2 0,16-11-539,-2 3 539,5-3 1431,-4 3-1431,1-5 0,-5-12 0,1 18 0,-3-1 0,-2 5 0,-4-5 0,2 4 0,-1 0 0,-4-4-1639,1 2 1,2 2-1287,5 7 2345,-7-7 0,-1-2 580,5 7-1639,-6-6 1,1-1 763,4 7 875,-4-5 0,-3-2 0,-8-6 0,-2 0 0,6 5 0,1 2 0,8 10-326,-12-9 1,-1 0 325,11 11 0,-13-9 0,1 1 0,15 7 0,-8-4 0,-1-1 0,1 0 0,-2-2 0,-6-1 0,19 9 1638,-7-3 0,-4 0-1361,-4 2 0,1 0 1856,-10-4-2133,6 3 0,-5-1 0,8 3 3276,9 2-2184,-10-4 0,-6-2 0,6 2-860,7 3-232,-8-5 0,-1-2 0,-6-4 0,3 1 0,-3 1 0,2 2 0,11 5 0,-7-1 0,-6-1 0,7 2 0,6 2 0,-12-2 0,-4 0 0,13 3 0,2 0 0,0-1 0,0 1-1639,-12-1 1,3 0-1639,8 0 1638,-11-1 1,1 0 919,14 4-374,-6-2 1,-7-1 0,7 2 1080,8 1-722,-11-1 1,-7 0 0,7 1 733,9 2 0,-8 0 0,-7 1 0,8 0 0,11 2-173,-24 5 1,1 0 172,23-5 1014,-12 2 1,-3 1-1015,5 0 0,3-1 3034,-5-1-3034,0 1 0,-4 2 0,7-2 3276,9-2-2856,-9 2 0,-7 1 1,6-1-421,5-2 0,-15 4 0,0 0 0,15-4 0,-18 3-1960,11-2 1960,6 0 0,-2-3 0,0 1 0,4 0-686,-2-2 1,-1 0 685,8 0 0,-11 0 0,19-1 0,-2 0 0</inkml:trace>
  <inkml:trace contextRef="#ctx0" brushRef="#br0" timeOffset="53221">23234 15985 24575,'7'-16'0,"10"-11"0,-7 11 0,5-3 0,4 1 0,5-3 0,1 0 0,-2 2 0,5-4 0,0 2-206,-7 4 0,3-1 1,1 1-1,-2 4 206,13 0 0,-4 4 0,-4-1 0,2 4 0,7 2 0,-8 1 0,-11-1 0,15 3 0,11 0 0,-10 0 203,-14 0-203,14 2 0,9 1 0,-10 0 0,-17-1 0,19 4 0,-4-1 0,-25-4 0,12 3 0</inkml:trace>
  <inkml:trace contextRef="#ctx0" brushRef="#br0" timeOffset="53708">24096 15590 24575,'-8'22'0,"0"1"0,0 2 0,1-3 0,4-12 0,-1 12 0,4-14 0,1 4 0,1-12 0,4-13 0,0-12 0,0 4 0,-4-9 0,-5 13 0,0 2 0,8 4 0,27 17 0,-13-3 0,16 3 0,-2-1 0,-18-2 0,15 0 0,-2 1 0,-18-2 0,16 4 0,-25-4 0,-19 2 0,1-1 0,-8 1 0,-2 1 0,-10 2-770,3 1 0,14-4 1,19-4-1</inkml:trace>
  <inkml:trace contextRef="#ctx0" brushRef="#br0" timeOffset="54572">24976 15483 24575,'-24'24'0,"1"-5"0,-2 0 0,6-5 0,1-1 0,-2 1 0,1 0 0,-1 2 0,7-7 0,13-12 0,7-15 0,5 1 0,3-5 0,1-1 0,2-1 0,-1 2 0,-7 7 0</inkml:trace>
  <inkml:trace contextRef="#ctx0" brushRef="#br0" timeOffset="54855">24638 15520 24575,'1'29'0,"0"0"0,3 2 0,4-4 0,7-12 0,2-3 0,7 10 0,3-4 0,0-4 0,-13-7 0,14 5 0,1 0 0,-14-6 0,9 3 0,-1-1 0,-13-6 0,23 2 0,-4-13 0,2 6 0,-12-6 0,-3 0 0,-8 6 0,5-6 0</inkml:trace>
  <inkml:trace contextRef="#ctx0" brushRef="#br0" timeOffset="55156">25062 15578 24575,'9'20'0,"1"1"0,-1 1 0,8 0 0,2-3 0,-2-8-1639,11 7 1,1 0-1639,-6-10 1638,9 5 1,-3-3-1639,-14-8 3236,9 2 0,-2 0 41,-13-3 0,12 0 0,-19-14 0,-1-16 0,-1 8 260,1-3 1,1 3-1,-1 15 1,1-12 0</inkml:trace>
  <inkml:trace contextRef="#ctx0" brushRef="#br0" timeOffset="55372">25215 15610 24575,'-16'16'0,"1"1"0,-8 5 0,2-2-3277,4-2 0,-10 7 2810,18-19 467,5 1 1490,2-6-1490,18-5 0,-6-2 0,7 1 0</inkml:trace>
  <inkml:trace contextRef="#ctx0" brushRef="#br0" timeOffset="56023">25477 15661 24575,'4'31'0,"-2"-4"0,0 3 0,3-1 0,0 0 0,-3 2 0,2-1 0,5-3 0,1-3 0,-2-2 0,3 1 0,0-3 0,-4-10 0,3 6 0,-7-14 0,-2-5 0,1-4 0,-2-10 0,0-4 0,1 1 0,-1-1 0,0 0 0,1-1-1639,-1-7 1,1 3-1639,-1 13 2829,-1-12 1,1-2 447,-2 9-1639,0-5 1,1 1 598,-1 6 436,1-3 1,1 0 603,0 8 2883,2-23-2883,0 25 530,6-5-530,5 13 0,-1 6 0,4 2 3276,-5 19-1143,-7-4-2133,3 2 2626,-6-3-2626,0-12 1525,-5 1-1525,-13-6 0,2-6 0,-13-3 0,14 1 0,-12-8 0,10-1 0,-3-2-3277,8-9 0,8 15 3219,4-6 1,0 13-1,2-1 1</inkml:trace>
  <inkml:trace contextRef="#ctx0" brushRef="#br0" timeOffset="56340">25786 15573 23403,'5'16'0,"-1"5"0,-1 0 0,0-4-1639,0 15 1,1-1-1639,-4-20 2153,4 17 0,0 1 1124,-2-14 954,3 4 0,1-2-954,-2-7 184,5-4-184,-4-6 3276,9-20-1794,-4 3 0,1-1-1482,-2 1 0,1 0-656,0-2 1,-1 3-1,-5 7 1,-2 7 0</inkml:trace>
  <inkml:trace contextRef="#ctx0" brushRef="#br0" timeOffset="56539">26062 15725 8191,'0'11'0,"4"3"3276,0-5-1489,1 2 1031,-2-22-2818,-6-11 0,-1-2-505,-1 0 1,2 17 0,2 5-1</inkml:trace>
  <inkml:trace contextRef="#ctx0" brushRef="#br0" timeOffset="56745">25967 15506 24575,'10'4'0,"-1"-1"0,-7-2 0,3 8 0,-4-6 0,3 5 0</inkml:trace>
  <inkml:trace contextRef="#ctx0" brushRef="#br0" timeOffset="57341">26237 15601 24575,'-3'12'0,"0"12"0,3-7 0,5 16 0,16-6 0,-8-7 0,8-5 0,1-4 0,-6-7-1639,8 1 1,1-1-1639,-6-7 1638,16-1 1,2 0 1048,-8-2-261,7-2 1,-1 1 850,-13 4 0,11-7 0,-25 6 0,3 0 0,-11 2 0</inkml:trace>
  <inkml:trace contextRef="#ctx0" brushRef="#br0" timeOffset="62055">24702 16189 24575,'34'1'0,"-12"0"0,2 0 0,8 0 0,5-1 0,-3 1-1639,-1 0 1,3 0 1281,-7-1 0,7 0 1,4 0-1,-1 0 1,-2 0-1,-7 0-438,-3 0 1,-4 0 0,6 0 794,-2 0 0,7 0 0,3 0 0,5 0 0,0 0 0,1 0 0,-1 0 0,-4 0 0,-3 0 0,-7 0-578,6 0 1,-6 0-1,6 0 578,-6 0 0,5 0 0,5 0 0,3 0 0,2 0 0,1 0 0,-2 0 0,-3 0 0,-3 0 0,-5 0 0,-8 0-1377,6 0 1,-2 0 1376,0 0 0,7 0 0,3 0 0,1 0 0,-5 0 0,-8 0 0,-1 1 0,-4 0 678,8 0 0,0 0-678,3 1 0,-5 1 2184,-4-1-2184,5 1 0,-3 1 3214,-13-3-3214,25 4 3276,-2-5-2403,-11 1 1,-1 0-866,15-1-8,-10 0 0,-4 0 0,-12 0 0,20 0 0,-22 0 501,6 0-501,-7 0 0,4 0 0,-5 0 0,0 0 0,-1 0 0,-3 0 0,1 0 0</inkml:trace>
  <inkml:trace contextRef="#ctx0" brushRef="#br0" timeOffset="62472">26911 16177 24575,'-7'29'0,"0"0"0,7-18 0,-3-3 0,2-6 0,-1-4 0,0-1 0</inkml:trace>
  <inkml:trace contextRef="#ctx0" brushRef="#br0" timeOffset="63120">28523 15426 24575,'6'35'0,"0"0"0,-2 3 0,-1 2 0,-1-8-3277,-2-10 2464,0 10 0,0 5 813,0-9 0,1-3 1488,-1 5-1488,1-6 0,-1 5 0,1-7 796,-1-8-796,2 12 0,0-2 0,-1-15 0,9 20 0,-9-25 0,5 3 0</inkml:trace>
  <inkml:trace contextRef="#ctx0" brushRef="#br0" timeOffset="63721">28736 15848 24575,'7'17'0,"0"-3"0,-3-7 0,3-1 0,-1 1 0,0-4 0,0-1 0,18-12 0,-7 3-1639,8-5 1,0 0-1639,-9 2 1638,9-4 1,-2 1 148,-14 9 1173,20-14 317,-25 15 0,4-7 0,-8 6 0,-10-13 0,-11 4 3276,4-3-2725,-5 8 1,-1 4-552,8 2 1638,-6 0 0,0 1 1635,2 5-3273,3-1 710,0 4-710,12-2 0,-5 0 0,5-2 0,2-2 0</inkml:trace>
  <inkml:trace contextRef="#ctx0" brushRef="#br0" timeOffset="64523">29098 15795 24575,'-29'7'0,"-2"4"0,23-6 0,-2 5 0,6-3 0,4 1 0,0-3 0,6 5 0,-5-6 0,14 6 0,-10-7 0,17 2 0,-2-7 0,9-5 0,-9 1 0,5-15 0,-14 1 0,2-2 0,-5-7 0,-7 20 0,0-8 0,-1 21 0,5 25 0,-2 8 0,-1-18 0,1 1 0,-2 6 0,-1-4 0,0-10 0,-1 10 0,0 0 0,-1-9 0,-7 6 0,-4 0 0,-7-2 0,4-4 0,-1-2 0,-1-2 0,1-8 0,7-12 0,-3-12 0,3-5 0,4 3 0,8 10 0,-2 13 0,3-1 0</inkml:trace>
  <inkml:trace contextRef="#ctx0" brushRef="#br0" timeOffset="64791">29344 15812 24575,'7'13'0,"4"12"0,0-9 0,0 4 0,-4-10 0,-4-8 0,-8-9 0,4 5 0,-6-7 0</inkml:trace>
  <inkml:trace contextRef="#ctx0" brushRef="#br0" timeOffset="65409">29516 15710 24575,'-14'3'0,"-3"1"0,1 4 0,2-3 0,6 1 0,9-4 0,4 1 0,17 1 0,-8 0 0,23 0 0,-25-1 0,24 3 0,-28-3 0,16 6 0,-8-1 0,-5 2 0,2 2 0,-17-3 0,-15 4 0,6-4-3277,-15 3 0,21-9 3047,-9 5 230,22-8 0,-10 2 0,13-3 0</inkml:trace>
  <inkml:trace contextRef="#ctx0" brushRef="#br0" timeOffset="65674">29762 15676 24575,'23'1'0,"-9"0"0,11 3 0,-18-4 0,21 3 0,-17-4 0,17-4 0,-8-6-3277,-3-2 2457,-4 1 1,-10 5 0,-3 6 0</inkml:trace>
  <inkml:trace contextRef="#ctx0" brushRef="#br0" timeOffset="65957">29878 15421 24575,'5'20'0,"-1"1"0,2 10 0,-2-3 0,-1-14 0,1 10 0,0 0 0,-1-6-1639,-1 18 1,1 2-1639,1-15 1638,-3 15 1,1-5-1639,-1-24 5064,1 13-1787,-1-19 0,4 2 0,0-5 0,9-11 0,-9 8 0,5-8 0</inkml:trace>
  <inkml:trace contextRef="#ctx0" brushRef="#br0" timeOffset="66124">30028 15782 24575,'2'17'0,"1"3"0,0-8 0,0-1 0,8-17 0,-7 2 0,4-7 0,-8 9 0</inkml:trace>
  <inkml:trace contextRef="#ctx0" brushRef="#br0" timeOffset="66275">30093 15731 24575,'-2'12'0,"1"-2"0</inkml:trace>
  <inkml:trace contextRef="#ctx0" brushRef="#br0" timeOffset="66774">30204 15669 24575,'0'18'0,"-3"8"0,3-5 0,-3 11 0,3-14 0,0 0 0,0-6 0,7-11 0,4-2 0,9-7 0,-6 4 0,-2-3 0,-4-5 0,1-10 0,-1 5 0,0-19 0,-7 25 0,-1-14 0,-3 12 0,-5 4 0,2 4 0,-11 9 0,13-2 0,-7 3 0,11-4 0</inkml:trace>
  <inkml:trace contextRef="#ctx0" brushRef="#br0" timeOffset="67525">27932 15585 24575,'6'21'0,"0"1"0,3 11 0,-2-8 0,-1 0 0,-2-6 0,-1 2 0,2 9 0,1 4 0,-1-4 0,-2-10 0,0 1 0,1 13 0,2 6 0,-2-11 0,-2-15 0,2 19 0,1-1 0,-3-22 0,4 22 0,-2-40 0,1 4 0,0-14 0,-1-2 0,0 3-1639,-1-16 1,-2 0-1639,-1 18 3231,0-11 0,0 4 0,0 17 0,0-2 0</inkml:trace>
  <inkml:trace contextRef="#ctx0" brushRef="#br0" timeOffset="68392">28025 15397 24575,'25'-9'0,"1"0"0,-1 0 0,-6 1 0,2 1 0,6-1 0,9-2 0,2 1 0,-2 0 0,-8 2-1639,-5 1 1,2-1 1310,-3 3 0,7-2 0,6-1 1,3 0-1,2-1 0,1 1 1,-1 0-1,-2 0 0,-4 1 1,-6 1-766,11-1 1,-8 2 0,9-1 936,-14 1 1,5-1 0,3-1 0,3 0 0,2 0 0,1-1 0,0 1 0,-1-1-1,-2 2 1,-3-1 0,-3 2 0,-5 1-21,6-1 1,-8 3 0,1-1-1,7-1 176,-5 1 0,4-2 0,4 1 0,4-2 0,1 1 0,2-1 0,1 0 0,-1 1 0,0-1 0,-3 1 0,-2 1 0,-3 0 0,-4 0-536,6 1 1,-5 1-1,-2 0 1,1 0-1,6 0 536,-6-1 0,4-1 0,4 0 0,1 0 0,1 0 0,1 0 0,-2-1 0,-1 1 0,-3 1 0,-4-1 0,-4 2 173,9-1 0,-7 1 0,4 0-173,-3-1 0,4-1 0,2 0 0,0 0 0,-4 1 0,-4-1 385,6 1 1,-1-1-386,-4 1 0,4-1 0,3 0 0,-1 0 0,-3 0 0,2-1 0,-2 1 0,-2-1 0,-2 1 1148,8-1 0,0-1-1148,0-2 0,5-1 0,-3 2 0,-17 10 0,-21 14 0,-5 4 0,12 3 0,-1 0 1638,-14 2 0,-5 1-1577,2 0 0,-1 4 1,0-1-1,2-8-61,0 1 0,0 5 0,-4 10 0,1 1 0,3-9 0,2 2 0,2-7 0,-2 7 0,1-1 0,2-7 0,2 0 0,0 7 0,0 1 837,4-14 1,1 0-838,1 5 0,1 2 0,3 7 0,-1-2 0,5 5-1633,-2-2 1633,-8-25 0,-1 2 0,-21 1 936,15-4-936,-18-1 0,-11-1 0,7-2-1326,4 0 1326,-3-2 0,-13 1 0,-3 0 0,1 0 0,9-1 1150,5 0 1,-1-1-1151,6 0 0,-6 0 0,-5-1 0,-3 1 0,-3 0 0,1-1 0,-1 1 0,3-1 0,3 0 0,5 1-820,-7-1 1,6 0 0,-1 0 0,-6 0 693,9-1 0,-4 1 1,-3-1-1,-3 1 1,-2-1-1,0 1 1,0-1-1,0 0 0,2 1 1,3-1-1,4 1 1,3-1-677,-7 1 0,7 0 0,0-1 0,-8 1 802,11-1 0,-4 0 0,-3 0 0,-3 0 0,-2-1 0,-1 1 0,-2-1 0,-1 1 0,0-1 0,0 1 0,2-1 0,0 1 0,2-1 0,3 1 0,3 0 0,2 0-267,-8-1 0,6 1 1,2 0-1,0 0 1,-3 0-1,-5-1 267,8 2 0,-3-1 0,-3 0 0,-2 0 0,-2 0 0,-1 0 0,-1 0 0,-1 0 0,0 0 0,0 1 0,1-1 0,1 1 0,2-1 0,2 1 0,2 0 0,3 1-111,-10 0 0,3 0 0,2 1 1,2 0-1,1 0 0,-1 0 1,0 0 110,-2-1 0,0 1 0,-1-1 0,2 0 0,0 0 0,2 1 0,2-1 452,-5 3 0,2 0 1,4-1-1,4 1-452,-10 1 2927,19-3-2927,-5 1 0,3 1 0,13-4 3276,-10 1-2176,7-6-1100,2 3 0,-5-5 0,10 7 0,-3-1 0</inkml:trace>
  <inkml:trace contextRef="#ctx0" brushRef="#br0" timeOffset="77028">18735 14984 24575,'-5'-13'0,"2"3"0,2 3 0,1-5 0,0 5 0,0-17 0,-4 2 0,3 0 0,-5-10 0,4 20 0,-1-13 0,0 14 0,0-6 0,1 6 0,-4-11 0,4 9 0,-5-15 0,2 12 0,-3-17 0,3 15 0,0-1 0,1-1 0,0-7 0,0 3 0,1-8 0,2 25 0,0-14 0,1 4 0,1-3 0,3-7 0,-1 11 0,4 1 0,-2 7 0,17-6 0,-4 4 0,2 1 0,2 1 0,8-3 0,-2 2 0,1 1 0,-1 1-1639,-3 0 1,-1 2-1639,-11 4 2474,17-5 803,-20 6 0,12-2 0,-15 2 0,2 0 0</inkml:trace>
  <inkml:trace contextRef="#ctx0" brushRef="#br0" timeOffset="78099">18985 14175 24575,'0'20'0,"2"4"0,0-12 0,3 10 0,-2-12 0,1 10 0,1-5 0,-1 1 0,1 0 0,-3-3 0,1-2 0,-1-5 0,-1-5 0,2-17 0,1 6 0,-1-21 0,0 6 0,-3 0 0,1-1 0,-1 11 0,2 3 0,1 5 0,7 11 0,9-1 0,2 4 0,-3-4 0,-7 0 0,-9 0 0,-5 0 0,-7 12 0,3-9 0,-10 21 0,13-18 0,-6 9 0,10-10 0,-1-1 0,1-3 0,1 2 0,1-5 0,-2-1 0,-5 0 0,3 0 0,-4 0 0</inkml:trace>
  <inkml:trace contextRef="#ctx0" brushRef="#br0" timeOffset="79280">24529 12467 24575,'-34'9'0,"10"-3"0,5 2 0,1-1 0,7-1 0,-11 6 0,19-8 0,3 0 0,2-2 0,11 2 0,9 0 0,4 0 0,4 3-1500,3-1 1,-2 1 1499,-12 1-441,8 6 441,-19-4 0,4 9 0,-7-3 0,0 2 0,-8 1 0,-1-10 0,-9 8 0,6-12 0,-8 6 0,-3 0 0,-1-5 0,-7 4 0,-2 1 0,0-4 0,-8-1 0,1-1 0,3-1 1461,3-3 0,3-1-1461,14-4 518,0 0-518,11-18 0,3 5 0,0-7-3277,7 7 0,-3 12 0,26-4 1787,-21 6 883,14 0 0,0 0 0,-17 2 1,16-1-1</inkml:trace>
  <inkml:trace contextRef="#ctx0" brushRef="#br0" timeOffset="79668">24764 12528 24575,'6'16'0,"3"10"0,1 9 0,-2-7 0,-2-9 0,-2-1 0,-1-8-3277,5 12 0,-6-16 1328,4 9 1949,-7-20 1719,-8-11-1719,-6-11 0,3 3 0,2 8 0</inkml:trace>
  <inkml:trace contextRef="#ctx0" brushRef="#br0" timeOffset="80349">24867 12449 24575,'17'0'0,"11"0"0,4 4 0,-1 7 0,-5-3 0,-17 11 0,-7-13 0,0 17 0,-3-16 0,0 12 0,-4-12 0,-17 9 0,6-8 0,-5 1 0,-2-1 0,1-3-1639,-9 1 1,1 0-1639,10-3 3162,1 0 0,-1 0-1218,-6-3 1333,14 0 0,-15 0 0,29 0 0,10-5 0,6 3 0,16-3 0,3-1 0,-9 3 0,-1 2 0,8-1 0,1 0 0,-4 1-1005,2 3 0,-1 1 1005,-1-2 0,1 1 0,-2 0-332,-1 3 1,-7 1 331,-11 3 0,-4 8 0,-9-5 3276,-8 12-1752,-6-3-1524,3-6 0,-8-2 0,0-2 0,8-7 0,-12 6 0,-1-2 0,8-7-836,-6 4 0,2 0 836,5-4 0,-11 3 878,10-4-878,0-4-3277,-7-4 2017,12 2 1080,3-12 180,7 12 0,5-11 0,-2 13 0,3-2 0</inkml:trace>
  <inkml:trace contextRef="#ctx0" brushRef="#br0" timeOffset="80834">25254 12460 24217,'-26'13'0,"4"-2"0,0 0 0,2-1 89,-1-1 0,8 0-89,36 5 0,7-3 0,7-1 0,-9-2 0,3 0 0,1 0 0,-2 0-405,2 0 1,0 0 0,-1 1 404,2 3 0,0 0 0,-8 0-163,-5 9 163,-2-1 84,-15-8-84,-4-8 0,-13 2 0,1-3 0,-9 0 0,-3 0 0,1-1 0,-1 0 26,-8 2 1,-2 0-27,1 2 0,-3 0 0,4 1-1020,5-2 0,0 0 1020,-2 2 0,-3 1 0,8-1 0,8-3 0,-4 3 0</inkml:trace>
  <inkml:trace contextRef="#ctx0" brushRef="#br0" timeOffset="82167">19034 14256 24575,'0'14'0,"0"7"0,0-3 0,1-2 0,-1-4 0,2-13 0,-9-10 0,-3-3 0,-1-1 0,1 4 0,8 10 0,1-1 0,1 3 0</inkml:trace>
  <inkml:trace contextRef="#ctx0" brushRef="#br0" timeOffset="84570">25828 16598 24575,'4'30'0,"-1"-10"0,2 2 0,-1 2 0,0 3 0,0-1 0,4 8 0,-5-4 0,0-3 0,2-13 0,-2 14 0,1-19 0,-2 3 0,-2-10 0,0-1 0,-3-4 0</inkml:trace>
  <inkml:trace contextRef="#ctx0" brushRef="#br0" timeOffset="85340">25547 16625 24575,'9'-7'0,"2"-7"-3277,10-9 0,-9 7 1638,12-2 1,2 2 175,-6 7 623,13-7 0,1 1 840,-14 8-464,11-2 1,0 2 463,-10 4 1629,6-1 0,1 1-1629,-3 3 0,4 4 0,-13 1 2166,-3 7-2166,-8 1 0,-2 12 0,-3-11 0,-7 4 0,-1-1 0,3-9-51,-13 12 0,-1 1 51,6-10-1639,-11 9 1,0 0 973,12-11 665,-6 4 0,1 0 0,10-6 3276,3 8-2610,16-8 1129,4-1-1795,16 8 3276,-16-8 0,13 10-3044,-19-12-232,3 3 0,7-5 0,-8 0 0,17-1 0,-16-5 0,-1 1 0,-5-3 0,-7 3 0,0 1 0,0 1 0</inkml:trace>
  <inkml:trace contextRef="#ctx0" brushRef="#br0" timeOffset="85905">26118 16668 24575,'17'0'0,"-8"0"0,9 0 0,-2 0 0,-3-1-3277,22-4 0,-29 1 0,29-3 1787,-32 3 1490,16-1 0,-17-2 0,5 1 0,-10-5 3276,0 7-2015,-15-2-1261,8 6 0,-12 3 0,1 0 0,7-2-752,-13 6 0,0 2 752,14-4 0,-16 9 0,24-10 0,2 4 0,10 8 0,2-2 0,1 3 0,13-3 0,-14-9 0,9 1 0,1 1 0,-8-3 0,10 0 0,-1 0 0,-11-2 422,27 5-422,-28-6 0,15 5 0,-18-6 0,1 2 0,-4-2 0</inkml:trace>
  <inkml:trace contextRef="#ctx0" brushRef="#br0" timeOffset="86694">26320 16569 24575,'-3'6'0,"-2"8"0,2 4 0,9 17 0,-5-14 0,9-3 0,1-3 0,-5-8 0,9 6 0,3 0 0,-2-6 0,5 3 0,2-2 0,10-5 0,-3 0 0,0-7 0,-23 1-3277,6-6 0,-11 5 2426,1-20 851,-5 12-1639,-1-9 1,-1-1 584,0 9-394,-6-12 0,-1 1 1448,5 13 0,-10-18 0,-1-2 0,10 17-637,-7-11 0,1 1 637,8 16 0,-10-17 0,13 18 0,-4-6 2266,12 28-2266,0-1 0,1 5 0,0 2 0,5 3 0,-4 2 0,1 3 0,-2-9 0,0-1 1638,-2 0 0,1 1-1582,1 5 0,-2-5 3220,-2-14-3084,6 24 3084,-7-26 0,5 8-3044,-5-11-232,7 1 0,1-5 0,16-5 0,-13 4 0,6-3 0</inkml:trace>
  <inkml:trace contextRef="#ctx0" brushRef="#br0" timeOffset="87409">26740 16592 24575,'12'21'0,"-1"1"0,-1-4-1639,4 8 1,-3-2-1639,-7-16 1328,9 20 1949,-11-22 1719,5 0-1719,-7-12-3277,-7-25 2017,4 18 1260,-8-14 0,0 0 0,7 14-1517,-9-17 0,2 0 1517,7 19 0,-2-11 0,2 0 0,5 10 3034,3-5-3034,0 8 0,8 21 0,2 7 0,3 3 1638,-2-1 0,-1 2-1008,2 2 1,-2-1-631,-4-2 1638,5 2 0,0 0 1638,-3-9-3044,7 2-232,7-22-843,-15 4 843,11-17 0,-7-2 0,-3 1 0,1-6 0,-1-3 0,-7 7 0,-1 1 0,3-3 0,-1 2 0,-5-1 0,-2 5 0,-3 9 0,-6-11 0,4 16 0,-2-4 0,7 7 0</inkml:trace>
  <inkml:trace contextRef="#ctx0" brushRef="#br0" timeOffset="87906">27104 16619 24575,'12'-3'0,"-5"0"0,10-2 0,3-4 0,-3 3 0,10-9 0,-21 10 0,13-13 0,-16 12 0,1-11 0,-13 9 0,-16 0 0,9 7-1639,-4 7 1,2 1-1639,9-3 3026,-9 9 1,2 2 250,8-3 0,-7 16 0,18-2-3277,8-3 2107,-2-4 3055,15-1-1885,-18-14 219,24 8-219,-6-7 0,0 1 0,10-2 0,-23-6 0,11-1 0,-17 1 0,4-1 0</inkml:trace>
  <inkml:trace contextRef="#ctx0" brushRef="#br0" timeOffset="88190">27346 16628 24575,'10'24'0,"3"1"0,-7-19 0,15 10 0,-11-10-3277,25 3 0,-24-6 1638,11-5 1,-1-1-1639,-11 0 3972,20-15-695,-24 13 0,-2-25 0,-7 19 3276,-7-22-2556,-7 19-720,6-1 0,-1 9 0,11 4 0</inkml:trace>
  <inkml:trace contextRef="#ctx0" brushRef="#br0" timeOffset="88458">27634 16606 24575,'3'11'0,"3"14"0,-1-13 0,1 13 0,-2-18 0,2 3 0,-2-7-3277,12 1 0,-11-3 1731,22-15 1546,-18 6 0,8-5 0,0-1 0,-6 3 0,15-13 0,-22 14 0,3-1 0,-7 7 0</inkml:trace>
  <inkml:trace contextRef="#ctx0" brushRef="#br0" timeOffset="88924">27905 16638 24575,'-3'17'0,"4"2"0,0-1 0,12 3 0,3-12 0,-2 1 0,6-5 0,3-6 0,-9 1 0,5-4 0,-1-1 0,-11 2 0,13-6 0,-17 8 0,5-1 0,-1 2 0,10 0 0,-7 0-3277,18-8 0,-22 4 3047,14-6-1319,-1 0 1549,-8 4 0,13-9 0,-18 11 0,1-2 0</inkml:trace>
  <inkml:trace contextRef="#ctx0" brushRef="#br0" timeOffset="89091">28290 16589 24575,'6'22'0,"3"2"0,-5-17 0,7 9 0,7-7 0,-4-1-820,11-4 1,-20-4 0,5 0 0</inkml:trace>
  <inkml:trace contextRef="#ctx0" brushRef="#br0" timeOffset="91159">24235 15009 24575,'27'-3'0,"5"-1"0,8 1 0,-2-1-1093,-12 2 1,-1 1 0,4-2 545,0 1 1,3-1 0,3 0 0,1 0 0,-3 0 0,-3 0-333,5-1 0,-3 1 0,3 0 879,-5 0 0,4 1 0,1-1 0,0 1 0,-2 0 0,-5 0 0,10-2 0,-2 1 0,2 1 0,3 0 0,-15 0 2479,-21 0-2479,0 2 1437,-4 0-1437,-8 3 0,4-1 0,-1-1 0</inkml:trace>
  <inkml:trace contextRef="#ctx0" brushRef="#br0" timeOffset="94358">24486 15295 24575,'4'19'0,"1"-6"0,0 13 0,2-4 0,-3-2 0,0 0 0,3 7 0,-2 0 0,1 3 0,1-3 0,0 1 0,1 6 0,-1 0 0,0-8 0,-1-1 0,2 11 0,-2-4-3277,-5-19 2533,3 6 0,1 4 700,-3-2 1,1 2 43,2 8 0,1 0-244,-2-4 1,1 1 243,3 5 0,3 3 0,-3-10-2572,-2-10 2572,3 9 0,2 4 0,4 0 0,0 1-808,0 0 1,0 1 807,-4-9 0,0 0 0,1 1 0,1 5 0,1 1 0,-4-6-1,-3-3 1,2 6 0,4 8 0,-3-6 0,-2-3 0,0-1 0,2 7 0,0 0 0,-2-5-252,2 6 252,0-4 0,3 7 0,0 0 0,-4-9 0,-1 2 0,6 5 0,4 7 0,-4-10 1090,-6-14-1090,7 12 0,3 3 0,-3-10 0,1-2 0,-4-4 0,1-1 0,5 6 0,3 1 0,-3-3 0,7-2 0,0 0 0,4 3 0,-4-4 0,1-3 0,0 2 0,6 2 0,-7-3-72,-2-2 72,4 2 0,6 2 0,-4-1 0,-9-4 0,0 1-1093,12 3 1,6 2 0,-7-2 929,2 1 163,-7-7 0,7 2 0,0-1 0,-7-2-1716,4 1 1716,-4-1 0,6 0 0,-3-1 1625,-4-2 1,-1-2-1626,-2 1 0,0-2 58,7 1 1,-1-3-59,4-10 3276,-18 2-1633,6-15-1643,-14 18 3276,20-19-922,-17 20-2354,5-8 0,-12 15 0,-4-1 0,-2 7 0,2-6 0,-4 16 0,4-13 0,-1 12 0,2-2 0,0-7 0,-1 20 0,1-19 0,0 9 0,1-16 0,-4-23 0,3 10 0,-4-11 0,0-1 0,3 11 0,-5-20 0,6 25 0,-1-3 0,1 12-3277,1 16 0,0-8 2310,1 23 967,-1-25 0,6 18 0,0-15 0,0-2 0,-2-13 0,-10-21 0,0 3 3276,-6-14-133,4 20-3143,1 1 1102,13 10-1102,0 7 0,26 8 0,-2-1 0,0 0-3277,4 3 2423,-2-5 0,0 0 854,0 0 0,-11-3 0,-1 1 0,-4 0 0,-14 3 0,6-3 0,-20 14 0,10-13 0,-11 8 0,-10 0 0,14-10 0,-17 6 0,0 0 0,13-7 1638,-14 1 0,1 0 71,18-3-1709,1-9 0,13 4 0,18-13 0,-19 12 0,6-8 0,-13 14 0,-2-1 0,6 3 0,-3-1 0,23-8 0,-11 4 0,9-2 0,-19 5 0,1 2 0,-16 5 0,8-4 0,-9 3 0,13-7 0,7 0 0,16-3 0,-5 1 0,9-1 0,-25 3 0,5 0 0,-21 4 0,6-3-3277,-17 7 0,17-7 2947,-15 5 330,20-4 0,-7-9 0,9 3 0,-1-5 0,-5 6 3276,5 2 0,-2 6-2944,6-6-332,0 3 0,0-10 0,0 3 0,-1-1 0,-2 4 0,-1 2 0,0 5 0,5 4 0,-1-1-820,20 8 1,-14-12 0,10 4 0</inkml:trace>
  <inkml:trace contextRef="#ctx0" brushRef="#br0" timeOffset="95009">27872 17541 24575,'31'0'0,"-1"0"0,-5-2 0,0 0 0,1-1 0,1-1 0,1-2 0,-2 0-1038,5-1 0,0-1 1038,4-5 0,-4 1 667,-12-1-667,2-1 0,-2-1 0,-7 7 0,16-16-3277,-11 11 466,-5 3 1172,8-5 1,-1-1 614,-10 9 344,15-16 1,0-2 679,-12 7-809,4-4 1,5-5-1,-5 4 809,-3 0 0,4-1 0,6-4 0,-5 6 2426,-5 7-2426,2-2 0,5-4 0,-3 5 0,-1 2 3276,11-12-2924,-10 15 2393,-7 4-2745,4 1 0,-8 5 0,-3 1 0</inkml:trace>
  <inkml:trace contextRef="#ctx0" brushRef="#br0" timeOffset="95509">29074 16810 24575,'-3'27'0,"-1"-3"0,1-4-3277,2-11 1867,-4 17 2839,5-4-1429,6 6 762,-5-2-762,16 7 0,-12-27 0,8 8 0,2-12 0,12-10 0,-2-2 0,-5-1 0,-2-1 2496,-4-2-2496,-1-1 0,-2 0 0,-5 3 0,1-7 0,-2-1 0,-9 6 0,-4-18 0,-20 14 0,9 11 0,-1 2 0,0-1 0,0 2-1639,-9 8 1,3 3-1639,7-3 2613,-7 8 1,2 1 663,12-4 0,-14 12 0,27-4 0,-1-8 0,5 3 0</inkml:trace>
  <inkml:trace contextRef="#ctx0" brushRef="#br0" timeOffset="96208">28164 17533 24575,'12'0'0,"4"0"0,7 0 0,1-1 0,6 1 0,1 2 0,-2 0 0,-8-1 0,-3 5 0,1 1 0,10 3 0,-1 0 0,7 0 0,-8-8 0,-3-3 0,2 0 0,4 1-656,-6-2 1,-3 1-1,-14 1 1,5 0 0</inkml:trace>
  <inkml:trace contextRef="#ctx0" brushRef="#br0" timeOffset="96709">29171 17448 24575,'4'36'0,"0"1"0,-1-13 0,2 1 0,0 0 0,2 3 0,-2-6-3277,3 3 0,5 1 4793,-5-16-1516,-4-6 1129,3 2-1129,-5-11 0,-5-1 0,-5-25 3276,4 19-2960,-3-18 1,1-1-317,5 18 0,-2-10 0,0-8 0,0 5 0,0 0 0,1 1 0,-3 2 0,-11 10 0,6 14 0,-7 8 0,0 2 0,2 1-1639,-3 4 1,2 1-1639,8-7 3219,-6 5 1,13-13-1,-2 1 1</inkml:trace>
  <inkml:trace contextRef="#ctx0" brushRef="#br0" timeOffset="97216">27413 17464 23658,'1'33'0,"-1"-1"0,1 1 0,-2 2 0,0-6 0,-1 11 0,-1 2 0,1-3 0,-1-11 0,-1 3 0,1-4 0,0 8 0,0-2 0,1-11 453,2-11-453,5 23 153,-2-29-153,1 4 78,-7-16-78,4-15 0,-4 5 0,7-4 0,-2 17 0</inkml:trace>
  <inkml:trace contextRef="#ctx0" brushRef="#br0" timeOffset="97896">27452 17378 24575,'12'-5'0,"7"-4"0,5-3 0,1 2 0,4-1 0,-2 0-1639,-1-3 1,5 0 1277,-5 5 1,7-2 0,5 1 0,2-1 0,1 0 0,-3 1 0,-3 0 0,-8 2-733,0 0 1,-6 1 0,5-1 890,-1 1 1,4-1 0,3-1 0,3 1 0,0-1 0,1-1 0,-1 1 0,-2 0 201,0-1 0,1 0 0,0 0 0,-1 0 0,0 0 0,-1 0 0,-2 1-311,4-1 0,-3 1 0,-1 1 0,2-2 1,3-1 310,-6 2 0,3-1 0,2-2 0,1 1 0,0-2 0,1 1 0,-1-1 0,-2 1 0,-2 0 0,-3 0-523,7-4 1,-4-1 0,-1 1 0,-2 0 0,1 1 522,4-1 0,0 1 0,-2-1 0,-1-2 0,-3-4 0,-1-3 0,-2 1 0,-7 5 940,-2-3-940,1 3 0,3-4 0,-4 5 3076,-1 1-3076,4 1 0,0 2 3276,-9 8-2810,11-6 0,-1 1 2810,-11 9-1120,17-7-1875,4 7-281,-5 4 0,7-2 0,-14 13 0,-4 3-3072,-5-7 3072,11 20 0,-9 2 0,-1 3 0,-3-8 0,0 5-547,0-3 1,0 8 0,1 2 0,-1 2 0,0-4 0,-1-5 94,0-2 1,-2-4 0,1 5 451,1 2 0,0 8 0,1 2 0,0 0 0,-1-7 0,-2-8-475,0 5 475,5-8 0,5 8 0,2 2 0,-1-3 0,-2-7 0,-3-7 0,1-2 0,7 9 0,4 5 0,1-1 0,-6-6 0,0 3 0,-2-5 0,4 3 0,-5-4 2100,-5-7-2100,7 11 0,-2-1 0,-10-14 3276,3 12-48,-14-11-4867,-11-1 1,-3 0-1023,3 0 2661,-6-2 0,-4-1-1639,-5-2 1,0-1 1008,15-1 0,-4 0 292,-1 0 1,-6 0 0,-7 0 0,-3-1 0,-1 1 0,-1 0 0,4-1 0,3 0 0,7 0 337,-3-1 0,6 0 0,-8 0-145,9 0 0,-4 0 0,-3 0 0,-4 0 0,-2-1 0,-2 1 0,-1 0 1,-2-1-1,1 1 0,-1-1 0,1 0 0,1 1 0,2-1 0,2 0 145,0 0 0,0 0 0,1 0 0,0 0 0,0 0 0,1-1 0,0 1 0,0 0 0,0-1 0,0 1 0,0 0 0,0-1 0,-4 1 0,1-1 0,0 1 0,-1-1 0,1 1 0,0-1 0,0 1 0,0-1 0,0 1 0,0 0 0,1-1 0,-2 1 0,-1 0 0,-1-1 0,0 1 0,0 0 0,2 0 0,2 0 0,1 0 0,3 1 0,4 0 464,-9-1 1,5 1 0,4 1-1,3-1-464,2 1 0,1 0 1475,-9 0 0,5-1-1475,13-1 0,14 0 0,2 1 0</inkml:trace>
  <inkml:trace contextRef="#ctx0" brushRef="#br0" timeOffset="98918">29620 16787 24575,'23'-8'0,"-3"2"0,4-1 0,7-1 0,-1 0-1639,0 2 1,1 1 1261,-3 0 0,4 0 0,0 1 0,-2 0 377,6 1 0,0 1 0,0 0 0,3 0 0,-4 1 0,-6 1 0,-1 0 279,-1 0 1,1 0-1,-5 1-279,2 2 0,-2 2 909,-16 16-909,-6-3 0,0 2 0,2 17 0,-3-9 0,-2 0 0,-1 1 0,2-3 0,1-2 0,2-3 1241,6-2 0,4-4-1241,16-9-360,-5 3 360,5-8-459,-7-1 459,0 0 0,10-1 0,-18 2 0,1 1 0,1 4 0,-4-5 0,5 2 0,-12-5 0</inkml:trace>
  <inkml:trace contextRef="#ctx0" brushRef="#br0" timeOffset="99629">30621 16990 24575,'-6'30'0,"2"2"0,4-23 0,-4 1 0,-4-14 0,1 1 0,-12-15 0,13 13 0,-9-14 0,12 15 0,-1-3 0,7 5 0,11-2 0,10 0 0,6-2 0,-10 2 0,0 0 0,5 1 0,4-3 0,-21 22 0,-7 3 0,-10 13 0,7-17 0,8-16 0,1-7 0,0-3 0,-9 12 0,-13 13 0,8-6 0,-7 9 0,10-11 0,-6-5 0,3-4 0,-7-9 0,7 3 0,0-5 0,7 11 0,-2 0 0</inkml:trace>
  <inkml:trace contextRef="#ctx0" brushRef="#br0" timeOffset="100397">30639 16964 24575,'1'22'0,"0"1"0,0 5 0,1-1 0,-1-22 0,2 7 0,-4-12 0,-9-19 0,1 10-3277,-8-17 0,13 20 3047,-5-4 230,10 8 0,-2-1 0,12 3 0,-3 0 0,17 0 3276,-18 6 0,3 12-3044,-15 4-232,-1-1 0,2-7 0,7-14 0,17-10 0,-10 5 0,16-11 0,-21 12 0,-2-1 0,-2 4 0,-4 1 0</inkml:trace>
  <inkml:trace contextRef="#ctx0" brushRef="#br0" timeOffset="103428">31817 16265 24575,'-8'8'0,"2"1"0,-4 7 0,6 3 0,0 0 0,-1 3 0,1 3 0,4 3 0,6-7 0,2-1 0,-3 9 0,9-6 0,2-4 0,-9-15 0,12 7 0,1-2 0,-10-7 0,14-2 0,1 0 0,-15-1 0,14-7 0,-1-3 0,-9 3-1639,7-12 1,-1-2-1639,-7 5 2114,1-9 0,-3-1 1163,-8 9 0,-1-5 0,-2-4 0,-9 3 0,-2 1 0,5 4 0,-1 1 0,-10-4 0,-1 4 0,-3 11 0,-1 5 0,0 1 0,-2 0 0,-9 10 0,2 2 0,14-6-814,-7 8 1,-5 5-1,6-3 814,9-4-238,-6 8 0,-5 5 1,8-5-1,10-9 1,-3 6-1,-1 0 1</inkml:trace>
  <inkml:trace contextRef="#ctx0" brushRef="#br0" timeOffset="104182">32537 17764 24575,'4'29'0,"-3"-10"-1639,2 3 1,1-1-1639,-3-6 1328,4 11 1949,-4-19 1719,1 2-1719,-17-43 0,10 19 0,-10-15 0,-1 0 0,6 15 0,-10-13 0,3 7 0,-3 3 0,5 1 0,-14 30 0,10 12 0,8-9 0,-1 1 0,-2 1 0,2-3 0,3-6 0,-2 5 0,9-13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207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Caso nuevo: el modelo de comportamiento de una cartera de tarjetas, el que todo banco tiene en producción. El gráfico es el resultado del día: el score de XGBoost ordena a los clientes en cinco grupos y la tasa de default baja de grupo en grupo en los tres años. En 2026 todos los grupos caen más, y eso es lo que discutimos en el Bloque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notebook corre completo en menos de un minuto. La primera vez la Celda 0 instala CatBoost. Antes de clase hay que subir cartera_tarjetas.csv a Clase_9/Data del repositorio; si la descarga falla, los alumnos lo suben a mano a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Pregunta a la clase: después de la Clase 8, ¿descartarían los boostings? Anota las respuestas. Hoy la cartera tiene curvas e interacciones, y la respuesta cambia.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las diez variables. id_cliente y periodo organizan la base, pero no son variables: si el id entrara, el árbol aprendería «el cliente 104 377 cae» y no serviría para nadie nuevo. Insiste en la maduración del target: es una de las preguntas más comunes en entrevistas de riesgos. El diccionario completo está en Clase_9/Data.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Ejercicios 1.1 y 1.3 y demostración 1.2. El mismo cliente aparece en unos 6 meses. Eso no es un problema en sí: el problema es mezclar meses en el corte. En 2026 entran más independientes e informales y sube la utilización; volvemos a esto en el Bloque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Ejercicios 2.1 a 2.3. Los tres eligen árboles chicos. Las diferencias entre configuraciones son de milésimas, así que en Colab puede salir otra profundidad: lo importante es el patrón, no el número exacto. Recuerda que desde aquí el test ya se usó para elegir: el OOT es el único juez justo.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2.4. Gini = 2·AUC − 1 y KS: las métricas que pide un área de riesgos. Los boostings ganan unos 4 puntos de Gini, y entre ellos la diferencia es de milésimas. Elegimos XGBoost por estándar y documentación, no por el tercer decimal. Ojo con el eje del gráfico: empieza en 0.60.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conecta las dos clases. Los datos son sintéticos y el riesgo verdadero tiene un codo en la utilización y una interacción deuda × informal: por eso sabemos que hay estructura no lineal. En la Clase 10 la vamos a encontrar con PDP y SHAP sin mirar cómo se generaron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3.1. Los cortes se calculan en el entrenamiento, la muestra de desarrollo, como en cualquier banco, y se aplican sin tocar a 2025 y 2026. Los infinitos en los bordes garantizan que cualquier probabilidad futura caiga en algún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 central de la pregunta del día: cómo deben ordenar las probabilidades. Ordenar es lo primero (Gini, KS y la tasa por grupo). Concentrar es lo que le da valor de negocio. Calibrar solo importa si la probabilidad se usa como número, por ejemplo en provisiones o en el precio de un crédito.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3.2. Lee la tabla en voz alta. Revisar al 20 % de los clientes encuentra al 70 % de los defaults. De Muy alto a Alto la tasa cae a la cuarta parte: el riesgo vive en la cola. Muy bajo: 8 defaults por cada mil clientes, el grupo donde el banco puede crecer. Calcula el lift a mano: 21.8 / 6.3.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3.3 y ejercicio 3.6. En el OOT, Muy alto ya no tiene el 20 % de los clientes sino el 26.5 %: por eso el eje de la curva va con el porcentaje real acumulado. Los tres boostings capturan entre 74 % y 75 %; la logística, 71 %.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3.4 y demostración 3.5. La función ordena dice «no» en 2026 por una diferencia de 0.01 puntos entre Bajo y Muy bajo. Pregunta a la clase si eso significa que el modelo se rompió. La respuesta está en los intervalos. Esta es la pregunta 4 del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4.1. El PSI mide si cambió la composición de la cartera respecto del desarrollo. En 2026 entraron más independientes e informales y subió la utilización, pero el efecto sobre el reparto entre grupos es chico. Hasta aquí todo parece estable. La siguiente slide muestra lo que el PSI no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4.2. En el test, la probabilidad media y la tasa se parecían. En 2026 el modelo se queda corto en todos los grupos: en Muy alto la tasa real es 1.30 veces la probabilidad. Para ordenar clientes no importa; para provisiones o para el precio de un crédito,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4. Recalibrar es mucho más barato que reentrenar: se ajusta, por ejemplo, el intercepto en log-odds con los meses recientes. En la Clase 14, cuando publiquemos el modelo, el monitoreo mensual va a incluir los tres indicadores.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que respondan antes de mostrar la respuesta, que está completa en el notebook. La 2 es de calculadora; la 5 es la más importante para el parcial. Las que no alcancen quedan de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Repasa la checklist de salida del notebook. La Clase 10 explica este mismo XGBoost: guarden el notebook de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i="1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114300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5.xml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20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548640"/>
            <a:ext cx="292608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RIESGO DE CRÉDITO · CLASE 9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1143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Boostings y lift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en cinco grupos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97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Una cartera de tarjetas, un target de default a 3 meses y un corte 2024 · 2025 · 2026. XGBoost, LightGBM y CatBoost contra la logística, y los cinco grupos de riesgo, de «Muy alto» a «Muy bajo».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0.677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462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Gini de XGBoost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en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75 %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4462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de los defaults de 2026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en el grupo Muy alto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1.30×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4462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tasa real / probabilidad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en Muy alto, 2026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349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Docente  </a:t>
            </a:r>
            <a:r>
              <a:rPr lang="en-US" sz="1200" b="1" dirty="0">
                <a:solidFill>
                  <a:schemeClr val="bg1"/>
                </a:solidFill>
              </a:rPr>
              <a:t>Josef Renato Rodriguez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172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Machine Learning · Programa de Especialización Data Scientist · Sesión 9 de 14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172200" y="914400"/>
          <a:ext cx="54864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Cómo repartimos los 120 minutos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Un caso nuevo de riesgo de crédito, los tres boostings de la Clase 8 y los cinco grupos de riesgo.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949440" cy="2743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cartera, el target a 3 meses y el corte temporal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LightGBM y CatBoost contra la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lift en cinco grupos: cortes, tabla y orden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grupos se mantienen en 2026? PSI y calibración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Cierre: los números del día y preguntas tipo examen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arjeta"/>
          <p:cNvSpPr/>
          <p:nvPr/>
        </p:nvSpPr>
        <p:spPr>
          <a:xfrm>
            <a:off x="7726680" y="2057400"/>
            <a:ext cx="3959352" cy="260604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2194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Qué te llevas hoy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578608"/>
            <a:ext cx="3611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Armar una base de comportamiento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Comparar tres boostings con Gini y 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Cortar el score en cinco grupos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Leer una tabla de lift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Separar orden, estabilidad y calibración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7726680" y="4846320"/>
            <a:ext cx="3959352" cy="146304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501091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El Bloque 3 es el importante: cómo se cortan los grupos y cómo debe ordenar la tasa de default de uno a otro.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E6BF6A3-2A30-5BD7-BCF6-6477043C09EB}"/>
                  </a:ext>
                </a:extLst>
              </p14:cNvPr>
              <p14:cNvContentPartPr/>
              <p14:nvPr/>
            </p14:nvContentPartPr>
            <p14:xfrm>
              <a:off x="1633680" y="3157920"/>
              <a:ext cx="8249760" cy="1881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E6BF6A3-2A30-5BD7-BCF6-6477043C09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4320" y="3148560"/>
                <a:ext cx="8268480" cy="190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LA CLASE 8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Dónde quedamos, y por qué cambiamos de caso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En el banco, ningún boosting le ganó a la logística. ¿Es una regla, o era ese caso?</a:t>
            </a:r>
            <a:endParaRPr lang="en-US" sz="1400" dirty="0"/>
          </a:p>
        </p:txBody>
      </p:sp>
      <p:sp>
        <p:nvSpPr>
          <p:cNvPr id="6" name="tarjeta"/>
          <p:cNvSpPr/>
          <p:nvPr/>
        </p:nvSpPr>
        <p:spPr>
          <a:xfrm>
            <a:off x="502920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 de 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modelos de árboles que le ganaron a la logística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118104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En la campaña del banco, la señal estaba casi toda en «¿ya lo contactamos antes?».</a:t>
            </a:r>
            <a:endParaRPr lang="en-US" sz="1150" dirty="0"/>
          </a:p>
        </p:txBody>
      </p:sp>
      <p:sp>
        <p:nvSpPr>
          <p:cNvPr id="10" name="tarjeta"/>
          <p:cNvSpPr/>
          <p:nvPr/>
        </p:nvSpPr>
        <p:spPr>
          <a:xfrm>
            <a:off x="4288536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 a 11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árboles eligió la parada temprana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118104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Había poco que exprimir: los primeros árboles ya encontraban todo.</a:t>
            </a:r>
            <a:endParaRPr lang="en-US" sz="1150" dirty="0"/>
          </a:p>
        </p:txBody>
      </p:sp>
      <p:sp>
        <p:nvSpPr>
          <p:cNvPr id="14" name="tarjeta"/>
          <p:cNvSpPr/>
          <p:nvPr/>
        </p:nvSpPr>
        <p:spPr>
          <a:xfrm>
            <a:off x="8074152" y="2057400"/>
            <a:ext cx="3611880" cy="187452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219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Hoy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0720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un modelo de riesgo de crédito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118104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Default a 3 meses en una cartera de tarjetas: el modelo que todo banco tiene en producción.</a:t>
            </a:r>
            <a:endParaRPr lang="en-US" sz="1150" dirty="0"/>
          </a:p>
        </p:txBody>
      </p:sp>
      <p:sp>
        <p:nvSpPr>
          <p:cNvPr id="18" name="tarjeta"/>
          <p:cNvSpPr/>
          <p:nvPr/>
        </p:nvSpPr>
        <p:spPr>
          <a:xfrm>
            <a:off x="502920" y="4160520"/>
            <a:ext cx="3611880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3068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Pregunta 1 · ¿Cómo se arma la base?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54296"/>
            <a:ext cx="3246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Una foto por cliente y mes, un target que mira al futuro y un corte 2024 · 2025 · 2026.</a:t>
            </a:r>
            <a:endParaRPr lang="en-US" sz="1200" dirty="0"/>
          </a:p>
        </p:txBody>
      </p:sp>
      <p:sp>
        <p:nvSpPr>
          <p:cNvPr id="21" name="tarjeta"/>
          <p:cNvSpPr/>
          <p:nvPr/>
        </p:nvSpPr>
        <p:spPr>
          <a:xfrm>
            <a:off x="4288536" y="4160520"/>
            <a:ext cx="3611880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71416" y="43068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Pregunta 2 · ¿Aquí sí ganan los boostings?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71416" y="4654296"/>
            <a:ext cx="3246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XGBoost, LightGBM y CatBoost contra la logística, con Gini y KS en un OOT intacto.</a:t>
            </a:r>
            <a:endParaRPr lang="en-US" sz="1200" dirty="0"/>
          </a:p>
        </p:txBody>
      </p:sp>
      <p:sp>
        <p:nvSpPr>
          <p:cNvPr id="24" name="tarjeta"/>
          <p:cNvSpPr/>
          <p:nvPr/>
        </p:nvSpPr>
        <p:spPr>
          <a:xfrm>
            <a:off x="8074152" y="4160520"/>
            <a:ext cx="3611880" cy="16002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57032" y="43068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Pregunta 3 · ¿El score ordena?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4654296"/>
            <a:ext cx="3246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Cinco grupos, de Muy alto a Muy bajo: cómo se cortan y cómo debe bajar la tasa de uno a otro.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D00A20A-6542-01F4-9D95-87748DBCE792}"/>
                  </a:ext>
                </a:extLst>
              </p14:cNvPr>
              <p14:cNvContentPartPr/>
              <p14:nvPr/>
            </p14:nvContentPartPr>
            <p14:xfrm>
              <a:off x="2435040" y="1071720"/>
              <a:ext cx="8049240" cy="2482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D00A20A-6542-01F4-9D95-87748DBCE7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5680" y="1062360"/>
                <a:ext cx="8067960" cy="25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B90C3D6-997B-9CD2-836F-B84CB1E0969C}"/>
                  </a:ext>
                </a:extLst>
              </p14:cNvPr>
              <p14:cNvContentPartPr/>
              <p14:nvPr/>
            </p14:nvContentPartPr>
            <p14:xfrm>
              <a:off x="9441000" y="606960"/>
              <a:ext cx="349560" cy="2437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B90C3D6-997B-9CD2-836F-B84CB1E0969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25160" y="543600"/>
                <a:ext cx="3808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3BF2B97-2A76-02DB-B660-6D1A8FD01533}"/>
                  </a:ext>
                </a:extLst>
              </p14:cNvPr>
              <p14:cNvContentPartPr/>
              <p14:nvPr/>
            </p14:nvContentPartPr>
            <p14:xfrm>
              <a:off x="9828000" y="742680"/>
              <a:ext cx="9360" cy="248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3BF2B97-2A76-02DB-B660-6D1A8FD0153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12160" y="679320"/>
                <a:ext cx="406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9D0076C-C909-7CBE-B356-FAE3FBB46C92}"/>
                  </a:ext>
                </a:extLst>
              </p14:cNvPr>
              <p14:cNvContentPartPr/>
              <p14:nvPr/>
            </p14:nvContentPartPr>
            <p14:xfrm>
              <a:off x="1653480" y="6165360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9D0076C-C909-7CBE-B356-FAE3FBB46C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37640" y="610200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DAD669A-D0D1-B42F-1F5E-D84DAAF1300C}"/>
                  </a:ext>
                </a:extLst>
              </p14:cNvPr>
              <p14:cNvContentPartPr/>
              <p14:nvPr/>
            </p14:nvContentPartPr>
            <p14:xfrm>
              <a:off x="1700280" y="141120"/>
              <a:ext cx="10285200" cy="65743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DAD669A-D0D1-B42F-1F5E-D84DAAF1300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90920" y="131760"/>
                <a:ext cx="10303920" cy="659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1 · DATOS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Una foto por cliente y mes, diez variables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54 600 filas, 8 986 clientes, de 2024-01 a 2026-06. Datos sintéticos con reglas de riesgo realistas.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675120" cy="412394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id_cliente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· no entra al 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B8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periodo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de la foto · para cortar, no para predecir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ingreso_mensual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soles · 5.2 % vacío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antiguedad_meses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con el banco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utilizacion_tc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/ línea de la tarjeta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dias_atraso_max_6m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peor atraso de los últimos 6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num_consultas_3m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en la central de riesgos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ratio_deuda_ingreso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total / 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tipo_empleo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 · independiente · informal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arjeta"/>
          <p:cNvSpPr/>
          <p:nvPr/>
        </p:nvSpPr>
        <p:spPr>
          <a:xfrm>
            <a:off x="7406640" y="2057400"/>
            <a:ext cx="4279392" cy="219456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El target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default_3m = 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1089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si el cliente llega a 90 o más días de atraso en alguno de los 3 meses siguientes a la foto.</a:t>
            </a:r>
            <a:endParaRPr lang="en-US" sz="1250" dirty="0"/>
          </a:p>
        </p:txBody>
      </p:sp>
      <p:sp>
        <p:nvSpPr>
          <p:cNvPr id="11" name="tarjeta"/>
          <p:cNvSpPr/>
          <p:nvPr/>
        </p:nvSpPr>
        <p:spPr>
          <a:xfrm>
            <a:off x="7406640" y="4434840"/>
            <a:ext cx="4279392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458114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Por qué termina en 2026-06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4928616"/>
            <a:ext cx="39136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Hoy es octubre de 2026. La foto de junio necesita julio, agosto y septiembre para saber si cayó: las fotos de julio en adelante todavía no tienen target.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47DC69E-2D0F-E20E-28A8-C880F0954B76}"/>
                  </a:ext>
                </a:extLst>
              </p14:cNvPr>
              <p14:cNvContentPartPr/>
              <p14:nvPr/>
            </p14:nvContentPartPr>
            <p14:xfrm>
              <a:off x="1995840" y="70920"/>
              <a:ext cx="10105920" cy="6617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47DC69E-2D0F-E20E-28A8-C880F0954B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6480" y="61560"/>
                <a:ext cx="10124640" cy="663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1 · DATOS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El corte temporal: 2024 · 2025 · 2026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La tasa ronda el 6 % dos años y salta en 2026. El OOT es un año más difícil.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6949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arjeta"/>
          <p:cNvSpPr/>
          <p:nvPr/>
        </p:nvSpPr>
        <p:spPr>
          <a:xfrm>
            <a:off x="502920" y="5120640"/>
            <a:ext cx="224028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" y="5212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Entrenamiento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55046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2024-01 a 2024-12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21 600 filas · 6.1 %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ajustar modelos y fijar los cortes</a:t>
            </a:r>
            <a:endParaRPr lang="en-US" sz="1050" dirty="0"/>
          </a:p>
        </p:txBody>
      </p:sp>
      <p:sp>
        <p:nvSpPr>
          <p:cNvPr id="10" name="tarjeta"/>
          <p:cNvSpPr/>
          <p:nvPr/>
        </p:nvSpPr>
        <p:spPr>
          <a:xfrm>
            <a:off x="2880360" y="5120640"/>
            <a:ext cx="224028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44952" y="5212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044952" y="55046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2025-01 a 2025-12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21 600 filas · 6.3 %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parada temprana e hiperparámetros</a:t>
            </a:r>
            <a:endParaRPr lang="en-US" sz="1050" dirty="0"/>
          </a:p>
        </p:txBody>
      </p:sp>
      <p:sp>
        <p:nvSpPr>
          <p:cNvPr id="13" name="tarjeta"/>
          <p:cNvSpPr/>
          <p:nvPr/>
        </p:nvSpPr>
        <p:spPr>
          <a:xfrm>
            <a:off x="5257800" y="5120640"/>
            <a:ext cx="224028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22392" y="5212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OOT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22392" y="55046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2026-01 a 2026-06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11 400 filas · 9.7 %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el juez final: se mira una vez</a:t>
            </a:r>
            <a:endParaRPr lang="en-US" sz="1050" dirty="0"/>
          </a:p>
        </p:txBody>
      </p:sp>
      <p:sp>
        <p:nvSpPr>
          <p:cNvPr id="16" name="tarjeta"/>
          <p:cNvSpPr/>
          <p:nvPr/>
        </p:nvSpPr>
        <p:spPr>
          <a:xfrm>
            <a:off x="7680960" y="2057400"/>
            <a:ext cx="4005072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82128" y="2221992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93 %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7882128" y="280720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de las filas del test son de clientes ya vistos en 2024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3118104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Es normal en un modelo de comportamiento.</a:t>
            </a:r>
            <a:endParaRPr lang="en-US" sz="1150" dirty="0"/>
          </a:p>
        </p:txBody>
      </p:sp>
      <p:sp>
        <p:nvSpPr>
          <p:cNvPr id="20" name="tarjeta"/>
          <p:cNvSpPr/>
          <p:nvPr/>
        </p:nvSpPr>
        <p:spPr>
          <a:xfrm>
            <a:off x="7680960" y="4069080"/>
            <a:ext cx="4005072" cy="219456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Por qué no un corte aleatorio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45720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Con train_test_split, la foto de marzo de un cliente quedaría en entrenamiento y la de abril en test. El modelo «predice» a un cliente que acaba de ver, y el test se ve mejor de lo que va a funcionar en el futuro.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3E2AE97-4EB2-4357-A8F2-5C012B25D3AB}"/>
                  </a:ext>
                </a:extLst>
              </p14:cNvPr>
              <p14:cNvContentPartPr/>
              <p14:nvPr/>
            </p14:nvContentPartPr>
            <p14:xfrm>
              <a:off x="734040" y="343800"/>
              <a:ext cx="11190240" cy="6437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3E2AE97-4EB2-4357-A8F2-5C012B25D3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680" y="334440"/>
                <a:ext cx="11208960" cy="645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2 · MODELAR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Tres boostings, cada uno con parada temprana en 2025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Se entrena en 2024; el test de 2025 decide cuándo parar y qué hiperparámetro usar.</a:t>
            </a:r>
            <a:endParaRPr lang="en-US" sz="1400" dirty="0"/>
          </a:p>
        </p:txBody>
      </p:sp>
      <p:sp>
        <p:nvSpPr>
          <p:cNvPr id="6" name="tarjeta"/>
          <p:cNvSpPr/>
          <p:nvPr/>
        </p:nvSpPr>
        <p:spPr>
          <a:xfrm>
            <a:off x="502920" y="2057400"/>
            <a:ext cx="3611880" cy="4206240"/>
          </a:xfrm>
          <a:prstGeom prst="roundRect">
            <a:avLst>
              <a:gd name="adj" fmla="val 151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XGBoost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crece por niveles · one-hot de tipo_empleo · NaN nativos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3383280"/>
          <a:ext cx="3200400" cy="164592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04088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Gana con árboles de 2 niveles: con 6, el entrenamiento sube y el test baja.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4288536" y="2057400"/>
            <a:ext cx="3611880" cy="4206240"/>
          </a:xfrm>
          <a:prstGeom prst="roundRect">
            <a:avLst>
              <a:gd name="adj" fmla="val 15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9704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LightGBM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489704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crece por hojas · min_child_samples = 50 · el más rápido</a:t>
            </a:r>
            <a:endParaRPr lang="en-US" sz="115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9704" y="3383280"/>
          <a:ext cx="3200400" cy="1316736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489704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31 hojas (el valor por defecto) memoriza más y generaliza menos.</a:t>
            </a:r>
            <a:endParaRPr lang="en-US" sz="1200" dirty="0"/>
          </a:p>
        </p:txBody>
      </p:sp>
      <p:sp>
        <p:nvSpPr>
          <p:cNvPr id="16" name="tarjeta"/>
          <p:cNvSpPr/>
          <p:nvPr/>
        </p:nvSpPr>
        <p:spPr>
          <a:xfrm>
            <a:off x="8074152" y="2057400"/>
            <a:ext cx="3611880" cy="4206240"/>
          </a:xfrm>
          <a:prstGeom prst="roundRect">
            <a:avLst>
              <a:gd name="adj" fmla="val 15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CatBoost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árboles simétricos · tipo_empleo en texto · estadísticas ordenadas</a:t>
            </a:r>
            <a:endParaRPr lang="en-US" sz="11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3383280"/>
          <a:ext cx="3200400" cy="987552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827532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Más lento, pero sin codificar nada.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C179486-E702-EC06-9C39-606815C05347}"/>
                  </a:ext>
                </a:extLst>
              </p14:cNvPr>
              <p14:cNvContentPartPr/>
              <p14:nvPr/>
            </p14:nvContentPartPr>
            <p14:xfrm>
              <a:off x="768240" y="1453320"/>
              <a:ext cx="10670040" cy="4155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C179486-E702-EC06-9C39-606815C053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880" y="1443960"/>
                <a:ext cx="10688760" cy="417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2 · EVALUAR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Aquí sí: los boostings le ganan a la logística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Unos 4 puntos de Gini en 2026. Y los tres boostings empatan entre sí.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6675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057400"/>
          <a:ext cx="4279392" cy="192024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arjeta"/>
          <p:cNvSpPr/>
          <p:nvPr/>
        </p:nvSpPr>
        <p:spPr>
          <a:xfrm>
            <a:off x="7406640" y="4160520"/>
            <a:ext cx="4279392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589520" y="430682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El Gini casi no baja en 2026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4654296"/>
            <a:ext cx="3913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XGBoost: 0.682 en 2025, 0.677 en 2026. El score sigue ordenando aunque la tasa subió.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7406640" y="5303520"/>
            <a:ext cx="4279392" cy="96012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589520" y="53035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Campeón: XGBoost. LightGBM y CatBoost quedan como retadores.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E2DAC81-6410-0B17-FB6F-C65F46C751AD}"/>
                  </a:ext>
                </a:extLst>
              </p14:cNvPr>
              <p14:cNvContentPartPr/>
              <p14:nvPr/>
            </p14:nvContentPartPr>
            <p14:xfrm>
              <a:off x="1740600" y="1555560"/>
              <a:ext cx="10181880" cy="4892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E2DAC81-6410-0B17-FB6F-C65F46C751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240" y="1546200"/>
                <a:ext cx="10200600" cy="491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2 · POR QUÉ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¿Por qué aquí sí y en la Clase 8 no?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Un modelo más complejo solo gana si hay estructura que el simple no ve.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183112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del banco (Clase 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Tarjetas de crédito (hoy)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señal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toda en una variable binaria: ¿ya lo contactamos?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e interacciones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contactado antes: 75 % de éxito contra 40 %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riesgo se dispara cuando la utilización pasa de ~60 %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deuda alta pesa más en los informales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 (AUC OOT)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boosting (AUC OOT)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0.704: empate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0.838: +4 puntos de 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arjeta"/>
          <p:cNvSpPr/>
          <p:nvPr/>
        </p:nvSpPr>
        <p:spPr>
          <a:xfrm>
            <a:off x="502920" y="5120640"/>
            <a:ext cx="548640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2669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 logística no ve curvas</a:t>
            </a:r>
            <a:endParaRPr lang="en-US" sz="1300" dirty="0"/>
          </a:p>
        </p:txBody>
      </p:sp>
      <p:sp>
        <p:nvSpPr>
          <p:cNvPr id="6" name="Text 6"/>
          <p:cNvSpPr txBox="1"/>
          <p:nvPr/>
        </p:nvSpPr>
        <p:spPr>
          <a:xfrm>
            <a:off x="685800" y="5614416"/>
            <a:ext cx="5120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 las variables tal cual, cada una suma una recta en log-odds. Para ver el codo de la utilización habría que crear tramos a mano.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6199632" y="5120640"/>
            <a:ext cx="5486400" cy="1143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52120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En riesgos, ganar 4 puntos de Gini con las mismas variables justifica un modelo de árboles, si se puede explicar. Eso es la Clase 10.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322AD43-8910-0A2C-7902-718C3E1988DA}"/>
                  </a:ext>
                </a:extLst>
              </p14:cNvPr>
              <p14:cNvContentPartPr/>
              <p14:nvPr/>
            </p14:nvContentPartPr>
            <p14:xfrm>
              <a:off x="1678320" y="2644920"/>
              <a:ext cx="9058320" cy="3291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322AD43-8910-0A2C-7902-718C3E1988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8960" y="2635560"/>
                <a:ext cx="9077040" cy="330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3 · CORTES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Cinco grupos: los quintiles de 2024, fijos para siempre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Cada grupo tiene el 20 % de los clientes del entrenamiento. Los cortes se guardan con el modelo.</a:t>
            </a:r>
            <a:endParaRPr lang="en-US" sz="1400" dirty="0"/>
          </a:p>
        </p:txBody>
      </p:sp>
      <p:sp>
        <p:nvSpPr>
          <p:cNvPr id="6" name="grupo-0"/>
          <p:cNvSpPr/>
          <p:nvPr/>
        </p:nvSpPr>
        <p:spPr>
          <a:xfrm>
            <a:off x="502920" y="2057400"/>
            <a:ext cx="1737360" cy="658368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057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Muy alto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2377440" y="2057400"/>
            <a:ext cx="365760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0574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probabilidad </a:t>
            </a:r>
            <a:r>
              <a:rPr lang="en-US" sz="1300" b="1" dirty="0">
                <a:solidFill>
                  <a:schemeClr val="tx2"/>
                </a:solidFill>
              </a:rPr>
              <a:t>p ≥ 0.0897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05740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4"/>
                </a:solidFill>
              </a:rPr>
              <a:t>20 % en 2024</a:t>
            </a:r>
            <a:endParaRPr lang="en-US" sz="1100" dirty="0"/>
          </a:p>
        </p:txBody>
      </p:sp>
      <p:sp>
        <p:nvSpPr>
          <p:cNvPr id="11" name="grupo-1"/>
          <p:cNvSpPr/>
          <p:nvPr/>
        </p:nvSpPr>
        <p:spPr>
          <a:xfrm>
            <a:off x="502920" y="2843784"/>
            <a:ext cx="1737360" cy="658368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437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Alto</a:t>
            </a:r>
            <a:endParaRPr lang="en-US" sz="1500" dirty="0"/>
          </a:p>
        </p:txBody>
      </p:sp>
      <p:sp>
        <p:nvSpPr>
          <p:cNvPr id="13" name="tarjeta"/>
          <p:cNvSpPr/>
          <p:nvPr/>
        </p:nvSpPr>
        <p:spPr>
          <a:xfrm>
            <a:off x="2377440" y="2843784"/>
            <a:ext cx="365760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8437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probabilidad </a:t>
            </a:r>
            <a:r>
              <a:rPr lang="en-US" sz="1300" b="1" dirty="0">
                <a:solidFill>
                  <a:schemeClr val="tx2"/>
                </a:solidFill>
              </a:rPr>
              <a:t>0.0298 a 0.0897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843784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4"/>
                </a:solidFill>
              </a:rPr>
              <a:t>20 % en 2024</a:t>
            </a:r>
            <a:endParaRPr lang="en-US" sz="1100" dirty="0"/>
          </a:p>
        </p:txBody>
      </p:sp>
      <p:sp>
        <p:nvSpPr>
          <p:cNvPr id="16" name="grupo-2"/>
          <p:cNvSpPr/>
          <p:nvPr/>
        </p:nvSpPr>
        <p:spPr>
          <a:xfrm>
            <a:off x="502920" y="3630168"/>
            <a:ext cx="1737360" cy="658368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6301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Medio</a:t>
            </a:r>
            <a:endParaRPr lang="en-US" sz="1500" dirty="0"/>
          </a:p>
        </p:txBody>
      </p:sp>
      <p:sp>
        <p:nvSpPr>
          <p:cNvPr id="18" name="tarjeta"/>
          <p:cNvSpPr/>
          <p:nvPr/>
        </p:nvSpPr>
        <p:spPr>
          <a:xfrm>
            <a:off x="2377440" y="3630168"/>
            <a:ext cx="365760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0320" y="36301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probabilidad </a:t>
            </a:r>
            <a:r>
              <a:rPr lang="en-US" sz="1300" b="1" dirty="0">
                <a:solidFill>
                  <a:schemeClr val="tx2"/>
                </a:solidFill>
              </a:rPr>
              <a:t>0.0195 a 0.0298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63016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4"/>
                </a:solidFill>
              </a:rPr>
              <a:t>20 % en 2024</a:t>
            </a:r>
            <a:endParaRPr lang="en-US" sz="1100" dirty="0"/>
          </a:p>
        </p:txBody>
      </p:sp>
      <p:sp>
        <p:nvSpPr>
          <p:cNvPr id="21" name="grupo-3"/>
          <p:cNvSpPr/>
          <p:nvPr/>
        </p:nvSpPr>
        <p:spPr>
          <a:xfrm>
            <a:off x="502920" y="4416552"/>
            <a:ext cx="1737360" cy="658368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416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Bajo</a:t>
            </a:r>
            <a:endParaRPr lang="en-US" sz="1500" dirty="0"/>
          </a:p>
        </p:txBody>
      </p:sp>
      <p:sp>
        <p:nvSpPr>
          <p:cNvPr id="23" name="tarjeta"/>
          <p:cNvSpPr/>
          <p:nvPr/>
        </p:nvSpPr>
        <p:spPr>
          <a:xfrm>
            <a:off x="2377440" y="4416552"/>
            <a:ext cx="365760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60320" y="44165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probabilidad </a:t>
            </a:r>
            <a:r>
              <a:rPr lang="en-US" sz="1300" b="1" dirty="0">
                <a:solidFill>
                  <a:schemeClr val="tx2"/>
                </a:solidFill>
              </a:rPr>
              <a:t>0.0142 a 0.0195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41655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4"/>
                </a:solidFill>
              </a:rPr>
              <a:t>20 % en 2024</a:t>
            </a:r>
            <a:endParaRPr lang="en-US" sz="1100" dirty="0"/>
          </a:p>
        </p:txBody>
      </p:sp>
      <p:sp>
        <p:nvSpPr>
          <p:cNvPr id="26" name="grupo-4"/>
          <p:cNvSpPr/>
          <p:nvPr/>
        </p:nvSpPr>
        <p:spPr>
          <a:xfrm>
            <a:off x="502920" y="5202936"/>
            <a:ext cx="1737360" cy="658368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5202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Muy bajo</a:t>
            </a:r>
            <a:endParaRPr lang="en-US" sz="1500" dirty="0"/>
          </a:p>
        </p:txBody>
      </p:sp>
      <p:sp>
        <p:nvSpPr>
          <p:cNvPr id="28" name="tarjeta"/>
          <p:cNvSpPr/>
          <p:nvPr/>
        </p:nvSpPr>
        <p:spPr>
          <a:xfrm>
            <a:off x="2377440" y="5202936"/>
            <a:ext cx="365760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52029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probabilidad </a:t>
            </a:r>
            <a:r>
              <a:rPr lang="en-US" sz="1300" b="1" dirty="0">
                <a:solidFill>
                  <a:schemeClr val="tx2"/>
                </a:solidFill>
              </a:rPr>
              <a:t>p &lt; 0.0142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520293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4"/>
                </a:solidFill>
              </a:rPr>
              <a:t>20 % en 2024</a:t>
            </a:r>
            <a:endParaRPr lang="en-US" sz="1100" dirty="0"/>
          </a:p>
        </p:txBody>
      </p:sp>
      <p:sp>
        <p:nvSpPr>
          <p:cNvPr id="31" name="tarjeta"/>
          <p:cNvSpPr/>
          <p:nvPr/>
        </p:nvSpPr>
        <p:spPr>
          <a:xfrm>
            <a:off x="6355080" y="2057400"/>
            <a:ext cx="5330952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2194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 código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2560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cortes = np.quantile(p_ent, [0.2, 0.4, 0.6, 0.8])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bordes = np.r_[-np.inf, cortes, np.inf]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 = pd.cut(p, bordes, labels=BANDAS, right=False)</a:t>
            </a:r>
            <a:endParaRPr lang="en-US" sz="1050" dirty="0"/>
          </a:p>
        </p:txBody>
      </p:sp>
      <p:sp>
        <p:nvSpPr>
          <p:cNvPr id="34" name="tarjeta"/>
          <p:cNvSpPr/>
          <p:nvPr/>
        </p:nvSpPr>
        <p:spPr>
          <a:xfrm>
            <a:off x="6355080" y="4023360"/>
            <a:ext cx="2560320" cy="196596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4169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El riesgo vive en la cola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4517136"/>
            <a:ext cx="21945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Los cuatro grupos de abajo caben entre 0 y 0.090. Muy alto va de 0.090 hasta casi 1.</a:t>
            </a:r>
            <a:endParaRPr lang="en-US" sz="1200" dirty="0"/>
          </a:p>
        </p:txBody>
      </p:sp>
      <p:sp>
        <p:nvSpPr>
          <p:cNvPr id="37" name="tarjeta"/>
          <p:cNvSpPr/>
          <p:nvPr/>
        </p:nvSpPr>
        <p:spPr>
          <a:xfrm>
            <a:off x="9098280" y="4023360"/>
            <a:ext cx="2587752" cy="196596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81160" y="4169664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Nunca qcut cada mes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4517136"/>
            <a:ext cx="222199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Cada grupo tendría siempre el 20 %: el cambio desaparece y el mismo cliente cambia de grupo sin razón.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195ED6B-5E60-EFDB-9F7B-60E5E160BAF0}"/>
                  </a:ext>
                </a:extLst>
              </p14:cNvPr>
              <p14:cNvContentPartPr/>
              <p14:nvPr/>
            </p14:nvContentPartPr>
            <p14:xfrm>
              <a:off x="190800" y="240120"/>
              <a:ext cx="11351160" cy="63831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195ED6B-5E60-EFDB-9F7B-60E5E160BA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440" y="230760"/>
                <a:ext cx="11369880" cy="640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3 · ORDEN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Cómo debe ordenar un buen score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Tres pruebas, de la más importante a la más fina. Las tres se miran en cada muestra.</a:t>
            </a:r>
            <a:endParaRPr lang="en-US" sz="1400" dirty="0"/>
          </a:p>
        </p:txBody>
      </p:sp>
      <p:sp>
        <p:nvSpPr>
          <p:cNvPr id="6" name="tarjeta"/>
          <p:cNvSpPr/>
          <p:nvPr/>
        </p:nvSpPr>
        <p:spPr>
          <a:xfrm>
            <a:off x="502920" y="2057400"/>
            <a:ext cx="3611880" cy="27432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prueba-1"/>
          <p:cNvSpPr/>
          <p:nvPr/>
        </p:nvSpPr>
        <p:spPr>
          <a:xfrm>
            <a:off x="704088" y="2240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Orden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971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La tasa de default baja de grupo en grupo: Muy alto &gt; Alto &gt; Medio &gt; Bajo &gt; Muy bajo.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Si se invierte arriba, el score no sirve. Si se invierte abajo, con pocos defaults, se vigila.</a:t>
            </a:r>
            <a:endParaRPr lang="en-US" sz="1150" dirty="0"/>
          </a:p>
        </p:txBody>
      </p:sp>
      <p:sp>
        <p:nvSpPr>
          <p:cNvPr id="12" name="tarjeta"/>
          <p:cNvSpPr/>
          <p:nvPr/>
        </p:nvSpPr>
        <p:spPr>
          <a:xfrm>
            <a:off x="4288536" y="2057400"/>
            <a:ext cx="3611880" cy="27432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prueba-2"/>
          <p:cNvSpPr/>
          <p:nvPr/>
        </p:nvSpPr>
        <p:spPr>
          <a:xfrm>
            <a:off x="4489704" y="22402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970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02936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Concentración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2971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Muy alto junta la mayoría de los defaults: lift mucho mayor que 1 y captura alta.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89704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Es lo que hace útil al modelo: revisar al 20 % y encontrar al 70 % de los que caen.</a:t>
            </a:r>
            <a:endParaRPr lang="en-US" sz="1150" dirty="0"/>
          </a:p>
        </p:txBody>
      </p:sp>
      <p:sp>
        <p:nvSpPr>
          <p:cNvPr id="18" name="tarjeta"/>
          <p:cNvSpPr/>
          <p:nvPr/>
        </p:nvSpPr>
        <p:spPr>
          <a:xfrm>
            <a:off x="8074152" y="2057400"/>
            <a:ext cx="3611880" cy="27432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prueba-3"/>
          <p:cNvSpPr/>
          <p:nvPr/>
        </p:nvSpPr>
        <p:spPr>
          <a:xfrm>
            <a:off x="8275320" y="224028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88552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Calibración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971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La probabilidad media de cada grupo se parece a su tasa real.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Necesaria si la PD se usa para provisiones o precios, no solo para ordenar.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83480"/>
          <a:ext cx="11183112" cy="1280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 del 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observada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20 % con mayor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más 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mucho mayor que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· Medio · 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 baja en cada 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1 o menos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20 % con menor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más 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5B3BD9C-F4DF-677B-1384-21F10BE9356E}"/>
                  </a:ext>
                </a:extLst>
              </p14:cNvPr>
              <p14:cNvContentPartPr/>
              <p14:nvPr/>
            </p14:nvContentPartPr>
            <p14:xfrm>
              <a:off x="1155240" y="488880"/>
              <a:ext cx="9138600" cy="56534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5B3BD9C-F4DF-677B-1384-21F10BE935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5880" y="479520"/>
                <a:ext cx="9157320" cy="567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3 · LIFT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La tabla de lift del test 2025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Tasa de la cartera: 6.3 %. XGBoost con los cortes de 2024.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675120" cy="252374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acum.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4 348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7360920" y="2011680"/>
          <a:ext cx="4343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arjeta"/>
          <p:cNvSpPr/>
          <p:nvPr/>
        </p:nvSpPr>
        <p:spPr>
          <a:xfrm>
            <a:off x="502920" y="4800600"/>
            <a:ext cx="2148840" cy="146304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" y="49651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70 %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555040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de los defaults en Muy alto</a:t>
            </a:r>
            <a:endParaRPr lang="en-US" sz="1250" dirty="0"/>
          </a:p>
        </p:txBody>
      </p:sp>
      <p:sp>
        <p:nvSpPr>
          <p:cNvPr id="11" name="tarjeta"/>
          <p:cNvSpPr/>
          <p:nvPr/>
        </p:nvSpPr>
        <p:spPr>
          <a:xfrm>
            <a:off x="2788920" y="4800600"/>
            <a:ext cx="2148840" cy="146304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8"/>
          <p:cNvSpPr txBox="1"/>
          <p:nvPr/>
        </p:nvSpPr>
        <p:spPr>
          <a:xfrm>
            <a:off x="2990088" y="49651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3.48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2990088" y="555040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lift de Muy alto</a:t>
            </a:r>
            <a:endParaRPr lang="en-US" sz="1250" dirty="0"/>
          </a:p>
        </p:txBody>
      </p:sp>
      <p:sp>
        <p:nvSpPr>
          <p:cNvPr id="14" name="tarjeta"/>
          <p:cNvSpPr/>
          <p:nvPr/>
        </p:nvSpPr>
        <p:spPr>
          <a:xfrm>
            <a:off x="5074920" y="4800600"/>
            <a:ext cx="2103120" cy="146304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76088" y="496519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0.78 %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5276088" y="55504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tasa de Muy bajo</a:t>
            </a:r>
            <a:endParaRPr lang="en-US" sz="1250" dirty="0"/>
          </a:p>
        </p:txBody>
      </p:sp>
      <p:sp>
        <p:nvSpPr>
          <p:cNvPr id="17" name="tarjeta"/>
          <p:cNvSpPr/>
          <p:nvPr/>
        </p:nvSpPr>
        <p:spPr>
          <a:xfrm>
            <a:off x="7360920" y="4937760"/>
            <a:ext cx="4325112" cy="13258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43800" y="502920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Ordena: la tasa baja en cada grupo. Y la p media se parece a la tasa (20.0 % contra 21.8 % en Muy alto).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01A6279-304E-8CAF-BCB6-E5EE20BC58EF}"/>
                  </a:ext>
                </a:extLst>
              </p14:cNvPr>
              <p14:cNvContentPartPr/>
              <p14:nvPr/>
            </p14:nvContentPartPr>
            <p14:xfrm>
              <a:off x="34560" y="642600"/>
              <a:ext cx="10873440" cy="5227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01A6279-304E-8CAF-BCB6-E5EE20BC58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00" y="633240"/>
                <a:ext cx="10892160" cy="524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3 · CAPTURA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Curva de captura, y qué modelo concentra más riesgo arriba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Cada modelo con sus propios cortes de 2024, evaluado en el OOT 2026.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56692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400800" y="201168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arjeta"/>
          <p:cNvSpPr/>
          <p:nvPr/>
        </p:nvSpPr>
        <p:spPr>
          <a:xfrm>
            <a:off x="6400800" y="4937760"/>
            <a:ext cx="5285232" cy="13258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50292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De cada 100 clientes que caen en 2026, el boosting pone unos 3 más que la logística en el grupo que el banco vigila. Es el Gini del Bloque 2, en lenguaje de negocio.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D428F21-859C-446C-C274-6682CB963E1F}"/>
                  </a:ext>
                </a:extLst>
              </p14:cNvPr>
              <p14:cNvContentPartPr/>
              <p14:nvPr/>
            </p14:nvContentPartPr>
            <p14:xfrm>
              <a:off x="2347200" y="2351160"/>
              <a:ext cx="9367920" cy="3881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D428F21-859C-446C-C274-6682CB963E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7840" y="2341800"/>
                <a:ext cx="9386640" cy="390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3 · ORDEN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¿Ordena en 2026? Arriba sí; abajo, empate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Prueba estricta más intervalos del 90 %: una inversión con pocos defaults no es una falla.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675120" cy="2743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Intervalo del 90 %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27.20 %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25.89 % a 28.55 %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6.96 %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6.16 % a 7.86 %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2.05 % a 3.19 %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1.13 % a 2.04 %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1.13 % a 2.06 %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arjeta"/>
          <p:cNvSpPr/>
          <p:nvPr/>
        </p:nvSpPr>
        <p:spPr>
          <a:xfrm>
            <a:off x="502920" y="4983480"/>
            <a:ext cx="3246120" cy="1280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1297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Prueba estricta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47725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Entrenamiento: ordena. Test: ordena. OOT: no, por una centésima.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3931920" y="4983480"/>
            <a:ext cx="3246120" cy="1280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0" y="51297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 intervalos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547725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Bajo y Muy bajo se solapan casi por completo: unos 30 defaults en cada uno.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7406640" y="2057400"/>
            <a:ext cx="4279392" cy="4206240"/>
          </a:xfrm>
          <a:prstGeom prst="roundRect">
            <a:avLst>
              <a:gd name="adj" fmla="val 130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Text 11"/>
          <p:cNvSpPr txBox="1"/>
          <p:nvPr/>
        </p:nvSpPr>
        <p:spPr>
          <a:xfrm>
            <a:off x="7589520" y="22128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Cómo se reporta en un banco</a:t>
            </a:r>
            <a:endParaRPr lang="en-US" sz="1350" dirty="0"/>
          </a:p>
        </p:txBody>
      </p:sp>
      <p:sp>
        <p:nvSpPr>
          <p:cNvPr id="15" name="regla-0"/>
          <p:cNvSpPr/>
          <p:nvPr/>
        </p:nvSpPr>
        <p:spPr>
          <a:xfrm>
            <a:off x="7589520" y="2788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2440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Inversión arriba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154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entre Muy alto y Alto: grave. Ahí están los defaults.</a:t>
            </a:r>
            <a:endParaRPr lang="en-US" sz="1200" dirty="0"/>
          </a:p>
        </p:txBody>
      </p:sp>
      <p:sp>
        <p:nvSpPr>
          <p:cNvPr id="18" name="regla-1"/>
          <p:cNvSpPr/>
          <p:nvPr/>
        </p:nvSpPr>
        <p:spPr>
          <a:xfrm>
            <a:off x="7589520" y="3931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92440" y="3886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Inversión abajo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297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con pocos defaults: se anota y se vigila.</a:t>
            </a:r>
            <a:endParaRPr lang="en-US" sz="1200" dirty="0"/>
          </a:p>
        </p:txBody>
      </p:sp>
      <p:sp>
        <p:nvSpPr>
          <p:cNvPr id="21" name="regla-2"/>
          <p:cNvSpPr/>
          <p:nvPr/>
        </p:nvSpPr>
        <p:spPr>
          <a:xfrm>
            <a:off x="7589520" y="50749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92440" y="5029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 se repite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54406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se fusionan los dos grupos de abajo.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293722A-5187-1D7D-D37B-D64726898F34}"/>
                  </a:ext>
                </a:extLst>
              </p14:cNvPr>
              <p14:cNvContentPartPr/>
              <p14:nvPr/>
            </p14:nvContentPartPr>
            <p14:xfrm>
              <a:off x="84960" y="1022400"/>
              <a:ext cx="11189520" cy="4894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293722A-5187-1D7D-D37B-D64726898F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00" y="1013040"/>
                <a:ext cx="11208240" cy="491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4 · PSI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PSI de los grupos en 2026: 0.031, estable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¿Cambió quién está en cada grupo? Se compara el reparto de clientes con el 20 % del entrenamiento.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6675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arjeta"/>
          <p:cNvSpPr/>
          <p:nvPr/>
        </p:nvSpPr>
        <p:spPr>
          <a:xfrm>
            <a:off x="7406640" y="2057400"/>
            <a:ext cx="4279392" cy="15544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240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 = Σ (aᵢ − eᵢ) · ln(aᵢ / eᵢ)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&lt; 0.10 estable · 0.10 a 0.25 vigilar · &gt; 0.25 revisar el modelo</a:t>
            </a:r>
            <a:endParaRPr lang="en-US" sz="1150" dirty="0"/>
          </a:p>
        </p:txBody>
      </p:sp>
      <p:sp>
        <p:nvSpPr>
          <p:cNvPr id="10" name="tarjeta"/>
          <p:cNvSpPr/>
          <p:nvPr/>
        </p:nvSpPr>
        <p:spPr>
          <a:xfrm>
            <a:off x="7406640" y="3794760"/>
            <a:ext cx="2048256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07808" y="39593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0.002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607808" y="4544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test 2025</a:t>
            </a:r>
            <a:endParaRPr lang="en-US" sz="1250" dirty="0"/>
          </a:p>
        </p:txBody>
      </p:sp>
      <p:sp>
        <p:nvSpPr>
          <p:cNvPr id="13" name="tarjeta"/>
          <p:cNvSpPr/>
          <p:nvPr/>
        </p:nvSpPr>
        <p:spPr>
          <a:xfrm>
            <a:off x="9637776" y="3794760"/>
            <a:ext cx="2048256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38944" y="39593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0.031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838944" y="4544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OOT 2026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534924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En 2026 hay algo más de clientes en Muy alto (26.5 %), lejos del umbral de 0.10.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21A0E74-FB91-686B-7149-E75E29C84267}"/>
                  </a:ext>
                </a:extLst>
              </p14:cNvPr>
              <p14:cNvContentPartPr/>
              <p14:nvPr/>
            </p14:nvContentPartPr>
            <p14:xfrm>
              <a:off x="4671000" y="533520"/>
              <a:ext cx="7398000" cy="585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21A0E74-FB91-686B-7149-E75E29C842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61640" y="524160"/>
                <a:ext cx="7416720" cy="587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0175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4 · CALIBRACIÓN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Lo que el PSI no ve: las probabilidades se quedaron cortas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Probabilidad media del modelo contra tasa observada, grupo por grupo, en 2026.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6675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arjeta"/>
          <p:cNvSpPr/>
          <p:nvPr/>
        </p:nvSpPr>
        <p:spPr>
          <a:xfrm>
            <a:off x="7406640" y="2057400"/>
            <a:ext cx="4279392" cy="141732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07808" y="222199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21.0 % → 27.2 %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607808" y="280720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Muy alto: esperado → real</a:t>
            </a:r>
            <a:endParaRPr lang="en-US" sz="1250" dirty="0"/>
          </a:p>
        </p:txBody>
      </p:sp>
      <p:sp>
        <p:nvSpPr>
          <p:cNvPr id="10" name="tarjeta"/>
          <p:cNvSpPr/>
          <p:nvPr/>
        </p:nvSpPr>
        <p:spPr>
          <a:xfrm>
            <a:off x="7406640" y="3611880"/>
            <a:ext cx="4279392" cy="141732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07808" y="377647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7.6 % → 9.7 %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607808" y="436168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toda la cartera: esperado → real</a:t>
            </a:r>
            <a:endParaRPr lang="en-US" sz="1250" dirty="0"/>
          </a:p>
        </p:txBody>
      </p:sp>
      <p:sp>
        <p:nvSpPr>
          <p:cNvPr id="13" name="tarjeta"/>
          <p:cNvSpPr/>
          <p:nvPr/>
        </p:nvSpPr>
        <p:spPr>
          <a:xfrm>
            <a:off x="7406640" y="5166360"/>
            <a:ext cx="4279392" cy="10972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5257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El PSI mide quién está en cada grupo, no cuánto cae cada grupo. 2026 fue peor, sobre todo arriba.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BC5C8E2-4C10-0FE4-7FBE-1D3474069C40}"/>
                  </a:ext>
                </a:extLst>
              </p14:cNvPr>
              <p14:cNvContentPartPr/>
              <p14:nvPr/>
            </p14:nvContentPartPr>
            <p14:xfrm>
              <a:off x="1355040" y="1990800"/>
              <a:ext cx="8489520" cy="4392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BC5C8E2-4C10-0FE4-7FBE-1D3474069C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5680" y="1981440"/>
                <a:ext cx="8508240" cy="441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BLOQUE 4 · DIAGNÓSTICO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Tres preguntas distintas, tres indicadores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Mirar solo uno lleva a la conclusión equivocada. En 2026, la respuesta es recalibrar.</a:t>
            </a:r>
            <a:endParaRPr lang="en-US" sz="1400" dirty="0"/>
          </a:p>
        </p:txBody>
      </p:sp>
      <p:sp>
        <p:nvSpPr>
          <p:cNvPr id="6" name="tarjeta"/>
          <p:cNvSpPr/>
          <p:nvPr/>
        </p:nvSpPr>
        <p:spPr>
          <a:xfrm>
            <a:off x="502920" y="2103120"/>
            <a:ext cx="3611880" cy="21031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Gini · KS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¿El score ordena?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0.677 en 2026, 0.682 en 2025: sí.</a:t>
            </a:r>
            <a:endParaRPr lang="en-US" sz="1250" dirty="0"/>
          </a:p>
        </p:txBody>
      </p:sp>
      <p:sp>
        <p:nvSpPr>
          <p:cNvPr id="10" name="tarjeta"/>
          <p:cNvSpPr/>
          <p:nvPr/>
        </p:nvSpPr>
        <p:spPr>
          <a:xfrm>
            <a:off x="4288536" y="2103120"/>
            <a:ext cx="3611880" cy="21031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PSI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¿Cambió la población?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0.031: casi nada.</a:t>
            </a:r>
            <a:endParaRPr lang="en-US" sz="1250" dirty="0"/>
          </a:p>
        </p:txBody>
      </p:sp>
      <p:sp>
        <p:nvSpPr>
          <p:cNvPr id="14" name="tarjeta"/>
          <p:cNvSpPr/>
          <p:nvPr/>
        </p:nvSpPr>
        <p:spPr>
          <a:xfrm>
            <a:off x="8074152" y="2103120"/>
            <a:ext cx="3611880" cy="21031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Tasa / p media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¿Acertaron las probabilidades?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1.30 en Muy alto: no, se quedaron cortas.</a:t>
            </a:r>
            <a:endParaRPr lang="en-US" sz="1250" dirty="0"/>
          </a:p>
        </p:txBody>
      </p:sp>
      <p:sp>
        <p:nvSpPr>
          <p:cNvPr id="18" name="tarjeta"/>
          <p:cNvSpPr/>
          <p:nvPr/>
        </p:nvSpPr>
        <p:spPr>
          <a:xfrm>
            <a:off x="502920" y="4434840"/>
            <a:ext cx="3611880" cy="18288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5811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Ordena, población igual, p corta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928616"/>
            <a:ext cx="3246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Recalibrar: ajustar el nivel sin tocar el orden. Es 2026.</a:t>
            </a:r>
            <a:endParaRPr lang="en-US" sz="1200" dirty="0"/>
          </a:p>
        </p:txBody>
      </p:sp>
      <p:sp>
        <p:nvSpPr>
          <p:cNvPr id="21" name="tarjeta"/>
          <p:cNvSpPr/>
          <p:nvPr/>
        </p:nvSpPr>
        <p:spPr>
          <a:xfrm>
            <a:off x="4288536" y="4434840"/>
            <a:ext cx="361188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71416" y="45811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El orden se rompe arriba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71416" y="4928616"/>
            <a:ext cx="3246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Reentrenar: el modelo ya no separa a los malos.</a:t>
            </a:r>
            <a:endParaRPr lang="en-US" sz="1200" dirty="0"/>
          </a:p>
        </p:txBody>
      </p:sp>
      <p:sp>
        <p:nvSpPr>
          <p:cNvPr id="24" name="tarjeta"/>
          <p:cNvSpPr/>
          <p:nvPr/>
        </p:nvSpPr>
        <p:spPr>
          <a:xfrm>
            <a:off x="8074152" y="4434840"/>
            <a:ext cx="361188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57032" y="45811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PSI alto, orden y nivel bien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4928616"/>
            <a:ext cx="3246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Vigilar: la cartera cambió pero el modelo aguanta.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517E26E-AB22-4489-B21F-848781ED1EB1}"/>
                  </a:ext>
                </a:extLst>
              </p14:cNvPr>
              <p14:cNvContentPartPr/>
              <p14:nvPr/>
            </p14:nvContentPartPr>
            <p14:xfrm>
              <a:off x="653040" y="2735280"/>
              <a:ext cx="10054800" cy="3984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517E26E-AB22-4489-B21F-848781ED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680" y="2725920"/>
                <a:ext cx="10073520" cy="40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0EB03C0-5FDC-6A5C-8DB9-FBA755086675}"/>
                  </a:ext>
                </a:extLst>
              </p14:cNvPr>
              <p14:cNvContentPartPr/>
              <p14:nvPr/>
            </p14:nvContentPartPr>
            <p14:xfrm>
              <a:off x="3945240" y="103680"/>
              <a:ext cx="7629480" cy="67381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0EB03C0-5FDC-6A5C-8DB9-FBA7550866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35880" y="94320"/>
                <a:ext cx="7648200" cy="675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CIERRE · EXAMEN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Preguntas tipo examen</a:t>
            </a:r>
            <a:endParaRPr lang="en-US" sz="30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Primero sin mirar el notebook. Las que piden una cuenta se hacen con calculadora.</a:t>
            </a:r>
            <a:endParaRPr lang="en-US" sz="1400" dirty="0"/>
          </a:p>
        </p:txBody>
      </p:sp>
      <p:sp>
        <p:nvSpPr>
          <p:cNvPr id="6" name="tarjeta"/>
          <p:cNvSpPr/>
          <p:nvPr/>
        </p:nvSpPr>
        <p:spPr>
          <a:xfrm>
            <a:off x="502920" y="2057400"/>
            <a:ext cx="361188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· Maduración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328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Hay fotos hasta 2026-09 y hoy es octubre. El target mira 3 meses. ¿Qué fotos sirven?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5584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Hasta 2026-06. Las demás todavía no tienen target completo.</a:t>
            </a:r>
            <a:endParaRPr lang="en-US" sz="1150" dirty="0"/>
          </a:p>
        </p:txBody>
      </p:sp>
      <p:sp>
        <p:nvSpPr>
          <p:cNvPr id="10" name="tarjeta"/>
          <p:cNvSpPr/>
          <p:nvPr/>
        </p:nvSpPr>
        <p:spPr>
          <a:xfrm>
            <a:off x="4288536" y="2057400"/>
            <a:ext cx="361188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71416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· Lift a mano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25328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Muy alto: 4 348 clientes y 950 defaults. Cartera: 21 600 y 1 356. ¿Tasa, lift y captura?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35584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Tasa 21.8 % · lift 3.48 · captura 70 %.</a:t>
            </a:r>
            <a:endParaRPr lang="en-US" sz="1150" dirty="0"/>
          </a:p>
        </p:txBody>
      </p:sp>
      <p:sp>
        <p:nvSpPr>
          <p:cNvPr id="14" name="tarjeta"/>
          <p:cNvSpPr/>
          <p:nvPr/>
        </p:nvSpPr>
        <p:spPr>
          <a:xfrm>
            <a:off x="8074152" y="2057400"/>
            <a:ext cx="361188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57032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· Los cortes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57032" y="25328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¿Por qué los cortes se fijan en el entrenamiento y no cada mes?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57032" y="335584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Recalculados, cada grupo tiene el 20 % siempre: el PSI da 0.</a:t>
            </a:r>
            <a:endParaRPr lang="en-US" sz="1150" dirty="0"/>
          </a:p>
        </p:txBody>
      </p:sp>
      <p:sp>
        <p:nvSpPr>
          <p:cNvPr id="18" name="tarjeta"/>
          <p:cNvSpPr/>
          <p:nvPr/>
        </p:nvSpPr>
        <p:spPr>
          <a:xfrm>
            <a:off x="502920" y="4206240"/>
            <a:ext cx="361188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343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· Un empate abajo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817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 2026 Bajo tiene 1.52 % y Muy bajo 1.53 %. ¿Se rompió el modelo?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50468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No: ~30 defaults por grupo, intervalos solapados. Se vigila.</a:t>
            </a:r>
            <a:endParaRPr lang="en-US" sz="1150" dirty="0"/>
          </a:p>
        </p:txBody>
      </p:sp>
      <p:sp>
        <p:nvSpPr>
          <p:cNvPr id="22" name="tarjeta"/>
          <p:cNvSpPr/>
          <p:nvPr/>
        </p:nvSpPr>
        <p:spPr>
          <a:xfrm>
            <a:off x="4288536" y="4206240"/>
            <a:ext cx="361188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71416" y="4343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· ¿Qué se hace?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71416" y="46817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Gini igual, PSI 0.03, tasa real 30 % sobre la probabilidad. ¿Reentrenar o recalibrar?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71416" y="550468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Recalibrar: el orden y la población están bien; falla el nivel.</a:t>
            </a:r>
            <a:endParaRPr lang="en-US" sz="1150" dirty="0"/>
          </a:p>
        </p:txBody>
      </p:sp>
      <p:sp>
        <p:nvSpPr>
          <p:cNvPr id="26" name="tarjeta"/>
          <p:cNvSpPr/>
          <p:nvPr/>
        </p:nvSpPr>
        <p:spPr>
          <a:xfrm>
            <a:off x="8074152" y="4206240"/>
            <a:ext cx="3611880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57032" y="4343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 · Aquí sí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57032" y="46817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¿Por qué XGBoost le gana a la logística aquí y en la Clase 8 no?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57032" y="550468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Aquí hay curvas e interacciones; allá, una variable binaria.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bg1"/>
                </a:solidFill>
              </a:rPr>
              <a:t>CIERRE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Lo que nos llevamos de la Clase 9</a:t>
            </a:r>
            <a:endParaRPr lang="en-US" sz="3000" dirty="0"/>
          </a:p>
        </p:txBody>
      </p:sp>
      <p:sp>
        <p:nvSpPr>
          <p:cNvPr id="5" name="idea-0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Los boostings ganan cuando hay curvas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671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+4 puntos de Gini sobre la logística. Entre XGBoost, LightGBM y CatBoost, empate.</a:t>
            </a:r>
            <a:endParaRPr lang="en-US" sz="1250" dirty="0"/>
          </a:p>
        </p:txBody>
      </p:sp>
      <p:sp>
        <p:nvSpPr>
          <p:cNvPr id="9" name="idea-1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Cinco grupos, cortes fijos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015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Quintiles del entrenamiento, que no se mueven. La tasa debe bajar de Muy alto a Muy bajo.</a:t>
            </a:r>
            <a:endParaRPr lang="en-US" sz="1250" dirty="0"/>
          </a:p>
        </p:txBody>
      </p:sp>
      <p:sp>
        <p:nvSpPr>
          <p:cNvPr id="13" name="idea-2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Ordenar no es acertar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63600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En 2026 el Gini y el PSI dicen «todo bien», pero la tasa real fue 1.30 veces la probabilidad.</a:t>
            </a:r>
            <a:endParaRPr lang="en-US" sz="1250" dirty="0"/>
          </a:p>
        </p:txBody>
      </p:sp>
      <p:sp>
        <p:nvSpPr>
          <p:cNvPr id="17" name="tarjeta-numeros"/>
          <p:cNvSpPr/>
          <p:nvPr/>
        </p:nvSpPr>
        <p:spPr>
          <a:xfrm>
            <a:off x="6766560" y="1783080"/>
            <a:ext cx="4919472" cy="2377440"/>
          </a:xfrm>
          <a:prstGeom prst="roundRect">
            <a:avLst>
              <a:gd name="adj" fmla="val 2308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9202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Los números del día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0.637 → 0.677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Gini 2026: logística → XGBoost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9352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75 % · 2.81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captura y lift de Muy alto en 2026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538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0.031 · 1.30×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538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PSI 2026 · tasa real / probabilidad</a:t>
            </a:r>
            <a:endParaRPr lang="en-US" sz="1100" dirty="0"/>
          </a:p>
        </p:txBody>
      </p:sp>
      <p:sp>
        <p:nvSpPr>
          <p:cNvPr id="25" name="tarjeta-sigue"/>
          <p:cNvSpPr/>
          <p:nvPr/>
        </p:nvSpPr>
        <p:spPr>
          <a:xfrm>
            <a:off x="6766560" y="4343400"/>
            <a:ext cx="4919472" cy="17373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Lo que sigue · Clase 10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828032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Explicabilidad e interpretabilidad. Hoy vimos qué tan bien ordena XGBoost; ahora, por qué: permutación, PDP e ICE (¿dónde se dispara el riesgo con la utilización?) y SHAP para un cliente en Muy alto.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Machine Learning · Programa de Especialización Data Scientist · Sesión 9 de 14 · Josef Renato Rodriguez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B1388A4-822E-F8E5-D3A3-F7215D511AAC}"/>
                  </a:ext>
                </a:extLst>
              </p14:cNvPr>
              <p14:cNvContentPartPr/>
              <p14:nvPr/>
            </p14:nvContentPartPr>
            <p14:xfrm>
              <a:off x="6712920" y="2436120"/>
              <a:ext cx="5008320" cy="40377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B1388A4-822E-F8E5-D3A3-F7215D511A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3560" y="2426760"/>
                <a:ext cx="5027040" cy="405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lase 9 ML">
  <a:themeElements>
    <a:clrScheme name="Clase 9 ML">
      <a:dk1>
        <a:srgbClr val="2C3A55"/>
      </a:dk1>
      <a:lt1>
        <a:srgbClr val="FFFFFF"/>
      </a:lt1>
      <a:dk2>
        <a:srgbClr val="0A2559"/>
      </a:dk2>
      <a:lt2>
        <a:srgbClr val="F5F7FB"/>
      </a:lt2>
      <a:accent1>
        <a:srgbClr val="1A56E8"/>
      </a:accent1>
      <a:accent2>
        <a:srgbClr val="E6115E"/>
      </a:accent2>
      <a:accent3>
        <a:srgbClr val="12B886"/>
      </a:accent3>
      <a:accent4>
        <a:srgbClr val="5B6B87"/>
      </a:accent4>
      <a:accent5>
        <a:srgbClr val="D2DBEC"/>
      </a:accent5>
      <a:accent6>
        <a:srgbClr val="E9EEF8"/>
      </a:accent6>
      <a:hlink>
        <a:srgbClr val="1A56E8"/>
      </a:hlink>
      <a:folHlink>
        <a:srgbClr val="5B6B87"/>
      </a:folHlink>
    </a:clrScheme>
    <a:fontScheme name="Clase 9 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3855</Words>
  <Application>Microsoft Macintosh PowerPoint</Application>
  <PresentationFormat>Widescreen</PresentationFormat>
  <Paragraphs>510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Clase 9 ML</vt:lpstr>
      <vt:lpstr>Boostings y lift en cinco grupos</vt:lpstr>
      <vt:lpstr>Cómo repartimos los 120 minutos</vt:lpstr>
      <vt:lpstr>Dónde quedamos, y por qué cambiamos de caso</vt:lpstr>
      <vt:lpstr>Una foto por cliente y mes, diez variables</vt:lpstr>
      <vt:lpstr>El corte temporal: 2024 · 2025 · 2026</vt:lpstr>
      <vt:lpstr>Tres boostings, cada uno con parada temprana en 2025</vt:lpstr>
      <vt:lpstr>Aquí sí: los boostings le ganan a la logística</vt:lpstr>
      <vt:lpstr>¿Por qué aquí sí y en la Clase 8 no?</vt:lpstr>
      <vt:lpstr>Cinco grupos: los quintiles de 2024, fijos para siempre</vt:lpstr>
      <vt:lpstr>Cómo debe ordenar un buen score</vt:lpstr>
      <vt:lpstr>La tabla de lift del test 2025</vt:lpstr>
      <vt:lpstr>Curva de captura, y qué modelo concentra más riesgo arriba</vt:lpstr>
      <vt:lpstr>¿Ordena en 2026? Arriba sí; abajo, empate</vt:lpstr>
      <vt:lpstr>PSI de los grupos en 2026: 0.031, estable</vt:lpstr>
      <vt:lpstr>Lo que el PSI no ve: las probabilidades se quedaron cortas</vt:lpstr>
      <vt:lpstr>Tres preguntas distintas, tres indicadores</vt:lpstr>
      <vt:lpstr>Preguntas tipo examen</vt:lpstr>
      <vt:lpstr>Lo que nos llevamos de la Clase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9 · Riesgo de crédito: boostings y lift en cinco grupos</dc:title>
  <dc:subject>PptxGenJS Presentation</dc:subject>
  <dc:creator>Josef Renato Rodriguez</dc:creator>
  <cp:lastModifiedBy>Josef Rodriguez</cp:lastModifiedBy>
  <cp:revision>2</cp:revision>
  <dcterms:created xsi:type="dcterms:W3CDTF">2026-10-27T00:15:06Z</dcterms:created>
  <dcterms:modified xsi:type="dcterms:W3CDTF">2026-10-27T04:26:07Z</dcterms:modified>
</cp:coreProperties>
</file>