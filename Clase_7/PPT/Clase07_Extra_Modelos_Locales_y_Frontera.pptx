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ink/ink3.xml" ContentType="application/inkml+xml"/>
  <Override PartName="/ppt/notesSlides/notesSlide5.xml" ContentType="application/vnd.openxmlformats-officedocument.presentationml.notesSlide+xml"/>
  <Override PartName="/ppt/ink/ink4.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46"/>
    <p:restoredTop sz="94610"/>
  </p:normalViewPr>
  <p:slideViewPr>
    <p:cSldViewPr snapToGrid="0" snapToObjects="1">
      <p:cViewPr varScale="1">
        <p:scale>
          <a:sx n="226" d="100"/>
          <a:sy n="2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01:12:44.953"/>
    </inkml:context>
    <inkml:brush xml:id="br0">
      <inkml:brushProperty name="width" value="0.05292" units="cm"/>
      <inkml:brushProperty name="height" value="0.05292" units="cm"/>
      <inkml:brushProperty name="color" value="#FF0000"/>
    </inkml:brush>
  </inkml:definitions>
  <inkml:trace contextRef="#ctx0" brushRef="#br0">31219 8802 24575,'5'0'0,"27"-14"0,-20 8 0,15-10 0,0-3 0,-12 6 0,6-4 0,0-1 0,-10 8 0,15-14 0,-22 20 0,6-6 0</inkml:trace>
  <inkml:trace contextRef="#ctx0" brushRef="#br0" timeOffset="4070">29795 9450 24575,'8'5'0,"-4"-2"0,8-2 0,4-1 0,-3 0 0,14-4 0,-7-3 0,9-5 0,-9 3 0,1-4 0,-15 7 0,7-1 0,-2-1 0,-2 4 0,5-2 0,-10 5 0,2-1 0</inkml:trace>
  <inkml:trace contextRef="#ctx0" brushRef="#br0" timeOffset="7426">23321 10325 24575,'7'0'0,"10"0"0,-12 1 0,27 0 0,-11 0 0,-1 0 0,14 0-1639,4 1 1,-2 1-1639,-18-2 2627,12 1 0,9 1 1,-6-1 883,-14-1 1,0-1-235,11 1 0,7-1 0,0 1 0,-7 0 0,-8-1 0,0 0 0,4-1 0,7 1 0,2 0 0,-3-1 0,-7 1 0,9-1 0,-2 1 0,10-1 0,0 1 0,-10 0 0,4 1 0,-11-1 0,7 0 0,0 0 0,-3 0 0,7 1 0,-3 0 0,4-3 0,0 0 0,-9 2 0,-1 1 0,-4-2 0,-2-2 0,8 3 0,-2 0 0,-19 0 0,23-3 0,-14 0 0,-5 1 0,16-3 0,-10 5 3276,19-1-387,-9 1-2889,-5 0 0,-6 0 0,-13 0 0,13 0 0,-12 0 0,19-3 0,-15 1 1869,18-1-1869,0 1 0,-8 2 0,10 0 0,-13 0 0,-2 0-3277,11 0 0,-19 0 3047,15 0 230,-12 0 0,6 0 0,5-1 0,-10 0 0,11 0 0,-15 1 3276,5 0 0,-6 0-3044,4 0-232,-5 0 0,6-1 0,-6 0 0,4 0 0,-2 1 0,1 0 0,-3 0 0,-2 0 0</inkml:trace>
  <inkml:trace contextRef="#ctx0" brushRef="#br0" timeOffset="29516">23277 10467 24575,'27'0'0,"-5"0"0,13 0 0,-13 0-3277,14 0 0,-20 0 0,17 0 3306,-10 0-29,-2 0 1295,15 0-1295,-19 0 0,17 0 0,-2 0 0,-5 0 1638,-6 0 0,1 0 1017,15-1-2655,-7 0 0,0 0 0,-9 0 0,-1 0 805,7 0 0,-1 0-805,9 0 0,-7 0 0,-8 1 0,-2 0 0,-1 0 0,5 0 0,0 0 0,7-2 0,-3 2 0,-1-1 966,1-1-966,1 0 0,-1 0-1033,-9 1 1033,3 0 0,2-1 0,13 1 0,-15 1 0,2-1 0,-2 1 0,1-1 0,6 1 0,-1 0 0,11 0 0,-18 0 0,1 0 0,1 1 0,0-1 0,11 1 0,-4 0 516,-6-1 1,1-1-517,12-1 0,-2-3 0,-10 4 0,-2-1 0,-5-1 0,21 1 0,-10 2 0,1 0 0,-1 0 0,-15 0 0,1 0 0,-3 0 0,3 0 0,-2 0 0,14 2 0,4-1 0,0 1 0,4 0 0,-13-2 0,-4 0 0,0 0 0,-11 0 0,2 0 0,-2 0 0,4 0 0,-2 0 0,6 0 0,-7 0 0,1 0 0,-5 0 0,-1 0 0</inkml:trace>
  <inkml:trace contextRef="#ctx0" brushRef="#br0" timeOffset="38099">23377 10354 24575,'0'0'0</inkml:trace>
  <inkml:trace contextRef="#ctx0" brushRef="#br0" timeOffset="52005">23460 10762 24575,'-23'7'0,"11"-5"0,-6 7 0,1 2 0,4-3 0,-4 5 0,-2 1 0,-10 10 0,8-5 0,5-5 0,3-2 0,5-5 0,-9 13 0,10-10 0,-6 13 0,10-13-3277,-3 24 0,4-25 1328,0 18 3668,7 1-1719,0 2 0,1 3 0,3-13 0,1-4 0,-3-9 0,14 14 0,0-12 0,-4 0 0,3-2 0,0-2 0,-6-1-1332,13-1 1,0 0 1331,-11-3-901,13 1 0,0-1 901,-10 0 0,15 0 0,1 0 0,-13 0-110,5 0 1,-4 0 0,-17 0-1,1 0 1</inkml:trace>
  <inkml:trace contextRef="#ctx0" brushRef="#br0" timeOffset="52439">23599 10669 24575,'2'19'0,"0"0"0,0 5 0,0 2 0,0 3 0,0 3 0,0-1-707,0 2 1,-1 0 706,0-4 0,-1 1 0,2-2 0,1-1 0,1-2 0,-3-3 0,1-1 0,3-2 0,1-1 460,-1-1-460,5-2 0,-4-1 0,-1-10 0,-4-4 0</inkml:trace>
  <inkml:trace contextRef="#ctx0" brushRef="#br0" timeOffset="53210">23968 11102 24575,'-10'-11'0,"5"4"0,-11-3 0,11 6 0,-12-2 0,12 3 0,-28 0 0,21 1 0,-9 2 0,0 0 0,1 2 0,-4 1 0,0 3 0,0 4 0,-6 0 0,19 9 0,11 3 0,-2-4 0,8 9 0,-2-22 0,4 7 0,3-7 0,-4 0 0,10 1 0,-12-6 0,8 2 0,-2-2 0,0 0 0,20 0 0,-1-3 0,-2 1 0,-1-3 0,-22 2 0,7-3 0,-6-1 0,1 1 0,-1 0 0,-4 5 0,0 9 0,0-4 0,4 16 0,3 1 0,0-2 0,12 11 0,-2-19 0,0 3 0,-1-10 0,-13-4 0,3 0 0,-5-1 0,8-12 0,-9 5 0,4-5 0,-6 10 0</inkml:trace>
  <inkml:trace contextRef="#ctx0" brushRef="#br0" timeOffset="53606">24162 10982 24575,'3'13'0,"-1"-3"0,5 10 0,-3-11 0,10 18 0,-3-15 0,9 15 0,-6-17 0,8 7 0,-8-11 0,7 3 0,-11-8 0,-3-3 0,3-16 0,-5-13 0,4 3-3277,-6-9 0,-2 28 3219,0-8 1,0 14-1,0-3 1</inkml:trace>
  <inkml:trace contextRef="#ctx0" brushRef="#br0" timeOffset="54075">24606 11023 24575,'-2'-5'0,"-8"-5"0,5 8 0,-14-3 0,14 5 0,-10 3 0,10-1 0,-11 13 0,5 12 0,1 4 0,3-13 0,1-1-1639,-3 19 1,2-3 1004,7-16 634,18 11 0,17-14 0,-18-6 0,2-1 0,15-7 0,-3-5 0,-7-2 0,7-8 0,-1-3 0,-15 1-1639,3-2 1,-1 0-574,-9 6 4216,-8-18-2004,-1 20 0,-4-8 0,4 15 0</inkml:trace>
  <inkml:trace contextRef="#ctx0" brushRef="#br0" timeOffset="54392">24643 10890 24575,'5'14'0,"3"22"0,-5-17 0,1 4 0,0 0 0,-2-5 0,2 6 0,0-1-2414,-2-9 2414,2 18 0,-1-12 0,-2-7 575,3 13-575,-2-20-820,6-4 1,-5-3 0,4-3 0</inkml:trace>
  <inkml:trace contextRef="#ctx0" brushRef="#br0" timeOffset="54960">25011 10986 24575,'6'16'0,"-2"-5"-3277,-2 25 0,-2-23 1638,-2 10 1,-1-1-1639,1-13 3231,-3 16 1,-1 0 45,5-16 0,-3 11 0,1-2 0,2-13 3276,14-12-2946,-6-7-330,11-15 0,-10 7 3276,-4-5-1159,-2 1-2117,-6-2 0,-1 13 3276,-3 6-2352,1 8-924,2 0 0,-9 5 0,7 0 0,-9 12 0,10-8 0,-5 26 0,9-19 0,4 17 0,4-20 0,8 1 0,-1-7 0,8 3 0,-7-5 0,2 0 0,-12-4 0,-1 0 0</inkml:trace>
  <inkml:trace contextRef="#ctx0" brushRef="#br0" timeOffset="55226">25244 11117 24575,'-4'5'0,"-5"2"0,2-5 0,-1 3 0</inkml:trace>
  <inkml:trace contextRef="#ctx0" brushRef="#br0" timeOffset="56443">25422 10984 24575,'11'0'0,"10"4"0,3 4 0,-7 2 0,0 1 0,6 7 0,-11-3 0,-1 2 0,-1 14 0,-1 3 0,-4-8 0,-4-11 0,-1-12 0,0-2 0,0-20 0,1 7-1639,0-8 1,0 0-1639,1 6 2555,-1-7 0,1 0 722,-1 8 0,1-21 0,2 21 0,-2-1 0,3 11 3276,3 16-370,1 11-2906,3 7 0,-5-9 1816,-2-8-1816,-3-12 0,5-8 0,6-12 0,-4 4 0,6-12 0,-3 8 0,-1 0 0,7-7 0,-8 13 0,-1 0 0,1 6 0,-6 4 0,5 2 0,10 12 0,-10-4 0,8 6 0,0 2 0,-7-2 0,10 7 0,-14-1 0,-4-10 0,2 17 0,-4-11 0,3 9 0,-3-11 0,3 5 0,-3-8 0,7 6 0,-4-10 0,11 5 0,-9-10 0,13 5 0,-13-7 0,5 1 0,-8-1 0</inkml:trace>
  <inkml:trace contextRef="#ctx0" brushRef="#br0" timeOffset="56697">26045 11117 24575,'7'-10'0,"-1"5"0,0-1 0,-3 5 0</inkml:trace>
  <inkml:trace contextRef="#ctx0" brushRef="#br0" timeOffset="57595">26339 10965 24575,'-6'-4'0,"-9"-4"0,5 1 0,-12-2 0,10 3 0,-9 1 0,9 2 0,-9 11 0,9 0 0,-5 10 0,-1 7 0,7-10 0,-1 7 0,7-8 0,2 7 0,3-2 0,4 11 0,10-3 0,-3-7 0,14 6 0,-17-22 0,13 5 0,-5-18 0,2-8 0,-2-3 0,-9 0 0,-1 1 0,-3 2 0,0-4 0,-1 0 0,-7-11 0,5 9 0,-1 1 0,-3-9-1639,6 10 1,2 2-1639,-2 9 3047,7-11-440,-3 3 670,-2 10-270,0-20 270,-4 19 0,0-10 0,0 12 3276,-3 1-234,1 4-2061,-2 4-981,-4 2 425,1 4-425,-2 5 0,4-6 0,2 0 0</inkml:trace>
  <inkml:trace contextRef="#ctx0" brushRef="#br0" timeOffset="58766">26291 10970 24575,'-26'-3'0,"14"1"0,-23 0 0,24 2 0,-7 0 0,14 2 0,-2 1 0,-9 10 0,5-3 0,-11 7 0,13-7 0,-6 7 0,7-6 0,-5 6 0,10-9 0,-4-1 0,6-2 0,3 2 0,3 3 0,3-2 0,6 7 0,-5-8 0,9 3 0,-10-5 0,6 0 0,-9-2 0,3-2 0,-5-1 0,-1-1 0,10-11 0,-10 7 0,20-15 0,-15 12 0,9-7 0,-6 0 0,-4 5 0,1-14 0,-5-1 0,-2-5 0,-3 7 0,-5-3 0,4 15 0,-4-10 0,2-1 0,3 10 0,-4-23 0,6 23 0,-1-23 0,3 21 0,5-15 0,-3 20 0,1-4 0,-3 12 0,-2 3 0,1 2 0,-3 24 0,1-9 0,-1 7 0,0 4 0,1-4 0,1-1 0,-1 0 0,1 0 0,2 9 0,0-4 0,-1-11 0,4 6 0,0-2 0,-4-14 0,10 21 0,-10-25 0,6 5 0,-1-8 0,-3-2 0,5-3 0,-6 1 0,3-1 0,-2 1-820,-1 1 1,-1-1 0,-1 0 0</inkml:trace>
  <inkml:trace contextRef="#ctx0" brushRef="#br0" timeOffset="60051">27375 10784 24575,'-12'16'0,"0"0"0,2-2 0,-8 2 0,-6 3 0,2-4 0,-4-2-1093,-3 3 1,-7 5 0,6-4-2185,0-1 2184,-1 0 1,-6 2 0,8-3 2198,11-5-1106,-6 1 0,-9 2 0,-1 1 0,7-3 0,8-5 0,1-1-356,-7 4 1,-4 2 0,-1 0 0,6-3 355,-10 5-164,8-3 1,2-1 163,11-4 3276,1-3-2856,13-6 0,2-1 1,-2 2-1</inkml:trace>
  <inkml:trace contextRef="#ctx0" brushRef="#br0" timeOffset="60453">26812 10997 24575,'5'19'0,"0"0"0,1 7 0,1-3 0,1 2 0,-2-6 0,0-1 0,6 17 0,-1-4 0,-7-27 0,-4-14 0,-5-6 0,-2-10-2801,-1 8 2801,4 8 0,2 5 0,1 3 0</inkml:trace>
  <inkml:trace contextRef="#ctx0" brushRef="#br0" timeOffset="60953">26782 11097 24575,'-23'17'0,"0"1"0,0-1 0,5-3 0,1 0 0,-15 9 0,2-5 0,17-12 0,-3 4 0,0 1 0,5-5 0,-1 3 0,22-9 0,9-5 0,0 0 0,13-3 0,2 0 0,-5 3-1093,-2-1 1,5-1 0,-4 1 126,8-2-673,1 2 1,-3 0-463,-11-1 2101,-3 4 0,-2 0-145,-9-1 145,-2 1 0,-4 1 0,-18 2 0,4 0-1677,-24 0 1677,25 0 1579,-10-1 0,1-1-1579,11 0 41,-16-1 0,22 1 0,-3 2 0</inkml:trace>
  <inkml:trace contextRef="#ctx0" brushRef="#br0" timeOffset="81825">28188 14973 24575,'10'-1'0,"14"-2"0,11 1 0,-11-1 0,1-1-806,7-1 806,-6 0 0,5-1-1093,-2 2 1,2 0 0,-2 0-547,2 1 1,1-1 1151,3-1 1,4 0-1,-9 2 2250,-7 2-1763,4-2 0,-2 1 0,-10 2 0,12-1 0,-1 0 273,-16 1-273,12-1 0,-2 1 3276,-11-1-2457,13 0 0,-19 1 0,2 0 0</inkml:trace>
  <inkml:trace contextRef="#ctx0" brushRef="#br0" timeOffset="84947">29988 15076 24575,'14'-3'0,"7"0"0,0 0 0,0 1 0,8-1 0,-1 0 0,0 1 0,-2 0-820,0 2 1,8-1 0,2 1 0,-2 0-274,-1 0 1,0 0 0,1 0 1017,-2 0 1,3 0 0,0 0-1,-2 0 75,6 0 0,-1 0 0,-7 0 0,3 0 0,-9 0 0,-3 0 1070,-8 0-1070,-5 0 0,3 0 0,-11 0 0</inkml:trace>
  <inkml:trace contextRef="#ctx0" brushRef="#br0" timeOffset="85968">22923 15637 24575,'29'-1'0,"1"-1"0,2 1 0,8-1-656,-11-1 1,6 1-1,1-2 1,1 1 0,-3 1-165,2 0 1,-2 0 0,1 0 0,6 0 491,-11 1 0,4 0 0,2 0 1,2-1-1,1 1 0,1-1 1,0 1-1,-1 0 0,-1 0 1,-1 0-38,-2 1 1,-1-1 0,0 0 0,0 1 0,-1 0 0,0 0 0,1-1 0,0 1 0,0 0 323,3 0 0,1 0 0,0 0 0,0 0 0,0 0 1,0 0-1,-1 0 0,-1 0 0,-2 0-3,1 0 1,-2 0-1,0 0 1,-1 0-1,-1 0 1,1 0-1,1 0 44,2 0 0,1 1 0,1-1 0,-1 1 0,-1-1 0,-3 0 0,-4 1 0,4-1 0,-6 0 0,6 0 0,-3 1 0,6-1 0,4 1 0,1-1 0,1 1 0,-1-1 0,-3 0 0,-4 0-555,4 0 0,-3-1 1,-2 0-1,1 0 555,-1 0 0,2 0 0,-1 0 0,0 0 0,-2 0 0,0 0 0,0 0 0,-3-1 0,-4 0 407,-3-2 0,-2 0-407,2 3 0,1 0 953,-1-2 1,-1 1-954,1 0 1322,-2 0 0,0-1-1322,-4 0 819,0-1 0,-11 3 0,-2 1 0</inkml:trace>
  <inkml:trace contextRef="#ctx0" brushRef="#br0" timeOffset="87015">25740 15376 24575,'3'8'0,"1"1"0,3 10 0,-1-4 0,2 10 0,-1-4 0,0 6-1639,-2-4 1,0-1-1639,-1 0 1638,3 5 1,-1-4-1639,-5-15 4392,10 27-1115,-10-29 0,4 8 0,-4-12 819,1-1 0,-1-1 0,1 0 0</inkml:trace>
  <inkml:trace contextRef="#ctx0" brushRef="#br0" timeOffset="87800">25885 15472 24575,'-9'36'0,"2"-12"0,3-3 0,4-9 0,0-7 0,3 9 0,0 1 0,0-3 0,0 2 0,-1-13 0,-1 0 0,2-5 0,2-3 0,0 2 0,1-2 0,-7 6 0,3-2 0,-5 5 0</inkml:trace>
  <inkml:trace contextRef="#ctx0" brushRef="#br0" timeOffset="88980">28426 15112 24575,'5'0'0,"-2"0"0,-1 0 0</inkml:trace>
  <inkml:trace contextRef="#ctx0" brushRef="#br0" timeOffset="89501">30340 15268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01:14:23.810"/>
    </inkml:context>
    <inkml:brush xml:id="br0">
      <inkml:brushProperty name="width" value="0.05292" units="cm"/>
      <inkml:brushProperty name="height" value="0.05292" units="cm"/>
      <inkml:brushProperty name="color" value="#FF0000"/>
    </inkml:brush>
  </inkml:definitions>
  <inkml:trace contextRef="#ctx0" brushRef="#br0">24547 4946 24575,'-31'19'0,"0"1"0,0-1 0,-1 0 0,12-8 0,-5 3 0,-4 3 0,-5 2 0,-2 1 0,-1 1 0,-1 0 0,0-1 0,2-1-274,5-2 1,-1-1 0,0 0 0,-2 1 0,1 0 0,-1 0 0,0-1 0,0 1 0,1 0 0,0-1 0,1 0 0,1 0-55,0 1 0,0-1 0,2-1 1,1 1-1,-1-1 0,0 1 1,0 0-1,-2 0 0,-1 1 1,-2 1 144,6-4 1,-3 2 0,-1 0 0,-2 2 0,-2-1 0,0 2 0,-1-1 0,0 1 0,0 0 0,1-1 0,0 0 0,2-1 0,1-1 0,2-1 0,2 0 0,3-2 0,3-2 0,3-1-911,-13 5 1,8-4 0,-8 5 1008,11-5 1,-5 2 0,-4 3 0,-3 1 0,-3 2 0,-1 1 0,-2 0 0,1 0 0,-1 0 0,2 0 0,1-1-1,3-2 1,3-1 0,3-3 0,6-2 83,-14 6 0,9-6 0,-5 4-181,5-1 0,-5 2 0,-4 2 0,-1 1 0,-1 1 0,2-2 0,5-1 0,4-3 0,9-4 181,-7 3 2227,6-4-2227,12-8 0,7-3 0,-2-1 0,1 3 0</inkml:trace>
  <inkml:trace contextRef="#ctx0" brushRef="#br0" timeOffset="397">21966 5923 24575,'4'9'0,"12"14"0,2 2 0,3 1-1093,-1-3 1,6 4 0,-5-5-2185,0-2 2302,5-1 1,1 0 974,-5-5 429,5 6 1,-14-12 0,-9-3 0</inkml:trace>
  <inkml:trace contextRef="#ctx0" brushRef="#br0" timeOffset="898">22072 5894 24575,'-12'21'0,"0"-1"0,-7 9 0,-2 1 0,0-2 0,3-6 0,0-3 0,-3 3 0,4-4 0,4-4 0,-8 6 0,-6 4 0,5-4 0,5-4-1639,-10 10 1,1-2-1639,17-14 3047,-8 11 230,18-18 0,10 4 0,-3-5-1639,14 0 1,2 0 378,-8 0 1260,12-1 0,12-2 0,4-3 0,-15-1 0,4-2 0,3-2 0,0 0 0,0 0 0,-2 1 0,-2 1 0,5 1 0,-4 1 0,0 0 0,6-2-338,-8 0 1,5-2 0,3-1 0,1-1 0,1 0 0,-3 0 0,-3 1 0,-5 2 0,-8 2 337,0 1 0,-3 0-406,7-3 0,6-3 1,2 0-1,-3 1 0,-10 3 406,-1 1 1014,7-4 1,-4 0-1015,-20 8 0,-5 0 0,-3 3 0,-2 0 0,6-1 0</inkml:trace>
  <inkml:trace contextRef="#ctx0" brushRef="#br0" timeOffset="10751">25433 6853 24575,'0'0'0</inkml:trace>
  <inkml:trace contextRef="#ctx0" brushRef="#br0" timeOffset="17535">22012 6075 24575,'-11'13'0,"1"0"0,-2-2 0,-8 4 0,0-3 0,3-2 0,-13 9 0,22-15 0,-11 10 0,14-12 0,0 2 0,4-4 0</inkml:trace>
  <inkml:trace contextRef="#ctx0" brushRef="#br0" timeOffset="18051">22015 6079 24575,'-20'24'0,"8"-10"0,-1 2 0,0-1 0,4-4 0,-9 10 0,12-15 0,4-3 0,-5 4 0,6-3 0,-8 8 0,6-4 0,-2-1 0,2-1 0,1-5 0</inkml:trace>
  <inkml:trace contextRef="#ctx0" brushRef="#br0" timeOffset="76827">9828 9262 24575,'8'-2'0,"0"1"0,1-2 0,1 1 0,8-3 0,-4 2 0,15-1 0,6 0 0,-14 1 0,8 2 0,1 1 0,-9 0-1093,10-1 1,8 0 0,-6 1-2185,-1-1 3219,-4 1 1,7-1-1,3 1 1,-2-1-763,-2 1 1,1 0 0,-2-1 0,0 1 399,3-1 0,0 0 0,3 1 210,-10-1 0,3 1 1,1 0-1,1-1 0,-1 1 1,-3 0 209,6-1 0,-3 1 0,0-1 0,-1 1 0,-2 0 0,0 0 0,-1 0 0,3 0 0,3 0 0,3 0 0,1 0 0,-2 0 0,-2 0 0,-3 0 0,-3 0 0,0 0 0,-1 0-693,5 0 1,-1 0 0,0 0 692,0 0 0,0 0 0,-3 0 0,-5 1 0,-3 0 2885,10-1-2885,-6 1 0,5-1 0,-3 0 0,-1 0 0,-1 0 1638,4-1 0,2 0-1383,-6 1 0,2 0 1,-1 0-256,4 0 0,-2 0-440,-2 0 0,-1 0 440,3 0 0,1 0 0,-3 0 0,-1 0 0,6 0 0,-4 1 0,4-1 0,-7 0 0,-7-1 0,12 2 0,10 1 0,-8-1 0,-8-1 0,2 0 0,7 0 0,0 1 0,-8-1 3276,2 0-2957,-1-2 0,6 1 0,-2-1-319,-2 2 0,-2 0 0,-3-2 0,1 1 0,10 0 0,-1 2 0,-9 1 0,-1 0 0,-1-2 0,0 1 0,7 2 0,-5 1 0,-12-3 0,23 4 0,-28-4-1639,15 0 1,0 1-190,-12-2 1526,15 0 0,0 0 302,-14 0 0,9-1 0,3 2 0,15 0 0,-6-1 0,-1 2 0,-3-1 0,-12-1 0,7 3 0,9 1 0,2 0 0,-7-1 1638,-6-2 0,0 1-1412,12 2 0,8 2 0,-1 0 0,-8-2 3050,1-2-2826,-2 2 1,4 1 0,-6-2-451,-9-2-1639,10 2 1,0 0-1446,-16-3 3084,16 2 0,-20-2 854,5 0-854,6 0 0,-12 0 0,22 0 0,-20 0 0,20 0 0,-20 0 3276,9 0-2457,-12 0 0,-1 0 0,-4 0 0</inkml:trace>
  <inkml:trace contextRef="#ctx0" brushRef="#br0" timeOffset="79557">8230 8490 24575,'-9'0'0,"4"0"0,-7 1 0,-10 5 0,10-3 0,-11 4 0,15-3 0,3-1 0,-4 1 0,4-2 0,-4 2 0,2 1 0,-5 2 0,2-2 0,2 3 0,0-1 0,7-2 0,-2 5 0,3-5 0,-3 3 0,4-4 0,-2 4 0,2-5 0,-1 3 0</inkml:trace>
  <inkml:trace contextRef="#ctx0" brushRef="#br0" timeOffset="80595">8018 9326 24575,'6'-2'0,"12"1"0,-11 1 0,27 4 0,-24-3 0,9 2 0,4 0 0,4 0 0,0-1 0,4 1 0,-25-3 0,8 0 0,-11 0 0,-2 0 0</inkml:trace>
  <inkml:trace contextRef="#ctx0" brushRef="#br0" timeOffset="89882">22859 8956 24575,'5'0'0,"1"0"0,-1 0 0,8 0-3277,11 2 0,-8-2 1328,15 2 3668,3-1-1719,-14-1 0,1 0 0,7 1 0,-1 0 0,3-1 0,-5 0 0,1 0 0,-9 0 0,7 0 0,3 0 0,-7 0 0,-1 0 0,16 0 0,-8 0 0,-26 0 0</inkml:trace>
  <inkml:trace contextRef="#ctx0" brushRef="#br0" timeOffset="95731">23989 8888 24575,'4'0'0,"8"0"0,2 0 0,12 0 0,-9 0 0,11 0 0,-13 0 0,3 0 0,-1 0 0,-6 0 0,3 0 0,-2 0 0,1 0 0,3 0 0,-4 0-3277,15-3 0,-20 2 1441,18-3 1836,-19 4 0,15-3 0,-16 3 0,9-2 0,-6 1 3276,3 1-563,0-3-312,-2 2-2401,-2 0 0,-2 1 0,-1 0 0,0 0 0,1 0-820,-2 0 1,0 0 0,-1 0 0</inkml:trace>
  <inkml:trace contextRef="#ctx0" brushRef="#br0" timeOffset="101316">24883 8914 24575,'14'0'0,"-3"0"0,13 0 0,7 0 0,-4 0 0,-2-1 0,1 2 0,-4-1 0,0 1 0,0-1 0,0 0 0,7 2 0,-1-1-1639,-4-1 1,-2 0-1639,11 2 3162,-12-2 0,-1 0 115,5 0 0,8 0 0,-8 0 0,0 1 0,10 1 0,-8 1 0,4 0-1639,4 2 1,-1 0 1008,-12-1 0,1-1 630,6 1 0,4 0 0,-8-1 0,-11-3 0,15 2 0,-2 0 0,-16-1 0,21 0 0,-26-1 0,11 0 0,-14 0 3276,5 0-2015,-4 0-1261,3 2 0,-3-2 3276,1 1 0,2-1-3218,0 0 0,0 0 0,-3 0 0</inkml:trace>
  <inkml:trace contextRef="#ctx0" brushRef="#br0" timeOffset="103445">25727 8390 24575,'6'-8'0,"7"-6"-3277,4-3 0,-4 5 0,2-2 4605,-7 6-1328,0 1 0,-1-1 0,-4 5 0</inkml:trace>
  <inkml:trace contextRef="#ctx0" brushRef="#br0" timeOffset="106578">29512 8951 24575,'5'0'0,"2"0"0,-2 0 0,10-2 0,0 1 0,8-4 0,-8 3 0,10-2 0,6-2 0,-4 3 0,-6-1 0,-1 0 0,-9 3 0,3-2 0,-12 3 0</inkml:trace>
  <inkml:trace contextRef="#ctx0" brushRef="#br0" timeOffset="110022">21798 9525 24575,'5'0'0,"-3"-1"0,-8-3 0,0 1 0,-3-1 0,4 4 0,3 1 0,-1 2 0,2 4 0,-1-1 0,2 0 0,3 0 0,2-4 0,0 1 0,2-2 0,-3 0 0,11 0 0,-9-1 0,12-3 0,-15 1 0,1-7 0,-5 5 0,-7-7 0,1 6 0,-14-2 0,11 5 0,-17 1 0,19 2 0,-15 5 0,16 0 0,-1 5 0,13-4 0,4 1 0,10-5 0,-6-2 0,10-1 0,-15 0 0,17-1 0,-14 1 0,1-5 0,-10 3 0,-7-1 0,-1 0 0,3 3 0,2 4 0,1-3 0,2 5 0</inkml:trace>
  <inkml:trace contextRef="#ctx0" brushRef="#br0" timeOffset="110995">21898 9579 24575,'6'-3'0,"2"-2"0,-1 4 0,8-5 0,21-2 0,-15 3 0,1 0 0,-3 1 0,1 1 0,6 1 0,2 0 0,-5 0-828,5 2 828,-3-1 0,7 1 0,1-1 0,-7 1 0,3 0 0,-1 0 0,9 0 0,0 1 0,-9 0 0,4 1 0,3-1 0,8 0 0,-9 0 0,-8 1 0,12-1 0,-2-1 0,-23 0 0,13 0 0,-1 0 0,-13 0 0,21 0 0,-16 0 0,0 0 828,9 0-828,5 0 0,-7 0 0,0 0 0,-3 0 0,-12 0 0,15 0 0,-22 0 0,1 0 0</inkml:trace>
  <inkml:trace contextRef="#ctx0" brushRef="#br0" timeOffset="111513">22958 9529 24575,'1'18'0,"1"2"0,0-6 0,-1 1 0,0-11 0,0 2 0,0-3 0</inkml:trace>
  <inkml:trace contextRef="#ctx0" brushRef="#br0" timeOffset="111946">22964 9549 24575,'13'2'0,"2"-1"0,-1 1 0,8 2 0,-15-2 0,10 5 0,-13 0 0,3 1 0,-5 0 0,-7-1 0,1-2 0,-3 1 0,2-3-820,6 3 1,-2-3 0,4 1 0</inkml:trace>
  <inkml:trace contextRef="#ctx0" brushRef="#br0" timeOffset="121153">22979 9488 24575,'0'6'0,"0"0"0,0 5 0,0-4 0,0 6 0,-1-2 0,0 3 0,0-1 0,1-4 0,0-4 0,0-4 0</inkml:trace>
  <inkml:trace contextRef="#ctx0" brushRef="#br0" timeOffset="138411">23499 10690 24575,'0'24'0,"0"-5"0,0 1 0,0-1 0,0 1-1639,0 10 1,0-1-1639,-2-8 2251,2 11 0,0 3 1026,-1-7 0,0-1 0,0 2 0,2 1 0,0-1 0,0 2 0,1-2 0,-2 0 0,1-1 0,1 4 0,0-1 0,-2-3 0,0-4 1733,0-9-1733,0 14 0,-2-11 0,2 4 0,-1-11 0,1-6 0</inkml:trace>
  <inkml:trace contextRef="#ctx0" brushRef="#br0" timeOffset="139181">23478 10650 24575,'24'-1'0,"0"0"0,-5-1 0,2 1 0,6 0 0,6 1 0,0 0 0,-4 1-1639,0 0 1,1 0 1178,-1 0 0,6 0 0,2 1 0,-2-1 0,-5 1 460,2 2 0,0-1 0,-4 0 0,5-1 0,2 1 0,-3-1 0,-5 0 0,-1 0 0,0-1 0,3 1 0,7 0 0,2 0 0,-3-1 0,-9 0 0,9 0 0,-6 0 0,6 0 0,-1 0 0,-9-1 1666,-7 0-1666,13 0 0,2 0 0,2 0 0,-16 0 0,2 0-1639,4 0 1,-3 0 29,-11 0-30,10 0 1,0 0 1045,-13 0 1939,20 0-1346,-24 0 0,5 0 0,-6 0 819,-1 2 0,-1-2 0,-1 2 0</inkml:trace>
  <inkml:trace contextRef="#ctx0" brushRef="#br0" timeOffset="140030">23498 11435 24575,'24'1'0,"-3"1"0,5 0 0,-1-1 0,6-1 0,2 0 0,0 1 0,-5-1-1639,8 2 1,2-1 1276,-10 0 1,7-1-1,2 0 1,3 0-1,0 0 1,-2 0-1,-3-1-294,0 1 1,-2-1-1,0 1 1,-1-1 0,1 1 293,1-1 1,1 1 0,1 0 0,-1 0 0,-1 0 332,-2 0 1,1-1 0,-1 0-1,-1 1 1,-2-1 28,11 1 0,-3 1 0,-2-2 0,0 0 0,1 0 0,-1 0 0,6 1 0,-2 1 0,-8-2 0,-11 0 0,-2-1 0,19 2 0,-4 0 0,-19 0 0,13-1 0,-22 1 1714,4-5-1714,-6 5 3276,14-6-1023,-8 5-2253,14-3 0,-15 2 3276,6-1-2762,-10 1-514,2 0 0,-3 1 0,0-4 0,-1 4 0,-1-4 0</inkml:trace>
  <inkml:trace contextRef="#ctx0" brushRef="#br0" timeOffset="140764">24939 10737 24575,'0'5'0,"-2"5"-3277,2 14 0,-2-11 1638,1 14 1,0-1-1639,0-15 2653,-1 16 1,1 0 623,1-19-1015,0 18 1,0-1 1014,0-15 0,1 14 0,1 8 0,0-7 0,-1-10 0,1 13 0,2 7 0,-1-8 0,-1-13 0,1 11 0,0 9 0,0-8 0,1-9 1001,-1 11 0,-1-1-1001,-1-17 3020,-1 2-3020,0-6 3276,0-2-2036,0 4 2036,0 7-2457,0-6 0,0 3 0,0-11 0</inkml:trace>
  <inkml:trace contextRef="#ctx0" brushRef="#br0" timeOffset="141809">25833 10597 24575,'-7'12'0,"3"-1"0,-10 12 0,9-14 0,-13 23 0,12-23 0,-6 12 0,5-9-3277,-9 16 0,11-17 1328,-8 7 3668,-3 5-1719,-7-3 0,3-1 0,0-1 0,-7 0 0,-5 0 0,21-12 0,-22 8 0,13-7 0,0-1 0,0 1 0,0 1-1639,-10 0 1,2-2 378,10 0 1260,-2-2 0,2 0 0,12-2 3276,-12 1-2015,12-1-1261,-2-2 0,1-2 0,0 1 0,5-1 0,1 0 0</inkml:trace>
  <inkml:trace contextRef="#ctx0" brushRef="#br0" timeOffset="142613">25363 10846 24575,'-1'15'0,"0"-3"0,-4 13 0,-2 5 0,1-10 0,1 0 0,-1-1 0,3-6 0,-3 5 0,-1 1 0,4-5 0,-8 13 0,9-18 0,-3 7 0,4-9 0,1-1 0,1-13 0,5-11 0,-1 1 0,3-1 0,0 1 0,0-1 0,4-4 0,-12 13 0,-9 8 0,-16 10 0,5-2-1639,2 2 1,2 2-1639,8-5 3047,-11 10 230,15-11 0,-2 3 0,9-4 0,5-3 0,17-2 0,3-2 0,-7 1 0,-1 1 0,4-1-1700,13-2 1700,-29 3 0,8-2 0,-21 3 0,-3 0 0,-1 0 0,3 0 0,5 0 0</inkml:trace>
  <inkml:trace contextRef="#ctx0" brushRef="#br0" timeOffset="146535">24910 10734 24575,'-17'0'0,"-4"-2"0,5 0 0,2 1 0,6-1 0</inkml:trace>
  <inkml:trace contextRef="#ctx0" brushRef="#br0" timeOffset="152854">27845 10487 24575,'0'5'0,"0"-1"0,0 5 0,0-5 0,1 15 0,0-13 0,0 19 0,-1-2-3021,0-4 3021,0 2 0,-1 5 0,0 3 0,0 3 0,0-8 0,0-2 0,1-7 0,-1 9 0,1-1 0,0-10 0,-2 10 0,0 0 0,-1-4 0,0 4 0,0 1 0,0-1 0,1 1 0,1-1 3021,-1-4-3021,0 10 0,1-1 0,1-11 0,-1 9 0,-1 2 0,1-4 0,0-2-3277,0 10 2482,0-13 1,0-1-972,1 8 1766,0-9-1639,0 8 1,0 0 328,0-11 710,0 11 0,0-1 600,0-11 1256,1 5 0,0 2-1256,-1 4 1348,3 1-1348,0-6 3276,-1-7-647,1-5 25,-2 11-2654,3 4 0,4 13 0,-2-13 0,2 8 0,-6-23 0,1 4 0,-1-9 0</inkml:trace>
  <inkml:trace contextRef="#ctx0" brushRef="#br0" timeOffset="154871">27878 10510 24575,'22'-1'0,"1"0"0,6 1 0,4-1 0,-2 1-1239,0-1 1,3 0 1238,-1 1 0,6 0 0,0 0 0,-4-1-1093,-6 1 1,-3-1 0,0 1-1,4 0 1,-1 0 0,1 0 939,4-1 0,0 0 0,-8 1 2004,-5 0-1851,10-1 0,3 0 0,-1-1 0,-1 0-271,-10 1 0,2 0 271,13 0 0,4-1 0,-8 2 0,-7 0 0,7 0 0,8 1 0,-7-1 0,-5 0-1639,10 1 1,-3 0 1389,-18-1 3525,11 0-2207,-26 1-1069,2 1 0,-3 11 0,-4 3 0,4 1 0,-1 10 0,1-18 578,2 14-578,0-6 3276,0 0 0,1 8-3044,0 1-232,-3-7 0,-1 1 0,2 12 0,-3-10 0,0 0 0,-3 1 0,0-1-3277,2 8 1917,-5 7-1229,2-6 2589,3-10-1639,-3 11 1,0 0 525,3-12 1113,-3 7 0,0 8 0,0-6-367,1 0 367,0-5 0,-1 5 0,1 3 0,1-4 0,2 9 0,0-1 0,-2-2 0,-1 2 0,3-6 0,2 1 0,-2-7 0,0-4 0,0 7 0,1-2 0,1-15 2487,1 14-2487,-1-19 2145,-1 8-2145,-1-13 3276,-1 1-49,-5 4-2379,0-4-848,-17 8 0,2-5 0,-1-1 0,3 1 0,-1-1-1639,-16 2 1,-1-1-81,-1-3 1719,9 0 0,-6 1 0,6-1 0,-5-1 0,-1 0 0,-1 0 0,1 0 0,4 0 0,2 0 0,-1 0 0,6 0 0,1 0 0,4 0 0,-1 0 0,-16 0 0,4 0 0,16 0 0,-18 2 0,0 0 3276,21-1-2416,-20 6 0,-1 1-860,19-6-1639,-15 6 1,1-1-1639,17-5 2879,-24 3 398,28-5 0,-11 2 0,15-1 0,-1 2 0,-7 5 0,-2-4 0,-2 2 3276,1-4 0,10-1-2876,-1 0-400,0-1 0,-5 3 0,3-2 0,-5 1 0,4-3 0,-1-1 0,-8-5 0,7 3-820,-18-9 1,20 9 0,-9-3 0</inkml:trace>
  <inkml:trace contextRef="#ctx0" brushRef="#br0" timeOffset="155850">25673 11229 24575,'18'-1'0,"3"0"0,2-1 0,7 1 0,-3 0 0,5 0 0,2 1-820,-2 0 1,3 0 0,-1 0 0,-3 0-274,-2-1 1,-2 1 0,4-1 545,0 0 1,6 1 0,3-1 0,-1 1 0,-4-1 0,-7 1 218,-2-2 0,0 1 328,0 1 0,8-1 0,4 1 0,1-1 0,0 1 0,-4 0 0,-7 0 0,9-1 0,-1 2 0,-7-1 0,8 0 0,3 0 0,1 0 0,-2 1 0,-5-1 0,-8 0 0,-2 0 0,-2 0 0,10 1 0,9-1 0,-3 0 0,-13 1 168,-13-1-168,20 0 0,-28-2 0,1-1 3276,5 0-1519,-1-1 453,7 0-2210,-5 2-1639,8 0 1,1-1 1207,-7 2-394,13-1 0,0 0 825,-17-1 0,14-1 0,-20 2 0,-2 1 0</inkml:trace>
  <inkml:trace contextRef="#ctx0" brushRef="#br0" timeOffset="156348">27217 11107 24575,'0'5'0,"2"9"0,1 6 0,0-4 0,4 19 0,-3-25 0,5 25 0,0-10 0,-3-5 0,0 0 0,2 4 0,3 6 0,-10-24 0,5 6 0,-6-12 0,1-2 0,1-13-3277,-2-16 0,1 11 3219,-2-11 1,1 28-1,0-4 1</inkml:trace>
  <inkml:trace contextRef="#ctx0" brushRef="#br0" timeOffset="157320">27270 11160 24575,'35'2'0,"1"0"0,-17 0 0,0-1 0,19 2 0,-5-1 0,-19-2 0,7 2 0,-1 0 0,-14 0 0,-2 4 0,-12 13 0,-5 2 0,4 0 0,-11 8 0,15-19-1639,-9 5 1,-1 0-1639,7-7 2057,-18 10 1220,21-13 0,-15 5 0,13-8 0,-13 6 0,11-5 3276,1 1-258,8-8-1538,9-2-1480,-1-2 0,-1 2 0,-2-4 0,-1-2 0,2 0 0,-8 5 0,-19 10 0,7-1 0,-10 3 0,28-10-3277,12-6 0,-2 5 2471,4-4 0,-1 0 806,-10 6 0,14-9 0,-19 10 0,-2 0 0,-13 1 3276,5 1-453,-27 1-2823,27-2 2067,-28 2-2067,29 0 0,-7-1 0,10-1 0,3-1 0,-1 1 0,0 1 0</inkml:trace>
  <inkml:trace contextRef="#ctx0" brushRef="#br0" timeOffset="160780">25938 11003 24575,'5'1'0,"-2"5"0,1-1 0,-2 3 0,4 8 0,0 5-3277,2 14 0,-2-13 2513,0 11 764,-5-24 0,7 19 0,-6-17 0,7 13 0,-6-16 0,1 1 0,-2-7 0</inkml:trace>
  <inkml:trace contextRef="#ctx0" brushRef="#br0" timeOffset="161409">25852 11018 24575,'11'-5'0,"4"-4"0,2-4 0,9-7 0,-7 6 0,7-5 0,-4 10 0,-5 0 0,3 3 0,-14 4 0,1 0 0,-4 2 0,2 5 0,-2 1 0,0 1 0,-1 6 0,-2-9 0,-2 6 0,-7 5 0,2-4 0,-6 7 0,3-5 0,4-7 0,0 1 0,5-7 0</inkml:trace>
  <inkml:trace contextRef="#ctx0" brushRef="#br0" timeOffset="162329">26201 10940 24575,'-11'-3'0,"-7"-2"0,3 3 0,-1-1 0,2 3 0,9 7 0,2 10 0,1 1 0,6 4 0,-1-11 0,9-2 0,-6-4 0,2-1 0,1-2 0,0-2 0,-2 0 0,2-2 0,-3 1 0,-4-4 0,4 3 0,-4-9 0,1-1 0,-2 1 0,1 0 0,-1 9 0,5 5 0,-3-1 0,5 4 0,0-3 0,-4-1 0,3-1 0</inkml:trace>
  <inkml:trace contextRef="#ctx0" brushRef="#br0" timeOffset="162977">26299 10963 24575,'10'4'0,"-4"-3"0,5 15 0,-7 3-3277,1 3 0,-4-4 3047,0-2 230,0-10 0,0 0 0,-2-22 0,-2 4 0,0-14 3276,2 16 0,3 1-3044,1 5-232,0 3 0,6 4 0,-2 2 0,5 1 0,-4 2 0,-1-2 0,1-3 0,-2 1 0,1-3 0,1 0 0,-4-1 0,6 0 0,-7 0 0,1 0 0</inkml:trace>
  <inkml:trace contextRef="#ctx0" brushRef="#br0" timeOffset="164497">26822 10831 24575,'4'12'0,"-1"-2"0,0 13 0,0-13 0,-1 16 0,-1-16-3277,0 17 0,0-16 1170,0 18 2107,-1-20 1741,0 11-1741,1-13 0,1-6 0,0-11 3276,-2-1 0,-6-14-3111,2 12-165,-5-5 0,1-3 0,3 11 203,-7-15-203,5 11 0,-1-2 0,-1 6 0,1 4 0,-4 1 0,3 2 0,-4 3 0,4 4 0,1 0 0,-3 6 0,6-5 0,-6 7 0,7-6 0,-2 1 0,4-4 0,2 0 0,0 0 0,0-1 0,0-1 0</inkml:trace>
  <inkml:trace contextRef="#ctx0" brushRef="#br0" timeOffset="164824">26928 11014 24575,'21'-15'0,"-10"7"0,-2 2 0</inkml:trace>
  <inkml:trace contextRef="#ctx0" brushRef="#br0" timeOffset="165397">27037 10875 24575,'-2'17'0,"1"-7"0,1 9 0,0-10 0,1 10 0,1-10 0,4 7 0,3-5 0,5 2 0,-2-5 0,5 2 0,-10-8 0,2 1 0,-4-8 0,0-14 0,0 3 0,6-19 0,-7 13 0,2 1 0,-3 6 0,0 4 0,-1 6 0,-1-7 0,-8 5 0,2 4 0,-17-8 0,1 8 0,0-3 0,-4 3 0,21 3 0,-6-2 0</inkml:trace>
  <inkml:trace contextRef="#ctx0" brushRef="#br0" timeOffset="166794">24605 11116 24575,'23'-16'0,"1"-1"0,-1 1 0,4-4 0,0 0 0,-6 4 0,1-1 0,0 0 0,8-7 0,-5 3 0,-10 6 0,3 1 0,-4 1 0,-11 9 0,1 1 0</inkml:trace>
  <inkml:trace contextRef="#ctx0" brushRef="#br0" timeOffset="167549">29007 11112 24575,'29'-18'0,"0"1"0,-4 4 0,5-3 0,7-3 0,-5 2-1060,-14 9 1,0-1 1059,8-2 0,7-2 0,0 0 0,-3 1-767,1-1 1,1 0 766,-5 2 0,4-2 0,-1 0 0,-5 2 423,-3 2 1,-2 1-424,7-4 0,-4 1 0,-13 7 0,4-2 0</inkml:trace>
  <inkml:trace contextRef="#ctx0" brushRef="#br0" timeOffset="196248">9507 12994 24575,'10'-3'0,"2"-2"0,-5 2 0,11-5 0,-11 4-1639,10-5 1,1 0-1639,-8 2 1328,18-8 2041,-5 2 1,2-1-93,-3 3 0,3 1 0,0-2-570,-1 0 1,0-1 0,2 0 0,3-1 569,1 1 0,3 0 0,3-1 0,2 0 0,-2 1 0,-2 0 0,-3 1-555,0 0 0,-4 1 0,0 0 0,6-1 555,-6 2 0,5 0 0,3-1 0,2-1 0,1 1 0,0-1 0,-2 2 0,-2 0 0,-5 1 0,-5 2 0,5-2 0,-7 3 0,3-1 0,8-2 0,8-1 0,-1 1 0,-5 0 0,-13 4 0,-12 2 0,6-1 0</inkml:trace>
  <inkml:trace contextRef="#ctx0" brushRef="#br0" timeOffset="196865">11389 12973 24575,'29'-7'0,"-3"-2"0,-3-2 0,-10 5 0,11-6 0,7-4 0,-5 3-582,-4 2 582,9-2 0,8-3 0,-8 4 144,-11 6-144,8-4 0,7-2 0,-7 3 0,-10 4-1639,16-6 1,-2 0-1639,-20 9 3255,16-5 1,-25 6 0,4 0 0</inkml:trace>
  <inkml:trace contextRef="#ctx0" brushRef="#br0" timeOffset="198399">10830 13628 24575,'31'-7'0,"0"1"0,-4 1 0,-15 3 0,21-3 0,3-1 0,-19 5 0,9-3 0,-1 1 0,-10 2-820,2 0 1,-12 1 0,-4 0 0</inkml:trace>
  <inkml:trace contextRef="#ctx0" brushRef="#br0" timeOffset="200821">14420 13701 24575,'30'-1'0,"0"0"0,1 0 0,-1 0 0,1 0 0,-2-1 0,1 1 0,0-1-1093,5 0 1,2-1 0,-6 2-2185,1 0 1638,5 0 1,-1 0 1783,-15 1-145,3 2 1874,10-2-1874,-3-4 0,-3 1 0,7-7 0,-24 6 0,12-8 0,-17 9 0,8-8 0,-9 8 3276,10-12-277,1-9-2999,1 3 768,-5 2 1,-1-2-769,7-11 0,-6 7 0,2-9-626,-12 28 626,3-8 0,-4 12 0,1 0 0</inkml:trace>
  <inkml:trace contextRef="#ctx0" brushRef="#br0" timeOffset="202308">11855 13558 24575,'1'5'0,"3"-2"0,6 7 0,8 5 0,-4 1-1639,3 1 1,-1-1-1639,-4-6 2038,12 10 0,3 0 1239,-2-5-1639,7 3 1,0-1 1123,-8-5 515,0-3 0,6 0 0,-3-1-331,-8-2 1,0-1 330,11 3 0,6 0 0,-6 0 0,4-1 0,-3-2 0,10 2 0,-1-2 0,-9-1 0,-1 0 0,-6-2 0,5 2 0,4 1 0,1-1 0,-2 0 0,1 0 0,1 1 0,1-1 0,1 1-234,-2-1 1,0 1 0,1 0 0,1-1 0,2 1 0,3 0 233,-9-1 0,3-1 0,2 1 0,1 0 0,1-1 0,1 1 0,-1-1 0,0 1 0,-1-1 0,-2 1 0,-2-1 0,6 0 0,-3 1 0,-1 0 0,0-1 0,-1 1 0,2-1 0,1-1 0,-2 1 0,2-1 0,2 0 0,0-1 0,0 1 0,-1-1 0,-3 0 0,-2 0 0,-5-1-129,4-1 0,-6 0 0,-1-1 1,4 0 128,3 1 0,4-2 0,2 1 0,0 0 0,-4-1 0,-7 0 0,5-2 0,-1-1 0,-4 2 0,6-2 0,2 0 0,-4 0 0,-5 1 0,-4 0 0,-1 0 0,8-1 0,6-1 0,1 0 0,-8 2 0,-10 1 0,0-1 0,8-1 0,6-1 0,0 0 0,-6 1 0,-8 1 0,0 0 0,13-3 0,6-2 0,-5 2 0,-12 2 0,-1 1 0,15-7 0,-2 0 0,-8 4 0,-3-1 0,1-1 1922,2 0-1922,2-2 1638,-3 3 0,0-2-1542,-7-1 1,-1 0 3179,16-5-2250,-14-4-1026,-12 9 0,-3 3 3036,1-4-3036,-3 6 378,-1 1 0,2 0 0,-2 5 0</inkml:trace>
  <inkml:trace contextRef="#ctx0" brushRef="#br0" timeOffset="202640">15498 13579 24575,'13'0'0,"4"0"0,6 0 0,-7 0 0,-6 0 0,-9 0 0</inkml:trace>
  <inkml:trace contextRef="#ctx0" brushRef="#br0" timeOffset="204343">17268 13523 8191,'24'1'0,"0"0"0,11-1 1638,1 0 0,3 1-1547,-12 0 1,0 1-1,-1-2-91,3 0 0,0-1 0,5 2 0,3 1 0,-6-2 0,3-2 0,-2 2 0,7-1 0,-8 0 0,-1-2 0,-2 1 0,5-1 0,-4 1 0,4-1 0,-1 0 0,5-1 0,-5 1 0,-13 2 0,1 0 0,15-1 0,6-1 0,-7 1 0,0-1 0,-7 2 0,4 0 0,-6 0 0,1-2 0,-3 3 0,0 0 2973,-1 0-2973,0 0 0,5 0 1895,4-1-1895,-12 1 0,1-1 0,17 0 0,-9 1 0,-3 0 0,-8 0 1182,19 0-1182,-30 0 0,7 0 0,-12 0 0</inkml:trace>
  <inkml:trace contextRef="#ctx0" brushRef="#br0" timeOffset="205859">16990 13593 24575,'6'0'0,"1"0"0,2-2 0,12 2 0,-3-2 0,4 1 0,1 0 0,0 0-1639,12-3 1,0 0-1639,-12 2 2627,3-1 0,7 1 1,-5-1 1605,8 0-956,-9 0 0,5 1 0,-4 0 0,-7 2 0,-1-1 0,15 0 0,-2-1 0,-4 4-95,3-2 1,2 0 94,-10 0 0,-1 0 0,1 0 0,-1 0 0,9 0 0,-3 0 3276,-11 0-1758,8 0 0,1 0-1518,-8 0 1124,7 0-1124,10-4 0,-18 2 0,8 1 0,2-1 300,-2-3-300,5 4 0,3-1 0,-6-2 0,-2 0 0,-3 2 0,0 0 0,9-1 0,-3-1 0,-7 2-1639,5-1 1,0 1-1639,-5 0 3047,10-2-1049,-6 0 1279,-6 1 0,0 1 0,1 0 0,2-2 0,-3 2 0,1-1 0,-16 3-3277,26 0 2441,-23 0 1952,16 1 1,2 0-1117,-13-1 543,9 1 0,2 0-543,1-1 0,-3 0 0,10 0 0,-21 0 0,22 0 0,-22 0 0,10 0 2073,-10 0-2073,0 0 0,13 0 0,-6 0 0,0 0 0,10 0 3276,-21 0 0,24 0-3044,-24 0-232,13 0 0,-14 0 0,8 0 0,-7 0 0,2 0 0,-3 0 0,-3 0 0,0 0 0,-1 0 0,0 0 0</inkml:trace>
  <inkml:trace contextRef="#ctx0" brushRef="#br0" timeOffset="207154">16854 13156 24575,'1'8'0,"-1"-2"0,2 0 0,-2-4 0,0 1 0</inkml:trace>
  <inkml:trace contextRef="#ctx0" brushRef="#br0" timeOffset="218109">18810 13102 24575,'0'0'0</inkml:trace>
  <inkml:trace contextRef="#ctx0" brushRef="#br0" timeOffset="223272">11921 14200 24575,'12'-7'0,"-3"0"0,4-1 0,9-5 0,-11 6 0,15-10 0,-2 1 0,-4 2 0,-2 2 0,0 1 0,-2 0-1639,7-6 1,0 1-1639,-8 4 3162,10-7 0,4-2-216,-10 6 0,2 0 331,2-1 0,2-2 0,-1 2 0,-2 0 0,0-1 0,3-1 0,2-2 0,-4 4 0,-4 1 0,9-9 0,-1 1 0,-13 12 0,5-9 0,-2 1 0,-10 12 0,8-9 0,0 1 0,-11 9 819,8-7 0,-12 11 0,2 1 0</inkml:trace>
  <inkml:trace contextRef="#ctx0" brushRef="#br0" timeOffset="224258">12656 13650 24575,'18'21'0,"4"4"0,-3-6 0,1 2 0,-14-15 0,5 1 0,-8-5 0,3-2 0,-6-1 0,-15-8 0,6 4 0,-8-5 0,-2-1 0,-13-7 0,1 2 0,1-1 0,23 11 0,-4-5 0,9 4 0,-2-4 0,4 8 0,-2-8 0,4 7 0,5-6 0,13 1 0,4-1 0,-2 1 0,-5 5 0,-13 4 0,7 4 0,-3-1 0,2 3 0,-6-3 0,-2 1 0,-4 13 0,2 2 0,-3 11 0,3-14 0,-2-3 0,6-11 0,-1-1 0,3-1 0,-3 0 0,-2 0 0,1 0 0</inkml:trace>
  <inkml:trace contextRef="#ctx0" brushRef="#br0" timeOffset="227232">8514 13586 24575,'9'0'0,"27"0"0,-9 0 0,6 0 0,-3 0-1639,-2 0 1,4 0 1282,-3 0 0,7 0 1,3 0-1,0 0 0,-3 0 1,-8 0-836,-3 0 1,2 0 1190,0 0 0,9-1 0,5 1 0,2 0 0,1-1 0,-2 1 0,-6 0 0,-8-1 0,4 1 0,1 0 0,-7-1 0,8 1 0,5 0 0,3-1 0,2 1 0,-2 0 0,-2-1 0,-5 1 0,-7 0 0,0 0 0,-6 0 0,4 0 0,4 0 0,6 0 0,3 0 0,2 0 0,-2 0 0,-4 0 0,-6 0 0,5 0 0,-1 0 0,-3 0 0,5 1 0,2 0 0,-2 1 0,-6 0 641,5 2 0,-2 2-641,2-1 0,2 0 0,-5 1-958,2 4 958,-12 0 539,-17-9 0,-1 1 1,-2 0-1</inkml:trace>
  <inkml:trace contextRef="#ctx0" brushRef="#br0" timeOffset="236768">16723 13060 24575,'0'0'0</inkml:trace>
  <inkml:trace contextRef="#ctx0" brushRef="#br0" timeOffset="240273">18749 12362 24575,'-3'13'0,"0"-1"0,-1-4 0,1-2 0,3-4 0</inkml:trace>
  <inkml:trace contextRef="#ctx0" brushRef="#br0" timeOffset="242550">16954 13579 24575,'19'-5'0,"1"1"0,0 0 0,10-1 0,-1 1 0,-14 2 0,4 0 0,0 1 0,-3 1 0,8-1 0,2-1 0,10 0-1639,-7 1 1,-2 1-1639,-7-2 2070,8 2 1207,-22 0 0,16 0 0,-3 0 0,-4 0 0,11 0 3276,-16 0-252,11-1-3024,-12-1 365,2 0 0,-9 1 0,1 1 1</inkml:trace>
  <inkml:trace contextRef="#ctx0" brushRef="#br0" timeOffset="243753">18394 13577 24575,'17'-2'0,"-2"2"0,3-2 0,4-2 0,3 2 0,2-1 0,-2 0 0,2-2 0,-1 2 0,3 0 0,0 0 0,-2 0 0,3 0 0,-4 0 0,0 3 0,-1 0 0,-2-2 0,0 1 0,-1 1 0,-6 0 0,-11 0 0,5 0 0,-4 0 0,1 0 0,3 0 0,-3-2 0,0 2 0,-2-1 0,-3 1 0,-1 0 0</inkml:trace>
  <inkml:trace contextRef="#ctx0" brushRef="#br0" timeOffset="246779">16342 13624 24575,'3'6'0,"1"2"0,0 9 0,3 7 0,-3 1 0,0-5 0,-1-1 0,1 8 0,0 2 0,1-2 0,-1-12 0,0 0 0,5 3 0,-3-10 0,13 4 0,-8-6 0,19 0 0,-14-4 0,12 1 0,2 0 0,-4-3 0,0 1 0,5 0 0,-1-1-1639,2 0 1,-1 0 1012,1 1 0,3-1 626,2 1 0,3-1 0,-6-1 0,-15 1 0,0-1 0,15 1 0,4 0 0,-6 0 0,-2-5 0,-6 3 0,5 1 0,-6-2 0,2-2-1321,3 0 0,-4 1 1321,-14 2 0,7-3 0,-15 5 0,3-1 0</inkml:trace>
  <inkml:trace contextRef="#ctx0" brushRef="#br0" timeOffset="247182">17263 13845 24575,'1'37'0,"2"-5"0,1 0 0,0-9 0,-2-18 0,1 2 0,-3-11 0,2-1 0</inkml:trace>
  <inkml:trace contextRef="#ctx0" brushRef="#br0" timeOffset="247566">17294 13817 24575,'27'21'0,"1"-4"0,-3-1-2386,-14-9 2386,8 4 0,2-1 763,3 2-763,-1-4 393,0 4-393,-36 6 0,4-9 0,-10 4 0,0 0 0,6-2 0,-9 9 0,13-12-820,-1 2 1,8-9 0,-1-1 0</inkml:trace>
  <inkml:trace contextRef="#ctx0" brushRef="#br0" timeOffset="259267">16307 13046 24575,'7'-10'0,"6"-10"0,-10 16 0,10-19 0,-4 11 0,1-3 0,3-7 0,1 0 0,-3 1 0,7-9 0,-3 8 0,-3 7 0,3-1 0,-1 2 0,-6 7-1639,11-9 1,1 1-1639,-13 9 2156,17-7 1,1-2 1120,-10 7 0,10-5 0,-1-1 0,-10 5 0,17-9 0,-20 9 0,6 1 0,-1 1 0,3 1 0,-5 3 0,5-3 0,-17 6 0,2 0 0</inkml:trace>
  <inkml:trace contextRef="#ctx0" brushRef="#br0" timeOffset="260120">16772 12552 24575,'4'25'0,"-2"-11"0,6 15 0,-6-22 0,6 19 0,-7-21 0,6 11 0,-2-7 0,0 4 0,1-3 0,3 7 0,-5-8 0,3 0 0,-5-3 0,-1-6 0</inkml:trace>
  <inkml:trace contextRef="#ctx0" brushRef="#br0" timeOffset="260939">16752 12545 24575,'10'2'0,"11"-2"0,9 1 0,4-1 0,-9 0 0,-6 2 0,-11-2 0,6 3 0,16-3 0,-13 1-1639,4 0 1,-2-2-1639,-10 1 3017,13-1 260,-17-1 0,4 2 0,-8 0 0,-4 8 0,0-2 3276,-1 5 0,-7 7-3059,-1 1-217,0-2 0,-3 0 0,0-2 0,8-7-1639,-11 9 1,2 1-1639,9-12 2689,-14 19 588,16-20 0,-3 5 0,6-8 0,0-2 0</inkml:trace>
  <inkml:trace contextRef="#ctx0" brushRef="#br0" timeOffset="262204">16854 12624 24575,'-6'11'0,"-4"5"0,3-7 0,1 0 0,13-9 0,11-11 0,-5 5 0,9-7 0,-16 9-3277,17-12 0,-15 12 3047,8-10 230,-12 12 0,-2 2 0,-8 14 0,1-3 0,-11 16 3276,11-19 0,-9 10-3044,10-10-232,-3 1 0,8-7 0,3-3 0,6-6 0,-2 3 0,5-5 0,-3-2 0,5-4 0,-5 3 0,2-1 0,-13 11 0,2 2 0,-6 2 0,-9 3 0,8-4 0,-23 3 0,23-3 0,-13 4 0</inkml:trace>
  <inkml:trace contextRef="#ctx0" brushRef="#br0" timeOffset="263937">17656 12336 24575,'-22'-2'0,"0"0"0,2 0 0,1 2 0,-9 4 0,10-2 0,-6 7 0,17-6 0,1 3 0,9 0 0,0-2 0,12 3-3277,14-1 0,-9 0 1638,12-1 1,1 0 1037,-9-2 601,10 3 0,2-1 0,-15-2 0,-2-1 0,16 4 0,-10-1 0,-22-1 3276,5 9-1574,-6-7 1574,4 11-1098,-6-3-2178,1-3 0,-3 13 0,-1-19 0,-8 15 0,6-16 0,-12 5 0,-3 0 0,6-4 0,-13 3 0,-3-1 0,8-3 0,-11 2 0,-1-1 0,7 0 0,-2 1 0,0 1 0,8-3 0,-2 2 0,7-11 0,6-9 0,0 1 0,2-9 0,7 16 0,1-2 0</inkml:trace>
  <inkml:trace contextRef="#ctx0" brushRef="#br0" timeOffset="264503">17642 12286 24575,'-1'22'0,"-1"0"0,0-1 0,1 11 0,0-1 0,0-15 0,-1 17 0,-1 3 0,-1-2-1639,1 0 1,-1-1-1639,1-6 1638,4-2 1,1-3 950,-1-11 2655,6 23-1967,-4-23 0,1 4 0,0-9 3276,-4-6-643,2 0-5910,2-20 2413,-2 11-775,4-15 1,1-1 1323,-4 13 0,6-19 0,-9 29 0</inkml:trace>
  <inkml:trace contextRef="#ctx0" brushRef="#br0" timeOffset="264940">17732 12291 24575,'0'25'0,"0"-14"-1639,0 9 1,0-2-1639,0-9 1817,0 12 1,0 1 1459,0-8 0,0 11 0,0 0 0,0-5-1205,-1 9 0,0-1 1205,1-11-670,-1 12 0,0-2 670,1-13 0,2 8 0,1-1 0,-1-10 474,5 20-474,-2-21 3276,0 4-3138,-1-9 1,-2-5-1,-1 0 1</inkml:trace>
  <inkml:trace contextRef="#ctx0" brushRef="#br0" timeOffset="269963">18283 13859 24575,'10'2'0,"13"6"0,-8 0 0,16 5 0,-2 1 0,-1-4 0,0 1 0,4 2 0,-9-2 0,4 2 0,-7 2 0,-12-11 0,-1 3 0,-4-7 0,-1 3 0,-1-1 0,-2-1 0,1 1 0</inkml:trace>
  <inkml:trace contextRef="#ctx0" brushRef="#br0" timeOffset="290849">15825 13819 24575,'0'-5'0,"8"-7"0,4-5 0,4-6 0,-4 6 0,-2-4 0,-7 17 0,1-6 0,-4 8 0</inkml:trace>
  <inkml:trace contextRef="#ctx0" brushRef="#br0" timeOffset="292347">15395 14118 24575,'6'-5'0,"0"0"0,2 3 0,4-3 0,-6 2 0,4-1 0,-3-3 0,2 4 0,-1-3 0,-1 2 0,0 0 0,-1-1 0,8-3 0,-9 2 0,16-13 0,-15 12 0,13-13 0,-7 8 0,-2 2 0,6-6 0,-12 11 0,10-12 0,2 1 0,-5 2 0,10-6 0,-9 11 0,5-5 0,1 3 0,-7 3 0,4-3 0,-12 7 0,12-6 0,-11 6 0,13-3 0,-10-1 0,4 4 0,0-6 0,-6 9 0,3-6 0,-3 6 0,-3-1 0,1 2 0</inkml:trace>
  <inkml:trace contextRef="#ctx0" brushRef="#br0" timeOffset="293253">15835 13692 24575,'9'9'0,"-4"-2"0,11 7 0,-10-7 0,11 10 0,-10-11 0,7 7 0,-3-4 0,-2-3 0,3 5 0,-7-10 0,5 10 0,-7-10 0,2 4 0,-4-6 0,-1 0 0</inkml:trace>
  <inkml:trace contextRef="#ctx0" brushRef="#br0" timeOffset="294176">15880 13678 24575,'4'-5'0,"13"-4"0,-9 5 0,17-6 0,-9 4 0,5-4 0,-5 6 0,6-8 0,-15 11 0,9-6 0,-8 5 0,-2 0 0,0 2 0,-4 2 0,-2 18 0,0 8 0,0-2 0,0 5 0,0-25 0,-5 18 0,4-18 0,-4 15 0,3-18 0,-1 3 0,1-6 0,1 0 0</inkml:trace>
  <inkml:trace contextRef="#ctx0" brushRef="#br0" timeOffset="297350">15979 13547 24575,'5'0'0,"7"0"0,-2 0 0,16 0-1639,-7-1 1,0 0-1639,6 0 2198,0-1 1,-2 0 1078,-12 1 0,13 0 0,1-1 0,-10 2 0,7-2 0,1 0 0,-10 2 0,5-1 0,-8 1 3276,-1-3-723,0 1 329,11-1-2882,1-3 0,-2 4 0,-1-3 0,-15 4 0,1 1 0</inkml:trace>
  <inkml:trace contextRef="#ctx0" brushRef="#br0" timeOffset="299696">18923 13601 24575,'-11'0'0,"-5"0"0,5 0 0,-22 0 0,17 0 0,-6 1 0,-2 0 0,-1-1 0,-7 4 0,1-1 0,9 2 0,0-2 0,-3 2 0,-5-3 0,7 2 0,0-3 0,-1 0 0,2 0 0,0-1 0,-7 0 0,1 0 0,5 0 0,1 0 0,1 0 0,3 0 0,7 0 0,-6 0 0,11 0 0,-3 0 0,6 0 0,-3 0 0,1-1 0,-4 0 0,-2 0 0,2 1 0,0 0 0,6 0 0,-2 0 0,-1 0 0,-5 0 0,4 0 0,-7 0 0,1 0 0,-7 0 0,7 0 0,-7 0 0,14 1 0,-16 1 0,6 0 0,-5-1 0,-6 1 0,6-1 0,1 1 0,-13-1 0,22-1 0,-22 0 0,17 0 0,-8 2 0,10-2 0,-6 2 0,5-2 0,-12 1 0,8 1-3277,-7 1 0,18-2 3047,-8 1 230,2-2 0,-4 1 0,0 1 0,-18 0 0,20-1 0,-8-1 0,-1 0 0,1 0 0,-5 0 0,10 0 0,13 0 0,-4 0 0,0 0 3276,3 0 0,-10 0-3044,0 0-232,-7-1 0,6 0 0,-2 0 0,11 1 0,-15-2 0,1-1 0,1 1 0,-7-1 0,10 3 0,-2 0 0,3 0 0,-4 0 0,-3 0 0,-7 0 0,12 0 0,6 0 0,8 0 0,2 0 0,-2 0 0,1 0 0,3 0 0,-1 0 0</inkml:trace>
  <inkml:trace contextRef="#ctx0" brushRef="#br0" timeOffset="300946">17090 13647 24575,'8'-2'0,"5"-2"0,0-1 0,13-4 0,-13 5 0,13-4 0,-14 3 0,0 0 0,-4 2 0,-4 1 0,0 2 0,10 0 0,-3-1 0,11 0 0,-6-1 0,4 0 0,-8 0 0,-2 1 0,-7 2 0,-3-1 0,1 2 0,1-2 0,26 0 0,-4-4 0,3-1 0,-2 3 0,1-1-1093,3-2 1,2-1 0,-5 1-2185,0 0 1638,8-1 1,-4 2 148,-22 3 1490,24-3 0,-28 5 0,4 1 0,-9-1 0,10 5 0,-7-5 0,29 9 0,-22-8 0,9 3 0,1-1 0,-7-1 0,20 3 0,-20-4 3276,6 2-2015,-13-3 2015,0 0 0,-2-1-3218,1 3 0,-2-2 0,1 1 0</inkml:trace>
  <inkml:trace contextRef="#ctx0" brushRef="#br0" timeOffset="303089">13471 12990 24575,'1'-6'0,"1"-9"0,0 8 0,3-26 0,-4 24-1639,3-12 1,-1 0-1639,-2 12 1844,2-11 1,1-2 1432,-2 8 0,2-7 0,-1 0 0,1 5 0,0-7 0,5 0 0,-5 14-2433,15-21 2433,-14 24 0,13-14 0,6 0 0,-5 5 0,0 0 3276,11-6-2777,1 1 0,-2 2-499,-8 6 0,4-3 0,-1 1 794,-8 4-794,7-1 3276,-17 8 0,5-1-3218,-3 4 0,-4 0 0,2 0 0</inkml:trace>
  <inkml:trace contextRef="#ctx0" brushRef="#br0" timeOffset="309852">12274 14464 24575,'18'-3'0,"-5"1"0,17-5 0,-14 3 0,15-4 0,4-1-1915,-13 3 1915,11-4-3277,2-2 713,-23 6 925,13-5 1,0 0 700,-17 6-472,12-8 1,0 0 1409,-11 8 435,15-14-435,-6 3 3034,-9 6-3034,4-3 0,0-1 0,9-16 0,-6 10 0,1-1 0,-2 2 0,-12 13-366,11-12 1,1-1 365,-7 8-1396,8-10 0,1 1 1396,-8 9 0,6-8 0,-1 0 0,-7 13 0,10-17 0,2-1 0,-11 15 244,11-14 1,1-3-245,2-2 0,-10 13 0,1 0 1517,2-3 0,-1 3-1517,-5 5 0,8-6 0,-11 11 3276,9-6-2015,7 0-1261,-2-1 3276,11-3 0,-14 5-3044,-2 2-232,-4 2 0,-11 5 0,3-1 0</inkml:trace>
  <inkml:trace contextRef="#ctx0" brushRef="#br0" timeOffset="314989">3633 15879 24575,'26'-1'0,"0"0"0,-7 1 0,3 0 0,6-1 0,7 0 0,2 0 0,1 1-547,-7-1 1,0 1 0,1 0 0,1 0 0,0 0 0,-2 0-110,5 0 1,0-1-1,-1 1 1,1 0 0,3-1 186,-4 1 1,3 0 0,1 0 0,0 0 0,-1 0 0,-3 0 0,-3 0-352,-2 1 1,-3-1 0,-1 0 0,4 1 927,-1-1 0,3 0 0,1 1 0,1-1 0,-3 1 0,-3 0-108,7 0 0,-4 1 0,0 0-380,3-1 1,0 0-1,-4 0 1,-2 1 0,-10-1-1,-15-1 1</inkml:trace>
  <inkml:trace contextRef="#ctx0" brushRef="#br0" timeOffset="318107">8188 15871 24575,'27'-1'0,"-10"0"0,0-1 0,4 0 0,10-1 0,1 0 0,-6 0 0,1 0-1093,2 1 1,3 0 0,-4 0-2185,7 1 2302,2 1 1,-2 0 2693,-10 0-1719,2 0 0,5 0 0,-5 0 0,-5 0 0,11 0 0,-2 0 0,-20 0 0,26 0 0,-26 0 0,19 0 0,-20 0 0,21 0 0,-6 0 0,0 0 0,4 0 0,-24-2 3276,7 2 0,-7-3-3044,4 3-232,13-2 0,-5 2 0,2 0 0,3 0 0,0 0 0,0 0 0,-3 0 0,1 0-177,2 0 0,-2 0 1,-9 0-1,-2 0 0</inkml:trace>
  <inkml:trace contextRef="#ctx0" brushRef="#br0" timeOffset="319922">9895 15856 24575,'9'0'0,"-1"0"0,1 0 0,17 0 0,-12 0-1093,11 0 1,9 1 0,-4 0-2185,1-1 2789,-4 1 1,8-1 0,0 1 0,-8-1 1795,3 0-1308,-5 0 0,7 0 0,0 0 0,-8 0 0,1 0 0,6 0 0,7 0 0,-7 0 0,-9 0 0,11 0 0,-2 0 3276,-18 0 0,13 0-3116,-23 0 1,2 0 0,-4 0 0</inkml:trace>
  <inkml:trace contextRef="#ctx0" brushRef="#br0" timeOffset="321176">11577 15926 24575,'34'0'0,"-1"0"0,-6 0 0,0-1 0,7 1 0,2 0 0,2-1 0,-4 0-1628,3 1 1628,-5 0 0,-2 0 528,-6 0-528,4 1 0,4 0 0,-6-1 0,2 1 0,-1-1-715,-3 0 0,0 1 0,3 0 715,4-1 0,4 1 0,3-1 0,-3 1 0,-4-1 0,3 0 0,2 1 0,-6-1 0,5 1 0,4-1 0,-1 1 0,-3 0 0,-7-1-1639,1 0 1,-2 1 1230,2-1 1,4 1-1,0 1 1,-4-2 407,3 1 0,-3-1 0,-7 1 0,1 0 0,5-1 0,3 0 0,-6 0 521,-8 0-521,10 0 0,-1 0 0,-17 0 0,18 0 0,-21 0 0,-1 0 0,-3 0 0</inkml:trace>
  <inkml:trace contextRef="#ctx0" brushRef="#br0" timeOffset="322184">10819 15092 24575,'-10'6'0,"-11"3"0,2 3 0,0-3 0,-7 8 0,20-13 0,-10 10 0,11-9 0,3 0 0,-2 4 0,2-6 0,1 5 0,-1-6 0,2 0 0</inkml:trace>
  <inkml:trace contextRef="#ctx0" brushRef="#br0" timeOffset="323129">12469 15064 24575,'-8'18'0,"-1"0"0,-1 4 0,0-1 0,-6 11 0,6-13 0,0 1 0,-3 6 0,2-8 0,-3 12 0,11-24 0,-3 6 0,6-9 0</inkml:trace>
  <inkml:trace contextRef="#ctx0" brushRef="#br0" timeOffset="329927">8779 15000 24575,'5'7'0,"2"3"0,-3-4 0,7 11 0,-1-7 0,0 3 0,7 3 0,-5-6 0,1 3 0,3 0 0,-9-5 0,2 1 0,-3-2 0,-3-4 0,1-3 0,-3-1 0,1 0 0</inkml:trace>
  <inkml:trace contextRef="#ctx0" brushRef="#br0" timeOffset="330691">8934 15052 24575,'-20'10'0,"7"-4"0,-20 10 0,6-4 0,6-3 0,-3 5 0,20-13 0,-4 6 0,6-6 0,1-3 0,4-3 0,10-12 0,8-2 0,-3 0 0,-1 9 0,-1 0 0,-4 4 0,21-7 0,-11 5 0,-3 0 0,-9 7 0,-24 7 0,-3 6 0,-1-1 0,1-1 0,-5 2-1639,-3 2 1,0-2-1639,8-4 3162,-3 1 0,2 0 115,9-7 0,9 0 0,13-9 0,2 1 0,9-2 0,-18 6 0,5-1 0,-8 3 0,1-2 0</inkml:trace>
  <inkml:trace contextRef="#ctx0" brushRef="#br0" timeOffset="332797">10733 15134 24575,'10'3'0,"-3"-1"0,6 3 0,-4-2 0,13 10 0,2 2 0,-5-3 0,-2 1 0,-1-1 0,-9-9 0,21 16 0,-23-16 0,7 4 0,-10-5 0,-1-2 0</inkml:trace>
  <inkml:trace contextRef="#ctx0" brushRef="#br0" timeOffset="333280">10837 15123 24575,'-7'12'0,"-3"1"-3277,-8 2 0,8-5 1328,-4 1 1949,11-10 0,-13-5 0,11-1 1719,-8-5-1719,-1 4 0,7 2 0,-14-3 0,16 4 0,-7-1 0,10 4 0,1-1 0</inkml:trace>
  <inkml:trace contextRef="#ctx0" brushRef="#br0" timeOffset="337963">12730 16269 24575,'13'26'0,"-6"-17"0,7 25 0,-6-14 0,-1 0 0,3 5-1639,2 3 1,-1-2-1639,-4-13 2816,5 3 0,1 0 461,-2-5-1639,5 1 1,1-1 607,-5-4 1031,20 4 0,-11-7 0,0 1 3276,1-4-2244,-12-3-859,-2 1 0,-3-1 0,-5 1 0</inkml:trace>
  <inkml:trace contextRef="#ctx0" brushRef="#br0" timeOffset="343377">10780 15126 24575,'14'15'0,"-4"-4"0,-9-9 0</inkml:trace>
  <inkml:trace contextRef="#ctx0" brushRef="#br0" timeOffset="343665">10852 15206 24575,'0'0'0</inkml:trace>
  <inkml:trace contextRef="#ctx0" brushRef="#br0" timeOffset="344582">12443 15116 24575,'19'14'0,"3"-2"-3277,-4 0 1171,-2-4 3721,-10-3-1615,-3-3 218,3 3 0,-4-4 0,-1-1 0</inkml:trace>
  <inkml:trace contextRef="#ctx0" brushRef="#br0" timeOffset="344984">12417 15134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01:20:33.593"/>
    </inkml:context>
    <inkml:brush xml:id="br0">
      <inkml:brushProperty name="width" value="0.05292" units="cm"/>
      <inkml:brushProperty name="height" value="0.05292" units="cm"/>
      <inkml:brushProperty name="color" value="#FF0000"/>
    </inkml:brush>
  </inkml:definitions>
  <inkml:trace contextRef="#ctx0" brushRef="#br0">24764 1590 24575,'0'5'0,"2"1"0,2 21 0,0-10-1093,1 8 1,0 6 0,0-4-2185,1 1 2184,-3-7 1,1 5 0,1 1 399,0 3 0,0 1 0,1 3 0,1 3 693,-2-7 0,0 1 0,1 2 0,0 2 0,1 1 0,1 2 0,1 3-80,-1-12 1,0 3 0,1 1 0,1 2 0,0 0-1,0 2 1,1 0 0,1 1 0,-1 0 0,0-1-1,0-1 1,-1 0 0,0-1 0,0-2 0,-2-2 79,2 6 0,-1-2 0,-1-2 0,0-1 0,0 0 0,0 0 0,0 2 0,2 0 0,1 3-148,-1-6 0,1 3 0,1 2 1,1 1-1,0 1 0,1 1 1,0 0-1,0 0 0,0-2 1,0-1-1,-1-1 0,-1-3 1,-1-3-1,-1-4 0,-2-3 148,6 10 0,-4-8 0,4 6 0,-4-6 0,3 6 0,2 3 0,0 3 0,1 1 0,0 1 0,0-2 0,-2-2 0,-1-4 0,-1-4 0,3 10 0,-2-6 0,2 5-48,-3-6 1,2 5 0,1 3 0,1 2 0,-1-1 0,0-3 0,-3-3 0,-2-6 47,4 7 0,-3-2 482,-2-3 1,1 4 0,-1 0 0,-3-6-483,-3-2 0,-3-4 2986,3 10-2986,-3 4 0,0-2 0,0-12 882,0 14 1,0 2-883,0-4 0,-1-5 0,-1 6 0,1-6 0,0 5 0,-1-6 0,-2 6 0,1-1 0,0-7 3276,2-1-2589,-3 10 1,-2 7-1,3-9-425,1-13-262,0 9 0,1-2 0,5-18 0,-1 2 0,0-8 0</inkml:trace>
  <inkml:trace contextRef="#ctx0" brushRef="#br0" timeOffset="1665">27012 1187 24575,'0'6'0,"2"6"-1639,2 14 1,1 2-1639,-1-6 1638,0 9 1,1 4-1,-1-4 1,0-1 1270,0 5 148,-1-8 0,1 6 1,1 1-1,-1-7 220,0-5 0,0 0-406,0 5 0,1 7 1,1 4-1,-1-2 0,-1-6 406,0-4 0,-1-3 0,0 4 0,1 2 0,0 5 0,0 4 0,1 2 0,-1-2 0,0-2 0,-1-6 0,1 4 0,-2-6 0,1 5 0,1 0 0,-1 6 0,1 3 0,0-2 0,0-4 0,-1-7 0,0-4 0,0-2 674,-1 4 0,1 3 0,0-4-674,1 9 0,-2-5 0,3 4 3031,-1-17-3031,-2-14 0,1 1 0,-1-4 0</inkml:trace>
  <inkml:trace contextRef="#ctx0" brushRef="#br0" timeOffset="3387">27163 1186 24575,'23'-5'0,"1"1"0,10 0 0,-7 1 0,7-2 0,0 1 0,-6 1-1639,-4 1 1,0 2 1112,4-2 0,6 0 0,5 0 0,0 0 0,-2 1 0,-6 0-567,-1 0 1,-3 1 0,2 0 801,0 0 0,4-1 0,1 1 0,1 0 0,0-1 291,-2 1 0,1 0 0,1 0 0,0 0 0,-1 0 0,-2 0-433,6 0 1,-2 0 0,0 0-1,2 0 433,-7 0 0,1 0 0,1 0 0,-1 0 0,0 0 0,-2 0-514,5 1 0,0-1 0,-3 0 0,-4 1 514,-5-1 0,0 0 129,8 0 0,5-1 0,-2 0-129,-4 0 0,-2 1 0,1-1 0,-1-1 0,0 0 0,4 0 0,-1 1 0,5 1 0,1-1 0,-2 1 0,-6 0 0,3-1 0,0 0 0,-4 1 0,7-1 0,3 1 0,-1 0 0,-3 0 0,-6 1 0,0 0 0,-1 1 0,4-2 0,5 0 0,0 0 0,-9 0 2930,1 3-2930,4-3 0,-1 0 0,-15 0 0,5 0 0,0 0 0,-9 0 0,11 0 0,-16 0 3276,3 1-2171,-6 4-2197,9 21 1092,-6-14-992,4 12 0,1 7 0,-1-6 992,-3-7-607,0 6 0,2 13 0,2 4 1,-1-2-1,-2-7 607,0-3 0,0 0-339,-1 0 1,2 8 0,1 3 0,0 1 0,-1-3 0,-1-7 338,-1-4 0,-2-5 0,2 4 0,1 4 0,2 5 0,0 2 0,-1-2 0,-1-6 0,0 2 0,-1-1 430,0-4 1,0 2 0,1 1 0,-1-3-431,0 7 0,0-2 0,-2-4 0,1 0 0,-1-1 0,0 1 0,-1-5 2883,0-2-2883,1 9 0,0-2 0,-1-16 0,3 21 0,-5-22 0,1 4 3276,-1-11-2242,-5-1 2242,-7 3-107,-22-2-3169,4 1-1093,-5-2 1,-8-2 0,5 1-150,11-1 0,-1 0 1242,-1 0 0,-5 1 0,-3-1 0,2 0 0,4 1-817,-6-1 1,-1 0 816,4-1 0,-7 1 0,-2 0 0,2 0 0,4 1 0,3-1 0,4 0 0,-4 1 0,-2 1 0,-4-1 0,-2 1 0,1 0 0,5 0 0,-3 1 0,3 0 0,1 0 0,5 0 0,0 0 0,-1-1 0,-4 1 0,-3-1 0,2 0 0,8-1 0,2-2 0,-1 1 0,-10 0 0,-3 1 0,3-1 0,10 1 0,-2-1 0,-1 0 0,-8 0 0,-6 1 0,0-1 0,5 0 0,4 1 0,2 0 0,1-1 0,-1 1 0,-1-1 0,0 1 0,-1-1 0,0 1 0,-1 0 0,-3 0 0,1 0 0,3 0 0,7 0 0,-11 3 0,6-1 0,-8-1 0,0 1 0,9 0 0,-5 2 0,1-1 0,-6 0 0,7-1 0,5 0-330,-2 0 0,-7 0 0,3 1 330,1 0 0,2-1 0,5 0 0,-1-1 0,1 0 0,-3 1 0,3-1 0,-12-2-1639,1 1 1,0-1 1247,0 1 1520,6-1 1,5 1-1130,20-1 1308,-1 0-1308,16-6 0,-2 5 0,4-5 0,-9 6 0</inkml:trace>
  <inkml:trace contextRef="#ctx0" brushRef="#br0" timeOffset="5116">28309 1168 24575,'0'19'0,"0"-8"-3277,0 26 0,0-27 1638,0 11 1,0-1-1639,0-13 2653,0 18 1,0 0 623,0-13 0,0 16 0,0 5 0,3 2 0,-3-14 0,1 1 0,1 3 0,0-3 3034,-2-3-3034,1 3 0,1 2 0,-1-4 0,1 0 0,-1 9 0,1 1 1112,1-1 0,-1-1-1112,-1-6 0,-1 0 0,2 12 3276,-2-4-2505,0-9-2410,0 0 1,0-2-196,0-5 1572,0 5 0,0 0 262,0-6 1990,0 23-1990,0 2 243,0-14-243,0 11 0,1-11 0,-1-8 1638,2 8 0,-1 0 362,0-11-1074,0 20-926,-1-22-3277,0 12 515,0-12 2227,2 10 1,0-1 534,0-9 218,1 8 1,0 0-219,2-1 0,-2-2 0,2 6 0,-4-16 0,4 15 0,-5-12 0,4 13 0,-3-14 819,0 9 0,-1-14 0,0 1 0</inkml:trace>
  <inkml:trace contextRef="#ctx0" brushRef="#br0" timeOffset="6637">27466 777 24575,'3'13'0,"3"4"0,0-3 0,4 12 0,-6-16 0,7 19 0,-7-17-1639,4 5 1,0 1-1639,-3-8 2370,5 12 1,1 1 906,-4-7 0,4 9 0,1 0 0,-6-10-1639,3 9 1,-1-2 903,-5-11 735,4 15 0,-4-5 0,0-2 3276,-1-3-2908,4 18 0,0 0-368,-2-16 1583,3 18-1583,-5-27 0,-1-4 0,-1-3 0</inkml:trace>
  <inkml:trace contextRef="#ctx0" brushRef="#br0" timeOffset="7485">28968 842 24575,'2'8'0,"0"9"0,2 11 0,-1-3 0,0-3 0,-1 0 0,1-4 0,1 16 0,1 4 0,0-13 0,0-1 0,-1 5 0,0-1 0,3 1 0,0-6 0,-4-14 0,7 23 0,-6-23-3277,1 13 0,-3-15 2886,5 14 391,-6-16 0,5 7 0,-6-9 0,2-4 0,-2-1 0</inkml:trace>
  <inkml:trace contextRef="#ctx0" brushRef="#br0" timeOffset="8138">28847 605 24575,'-14'8'0,"1"0"0,2-4 0,-10 9 0,1 6 0,0-3 0,-2 13 0,17-19 0,-4 14 0,8-14 0,1 12 0,5-8 0,0-1 0,9 4 0,-7-14-3277,19 11 0,-17-11 2297,13 2 0,3-2 980,-5-2-1093,3 0 1,7 0 0,-6 0 405,1-1 613,12-1 1,0-1 73,-19-2 0,14-1 0,-23 1 0,-8 3 0</inkml:trace>
  <inkml:trace contextRef="#ctx0" brushRef="#br0" timeOffset="8735">29117 635 24575,'-7'9'0,"-2"3"0,2-5 0,-3 9 0,9 2 0,-3-3-3277,7 14 0,-1-22 1357,7 12 1920,-7-14-3277,15 9 2577,-13-9-1959,24 7 2659,-21-9 2659,12 4-2659,-1-5 0,-10-1 1130,14 1-1130,-18-2 3276,5-4-2015,-4-10 2015,-3 5 0,-1-21-6553,-8 15 2,3-6 218,-12 3 3057,12 13-3277,-20-11 3030,17 13-1367,-17-6 1614,19 9 2725,-8-1-2725,9 1 0,1 0 0,2 0 0</inkml:trace>
  <inkml:trace contextRef="#ctx0" brushRef="#br0" timeOffset="9204">29421 641 24575,'-24'6'0,"9"-2"0,-15 9 0,22-7 0,-19 14 0,20-13 0,-10 18 0,14-19 0,-7 23 0,11-19-3277,10 24 0,-3-24 1676,14 7 0,4-1 1601,-2-8-765,-1-1 1,4 1 0,-5-2 764,1-1-1397,9-2 1,-3-1 1396,-20-2 1120,11-2 1,-1 0-1121,-13 1 680,6-9-680,-12-8 0,-1 2 240,-2-9 1,1 18-1,0 0 1</inkml:trace>
  <inkml:trace contextRef="#ctx0" brushRef="#br0" timeOffset="9521">29489 556 24575,'3'28'0,"1"1"0,0-2 0,0-1 0,0 0 0,0-1 0,2 7 0,0-4 0,-3-11 0,1 10 0,0-1 0,-2-13 0,5 22 0,-4-28 0,2 5 0,1-11 0,12-10 0,12-10 0,-10 5 0,1-1 0</inkml:trace>
  <inkml:trace contextRef="#ctx0" brushRef="#br0" timeOffset="9839">29935 641 24575,'2'15'0,"-6"11"0,2-18-1639,-5 12 1,-1-1-1639,5-9 401,-11 24 2876,13-28 1843,-4 10-1843,4-21 0,-1-9 0,-3-11 3276,1 4-2499,-3 5 1,5 13 0,-1-1 0</inkml:trace>
  <inkml:trace contextRef="#ctx0" brushRef="#br0" timeOffset="10040">29812 713 24575,'-2'20'0,"8"3"0,-4-2 0,7-3 0,-3-9 0,10 8 0,-5-6 0,14 10 0,6-12 0,-10 1 0,3-7 0,-3-2 0,-13-3 0,11-3 0,0-1 0,-12 2 0,12-6 0</inkml:trace>
  <inkml:trace contextRef="#ctx0" brushRef="#br0" timeOffset="10325">30138 736 24575,'19'13'0,"-1"0"0,-2 0-3277,8 5 0,-19-12 0,23 9 2625,-24-12 2615,20 5-1963,-12-3 0,4-1 0,-1-4 0,-10-1 0,1-4 0</inkml:trace>
  <inkml:trace contextRef="#ctx0" brushRef="#br0" timeOffset="10576">30368 596 24575,'-9'17'0,"1"1"0,-1-2-1639,-4 17 1,2-1-1639,7-17 1638,-6 12 1,1-2 257,6-15 2540,-10 23-1159,9-19 0,-2 4 0,0 1 0,2 2 0,0 0 3276,1-8-1388,1-12 1388,-4 1-3245,-30-1-329,22-1 0,-19 2 0,31-2 1</inkml:trace>
  <inkml:trace contextRef="#ctx0" brushRef="#br0" timeOffset="11290">26223 579 24575,'-24'7'0,"14"-2"0,-22 6 0,22-6 0,-21 14 0,19-10 0,-11 16 0,18 0 0,-1-3-3277,7 10 0,0-23 0,19 20 1787,-14-23 868,16 5 0,2-2 622,-9-8 0,10 2 0,3-3 0,7-10 3276,-5 6-3147,-11-6 0,-4-1 0,-11 8 0,7-8 0</inkml:trace>
  <inkml:trace contextRef="#ctx0" brushRef="#br0" timeOffset="11623">26271 459 24575,'16'19'0,"0"0"0,-1 0 0,8 8 0,-1-1 0,-10-11 0,6 11 0,0 0 0,-7-9 0,3 7 0,-1 0 0,-4-7-1639,3 5 1,-1-1-1639,-4-9 1638,5 7 1,0-2 148,-6-12 1490,10 10 0,-2-19 0,-1 2-759,12-18 1,-17 13-1,6-8 1</inkml:trace>
  <inkml:trace contextRef="#ctx0" brushRef="#br0" timeOffset="12325">26587 557 24575,'-14'0'0,"-2"4"0,4 0 0,-8 9 0,6-1 0,1-1 0,1 2 0,12-6 0,-4 12 0,10 4 0,-3-5-3277,16 10 0,-12-24 2498,19 14 779,-18-16-3277,22 5 2199,-23-7-1834,21-1 2912,-22-1 2300,27-7-2300,-25 3 0,20-10 0,-22 8 341,9-15-341,-14 10 3276,5-4-2331,-6 11 2331,4 21-241,4 0-3035,-1 6 0,14-3 0,-14-15 1427,20 6-1427,-11-9 0,0-2 0,-5 2 0,-9-2 0,0 2 0</inkml:trace>
  <inkml:trace contextRef="#ctx0" brushRef="#br0" timeOffset="12673">26783 502 24575,'7'13'0,"4"3"0,-4 0-3277,7 9 0,-11-17 1280,17 18 1997,-14-19-2798,12 9 2798,-12-11-491,6 1 491,-7-4 3276,10-3-2272,-10 0-1004,16-15 0,-15 12 39,15-23-39,-16 15 3276,2-21-2491,-10 10 1,1 4 0,-3 7 0</inkml:trace>
  <inkml:trace contextRef="#ctx0" brushRef="#br0" timeOffset="13190">27219 483 24575,'-19'-1'0,"-6"0"0,6 0 0,-2 1 0,10 0 0,-3 6-3277,-4 9 0,7-5 1638,4 11 1,1 1 1582,4-10-1583,3 12 1,2 0 1406,0-15 232,11 14 0,4-16 3276,14-1-3160,-12-5 1,0 0 2986,8-1-3103,-8-8 0,-4-1 0,-10 4 0,14-19 0,-19 19 0,-1-18 0,-1 19 0,-3-7 0</inkml:trace>
  <inkml:trace contextRef="#ctx0" brushRef="#br0" timeOffset="13523">27206 379 24575,'12'19'0,"1"5"0,-1 0 0,0 1 0,-1-3 0,-1-1 0,-1 8 0,-6-18 0,1 9 0,-1-7 0,-1 1 0,3 1 0,8-11 0,-1-8 0,1-2 0,-5 1 0</inkml:trace>
  <inkml:trace contextRef="#ctx0" brushRef="#br0" timeOffset="14026">27466 479 24575,'10'0'0,"3"1"0,0-1 0,12 4 0,-15-3 0,8 2 0,-14-4 0,-1 0 0,0-6 0,-1 4-3277,1-11 0,-3 9 3047,0-11 230,0 12 0,-7-5 0,4 7 0,-13-1 0,8 3 0,-25 6 0,17-2-3277,-16 13 2017,23-10 1260,-7 19 0,12-19 0,-6 18 0,5-9 0,1 5 0,4 4 0,2-12 0,15 5 0,-9-13 0,21 7 0,-18-10 0,26-5 0,-25 1 819,13-6 0,-21 7 0,0-1 0</inkml:trace>
  <inkml:trace contextRef="#ctx0" brushRef="#br0" timeOffset="15926">25444 2188 24575,'5'-7'0,"-1"2"0,-1 3 0,3-2 0,-1 1 0,3-2 0,-1 1 0,22-15-1639,-11 7 1,1 0-1,-3 1 1,2 0 1408,2-1 0,3-1 0,0 2 230,12-3 0,-2 2 0,-5 0 0,1-1 0,2 3 0,3 0 0,-9 4 0,-11 3 0,16-3 0,-1 2 0,-16 3 0,22 0 0,-27 1 0,20 7 0,-17-3 3276,11 2 0,-14-3-2584,4-2-692,6 4 0,1-1 0,7 1 0,2 0 0,6-2-1256,-6 1 0,-2-1 1256,-2-2 0,-9 0 0,-11-1 0,-3 0 0</inkml:trace>
  <inkml:trace contextRef="#ctx0" brushRef="#br0" timeOffset="16526">26211 1885 24575,'5'18'0,"2"14"0,-3-7 0,0-6 0,-1-1 0,2-4 0,-3-3 0,8-13 0,1-22 0,-2 4 0,1-12 0,-13 13 0,1 5 0,-4 1 0,8 15-3277,14 13 0,-2-5 3128,14 7 0,6-1 149,-4-7 0,1-1 0,-1 2 0,-1 0 0,-2-3 0,-11-2 0,-20-2 0,-22 7 0,8-5 0,-13 7 0,24-11 0,-1 3 0,7-4 0</inkml:trace>
  <inkml:trace contextRef="#ctx0" brushRef="#br0" timeOffset="19242">31150 2249 24575,'-17'-6'0,"-6"1"0,-1 0 0,-1-1 0,-9 0 0,-9 1 0,9 0 0,12 4 0,-6-2 0,-12-2 0,-1 1 0,11 0-2208,-1 0 2208,2 1 0,-5-1 0,8 1 708,8 0-708,-5 2 364,17 1-364,-12-3 0,-16-5 0,11 3 0,1 0 568,3 0 0,1 0-568,-13-5 0,28 8 0,-3-3 0</inkml:trace>
  <inkml:trace contextRef="#ctx0" brushRef="#br0" timeOffset="19681">30467 2118 24575,'-8'19'0,"3"-9"0,0 4 0,3-12 0,-21 3 0,-1 0 0,-4 2 0,7-3 0,23-2 0,-6-2 0,8 0 0</inkml:trace>
  <inkml:trace contextRef="#ctx0" brushRef="#br0" timeOffset="23576">28269 3924 24575,'9'33'0,"1"1"0,-3-9 0,1 3 0,1 4 0,1 7 0,1 0 0,-3-6-1639,-1-6 1,1 2 1563,-1-1 1,1 7-1,2 4 1,0 0-1,-2-4 1,-1-7 74,-1-2 0,0 0 0,1 6 0,2 7 0,1-1 0,-1-8 0,-1-11 0,1-3 0,-2 6 0,1-4 1159,3-10-1159,-10-10 0,-1 0 0,0 1 0</inkml:trace>
  <inkml:trace contextRef="#ctx0" brushRef="#br0" timeOffset="24874">28297 3924 24575,'16'-6'0,"4"0"0,3-1 0,4 2 0,3 0 0,-2 0-1126,1-1 0,1 0 1126,4 1 0,7 1 0,-2 0 0,-8 1-1207,0 1 1207,-5-1 0,10-1 0,3-1 0,-4 0 0,-8 1 0,5-1 0,-7 1 0,10-3 0,6 0 0,-1-1 0,-3 1 0,-9 2 0,-5 1 0,1 0 0,1-1 0,7-2 0,4 0 0,2-1 0,-2 0 0,-4 2 0,-8 1 0,-1 1 0,-2 0 0,7-2 0,6-1 0,-1 0 0,-10 2 0,-8 1 805,7 3-805,-11 8 0,2 13 0,-1-7 0,-3 6 0,-2-1 0,-3-7-1639,3 15 1,0 1-990,-4-14 1535,2 13 1,2 9 0,-1-7 899,-2-8-583,2 10 1,0 8 0,-1-9 775,-3-15-677,1 10 1,1 8 0,-1-8 676,0-10 1014,2 20 1,1 2-1015,4-5 3034,-3 4-3034,0-10 3276,-7-21-2015,0 2 2015,-7 3 0,-10 3-3044,3-1-1871,-3-2 1,0-1-1639,7-5 2574,-10 1 0,0 0 703,5-3 0,-9-1 0,-1 1 0,4-1-1639,-8 0 1,0 0 768,14 0 224,-14 0 1,0 0 645,15 0 0,-13 2 0,-1 1 0,13-1-951,-13 3 0,2 1 951,14-5 2566,-18 5-2566,0-2-811,8-1 1,-1 0 810,-13 3 0,5-1 0,6 1 0,17-3 3034,-18 4-3034,7 2 0,5-1 0,-15 13 0,19-11 0,-10 9 0,13-13 0,-24 10 0,17-10 1638,-4 1 0,0-1-377,2-4-1261,-3 4 0,0 0 0,0-5 0,-1 6 0,1-1 0,6-5 3276,-11 6 0,17-7-3044,-3 4-232,5-2-3277,-6 2 2457,5-3 1,-3-1 0,8 0 0</inkml:trace>
  <inkml:trace contextRef="#ctx0" brushRef="#br0" timeOffset="25770">26480 3976 24575,'-6'2'0,"1"8"0,2 13 0,3-3-3277,3 17 0,-1-26 625,15 21 2652,-9-26-2521,20 14 2521,-19-18-145,25 3 145,-21-5 0,22-3 0,-24 2-1292,8-4 0,-1 0 1292,-9 4 1264,11-6 1,-1 0-1265,-13 3 144,13-9-144,-23-5 3116,4 7-3116,-9-6 0,-10 0 0,11 10-1639,-17-7 1,-1 0 1422,14 7-705,-20-1 1,0 0 920,18 6 326,-7-1 1,3 3-327,16 10 0,3 1 0,7 0 819,3-2 0,-9-9 0,1 0 0</inkml:trace>
  <inkml:trace contextRef="#ctx0" brushRef="#br0" timeOffset="26124">26705 3673 24575,'7'22'0,"-4"-14"0,4 17 0,0 1 0,-2-10-1639,3 13 1,1 1-1639,-4-16 2302,3 10 1,0 3 974,-2-9 0,0 0 1719,4 15-1719,2 1 0,3-53 0,-4 15-656,-1-13 1,0-3-1,-6 12 1,1-7 0</inkml:trace>
  <inkml:trace contextRef="#ctx0" brushRef="#br0" timeOffset="26387">26898 3653 24575,'16'22'0,"-1"0"0,-3-2 0,-1 1 0,2-2 0,-1 1 0,-1 5 0,-3-4-612,-4-13 612,7 18 151,-5-11-151,0-3 0,1 1 0,-2-9 0,-2-4 0,0 0 0</inkml:trace>
  <inkml:trace contextRef="#ctx0" brushRef="#br0" timeOffset="26974">27208 3819 24575,'-16'-4'0,"7"1"0,-11 1 0,11 4 0,0 1 0,2 9 0,3 7 0,1-1 0,1 5 0,4-16 0,2 6 0,3-8 0,6 2 0,7-9 0,6-5 0,-9 0 0,-2-1 0,-14 7 0,5 3 0,-1 3 0,12 5 0,-10-4 0,11 0 0,-15-7 0,2-9 0,-9 4 0,1-5 0,-1 8 0</inkml:trace>
  <inkml:trace contextRef="#ctx0" brushRef="#br0" timeOffset="27811">27299 3801 24575,'7'-5'0,"4"-2"0,-3-1 0,1 1 0,2-2 0,-7 7 0,2 0 0,10 26 0,-9-13-1639,8 15 1,1-1-1639,-10-13 3047,11 17-1552,-4-13 1782,-8-7-447,9 11 447,-11-14 0,1-2 0,-5-6 3276,0-9-872,-2-9 161,1 6-2565,4-10 0,0 1 768,0 12-768,5-15 0,0 0 0,-5 19 0,14-26 0,-12 28 0,6-7 0,-5 12 0,-2 1 0,2 2 0,3 15 0,-1 3 0,1 0 0,-4 4 0,-3-17 0,0 5 0,1-11 0,8-12 0,9-8 0,-5 6 0,1-1 0,7-2 0,2 4 0,-18 9 0,5-1 0,-7 3 0,7 5 0,-2 6 0,6 7 0,-6-6 0,1 2 0,-7-13 0,13 6 0,3-8 0,-4 2 0,0-3 0</inkml:trace>
  <inkml:trace contextRef="#ctx0" brushRef="#br0" timeOffset="28357">27852 3666 24575,'-10'23'0,"0"0"0,-1 5 0,3-4 0,6-9 0,1 10 0,7-19 0,7 0 0,1-4-3277,11-12 0,-15 7 1638,6-9 1,-1-1 148,-10 8 1490,19-19 0,-17 11 0,1-1 0,-1-5 0,-6 11 3276,-2-1-2015,-3 17 2015,2-1 0,3 14-3044,1-14-232,15 6 0,-8-11 0,19 1 0,-9-7 0,2-2 0,-9 1 0,-10 3 0</inkml:trace>
  <inkml:trace contextRef="#ctx0" brushRef="#br0" timeOffset="29326">26817 4757 24575,'-10'-21'0,"3"7"0,-10-7 0,4 12 0,-2-2 0,-2 7 0,10 2 0,-10 2 0,2 11 0,1-5 0,1 15 0,11-14 0,4 11 0,0-13 0,12 9 0,-7-10-3277,22 3 0,-20-5 3047,12-1-169,-1-2 399,-7-2-3277,20-6 2150,-23 4-1819,15-13 2946,-21 14 2946,9-10-2946,-9 2 266,-1 5-266,2-3 3276,-3 14-2015,11 26-1261,-7-5 0,5 5 0,-2-1 3276,-4-8-1638,6 13 0,0 2-1406,-4-5-1516,2 1 1,1-1 1283,-1-4 0,2 0 0,5-5 0,-3-3 0,4 1 0,-8-9-820,-10-2 1,2-4 0,-8-3 0</inkml:trace>
  <inkml:trace contextRef="#ctx0" brushRef="#br0" timeOffset="29596">26891 5013 24575,'12'-2'0,"4"-2"0,6 1 0,-6-1 0,7-1 0,-13 4-3277,15-6 0,-16 6 0,20-12 1787,-24 10 565,10-10 1,0-1 924,-8 4-485,12-14 1,0-1 0,-11 14 0,11-19 0</inkml:trace>
  <inkml:trace contextRef="#ctx0" brushRef="#br0" timeOffset="30180">27087 4598 24575,'11'14'0,"-4"-4"-3277,7 17 0,-9-16 0,9 15 1324,-11-20 4030,5 8-2077,0-8 0,-4-3 0,10 3 0,-4-6 0,3 1 3276,0-9-1216,-6-1-2060,-1 0 0,1-14 0,-5 15 0,7-24 0,-5 22 0,6-21 0,-7 22 3276,6 4-2181,-5 17-1095,5 9 0,-4-8 0,4-2 0,-5-9 0,11 3 0,-1-5 0,1 1 0,8-9 0,-16 4 0,11-6 0,-14 4 0,0-1 0,-2 0 0,-5-1 0,2 3 0,-7-4 0,5 6 0,-3-1 0,4 4 0</inkml:trace>
  <inkml:trace contextRef="#ctx0" brushRef="#br0" timeOffset="30980">27546 4528 24575,'6'-1'0,"3"0"-3277,2-10 0,-5 7 1005,9-16 2272,-13 15 1764,5-9-1764,-14 7 0,-5 0 0,-10 7 3276,6 1 0,-5 10-3182,12-5 322,-9 13-416,7 2 0,2-3 0,5 14 0,6-17 0,3 8 0,3-11 0,3 1 0,-2-9 0,1 0 0,1-10 0,-5-1 0,10-15 0,-10 8 0,6-14 0,-9 16 0,1-12 0,-3 16 0,1-8 0,0 14 0,0-1 0,2 7 0,1 7 0,4 4 0,12-33 0,-9 15 0,2-18 0,0 3 0,-1 27 0,4-11 0,-6 27 0,-5-12 0,1-1 0,-4-8 0,4-12 0,-3 2 0,2-4 0,-4 9 0,-1 1 0</inkml:trace>
  <inkml:trace contextRef="#ctx0" brushRef="#br0" timeOffset="31778">30166 3907 24575,'11'-7'0,"11"-4"0,-13 7 0,11-2 0,-1 1 0,-6 4 0,13-3 0,-23 19 0,-6-6-3277,-8 15 0,5-16 3047,-15 11 230,15-14 0,-9 8 0,20-10 0,2-1 0,20 3 0,-10-1 0,17 8 0,-19 5 0,2-3 3276,-13 3 0,-1 0-3044,1 9-232,0-6 0,2 7 0,-9-16 0,-2-1 0,-12-1 0,5-6 0,-16 2 0,17-4 0,-16 2 0,20-3 0,-14 3 0,14-1 0,-4 0 0,9-1 0</inkml:trace>
  <inkml:trace contextRef="#ctx0" brushRef="#br0" timeOffset="32016">30454 4144 24575,'15'-17'0,"-8"8"0,2-1 0,-9 8 0</inkml:trace>
  <inkml:trace contextRef="#ctx0" brushRef="#br0" timeOffset="32500">30646 3845 24575,'-3'19'0,"-3"1"0,2 3 0,-6 11 0,7-21 0,-7 22 0,9-22 0,-5 15 0,6-19-3277,1 16 0,0-19 0,11 24 0,-8-22 4010,7 8 0,1 0-733,-2-7 0,12 8 0,-13-12 0,2-2 0,-6-14 3276,-3 1-2174,-3-7-1102,-9 7 0,4 6 3276,-9 2-6,10 5-2552,-6 0-718,4 2 0,3-2 0,1-1 0</inkml:trace>
  <inkml:trace contextRef="#ctx0" brushRef="#br0" timeOffset="33146">30888 3808 24575,'2'20'0,"-2"-6"-3277,3 13 0,-3-18 1236,2 21 2041,-4-19 0,0 24 0,1-16 0,-1 15 0,2-22 1732,0 4-1732,3-17-3277,14-11 2044,-8 6 2867,10-9 0,2 0-1634,-10 8 72,21-12-72,-28 27-3277,4 9 2431,-9-1 3078,6 12-2232,-4-22 1059,5 8-1059,-6-11 0,2 1 0,-11 3 0,-4-1 0,0-1 2081,-1-1-2081,2-4 0,0 2 0,-4-4 0,-2-1 0,9 0 0,-10-2 0,14 3 0,-3 1 0</inkml:trace>
  <inkml:trace contextRef="#ctx0" brushRef="#br0" timeOffset="36423">30430 2072 24575,'0'14'0,"-2"3"0,-2 7 0,-1-3 0,1-2 0,-1-1 0,1 1 0,-2 4 0,1 1 0,2 6 0,-3 0 0,6-9 0,0-20 0,0 2 0,-5-25-3277,-1 8 0,-1-9 3047,-2 7 230,6 11 0,6-9 0,12-2 0,1 5 0,0-5 0,-13 14 0,-2-1 0</inkml:trace>
  <inkml:trace contextRef="#ctx0" brushRef="#br0" timeOffset="47172">26244 1993 24575,'0'0'0</inkml:trace>
  <inkml:trace contextRef="#ctx0" brushRef="#br0" timeOffset="67091">9547 6764 24575,'34'-8'0,"0"0"0,0 0 0,-1 0 0,0 0 0,-5 1 0,-8 3 0,-1 1 0,6-3 0,-1 0 0,4 2 0,8-2 0,-4 0 0,-14 3 0,11-4 0,-15 4 0,-2-1 0,17-4-817,-21 7 1,9-5-1,-16 6 1</inkml:trace>
  <inkml:trace contextRef="#ctx0" brushRef="#br0" timeOffset="73882">16884 7949 24575,'30'-1'0,"-8"-2"0,4 3 0,-10-3 0,3 2 0,4 1 0,6 0 0,-1-1 0,-5 1 0,1 0-1093,1 0 1,2 0 0,-4 0-1125,14 0 2217,-11 0 0,4 0 0,-3 0 0,-6 0 0,0 0 0,7 0 0,4-1 0,-5 1 0,7 0 0,-5 0 0,6 0 0,2 0-820,-8 0 1,2 0 0,-1 0 0,-1 1 528,4-1 0,-2 1 0,3-1 291,-3 0 0,4 0 0,-1 0 0,-2 0 0,-7 0-203,10 0 203,-5 1 0,10 1 0,0-1 0,-9 1 0,4-1 0,-8 1 0,6 0 0,-1 0 0,-8 0 0,-3-2 0,10 1 0,-2-1 2458,-21 0-2458,24 0 0,-5 0 0,-3-2 0,2 2 0,6-1 0,-3 1 0,-8-2 0,1 1 819,8 1 0,7-1 0,1 1 0,-4 0-646,-3 0 0,-2 0 1,0 0-174,3 0 0,0 0 0,2 0 0,5 0 0,1-1 0,-8 1 323,-4-1-323,-2 1 0,4-1 0,-7 1 0,-14 0 0,14-1 0,0 0 457,-14 1-457,14-1 0,4 1 0,-6 0 0,1 0 0,1 0 0,6-2-1639,-7 1 1,-1-1 944,-1 0 694,11-1-601,-20 0 601,-2 3 0,1-3 0,-1 3 0,6 0 0,5 0 0,10 3 0,3 0 0,-13-2 0,1 1 0,7 1 0,3 0 0,-4 0 0,6-1 0,4 2 0,-31-4 0,-3 0 0</inkml:trace>
  <inkml:trace contextRef="#ctx0" brushRef="#br0" timeOffset="76159">20952 7613 24575,'-24'-5'0,"13"2"0,-9 1 0,0 1 0,9 1 0,-9 0 0,-2 2 0,-8 9 0,3-2 0,-5 9 0,24-14 0,-1 3 0,12-6 0,28 9 0,-5 0 0,0 1 0,-4-2 0,2 0 0,9 7 0,-4-1 0,-16-7 0,18 11 0,-20-7 0,1-3 0,1 8 0,-6-8 0,-7 3 0,-4-3 0,-11-2 0,-6 0 0,-9 1 0,-1 0 0,9-2 0,-1 0 0,-12 0 0,-5 1 0,9-3 0,6-3 0,-3 1 0,-6 1 0,7-2 0,9-1 0,-6-1 0,1-1 0,16 0 0,-17-14-820,20 7 1,-6-4 0,8 9 0</inkml:trace>
  <inkml:trace contextRef="#ctx0" brushRef="#br0" timeOffset="76619">20717 7567 24575,'-1'30'0,"0"-1"0,1 4 0,0-2 0,-3 5 0,2-4 0,-1 2 0,0-4 0,-1 0-1639,1-4 1,1-2-1639,-2 8 1328,1-8 1949,2-9 1719,7-1-1719,16-41 0,-6 3-1639,0-7 1,-2 0 1589,-7 12 0,2-9 0,-8 23 0</inkml:trace>
  <inkml:trace contextRef="#ctx0" brushRef="#br0" timeOffset="76971">20791 7624 24575,'3'25'0,"0"-1"0,-1 1 0,0-5 0,0 1 0,-1 6 0,0 8 0,0-1 0,-1-7-655,0-7 1,0 0 654,-1 7 0,1 5 0,0 0 0,0-8 426,0 3-426,1-1 0,0-3 54,0-11 0,-1 3 1,2-10-1</inkml:trace>
  <inkml:trace contextRef="#ctx0" brushRef="#br0" timeOffset="84215">8614 9348 24575,'31'3'0,"-2"0"-1639,6 0 1,1-1-1639,-4 1 1638,-2-1 1,-3-1 2966,-11-1-1328,14 2 0,-11-2 1719,14-2-1719,3 2 0,-3-3-1639,3 2 1,-1 0 378,-6-1 1260,1 0 0,3 1 0,-5-1 0,-1 1 0,7-1-975,3 0 0,-2 1 975,-16 1-1194,5 0 0,-2 0 1194,-10 0 912,7 0 1,1 0-913,-2 0 0,12-2 0,1 1 0,-2 0 1638,4-3 0,2 0-1631,-14 2 1,-2 0 2189,17-4-2197,-8 4 3276,-20 0-542,2 2-2734,13-2 0,-8 2-1639,9 2 1,0-1-67,-6 0 66,14 0 1,-2 1 555,-18-2 1261,8 0 1,2 0-179,2 0 0,6-2 0,6 2 0,-17-3 3276,2 3-2015,-10-2-1261,2 2 3276,-5 0 0,-3 0-3044,-2 0-232,3-1 0,-2 1 0,-1-2 0,-2 2 0</inkml:trace>
  <inkml:trace contextRef="#ctx0" brushRef="#br0" timeOffset="86641">16826 9357 24575,'18'-3'0,"2"1"0,4 1 0,11 1 0,0 0-1093,-9 0 1,5 0 0,-5 0-2185,10 0 1848,-2 0 0,3 0 1429,-11 0 0,2 0 0,-4 0 696,11 0-696,-9 0 0,8 0 0,5 0 0,-1 0 0,-3 0 0,-8 0-836,-6 0 0,0 0 836,5 0 0,10-1 0,5 1 0,2 0 0,-2-1 0,-5 1 0,-8 0 0,-5 0 0,1-1 0,2 1 0,9-1 0,5 0 0,4 0 0,-1 0 0,-2 0 0,-6 1 0,-8-1 0,-1 1 0,1-1 0,-1 0 0,7-1 0,5-1 0,1 1 0,-1-1 0,-5 1 0,-6-1 0,0 1 0,-2-1 0,1-1 0,3-1 0,-4 1 0,-2 2 0,-7 1 616,-12-1-616,9 1 0,-10 1 0,4-2 0</inkml:trace>
  <inkml:trace contextRef="#ctx0" brushRef="#br0" timeOffset="98959">18622 9319 24575,'-29'3'0,"-2"-1"0,-4 1 0,10 0-1639,4-3 1,1 1-1639,9 3 1638,-12-1 1,0-1-1639,14 1 2653,-14 1 1,0-1 623,14-3-772,-11 3 1,-1-1 771,13-2 706,-12 1 1,0 0-707,8-1 0,-11 0 0,0 0 0,10 0 2970,-23 0-2970,14-1-951,-9-1 951,9 0 991,-10 1-991,19 1 3276,-17 0-2091,2 0-1185,9 1 0,0 1 0,-7-2-1639,5 3 1,3 0 454,10-1 4460,-24 4-2124,21-3-1152,-22 2 0,21-2 0,-19-1 0,23-1 0,-14-1 0,0 0 0,10 0 0,-11 0 0,0 0 0,10 0 0,-10 0 0,-1 0 0,6 0 114,-6 0 1,-2 0-115,-5 0 0,5 0 0,5 0 0,3 0 0,8 0 3276,-21 0 0,4 4-3060,5-3-216,-14 5 0,24-6-3277,-24 1 0,27-1 3097,-17 0 180,16 0 0,-2 2 0,-4-2 0,-1 0 0,8 0-3277,-15-2 2017,18 1 4536,-14 1-2015,8-3-1261,-1 4 0,-2-1 0,6 2 0,-1-1 3276,6-1 0,-3 0-3044,-4 0-232,-3 0 0,-1 0 0,0 2 0,5-2 0,3 1 0,0-1 0,4 0 0,-3 0 0,2 0 0,0 0 0,0 0 0,1 0 0,-4 0 0,3 0 0,-8 0 0,8 0 0,-2 0 0,5 0 0</inkml:trace>
  <inkml:trace contextRef="#ctx0" brushRef="#br0" timeOffset="100159">17355 9441 24575,'20'2'0,"2"0"0,10 3 0,-10-3 0,8-1 0,-6-1 0,-2 0 0,6 0 0,-15 0 0,11-1 0,-1-4 0,-1 3 0,4-3 0,-16 5 0,8 0 0,-7 0 0,1 0 0,5 0 0,-11 0 0,17 0 0,-11 0-3277,13 0 0,-16 0 3047,6-1 230,-8 1 0,5-3 0,5 1-3277,6-2 2017,-7 1 2253,5 0 1,-1-1-994,-10 2 0,12-1 0,1 0 0,-6-2 0,8 3 0,-10-2 0,1 2 3276,1 1-1031,7-1 1031,-10 2-2739,2 0-537,-6 0 0,8 0 0,5 0 0,-7 0 0,10 0 0,-21 0 0,7 0 0,-7 0 0,0 0 0,9 3 0,0-1 0,6 1 0,-3-1 0,-7-2 0,0 0 0,-6 0 0,0 0 0,-2 0 0</inkml:trace>
  <inkml:trace contextRef="#ctx0" brushRef="#br0" timeOffset="121156">8326 10635 24575,'7'-2'0,"3"1"0,-2 1 0,10-2 0,-7 2-3277,17-3 0,-20 3 1328,12-2 2885,-4 1-936,-4 1 0,21-5 0,3 2 0,-2-3 0,-10 2 0,-2 1 0,1 0 0,2 0 0,0 0 3276,-8 1-1716,18-1 1,1 0-1561,-8 0-1093,-2 0 1,4 0 0,-3 0-1245,4 0 2337,0 0 0,7-2 0,-6 2-787,2 2 787,-6-2 0,5-1 0,-7 1 0,-4 2 0,13-2 0,-1 0-3277,-18 3 3202,7-1 1,3 1 1591,-5 0 0,-2 0-1517,6 0-1639,11 0 1,0 0 1279,-13 0-1112,10 0 0,-2 0 1471,-18 0 1073,7 0 0,2 0-1073,4 0-1960,8-2 1960,-7 2 2299,1-3-2299,-23 3 3276,9-3-2917,-11 1-359,2 0 0,1 0 3276,4 1-578,9 0-2698,-7 1 0,0 0 0,-10 0 0</inkml:trace>
  <inkml:trace contextRef="#ctx0" brushRef="#br0" timeOffset="121844">11061 10566 24575,'31'-1'0,"-1"1"0,7-3 0,-11 2 0,4 0 0,-6 0-921,-1-2 921,3 1 0,10 0 0,0-1 0,-8 1 0,2-2 0,-3 1 0,9-1 0,-2 0 0,-10 1 302,-7 0-302,17-3 0,-1 1 0,-23 4-3277,24-3 77,-28 4 2987,12-2 1,-14 2-1,6-2 1</inkml:trace>
  <inkml:trace contextRef="#ctx0" brushRef="#br0" timeOffset="123473">12337 10246 24575,'0'-14'0,"0"8"0,0-6 0,-1 10 0,-9 1 0,-10 1 0,5 0 0,-8 0 0,6 1-3277,-7 1 0,5 0 1999,-8 3 1278,21-4 0,-17 5 0,18-6-387,-14 4 387,14-2 0,-9 6 0,2-1 0,2 0 0,-11 6 0,15-8 0,-15 11 0,17-10 1015,-14 16-1015,13-15 0,-9 16 0,9-16 0,-4 15 0,7-16 0,-4 18 0,6-16 0,0 15 0,2-13 0,6 14 0,-3-13 420,10 12-420,-2-6 0,-1-4 0,1-2 0,-1-3 0,-6-3 3276,11 2 0,-3-5-3044,2 0-232,7-8-3277,-4-2 0,-3 0 2530,0-7 747,-13 11 0,4-7 0,-7 7 0,-1 0 0,0 1 3276,-11-3-24,8 2-2479,-18-4-773,4 5 0,2 0 0,2 7 0,12-1 0,2 2 0,0-3 0</inkml:trace>
  <inkml:trace contextRef="#ctx0" brushRef="#br0" timeOffset="124444">12305 10387 24575,'2'19'0,"-2"-4"-3277,-1 10 0,0-14 0,1 14 2623,0-19 654,0 11 1963,0-1-1963,0-3 0,0 8 0,0-10 3276,0-4-628,0-6-50,-2-9-2598,-4-8-3277,-5-15 0,4 12 2046,-1-1 1,2 1 1230,4 8-1639,-1-9 1,0 0 1117,3 9 165,2-8 0,1-1 356,-2 11 3074,10-21-3074,-8 23 1951,15-11-1951,-11 13 3276,12-4-618,-3 6-823,-4 3-1835,5-2 731,-8 8-731,6 8 0,-2-2 0,1 9 0,-9-11 0,0-1 0,-12 6 0,0-9 0,-6 7 0,3-9 0,-3 2 0,-1 1 0,3-1 0,2 0 0,6-4 0,-2 1 0,4-3 0,0 0 0</inkml:trace>
  <inkml:trace contextRef="#ctx0" brushRef="#br0" timeOffset="125108">12476 10332 24575,'6'23'0,"-3"-10"-3277,0 22 0,-3-26 2009,1 12 0,1 1 1268,0-12-2569,4 22 2569,-3-25 0,9 16 0,-5-17 0,9 14 0,-7-14 3276,8 9-2183,-3-6-587,3 2-506,-1-5 3276,-4-7 0,5-9-3044,-7 3-232,15-18 0,-17 17 0,12-13 0,-12 7 0,-3-3 0,-3-12 0,-4 13 0,-9-12 0,7 17-3277,-18-19 0,16 19 2496,-8-4 1,1 1 780,10 8 0,-11-5 0,14 5 0,-2 3 0,8-5 0,-5 5 0,5-1 0</inkml:trace>
  <inkml:trace contextRef="#ctx0" brushRef="#br0" timeOffset="130439">14465 10352 24575,'4'0'0,"8"0"0,4-4 0,-1 3-3277,16-5 0,-21 6 2302,11-3 1,3-1 974,9 1 0,2-3 0,-13 3 0,-4 0 0,-10 2 0,24-4 0,-25 4 1719,20-3-1719,-14 4 0,2-3 0,8 3 0,-9-2 0,0 2 0,-5-1 0</inkml:trace>
  <inkml:trace contextRef="#ctx0" brushRef="#br0" timeOffset="132173">15968 10381 24575,'9'-2'0,"-2"0"0,10 5 0,-2-1 0,4 1 0,4-1 0,7-2 0,-7 0-1639,-2-2 1,-2 0-1639,-8 1 1638,8-4 1,0 1 148,-12 3 1490,20-5 0,-6 5 0,15-2 0,-10 1 0,1 0 0,-8 1 0,-1 1 1638,7-1 0,-1 0-377,6 1-1261,-1 0 0,-9 0 0,-1-1 0,-8 0-1639,8-1 1,0 0 378,-10 2-257,16-3 0,1 0 1517,-16 2 0,23-2 0,1-1 0,-21 3-1015,19-3 1,-1 2 1014,-21 1 2029,21 0-2029,-2 1 3034,-16 0-3034,13 0 0,-2 0 3276,-15 0-2646,16-1 1,0-1-631,-16 1 0,12-2 0,0-1 0,-15 3 0,21-6 0,-20 7 0,4-3 0,-8 3 0</inkml:trace>
  <inkml:trace contextRef="#ctx0" brushRef="#br0" timeOffset="136147">18245 10284 24575,'17'1'0,"11"0"-3277,7 0 0,-10-1 1638,0 0 1,-3 0 937,-10 0 701,23 0 0,-27 0 1968,9 0-1968,-4 0 0,-4 0 0,15 0 0,-17 0 0,16-1 0,0 1 0,-8-1 0,11 0 0,-1 0 0,-12 0 0,23 0 0,-21-1 3276,9 2-650,-7-3-2626,6 3 0,-4-3-3277,15 0 2432,-21-1-794,7 3 1,-1-1 378,-9 1 1260,16-1 0,-6 1 0,-7-2 0,23-1 0,-10 3 0,2-2 3276,8 0-2646,-15 1 1,-1 0-631,17-2 0,-7 2 0,1 0 0,-3 2 0,-2-1 3276,10-1-1638,-4 2 0,-3-1-1406,-16 1-232,7-2 0,2 1 0,3 0 0,-6 0 0,4 1-3277,-8 0 0,-5 0 1638,9 0 1,0 0 148,-9 0 1484,20 0 0,4 0 6,-4 0 0,-8 0 0,1 0 0,3-1 0,-2 1 0,-7-1 0,8 1 0,-1-1 0,-8 1 0,5-2 0,-1 0 0,-8 1 3276,24-4-2649,-13 3 1,2 1-628,5 0 0,1 1 9,-4-2 0,2 0-9,-3 2 0,2 1 0,-6-1 0,3 1 0,3 0 0,2-1 0,3 0 0,-9 0 0,-2 0 3276,-2 0 0,2 0-3160,-2 0 0,0 0-116,3 0 0,14 0 0,-25 0 0,23 0 0,-8 0 0,1 0 0,7 0 0,-25 0 0,26 0 0,-22 0 0,17 0 0,-23 0 0,2 0 0,-8 0 0,1 0 0</inkml:trace>
  <inkml:trace contextRef="#ctx0" brushRef="#br0" timeOffset="136777">18554 10642 24575,'0'0'0</inkml:trace>
  <inkml:trace contextRef="#ctx0" brushRef="#br0" timeOffset="138472">18044 9934 24575,'7'26'0,"-1"-8"0,1 6-1639,-4-5 1,0 0-1639,1-2 1800,0 5 0,-1-1 1477,-3-11 0,9 23 0,-8-21 0,10 18 0,-10-24 463,6 7 0,-6-12 1,0 1-1</inkml:trace>
  <inkml:trace contextRef="#ctx0" brushRef="#br0" timeOffset="139209">18141 9949 24575,'25'-4'0,"-1"-1"0,9-1 0,-4 3 0,10 1 0,1 1 0,-7 0-1639,-7-1 1,1 1 1072,4 0 1,8 0-1,2 0 1,-1 1 0,-7-1 565,3 1 0,1 0 0,-8 0 0,6 0 0,3 0 0,0 0 0,-2 0 0,-6 0-1093,0 0 1,-4 0 0,3 0 764,0 0 0,3 0 0,1 0 0,0 0 1,-3 0 327,5 1 0,-2-1 0,1-1-447,1-1 1,2-1-1,0-1 1,-2 2 446,2 1 0,-1 0 0,0 0-168,-7-2 1,1 0-1,-1-1 1,-1 0 167,0-1 0,-1-1 0,-1 1-472,-2-1 1,1 0 0,0 0 471,3 0 0,1 0 0,-3 0 1156,4-4 1,-7 2-1157,-14 6 3276,6-4-2638,-10 19-638,0 22 0,0-8 0,0 1 0,0-2 0,-2-11 0,2 5 0,1-1 0,-3-9 1131,7 19-1131,-7-19 3276,2 5-138,-8-10-3138,-5-1 0,1-3 0,-1 1 0,7-2 0</inkml:trace>
  <inkml:trace contextRef="#ctx0" brushRef="#br0" timeOffset="147055">9254 11752 24575,'1'28'0,"0"-13"0,-4 14 0,3-21 0,1 2 0,33-16 0,-3-5-820,-5 2 1,6-4 0,1 0 0,-3 1-820,3-2 1,2-2 1313,-8 3 0,5-2 0,2-2 0,1 0 1,-3 1-1,-4 2 433,-2 1 0,-4 2 1,3-2-109,4-3 0,3-3 0,1 0 0,-3 0 0,-6 5 0,-6 3 0,-2 0 0,7-7 0,3-2 0,-9 5 0,-9 7 0,12-9 0,0 1 0,-16 12 0,12-7 0</inkml:trace>
  <inkml:trace contextRef="#ctx0" brushRef="#br0" timeOffset="174939">12777 11443 24575,'10'5'0,"0"2"0,5 4 0,6 5 0,-4-3 0,5 3 0,-2-2 0,-11-7 0,11 7 0,3 1 0,1-1 0,-2 1-3277,6-1 0,-24-10 3047,14 4 230,-12-2 0,14 7 0,4 4 0,-4 0 0,6 2 0,-14-11-3277,11 8 2017,-14-11 1260,22 15 0,-24-17 0,12 8 0,-3-2-3034,-1-1 3034,2 1 3034,-3-2-3034,-10-5 3276,6 2-2015,-6-2-1261,10 4 0,-6-5 0,22 7 0,-20-7 0,11 2 0,0-2 0,-3-5 0,8 3 683,-12-3 1,-12 4 0,1 0 0</inkml:trace>
  <inkml:trace contextRef="#ctx0" brushRef="#br0" timeOffset="175555">13461 11472 24575,'-18'7'0,"6"-3"0,-13 7 0,16-6 0,-9 2 0,-1 1 0,3 0 0,-3 1 0,-2 1 0,-9 9 0,4-5 0,-2 7 0,7-10 0,4 3 0,-1-3 0,-2 2 0,3-1 0,1 0 0,0 0 0,0 0-1639,-6 4 1,3-2-1639,8-6 3047,-14 15 230,15-17 0,-4 10 0,1-7 0,1-2 0,-9 3 0,-14 3 0,13-5-1639,-8 3 1,1 0 378,15-7-257,-19 10 0,0 0 1517,19-9 0,-7 5 0,2-2 0,15-7 0,-2 2 0</inkml:trace>
  <inkml:trace contextRef="#ctx0" brushRef="#br0" timeOffset="179821">9096 13046 24575,'0'0'0</inkml:trace>
  <inkml:trace contextRef="#ctx0" brushRef="#br0" timeOffset="182382">8220 13224 24575,'26'-8'0,"-7"1"0,10 0 0,-11 3 0,-3-1 0,7 0 0,-3-2 0,1-1 0,2 2 0,-10 0-3277,20-3 0,-20 4 1638,10-1 1,0 0 148,-13 4 1490,26-8 0,0 5 0,-6 0 0,1 2 0,-1 0 0,-6 1 0,-3 0 0,0 0 0,-6 0 0,17-5 0,-19 4 0,17-8 0,-22 8 819,8-4 0,-15 5 0,1 2 0</inkml:trace>
  <inkml:trace contextRef="#ctx0" brushRef="#br0" timeOffset="191433">10174 14136 24575,'2'13'0,"2"2"0,3 7 0,1-7 0,1-1 0,-1-7 0,1-1 0,0-3 0,1-4 0,4-3 0,-3-1 0,13-5 0,-12 7 0,9-9 0,1 0 0,-6 5-1639,9-10 1,-2-2-1639,-12 9 2679,9-9 0,1-2 598,-6 0-75,5-1 1,1 0 74,-3 2 0,-1 2-675,6-6 675,5 0 366,-23 21 1,3-3-1,-5 4 1</inkml:trace>
  <inkml:trace contextRef="#ctx0" brushRef="#br0" timeOffset="196952">19057 14012 24575,'24'25'0,"-12"-15"0,1 3 0,1 1 0,10 8 0,-12-8 0,4 3 0,-1-1 0,-6-4 0,7 6 0,2 1 0,-5-6-1639,2 4 1,-1-2-1639,-5-8 0,9 13 0,-13-16 4794,15 13-1517,-15-13 0,3 2 0,-6-3 0</inkml:trace>
  <inkml:trace contextRef="#ctx0" brushRef="#br0" timeOffset="197341">19363 14036 24575,'-8'7'0,"-6"3"0,7-6 0,-14 9 0,-3 0 0,6-2-1093,-4 1 1,-5 3 0,5-2-2185,3-1 1767,-12 8 1,3 0 1509,14-10-480,-2 5 1,0-1 479,11-7 0,-2 5 0,6-9 3276,0 7-1624,-5-1-2248,5-1 0,-5-2 0,6-5 1</inkml:trace>
  <inkml:trace contextRef="#ctx0" brushRef="#br0" timeOffset="199522">11762 14425 24575,'1'8'0,"3"1"0,-3-2 0,3 6 0,-2-4 0,2 17 0,3 2 0,-2 0-3277,5 8 0,-7-26 3047,5 15 230,-3-8 0,-2-2 0,7 14 0,-2-2 0,2 0 0,-1-8 0,1 0 0,8 3 0,0 2 0,1-10 0,0-2 0,-7-3-1639,17 1 1,0-1 378,-18-6 499,15 1 1,11 1 0,-6-2 760,5-2-380,-11-1 0,7 1 1,5-1-1,0 1 1,-2-1-1,-6 0 380,6 0 0,3-1 0,-11 0 0,5 0 0,5-1 0,1-1 0,1 1 0,-1 0 0,-3 0 0,-6 0 263,10 0 1,-6 0 0,6 0-264,-10 1 0,5-1 0,3 0 0,1 0 0,0 1 0,-1-1 0,-5 0 0,-4 1 0,4 0 0,-5 0 0,3 0 0,6 2 0,5 1 0,2 1 0,-5-1 0,-11 0 0,1 1 0,5 2 0,7 2 0,-10-2 0,-15-2 0,5 1 0,1 1 0,6 1 0,-15-3 0,11 0 0,-1-1 0,-14-2-295,14-1 0,1 0 295,-13-2 2378,26-3-2378,-9 0 0,-3 1 0,13-2 0,-24 4 1980,7-1-1980,-15 1 3276,6-2-2015,0-8-1261,-2 6 0,4-7 0,0 0 0,-7 6-1639,11-8 1,-1 0 378,-10 10 394,7-8 0,1 1 866,-9 7 0,8-9 0,-2 1 3276,-4 7-3075,8-12 0,1-1-201,-3 7 1638,7-10 0,0-3 587,1 3 1051,1-3-2678,-6 6-598,-14 17 0,4-2 0,-6 3 0,1 2 0</inkml:trace>
  <inkml:trace contextRef="#ctx0" brushRef="#br0" timeOffset="200272">14121 14501 24575,'15'12'0,"1"1"0,5 5 0,-3 0 0,-4-5 0,-2-1 0,-10-8 0,6 3 0,-5-2 0,1-3 0,-2-1 0,-2-2 0,0-1 0</inkml:trace>
  <inkml:trace contextRef="#ctx0" brushRef="#br0" timeOffset="201022">14084 14505 24575,'11'-1'0,"7"-5"0,-5 2-3277,14-5 0,-20 6 1328,20-3 1949,-5 1 1719,-2 1-1719,1 0 0,-2 0 0,-10 2 0,10-4 0,-1 0 0,-11 4 3276,10-6 0,-16 9-3044,-2 3-232,0 0 0,-10 17 0,7-14 0,-14 19 0,13-20 0,-15 16 0,14-15 0,-9 16 0,6-7 0,2 2 0,0-6 0,7-7 0,-2-5 0</inkml:trace>
  <inkml:trace contextRef="#ctx0" brushRef="#br0" timeOffset="202008">11600 14571 24575,'8'-2'0,"11"-5"0,-4 6 0,5-5 0,0 1 0,-4 3 0,20-6 0,-26 4 0,5 1 0,-8 0 0,-2 2 0,0-1 0,-2 0 0,-2 1 0</inkml:trace>
  <inkml:trace contextRef="#ctx0" brushRef="#br0" timeOffset="202911">11720 14262 24575,'-1'21'0,"-5"13"-1861,3-15 1861,-3 10 0,4-11 0,1-4 601,-2 16-601,3-17 307,0 3-307,3-14 0,0-7 0,8-20 0,-4 9-1639,1-6 1,0 0-916,-3 10 2309,2-8 1,1 2 244,-5 8 0,4-12 0,-6 7 0,-1 5 0,6 7 3276,2 10-10,9 14-3266,-3-8 731,6 14-731,-4-7 0,-1 1-3277,1 10 0,-11-21 2898,0 8 0,-1 2 379,-4-6 0,-2 5 0,-3 0 0,-2-4 0,-16 9 0,-4-12 0,8-2 0,0-3 0,1-2 0,12-2 3276,-9 7-2465,18-6 1,0 0 0,1-2 0</inkml:trace>
  <inkml:trace contextRef="#ctx0" brushRef="#br0" timeOffset="205938">14208 14574 24575,'10'-7'0,"-4"1"-3277,6-7 0,-9 8 0,11-17 0,-11 18 5064,5-7-1787,-2 5 0,-1 1 0,0-3 3276,-2 2-2015,-3 1 2015,0 3 0,-9 1-3044,2 4-232,-10 0 0,8 0 0,2 0 0,5-1 0,2-1 0</inkml:trace>
  <inkml:trace contextRef="#ctx0" brushRef="#br0" timeOffset="207246">11792 14436 24575,'1'9'0,"-2"4"0,-1-4 0,-4 4 0,2-9 0,-3 9 0,0-3 0,-8 10 0,7-8 0,-6 8 0,10-15 0,-3 8 0,10-11 0,-2 0 0,14-2 0,6 0 0,-4 0 0,13-1 0,-20 1 0,6-2 0,-13 2 0,0 0 0</inkml:trace>
  <inkml:trace contextRef="#ctx0" brushRef="#br0" timeOffset="227792">14180 14559 24575,'0'0'0</inkml:trace>
  <inkml:trace contextRef="#ctx0" brushRef="#br0" timeOffset="242447">20875 14428 24575,'30'12'0,"-20"-9"0,12 5 0,0 0 0,-10-4 0,23 9 0,-15-6-1639,4 3 1,-1 0-1639,-1-2 1638,-3 1 1,2 0 1011,13 4 627,-1 3-1005,1-1 1,-1 0 1004,-6-2 0,-1 1 0,0-1-93,-7-2 1,0-1 92,4 3 0,-1 0 1638,-2-2 0,-1 0-1338,8 6 1,-3-2-301,-10-8 0,5 6 0,2 2-1379,0-1 0,-2 0 1379,3 3 1215,7 5 1,-1-2-1216,-11-9 0,4 3 0,-1-1 0,-3-5 270,7 4-270,-15-10 0,-1 2 0,-6-4 0</inkml:trace>
  <inkml:trace contextRef="#ctx0" brushRef="#br0" timeOffset="244553">20784 14385 24575,'1'7'0,"4"15"0,0-7 0,0 7 0,0 2 0,-1-5 0,0-1 0,3 17 0,-2-11 0,0-2 0,-3-4 0,3 1 0,-1-1 0,-2-1 0,4 6 0,-4-15 0,1 5 0,-2-13 0,0-3 0,0-7 0,0-15 0,-2-5 0,0 2 0,-1-7 0,0 18 0,0-8 0,1 3 0,-1 2 0,2-14 0,-1 12 0,1-3 0,-2 15 0,2 5 0,0 4 0,1 1 0,5 0 0,17 3-3277,6 2 0,-2-2 3047,-1 4-3047,-10-1 2017,-5-3 1260,3 2 0,-12-3 0,-2 2 0,-6 21 0,-9 6 0,2 2 0,-1-13 0,2-4 0,4-6 294,-8 6 0,-1-1-294,9-8 0,-20 15 0,10-8 0,4-3 0,-10 11 0,13-13 0,1 4 0,7-11 3276,1-1-1725,5-6 1725,5-4-646,7-11-2630,-2 4 0,2-11 0,-11 16 0,0 0 0,-2 7 0,-1-1 0,2 2 0,1-3 0,-3 6 0,8-14 0,-5 7 0,8-17 0,-7 15 0,-1-3 0,-1 10 0,9-5 0,10-7 0,-3 1 0,10-9 0,-20 15 0,4-5 0,-7 7 0,-2 0 0,3-3 0,-2 2 0,-3 0 0,2 4 0,-18 5 0,8-1 0,-18-3 0,12-3 0,-2-1 0,8 2 0</inkml:trace>
  <inkml:trace contextRef="#ctx0" brushRef="#br0" timeOffset="245654">20808 14371 24575,'26'0'0,"-14"0"-1639,14 0 1,0 0-1639,-15 0 1638,18 1 1,1 1 1139,-16-2-531,12 2 0,-1 0 1030,-10-1 0,18 0-408,-14 1 408,-2-2 3276,11 1-2747,-16-1 989,2 0-1518,-11 0 3276,-2 3-110,-8 3-3166,-3 7 0,1-6 0,-8 8 0,11-9 1033,-11 9-1033,7-4 0,-5 7 0,6-8 0,-5 9 0,1-3 0,2-1 0,-12 8 0,16-16 0,-11 10 0,6-6 0,4-2 0,-2 1 0,3 3 0,3-6 0,-5 10 0,3-6 0,-2 1 0,1 1-3277,-5 1 0,9-7 3047,-5 4 230,2-2 0,2-1 0,-4 3 0,6-8 0,1-1 0,2-11 0,0 5 3276,3-9 0,6-9-3044,-3 5-1871,3-2 1,-1 1-1639,-3 6 2621,4-7 1,1 2-1,-7 10 1,7-12 0</inkml:trace>
  <inkml:trace contextRef="#ctx0" brushRef="#br0" timeOffset="246253">21057 14421 24575,'4'0'0,"5"0"0,-1 2 0,1-2 0,-1 1 0,-4-1 0,0 0 0,6-4 0,-7 3 0,6-3 0</inkml:trace>
  <inkml:trace contextRef="#ctx0" brushRef="#br0" timeOffset="250744">5781 15002 24575,'30'-3'0,"-5"0"0,-9-2 0,6 0 0,-8 2 0,14-6 0,-8 2 0,2-1 0,5-6 0,-18 10-3277,17-15 0,-20 16 2090,9-11 0,1-2 1187,-8 10-1639,7-9 1,-2-1 1089,-6 10-184,17-22 733,-18 20 0,15-18 0,-16 21 1298,14-16-1298,-10 12 0,12-10 0,-14 10-2166,18-15 2166,-20 17 3034,13-13-3034,6 1-3034,1 1 3034,3-2 1517,-12 9 0,0 1-1517,5-1 0,1-1 0,-3 4 0,-2 1 0,-7 5-457,9-6 1,1-1 456,-7 6 1638,4-5 0,1 0-829,0 1-809,1-1 0,-7 2 0,-6 4 0,-3 1 0,0 1 0,-1 0 0,-1 0 0</inkml:trace>
  <inkml:trace contextRef="#ctx0" brushRef="#br0" timeOffset="251496">6549 14422 24575,'0'7'0,"4"14"0,-1-10 0,3 14 0,5 3 0,-6-15 0,9 18 0,-8-23 0,5 12 0,-6-12 0,3 3 0,-6-9 0,-1-4 0,1-1 0,-2-1 0,0 2 0</inkml:trace>
  <inkml:trace contextRef="#ctx0" brushRef="#br0" timeOffset="252649">6542 14397 24575,'23'0'0,"-13"0"0,15 0 0,3 0 0,-5 0 0,11 0 0,3 0 0,-13 0 0,-1 0-1639,-2 0 1,-1 0-1639,8 0 0,-14 1 1057,-7 0 4315,10 0-2095,-16-1 0,2 3 0,-16 7 3172,4 1-3172,-17 12 3276,17-14-1638,-5 5 0,0 0-1406,3-5-232,-13 14 0,14-13 0,-2 2 0,7-8 0,2 1 0,-3 0 0,1 0 0,-2 1 0,-1 1 0,5-3 0,-3 2 0,5-4 0,-2-1 0,1 0 0,-7 11 0,5-5 0,-9 11 0,8-10 0,0-2 0,3-4 0,2-5 0,-1-3 0,-1-2 0,2 1 0,-2 1 0</inkml:trace>
  <inkml:trace contextRef="#ctx0" brushRef="#br0" timeOffset="253237">6590 14481 24575,'28'-8'0,"-8"2"0,14-4 0,-21 7 0,-2 2 0,-8 1 0,-1 0 0</inkml:trace>
  <inkml:trace contextRef="#ctx0" brushRef="#br0" timeOffset="261670">4686 16001 24575,'17'-16'0,"-8"4"0,6 0 0,-1-1 0,-3 1 0,5-5 0,-11 10 0,3 0 0,-6 5 0,0-1 0</inkml:trace>
  <inkml:trace contextRef="#ctx0" brushRef="#br0" timeOffset="267009">18535 16591 24575,'19'-4'0,"1"2"0,-1 0 0,-4 0 0,14-2 0,-1 1 0,-16 2 0,16-3 0,2 1 0,-14 2-1639,12-2 1,-1-1-1639,-14 3 2621,9-2 1,0 0 655,-11 3 0,23-4 0,-5 0-1639,4 2 1,2-1 1187,-14 1 0,2 1 451,10 0 0,6 0 0,-7 1 3193,5 0-3193,-10 0 0,6 0 0,0 1 0,-6-1 498,-6 0 0,0 1-498,13-1 0,7 1 0,-8-1 0,3 0 0,-11 0 0,-2 0 0,-8 0 3276,-11 0-299,8 0-2977,-7 0 0,17 0 0,-14 0 0,5 0 0,-11 0 0</inkml:trace>
  <inkml:trace contextRef="#ctx0" brushRef="#br0" timeOffset="268724">12700 16440 24575,'8'8'0,"-2"1"-1639,4 16 1,-2 2-1639,-1-9 1638,2 14 1,-1 1 2966,-2-13-1328,-1 8 0,0 1 0,3 3 0,-3-7 0,0 3 0,-1-5 1719,-1-2-1719,1 6 0,1 5 0,-1-6 0,0-9 0,1 15 0,2 10 0,-2-8-442,-1-10 442,1 3 0,2 9 0,1 1 0,-2-8 0,-1 4 0,3-5 0,2 6 0,1 2 0,-1-4 0,4 3 0,0-2 0,-5-9 0,-1 1 0,2-1 0,5 4 0,2-1 0,-3-5 0,5-1 0,-4-3 0,3 3 0,1-2 0,6 0 0,1-2 0,-5-1 0,1 0 0,0-1 0,2 1 0,-4-3 0,1-1 0,-1 2 0,3 3 0,-5-3 0,-5-4 0,13 9 0,3 1 0,-1 1 0,-4-6 0,1 0 0,-1 2 0,6-4 0,-26-19 0,8 1 0,-8-12 0,0 7 0,0-2 0,-2 8 0,-1 0 0</inkml:trace>
  <inkml:trace contextRef="#ctx0" brushRef="#br0" timeOffset="269157">13602 17852 24575,'-4'8'0,"-6"5"0,1 2 0,-2-2 0,1 2 0,6-12 0,-5 13 0,5-12 0,0 7 0,2-12 0,2 1 0,0-4 0</inkml:trace>
  <inkml:trace contextRef="#ctx0" brushRef="#br0" timeOffset="269606">13545 17847 24575,'8'1'0,"9"5"0,-10-3-3277,20 8 0,-23-8 1328,16 5 1949,-5 1 1719,-1 0-1719,4 0 0,-13-4 0,-30 15 0,-3-5 0,8-2 0,-2 0 0,-3 1 0,2-3 0,5 0 0,0-2 0,2 0 0,10-5 0,-1 0 0,5-4 0</inkml:trace>
  <inkml:trace contextRef="#ctx0" brushRef="#br0" timeOffset="280540">24104 7695 24575,'37'-5'0,"0"0"0,0 1 0,-1-1 0,-12 1 0,0 1 0,3 0 0,7-2 0,4 1 0,0-1 0,-3 1 0,-6 2-1639,7 0 1,-2 2 818,-2-2 1,5-1 0,1 0 0,-2 1 35,-5 1 1,-1 1 0,1 0 0,2 0 783,2 0 0,3 0 0,3 0 0,-1-1 0,-3 1 0,-3 0-384,3-1 0,-5 0 0,7 0 384,-10 1 0,5 0 0,4 0 0,3 0 0,0 0 0,1 0 0,-2 0 0,-3 0 0,-5 0 0,-6-1-1065,3-1 1,-7 0 0,6 0 1064,1 2 0,5-1 0,4 2 0,1-1 0,2-1 0,-2 0 0,-3-1-171,2-1 1,-1-2 0,0 0 0,-1 0 0,-2 0 0,-3 1 170,5 1 0,-4 1 0,8-2-64,-14 1 0,5-1 0,4 0 1,3-1-1,2 0 0,1 0 1,-1-1-1,0 1 0,-3 0 0,-3 1 1,-4 0-1,-6 2 64,7-1 0,-8 1 0,7-1-41,-2 0 1,6-2-1,6 0 1,2-1 0,0 0-1,-2 0 1,-3 1 0,-7 1-1,-8 1 1,10-1-1,-4-1 1,1 1 0,-1-1-1</inkml:trace>
  <inkml:trace contextRef="#ctx0" brushRef="#br0" timeOffset="281691">28212 7670 24575,'7'0'0,"2"0"0,2 0 0,5-1 0,-6 1 0,18-2 0,-15 2-1639,8 0 1,0 0-1639,-9 0 3162,11 0 0,4 0 115,-8 0 0,1 0 0,0 0 0,2 0-1639,9 0 1,-3-1 378,-13 1 648,14-2 0,1 1 612,-8 0 0,2 1 0,5 0 0,-4-1 0,1 2 0,9-1 0,8 0 0,-9-1-433,-9 1 433,0 0 0,9 1 0,4-1 0,-2 0 0,-8 0 1389,-7 0 1,0 1-1390,9-1 0,7 0 0,4 1 0,-4-1 0,-9 0 0,8 0 0,-10 0 0,9 0 0,3 0 0,-4 0 0,-9 0-912,4 0 912,0 0 0,7 0 0,-1 0 0,-8 0 0,-2 0 0,-2 0 0,-4 0 0,1 0 0,9 0 0,9-1 0,-2 0 0,-8 0 0,-1 1 0,-2-1 0,8-1 0,3 0 0,-1 0 0,-8 0 0,-3 0 0,-1 0 0,4 0 0,6 1 0,2 0 0,-2-1 0,-8 1 0,11-1 0,-9 0 0,6 1 0,-1-1 0,-8 1 3276,0 0-2821,4-1 0,5 0 0,-8 0 354,-10 2-809,5 0 0,1 0-3277,1 0 2548,-1 0-925,12 0 1654,-26 0 0,19 2 0,-20-2 0,5 1 0,-9-1 0,-1 0 0</inkml:trace>
  <inkml:trace contextRef="#ctx0" brushRef="#br0" timeOffset="282932">23441 8305 24575,'9'-2'0,"3"2"0,11-1 0,-3 1 0,9-1 0,2 0 0,-7 0 0,2 0-1093,4 0 1,5 1 0,-1-1-1,-6 1 1,0-1 0,-1 0-1,-1 1 1,1 0 0,1 0 875,-1 0 1,3 0 0,1 0 0,0 0-263,3 0 1,0 0-1,2 0 1,-1 0 478,1 0 0,1 0 0,0 0 0,0 0 0,-4 0 0,2 0 0,0 0 0,-2 0 0,-5 0-127,6 0 1,-1 0 126,4 1 0,3-1 0,-6 1 0,-16 0 0,1-1 422,12 1 0,4 0 0,-4-1-422,-12 1 0,0 0 0,9-1 0,4 0 0,-4 0 0,6 0 0,-9 0 0,8 0 0,0 0 0,-5 0 0,-1 0 0,1 0 0,0 0 0,4 0 0,0 0 0,-3 0 0,0 0 0,0 0 0,6 0 0,3 0 0,-6 0 0,4 0 0,0 0 0,0 1 678,-15 0 1,-2-1-679,4 1 0,1 0 0,4-2 0,-1 0 0,0 1 434,-9-3 0,-16 3 0,-2-2 0</inkml:trace>
  <inkml:trace contextRef="#ctx0" brushRef="#br0" timeOffset="284176">27221 8384 24575,'10'0'0,"22"-1"0,2 0 0,1 0-1564,-10 0 1,2 0 1563,6 1 0,8 0 0,-1-1 0,-7 1-1639,-12 0 1,0 0 1376,5 0 1,4 0 0,3 0 0,-1 0 261,-2 0 0,1 1 0,0 0 0,1-1 0,0 1 0,1 0 0,0 1 0,0-1 0,1 0 0,-1 0 0,0 0 0,0 0 0,0-1 0,0 1 0,1 1 0,-1 0 0,2 1 0,0 1 0,-1-1 0,-3 0 0,-5 0 0,7-1 0,-1 1 0,0 0 0,6 0 0,3 1 0,-1-1 0,-6 0 0,-1-2 0,-5 0 0,5-1 0,1 1 0,5 0 0,2 0 0,-3 0 0,-4 0 0,-5-1 0,-3 0 0,3 0 0,3 1 0,5-1 0,1 1 0,-3-1 0,-7 0 0,-6 0 0,0 0 0,8 0 0,7 1 0,-1-1 0,-7 1 0,-8 1 0,0-1 0,8 1 0,4 0 0,-5 0 0,5 2-1637,-1 1 0,-3-1 1637,-12-1 0,4 0 0,2 0 0,7 1 0,1-2 0,-6-1 0,-2 0 0,1-1-667,2 0 0,-22 0 0,3 0 0</inkml:trace>
  <inkml:trace contextRef="#ctx0" brushRef="#br0" timeOffset="287823">23023 12317 24575,'5'-4'0,"24"-6"0,-16 7-929,9-2 0,0 0 929,6-5 0,0 3 0,1-1 0,-11 1 0,0 0 0,8-1 0,4-1 0,-6 2 0,-1 0 0,4-2 0,6-1 0,-7 3 600,-10 4-600,16-5 0,9-3 0,-8 3-633,-13 4 633,12-2 0,10-2 0,-9 2 0,-5 3 0,-1 0 0,7-2 0,1 1 0,-6 0 0,-8 2 0,1-1 0,4 0 0,6-1 0,2-1 0,-2 1 0,-6 1-1101,0 0 1,-1 0 1100,8-1 0,5-1 0,0-1 0,-2 0 0,1 1 0,-4-1 0,-4 1 0,1 0 0,2-1 0,6-1 0,-2 0 0,-7 2 0,4-1 0,0 0 0,6-1 0,-6 2 0,-14 2 0,0 1 0,7-2 0,7 0 0,1-1 0,-4 2 0,4-1 0,1 0 0,-6 1 0,5 0 0,2-1 0,-2 1 0,-6 0 0,2-1 0,0 0 0,4 1 0,6 0 0,-1 0 0,-8 0-1639,-11 0 1,-2 0 1192,7 1 0,2-1 1,1 1 445,0-1 0,0-1 0,0 1-287,1-1 1,0 0 0,2 0 286,2 1 0,3 0 0,0 0 0,-3 0 0,-1 0 0,-3-1 0,0 1 0,7 0 0,1 1 0,-8 0 0,-2-1 0,6 2 0,7-1 0,-8 1-1100,-8 1 1100,1 0 0,5 0 0,-1 0 0,2 0 0,-3 0 0,0 0 0,2 0 0,3 0 0,5 0 0,2-1 0,-3 1 0,-3-1 0,-1 0 0,2 0 0,-4 0 0,4 0 0,0 1 0,0-1 0,-2 1-593,1-1 1,-2 0 0,-1 1 0,-2-1 592,-1 1 0,-1 0 0,-1-1 0,13 1 0,-3 0 1372,-6 2 0,1 0-1372,-6-2 0,2 0 0,2 0 0,2 1 0,3 0 0,0 0 0,-3 0 0,-4-1 0,-2 1 0,0-1 0,9 0 0,1-1 0,-8 1 802,-9 1-802,13 0 0,-3 1 1001,-17-1-1001,9 1 0,3 2 0,2 0 0,-1 0 1638,3 1 0,3 0-322,-2-1 1,0 1-1317,-1-2 0,1 0 0,2 2 0,2 0 0,-4-1 0,-7-1 0,0 0 0,8 1 0,3 0 0,-4 1 1192,7 2-1192,0-3 0,-3 0 0,-17-1 0,13 1 0,-1 0 0,-14-3 0,10 2 0,-1-1 0,-12-1-3277,20 3 1132,-24-3-1132,31 4 2041,-29-4 554,17 3 1,3 0 681,-13-1 0,7 0 0,2 1 0,-3 0 0,-1 1 1638,2-1 0,2 0-1345,6 4 0,-1-1 2983,2 1-2027,-6 0 0,-4 0 1799,-14-4-3048,28 9 0,-9-6 0,-4-1 0,13 1 0,-13-3 0,2 1 0,-6-1 0,4-1 0,-15-2 0,14-1 0,-13 2 0,7-2 0,-10 0 0,-1 0 0,-2 0 0</inkml:trace>
  <inkml:trace contextRef="#ctx0" brushRef="#br0" timeOffset="288643">29551 12123 24575,'13'-2'0,"24"-1"0,-18 1 0,8 0 0,7-1 0,-7 1-899,-9 1 899,8 0 0,11 0 0,1-1 0,-8 2-938,-8 0 1,-1 0 937,5 0 0,7 0 0,2 0 0,-3 0 0,-6 0 0,-3 0 0,0 0 0,8 0 0,7 0 0,-1 1 0,-10-1 0,-6 0 0,12 1 0,9-1 0,-9 0 0,-11 0 0,6 2 0,8 0 0,-7 0-2271,-9-1 2271,4 2 0,2 0-1508,3 0 1508,-3-1 84,5 2 1,2-1-85,-6-2 0,-1-1 638,-5 2 1,1 0-639,8-2 0,-6-1 0,-14-1 729,16 2 0,-23-2 0,0 2 0</inkml:trace>
  <inkml:trace contextRef="#ctx0" brushRef="#br0" timeOffset="289593">23388 13231 24575,'8'0'0,"18"0"0,-10 0 0,18 0 0,-12 0 0,1 0-1639,-5 0 1,2 0 1398,6 1 0,5 0 0,1 0 240,1 0 0,1 0 0,1 0 0,-4 0 0,-4 0 0,-3 0 0,5 0 0,-1 0 0,7 0 0,1 1 0,-1-1 0,-4 0 0,-8 0-3044,7 2 3044,0-2 0,8 1 0,-3-1 0,0 1 0,1-1-820,-5 0 1,3-1 0,1 0 0,-2 1 760,1-1 0,-1 1 0,1-1 59,1 1 0,2-1 0,0 1 0,-2-1-315,-2 0 1,-2 0 0,1 0 314,-2-1 0,2 1 0,-1-1 0,0 0-418,2 0 0,-1 1 0,0-2 418,-3 1 0,-1-1 0,-1-1 0,3 1 0,-1-1-690,5-2 0,0 2 690,-4 1 0,0-1 0,-4 0 0,-5-1 0,-11 1 0,2-1 0,-5 2 0</inkml:trace>
  <inkml:trace contextRef="#ctx0" brushRef="#br0" timeOffset="290724">26615 13204 24575,'16'2'0,"14"0"0,3 1-2780,0 1 2780,-3-2 0,9 0 0,-1 1 0,-9-1 0,-1 2 0,2-2 0,10 0 0,1-1 0,-12 1 0,-5 0 0,3-1 0,9 0 0,1 0 0,-8 0 0,4-1 0,-7 1 0,6-1 0,-1 1 0,2-1 0,1 0 0,-5 0-817,-7 0 0,2 0 817,3 1 0,8 0 0,3 0 0,0 1 0,-4-1 0,-8 0-1639,-6 0 1,0 0 1294,9 1 1,7 0 0,2 0 0,-3 0 343,-4-1 0,0-1 0,-1 1 0,-3-1-461,-2 0 0,-1 0 0,4 0 461,-1 1 0,6-1 0,4 0 0,2 0 0,1 1 0,-2-1 0,-3 0 0,-4 0 0,1 0 0,-4 0 0,0 0 0,5 0 0,-2 0 0,6 0 0,3 0 0,1 0 0,0 0 0,-1 0 0,-5 0 0,-5 0 0,3 0 0,-6 0 0,4 0 0,-2 0 0,4 0 0,2 0 0,0 0 0,-1 0 0,-3 0 0,0 0 0,-3 0 0,0 0 0,0 0 0,0 0 0,0 0 0,0 0 0,2 0 0,3 0 0,4 0 0,-1-1 0,-2 1 0,-8-1 0,-5 1 0,-1 0 0,8-1 0,8-1 0,3 1 0,-2-1 0,-6 0 0,3 1 0,1 0 0,-5-1 0,6 1 0,4 0 0,-1-1 0,-1 1 0,-5 0 0,3 0 0,-4 1 0,3-1 0,-7 0 0,4 0 0,2 1 0,-1-1 0,-1 0 0,-3 0-939,10 1 1,-3 0 0,-2 0 938,-6-1 0,0 0 0,-1 0 0,7 1 0,-5 0 832,-10 0-832,9-1 3276,4 0-2565,-2-3-297,-8 1 1,-10-1 0,-4 1 0</inkml:trace>
  <inkml:trace contextRef="#ctx0" brushRef="#br0" timeOffset="293676">24184 14322 24575,'3'9'0,"6"15"-3021,-6-13 3021,6 14 954,-2 6-954,-4-13 0,0 1 496,4 16-496,-3-12 0,0-4 0,-3-11 0,5 13 0,-6-15 392,1 1 1,0-5 0,0 1 0</inkml:trace>
  <inkml:trace contextRef="#ctx0" brushRef="#br0" timeOffset="293960">24224 14199 24575,'0'3'0,"0"0"0</inkml:trace>
  <inkml:trace contextRef="#ctx0" brushRef="#br0" timeOffset="294696">24369 14310 24575,'-10'7'0,"-4"6"0,11-8 0,-7 11 0,8 2 0,-1-2 0,1 16 0,11-1 0,-6-6 0,14 8 0,-12-29 0,17 16 0,-16-17 0,19 8 0,-18-7 0,17 3 0,-9-3 0,5 0 0,-5-5 0,-4-3 0,8-10-1639,-5 1 1,0 1-1639,4-5 1954,4-2 1,-3 1 1322,-12 12-138,14-20 138,-19 22 0,-3-14 0,-1 12 3276,-13-16-1033,0 9-2243,-3-2 0,-7 0 0,15 9 3276,-20-8-2984,9 5-42,0-1-250,3 4 0,16 6 0,-3 0 0,4 2 0</inkml:trace>
  <inkml:trace contextRef="#ctx0" brushRef="#br0" timeOffset="295345">24852 14205 24575,'-21'2'0,"-1"-1"0,-2 1 0,-2 2 0,3 2 0,12-2 0,-9 4 0,0 0 0,13-3 0,-8 6 0,16-3-3277,10 5 0,-4-3 1328,8 0-869,7-3 2818,-10-6-1517,8 2 0,0 1 1517,-9-2-1256,20 4 1256,-25-4 2371,10 8-2371,-11-8 0,15 19 0,-9-11 0,13 17 0,-16-19 3276,6 10-2966,-11-9 2966,-1 5-1190,-15 4-2086,3-6 0,-13 7 0,12-13 3276,-7 5-2376,11-9-900,-7 1 0,10-2 0,-1-2 0</inkml:trace>
  <inkml:trace contextRef="#ctx0" brushRef="#br0" timeOffset="295847">24181 14763 22679,'38'2'0,"-1"-1"0,1 0 0,-1 1 0,1-1 0,-1 1 0,0-1 0,1 0 0,-3 1 0,-4-1 0,-1 0 0,1 0 0,4 0-365,-3 0 1,3 0 0,4 1 0,0-1 0,0 0 0,-1 0 0,-3 0 0,-4-1 0,-6 1-1275,10-1 1,-3 0 982,0 1 1,8 0-1,1-1 1,-4 1 0,-10-1 3256,2 0-2601,6 0 0,8 0 0,-13 0 0,-20 0 0,11-1 0,-3 1 0,-12-1 1804,8-3-1804,-1-2 0,8-12 0,4-1 0,-6 2 0,-10 8 0</inkml:trace>
  <inkml:trace contextRef="#ctx0" brushRef="#br0" timeOffset="296129">25533 14549 24575,'-12'21'0,"0"5"0,6-6 0,-2 11 0,4-10 0,0-1 0,-2 9-3277,3-1 0,1-18 3047,-1 5 230,3-10 0,-3 4 0,3-8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5T01:25:39.112"/>
    </inkml:context>
    <inkml:brush xml:id="br0">
      <inkml:brushProperty name="width" value="0.05292" units="cm"/>
      <inkml:brushProperty name="height" value="0.05292" units="cm"/>
      <inkml:brushProperty name="color" value="#FF0000"/>
    </inkml:brush>
  </inkml:definitions>
  <inkml:trace contextRef="#ctx0" brushRef="#br0">2575 8059 24575,'3'13'0,"0"-1"0,-3-9 0,1-1 0,2-1 0,6 0 0,-3 1 0,10 0 0,-11-1 0,25-5 0,-15 0-1639,19-6 1,1-3-1639,-10 2 3244,-5 1 0,8-5 0,4-3 0,3-1 0,0-1 1,-2 1-1,-5 2-726,1-1 0,-4 2 0,1-1 1,5-4 758,-7 5 0,4-2 0,3-2 0,1-2 0,3-1 0,0 0 0,0 0 0,-1 0 0,-1 1 0,-2 1 0,-3 3 0,-3 1-820,9-5 1,-5 4 0,-1 0 0,4-4 787,-5 3 0,3-2 0,3-3 0,0 0 1,0 0-1,-3 2 0,-4 4 0,-6 3-362,2 1 1,-4 2-1,6-6 1,-2 1-1,-3 1 1</inkml:trace>
  <inkml:trace contextRef="#ctx0" brushRef="#br0" timeOffset="1338">4908 9279 24575,'3'14'0,"-1"0"0,-1-2 0,2-1 0,-2-6 0,3 1 0,-2-2 0,13-6 0,4-7-1093,2-6 1,6-4 0,-4 3-2185,8-5 3219,-8 1 1,7-7-1,-2 0 1,-7 7-2782,-5 1 2839,3-2 0,6-6 0,0-2 0,-6 8 0,0-3 0,1 0 0,-1 0 0,-1 0 0,1 1 0,-2 1 0,1-1 0,4-5 0,-4 6 0,2-2 0,3-4 0,2-1 0,0-1 0,1-1 0,-1 0 0,0 2 0,-2 1 0,-2 3 0,-3 3-820,4-7 1,-4 5 0,0 1 0,3-4 779,-1 2 0,3-2 0,1-3 0,2 0 0,-1 0 0,-1 1 1,-3 3-1,-3 4-261,3-4 0,-4 5 1,-2 0-1,3-1 0,-1 0 1,2-1-1,-1-1 1</inkml:trace>
  <inkml:trace contextRef="#ctx0" brushRef="#br0" timeOffset="3775">3891 10739 24575,'10'3'0,"7"1"-3277,6 4 0,-7-4 0,18 3 0,-27-7 4576,28 6-1299,-23-5 0,5 2 0,3-1 0,6-4 3276,-4 3-2580,2-7-696,5-12 0,-10 0 0,3-4 0,-2 1 1638,3 3 0,1-3-1352,-5 0 1,4-5-1,0-2 1,0 2 0,-3 3-919,-2 3 1,-2 3-1,2-3 632,2-2 0,3-5 0,2-1 0,-1-1 0,-1 3 0,-3 4 0,-3 2 0,-2 3 0,3-2 0,4-7 0,5-5 0,0-1 0,-3 4 0,-6 6-2887,1-1 2887,1-2 0,4-5 0,0 2 0,-2 6 0,0 0-1093,-4 4 1,0-1 0,1 0 756,3-3 0,1 1-194,4 0 1,-3 4 529,-13 9-141,15-7 1,-21 12 0,-4 1-1</inkml:trace>
  <inkml:trace contextRef="#ctx0" brushRef="#br0" timeOffset="5775">3632 12134 24575,'9'32'0,"-2"-9"0,3-2 0,-6-12 0,6 9 0,-8-12 0,4 4 0,-4-5 0,1-2 0,3 0 0,-1-3 0,12-6 0,-8 2 0,17-13 0,-15 7 0,13-13 0,4-4 0,-13 11 0,1-2-820,3-2 1,5-4 0,-1 1 0,-2 2-820,-2 0 1,2-2 1609,-3 5 0,5-5 0,4-3 1,2-1-1,0-1 0,-1 2 0,-3 2 1,-4 5-1065,0-1 1,-3 4 0,4-4 934,-1 0 1,3-2-1,2-3 1,3-2-1,1 0 1,0-1-1,0 1 1,-1 3-181,-3 2 1,2 1 0,-1-1 0,1 1 0,0 1 0,0-1 0,-1 2 0,-1-1 0,-2 2 337,3-4 0,-2 3 0,-1 0 0,-1-1 0,2 1 0,1-2 0,1 1 0,3-3 0,2-1 0,0 0 0,-2 1 0,-2 2 0,-4 3 0,-5 4 0,-2 2 0,-1-1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72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extra es práctico: la meta es que al final de la sesión cada alumno tenga el environment del curso funcionando, Ollama con al menos un modelo y uno de los cuatro agentes de terminal funcionando. Pide que traigan la laptop cargada, con al menos 15 GB libres y con permisos para instalar programas. Si alguien tiene laptop corporativa del banco, que lo diga al inicio: lo más probable es que no pueda instalar nada sin pedir permiso a TI.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 4 es el más largo porque hay cuatro herramientas y cuatro formas de conectarse. No hace falta que cada alumno instale todas: basta con una. Las que no cuestan nada son Antigravity CLI, que entra con cuenta de Google, y OpenCode conectado a Ollama, que además no saca nada de la máquina.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Dibuja esto en la pizarra. La idea central: los agentes de frontera son programas de terminal, así que funcionan igual en los tres editores. Por eso no hace falta pelear con cada editor: se abre la terminal integrada y se trabaja ahí. El editor solo aporta la vista de archivos y el diff.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con su trabajo: en riesgos, fraude y AML la información es confidencial y a veces regulada. Un modelo local es la única opción para mirar datos reales con IA sin pasar por Seguridad de la Información y Legal. Los modelos de frontera son mejores, pero cada prompt sale de la máquina. Las políticas de cada banco mandan: si su empresa tiene un contrato corporativo con algún proveedor, deben usar ese y no su cuenta personal.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Haz que todos corran las tres verificaciones en voz alta antes de seguir. El error más común en Windows es instalar Python sin marcar Add to PATH: entonces python abre la Microsoft Store. Se arregla reinstalando con la casilla marcada. Node.js solo hace falta si alguien prefiere npm; los instaladores nativos de Claude Code, Codex y Antigravity CLI no lo necesitan.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vale la pena que los alumnos instalen los tres editores hoy. La diferencia entre ellos está en el agente que traen integrado, y hoy vamos a usar los agentes desde la terminal, que es igual en los tres. Sobre Cursor: su chat manda las solicitudes a sus propios servidores, por eso no puede ver un Ollama en localhost. Hay quien lo expone con túneles como ngrok, pero eso abre tu máquina a internet y saca el código por los servidores de Cursor: en un contexto bancario, no.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Hazlo en vivo, despacio, con la terminal grande en el proyector. Abre la carpeta del repo en el editor (File, Open Folder) antes de crear el .venv, para que el editor lo detecte solo. El error típico en Windows es la política de ejecución de PowerShell: el comando de abajo la cambia solo para el usuario actual. Si alguien no puede cambiarla por política de su empresa, que use Git Bash.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requirements.txt del repo trae numpy, pandas, matplotlib, scikit-learn e ipykernel. Le faltan xgboost (lo usa la Clase 4 y lo vamos a usar el viernes en la Clase 8) y el paquete ollama de este extra; scipy ya llega como dependencia de scikit-learn, pero no está de más. Conviene agregarlos al requirements.txt del repo. El primer notebook en abrir puede tardar en reconocer el kernel: si no aparece, recarga la ventana (Developer: Reload Window).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Windows y Mac el instalador deja Ollama corriendo como aplicación en la barra de tareas; no hace falta ollama serve salvo que se haya cerrado. En Linux queda como servicio. El paso más largo de toda la sesión es descargar el primer modelo: lánzalo apenas termine la instalación y explica la siguiente slide mientras baja.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cuánta RAM tiene cada uno (en Windows: Administrador de tareas, Rendimiento). La mayoría de laptops de oficina tienen 8 o 16 GB: ese grupo baja qwen3.5:4b o qwen3.5:9b, y para la parte de agentes usa un modelo de frontera. Los modelos de 20 GB o más solo tienen sentido con GPU dedicada o un Mac con mucha memoria unificada. Los tamaños son aproximados: verifícalos en ollama.com/library la víspera.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práctica: que cada uno haga la pregunta de predict contra predict_proba con su modelo. Es un buen termómetro: si la respuesta tarda más de un minuto, el modelo es demasiado grande para su máquina y conviene bajar uno más chico. En PowerShell, el pipe con cat funciona igual (cat es un alias de Get-Content).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ejemplo usa la función ganancia_campana de la Clase 7: así conectan con lo que vieron el mismo día. El segundo camino requiere pip install openai. Idea para alumnos de riesgos: un modelo local puede resumir texto libre de expedientes o reclamos sin que ese texto salga de la máquina. Ojo con la tentación de meter un LLM en un modelo de crédito productivo: eso pasa por gobierno de modelos.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cambio de Gemini CLI es importante porque muchos tutoriales en internet todavía lo enseñan: Google lo anunció en I/O el 19 de mayo de 2026 y lo cortó el 18 de junio para cuentas individuales. Sigue funcionando con API key de pago o licencia empresarial, pero para los alumnos el camino es Antigravity CLI. Los planes y precios cambian seguido: que cada uno revise el suyo en la página del proveedor.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no viene con el plan gratuito de Claude: necesita Pro, Max o una cuenta de la API con saldo. Comandos útiles dentro de la sesión: /init para crear CLAUDE.md, /model para cambiar de modelo, /help para ver el resto. Por defecto pide permiso antes de editar archivos o correr comandos: no lo desactiven. Documentación oficial: code.claude.com/docs.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API key también funciona, pero entonces se paga por uso en la plataforma de OpenAI, aparte del plan de ChatGPT. Error frecuente: tener dos cuentas de ChatGPT abiertas en el navegador; si el login falla, cerrar sesión en chatgpt.com, entrar con la cuenta correcta y repetir codex login. Codex corre nativo en Windows.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alguien ya tenía Gemini CLI, el instalador de Antigravity CLI detecta su configuración y copia skills y ajustes. El comando viejo gemini ya no responde con cuentas personales gratuitas. Para quien no tenga plan pagado de Claude ni de ChatGPT, este es el agente de frontera que debe instalar hoy.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OpenCode es la pieza que une los dos mundos: el agente es el mismo y lo que cambia es el modelo. Con un modelo de Ollama es gratis y privado; con una API key de Anthropic, OpenAI o Google usa modelos de frontera. Las credenciales que se cargan con opencode auth login quedan en ~/.local/share/opencode/auth.json: no compartas ese archivo. En Windows, la documentación oficial recomienda WSL para la mejor experiencia. Ojo: también existe OpenCode 2 (opencode.ai/v2), con su propio instalador; usa el mismo comando opencode, así que no se instalan los dos a la vez. Estos comandos son los de la versión 1, la que documenta opencode.ai/docs. El modo Plan no edita archivos: es ideal para alumnos que recién empiezan con agentes.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archivo es lo más valioso del extra: conecta los agentes con las decisiones de la Clase 6 y la Clase 7. Sin él, un agente propone un train_test_split aleatorio o usa la duración de la llamada, porque es lo que ve en miles de tutoriales. Pide que lo creen en la raíz del repo y que pregunten al agente qué reglas leyó: si no las menciona, el archivo está mal ubicado.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mejor demostración de privacidad: el mismo Claude Code o el mismo Codex, pero sin que nada salga de la máquina. Haz la demo tú, con un equipo potente; la mayoría de laptops de los alumnos no da para un agente local fluido. En Windows PowerShell, las variables se definen con $env:ANTHROPIC_BASE_URL = "http://localhost:11434". Si el agente responde «leería el archivo...» en lugar de leerlo, el modelo no está usando herramientas: prueba otro o sube el contexto.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resuelve la pregunta típica de por qué en Cursor no aparece mi modelo local. El chat de Cursor manda las solicitudes por sus servidores para armar el prompt, así que localhost no es alcanzable; el propio soporte de Cursor recomienda túneles, con todo lo que eso implica. En cambio, en la terminal integrada de Cursor, ollama launch claude funciona igual que en cualquier otra terminal. Estas capacidades cambian rápido: revisa la documentación de cada editor antes de clase.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gente de riesgos y auditoría esto es natural: es segregación de funciones aplicada a una herramienta. Un buen ejercicio: pedirle al agente que ejecute algo destructivo en una carpeta de prueba y ver cómo pide permiso. Recuerda que el .gitignore del repo debe incluir .venv/ y .env antes del primer commit.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tarea 2 es la mejor para ver el valor de un agente: tiene una respuesta verificable (−2 455 euros sale del ejercicio 5.1). La tarea 4 compara calidad: un buen modelo debería nombrar duracion_seg, n_productos_hoy y n_llamadas, que es exactamente lo que dice el AGENTS.md; si lo leyó, lo va a citar. Pide que trabajen en una rama nueva (git switch -c extra-agentes) para no ensuciar main.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 esta slide proyectada durante la práctica: resuelve la mayoría de las manos levantadas. Para problemas de Claude Code, claude doctor diagnostica la instalación. Para Ollama, ollama ps muestra si el modelo está cargado y cuánta memoria usa.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Pide que cada alumno marque lo que no logró y lo resuelva antes del viernes; en la Clase 8 no hay tiempo para instalar. Las herramientas cambian rápido: los comandos de este deck se verificaron en octubre de 2026 contra la documentación oficial de cada proveedor (code.claude.com/docs, developers.openai.com/codex, antigravity.google/docs y docs.ollama.com).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502920" y="960120"/>
            <a:ext cx="228600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960120"/>
            <a:ext cx="228600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EXTRA · CLASE 7</a:t>
            </a:r>
            <a:endParaRPr lang="en-US" sz="1100" dirty="0"/>
          </a:p>
        </p:txBody>
      </p:sp>
      <p:sp>
        <p:nvSpPr>
          <p:cNvPr id="4" name="Text 2"/>
          <p:cNvSpPr txBox="1"/>
          <p:nvPr/>
        </p:nvSpPr>
        <p:spPr>
          <a:xfrm>
            <a:off x="502920" y="1554480"/>
            <a:ext cx="6035040" cy="146304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Tu copiloto</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en la terminal</a:t>
            </a:r>
            <a:endParaRPr lang="en-US" sz="4000" dirty="0"/>
          </a:p>
        </p:txBody>
      </p:sp>
      <p:sp>
        <p:nvSpPr>
          <p:cNvPr id="5" name="Text 3"/>
          <p:cNvSpPr txBox="1"/>
          <p:nvPr/>
        </p:nvSpPr>
        <p:spPr>
          <a:xfrm>
            <a:off x="530352" y="3108960"/>
            <a:ext cx="5577840" cy="1005840"/>
          </a:xfrm>
          <a:prstGeom prst="rect">
            <a:avLst/>
          </a:prstGeom>
          <a:noFill/>
          <a:ln/>
        </p:spPr>
        <p:txBody>
          <a:bodyPr wrap="square" lIns="0" tIns="0" rIns="0" bIns="0" rtlCol="0" anchor="t"/>
          <a:lstStyle/>
          <a:p>
            <a:pPr marL="0" indent="0">
              <a:buNone/>
            </a:pPr>
            <a:r>
              <a:rPr lang="en-US" sz="1400" dirty="0">
                <a:solidFill>
                  <a:srgbClr val="DCE4F5"/>
                </a:solidFill>
                <a:latin typeface="Calibri" pitchFamily="34" charset="0"/>
                <a:ea typeface="Calibri" pitchFamily="34" charset="-122"/>
                <a:cs typeface="Calibri" pitchFamily="34" charset="-120"/>
              </a:rPr>
              <a:t>Modelos locales con Ollama y agentes de terminal (Claude Code, Codex, Antigravity CLI y OpenCode) en VS Code, Cursor y Antigravity. De la instalación al primer cambio en el notebook de la Clase 7.</a:t>
            </a:r>
            <a:endParaRPr lang="en-US" sz="1400" dirty="0"/>
          </a:p>
        </p:txBody>
      </p:sp>
      <p:sp>
        <p:nvSpPr>
          <p:cNvPr id="6" name="Text 4"/>
          <p:cNvSpPr txBox="1"/>
          <p:nvPr/>
        </p:nvSpPr>
        <p:spPr>
          <a:xfrm>
            <a:off x="530352" y="4434840"/>
            <a:ext cx="1920240" cy="411480"/>
          </a:xfrm>
          <a:prstGeom prst="rect">
            <a:avLst/>
          </a:prstGeom>
          <a:noFill/>
          <a:ln/>
        </p:spPr>
        <p:txBody>
          <a:bodyPr wrap="square" lIns="0" tIns="0" rIns="0" bIns="0" rtlCol="0" anchor="ctr"/>
          <a:lstStyle/>
          <a:p>
            <a:pPr marL="0" indent="0">
              <a:buNone/>
            </a:pPr>
            <a:r>
              <a:rPr lang="en-US" sz="2000" b="1" dirty="0">
                <a:solidFill>
                  <a:srgbClr val="4A82FF"/>
                </a:solidFill>
                <a:latin typeface="Calibri" pitchFamily="34" charset="0"/>
                <a:ea typeface="Calibri" pitchFamily="34" charset="-122"/>
                <a:cs typeface="Calibri" pitchFamily="34" charset="-120"/>
              </a:rPr>
              <a:t>3 editores</a:t>
            </a:r>
            <a:endParaRPr lang="en-US" sz="2000" dirty="0"/>
          </a:p>
        </p:txBody>
      </p:sp>
      <p:sp>
        <p:nvSpPr>
          <p:cNvPr id="7" name="Text 5"/>
          <p:cNvSpPr txBox="1"/>
          <p:nvPr/>
        </p:nvSpPr>
        <p:spPr>
          <a:xfrm>
            <a:off x="530352" y="4846320"/>
            <a:ext cx="1920240" cy="502920"/>
          </a:xfrm>
          <a:prstGeom prst="rect">
            <a:avLst/>
          </a:prstGeom>
          <a:noFill/>
          <a:ln/>
        </p:spPr>
        <p:txBody>
          <a:bodyPr wrap="square" lIns="0" tIns="0" rIns="0" bIns="0" rtlCol="0" anchor="t"/>
          <a:lstStyle/>
          <a:p>
            <a:pPr marL="0" indent="0">
              <a:buNone/>
            </a:pPr>
            <a:r>
              <a:rPr lang="en-US" sz="1200" dirty="0">
                <a:solidFill>
                  <a:srgbClr val="C9D4EA"/>
                </a:solidFill>
                <a:latin typeface="Calibri" pitchFamily="34" charset="0"/>
                <a:ea typeface="Calibri" pitchFamily="34" charset="-122"/>
                <a:cs typeface="Calibri" pitchFamily="34" charset="-120"/>
              </a:rPr>
              <a:t>VS Code, Cursor</a:t>
            </a:r>
            <a:endParaRPr lang="en-US" sz="1200" dirty="0"/>
          </a:p>
          <a:p>
            <a:pPr marL="0" indent="0">
              <a:buNone/>
            </a:pPr>
            <a:r>
              <a:rPr lang="en-US" sz="1200" dirty="0">
                <a:solidFill>
                  <a:srgbClr val="C9D4EA"/>
                </a:solidFill>
                <a:latin typeface="Calibri" pitchFamily="34" charset="0"/>
                <a:ea typeface="Calibri" pitchFamily="34" charset="-122"/>
                <a:cs typeface="Calibri" pitchFamily="34" charset="-120"/>
              </a:rPr>
              <a:t>y Antigravity</a:t>
            </a:r>
            <a:endParaRPr lang="en-US" sz="1200" dirty="0"/>
          </a:p>
        </p:txBody>
      </p:sp>
      <p:sp>
        <p:nvSpPr>
          <p:cNvPr id="8" name="Text 6"/>
          <p:cNvSpPr txBox="1"/>
          <p:nvPr/>
        </p:nvSpPr>
        <p:spPr>
          <a:xfrm>
            <a:off x="2560320" y="4434840"/>
            <a:ext cx="2011680" cy="411480"/>
          </a:xfrm>
          <a:prstGeom prst="rect">
            <a:avLst/>
          </a:prstGeom>
          <a:noFill/>
          <a:ln/>
        </p:spPr>
        <p:txBody>
          <a:bodyPr wrap="square" lIns="0" tIns="0" rIns="0" bIns="0" rtlCol="0" anchor="ctr"/>
          <a:lstStyle/>
          <a:p>
            <a:pPr marL="0" indent="0">
              <a:buNone/>
            </a:pPr>
            <a:r>
              <a:rPr lang="en-US" sz="2000" b="1" dirty="0">
                <a:solidFill>
                  <a:srgbClr val="4A82FF"/>
                </a:solidFill>
                <a:latin typeface="Calibri" pitchFamily="34" charset="0"/>
                <a:ea typeface="Calibri" pitchFamily="34" charset="-122"/>
                <a:cs typeface="Calibri" pitchFamily="34" charset="-120"/>
              </a:rPr>
              <a:t>1 environment</a:t>
            </a:r>
            <a:endParaRPr lang="en-US" sz="2000" dirty="0"/>
          </a:p>
        </p:txBody>
      </p:sp>
      <p:sp>
        <p:nvSpPr>
          <p:cNvPr id="9" name="Text 7"/>
          <p:cNvSpPr txBox="1"/>
          <p:nvPr/>
        </p:nvSpPr>
        <p:spPr>
          <a:xfrm>
            <a:off x="2560320" y="4846320"/>
            <a:ext cx="2011680" cy="502920"/>
          </a:xfrm>
          <a:prstGeom prst="rect">
            <a:avLst/>
          </a:prstGeom>
          <a:noFill/>
          <a:ln/>
        </p:spPr>
        <p:txBody>
          <a:bodyPr wrap="square" lIns="0" tIns="0" rIns="0" bIns="0" rtlCol="0" anchor="t"/>
          <a:lstStyle/>
          <a:p>
            <a:pPr marL="0" indent="0">
              <a:buNone/>
            </a:pPr>
            <a:r>
              <a:rPr lang="en-US" sz="1200" dirty="0">
                <a:solidFill>
                  <a:srgbClr val="C9D4EA"/>
                </a:solidFill>
                <a:latin typeface="Calibri" pitchFamily="34" charset="0"/>
                <a:ea typeface="Calibri" pitchFamily="34" charset="-122"/>
                <a:cs typeface="Calibri" pitchFamily="34" charset="-120"/>
              </a:rPr>
              <a:t>el mismo para todo</a:t>
            </a:r>
            <a:endParaRPr lang="en-US" sz="1200" dirty="0"/>
          </a:p>
          <a:p>
            <a:pPr marL="0" indent="0">
              <a:buNone/>
            </a:pPr>
            <a:r>
              <a:rPr lang="en-US" sz="1200" dirty="0">
                <a:solidFill>
                  <a:srgbClr val="C9D4EA"/>
                </a:solidFill>
                <a:latin typeface="Calibri" pitchFamily="34" charset="0"/>
                <a:ea typeface="Calibri" pitchFamily="34" charset="-122"/>
                <a:cs typeface="Calibri" pitchFamily="34" charset="-120"/>
              </a:rPr>
              <a:t>el curso</a:t>
            </a:r>
            <a:endParaRPr lang="en-US" sz="1200" dirty="0"/>
          </a:p>
        </p:txBody>
      </p:sp>
      <p:sp>
        <p:nvSpPr>
          <p:cNvPr id="10" name="Text 8"/>
          <p:cNvSpPr txBox="1"/>
          <p:nvPr/>
        </p:nvSpPr>
        <p:spPr>
          <a:xfrm>
            <a:off x="4663440" y="4434840"/>
            <a:ext cx="2011680" cy="411480"/>
          </a:xfrm>
          <a:prstGeom prst="rect">
            <a:avLst/>
          </a:prstGeom>
          <a:noFill/>
          <a:ln/>
        </p:spPr>
        <p:txBody>
          <a:bodyPr wrap="square" lIns="0" tIns="0" rIns="0" bIns="0" rtlCol="0" anchor="ctr"/>
          <a:lstStyle/>
          <a:p>
            <a:pPr marL="0" indent="0">
              <a:buNone/>
            </a:pPr>
            <a:r>
              <a:rPr lang="en-US" sz="2000" b="1" dirty="0">
                <a:solidFill>
                  <a:srgbClr val="4A82FF"/>
                </a:solidFill>
                <a:latin typeface="Calibri" pitchFamily="34" charset="0"/>
                <a:ea typeface="Calibri" pitchFamily="34" charset="-122"/>
                <a:cs typeface="Calibri" pitchFamily="34" charset="-120"/>
              </a:rPr>
              <a:t>2 mundos</a:t>
            </a:r>
            <a:endParaRPr lang="en-US" sz="2000" dirty="0"/>
          </a:p>
        </p:txBody>
      </p:sp>
      <p:sp>
        <p:nvSpPr>
          <p:cNvPr id="11" name="Text 9"/>
          <p:cNvSpPr txBox="1"/>
          <p:nvPr/>
        </p:nvSpPr>
        <p:spPr>
          <a:xfrm>
            <a:off x="4663440" y="4846320"/>
            <a:ext cx="2011680" cy="502920"/>
          </a:xfrm>
          <a:prstGeom prst="rect">
            <a:avLst/>
          </a:prstGeom>
          <a:noFill/>
          <a:ln/>
        </p:spPr>
        <p:txBody>
          <a:bodyPr wrap="square" lIns="0" tIns="0" rIns="0" bIns="0" rtlCol="0" anchor="t"/>
          <a:lstStyle/>
          <a:p>
            <a:pPr marL="0" indent="0">
              <a:buNone/>
            </a:pPr>
            <a:r>
              <a:rPr lang="en-US" sz="1200" dirty="0">
                <a:solidFill>
                  <a:srgbClr val="C9D4EA"/>
                </a:solidFill>
                <a:latin typeface="Calibri" pitchFamily="34" charset="0"/>
                <a:ea typeface="Calibri" pitchFamily="34" charset="-122"/>
                <a:cs typeface="Calibri" pitchFamily="34" charset="-120"/>
              </a:rPr>
              <a:t>local en tu máquina,</a:t>
            </a:r>
            <a:endParaRPr lang="en-US" sz="1200" dirty="0"/>
          </a:p>
          <a:p>
            <a:pPr marL="0" indent="0">
              <a:buNone/>
            </a:pPr>
            <a:r>
              <a:rPr lang="en-US" sz="1200" dirty="0">
                <a:solidFill>
                  <a:srgbClr val="C9D4EA"/>
                </a:solidFill>
                <a:latin typeface="Calibri" pitchFamily="34" charset="0"/>
                <a:ea typeface="Calibri" pitchFamily="34" charset="-122"/>
                <a:cs typeface="Calibri" pitchFamily="34" charset="-120"/>
              </a:rPr>
              <a:t>frontera en la nube</a:t>
            </a:r>
            <a:endParaRPr lang="en-US" sz="1200" dirty="0"/>
          </a:p>
        </p:txBody>
      </p:sp>
      <p:sp>
        <p:nvSpPr>
          <p:cNvPr id="12" name="Text 10"/>
          <p:cNvSpPr txBox="1"/>
          <p:nvPr/>
        </p:nvSpPr>
        <p:spPr>
          <a:xfrm>
            <a:off x="530352" y="5440680"/>
            <a:ext cx="4572000" cy="320040"/>
          </a:xfrm>
          <a:prstGeom prst="rect">
            <a:avLst/>
          </a:prstGeom>
          <a:noFill/>
          <a:ln/>
        </p:spPr>
        <p:txBody>
          <a:bodyPr wrap="square" lIns="0" tIns="0" rIns="0" bIns="0" rtlCol="0" anchor="ctr"/>
          <a:lstStyle/>
          <a:p>
            <a:pPr marL="0" indent="0">
              <a:buNone/>
            </a:pPr>
            <a:r>
              <a:rPr lang="en-US" sz="1300" dirty="0">
                <a:solidFill>
                  <a:srgbClr val="C9D4EA"/>
                </a:solidFill>
                <a:latin typeface="Calibri" pitchFamily="34" charset="0"/>
                <a:ea typeface="Calibri" pitchFamily="34" charset="-122"/>
                <a:cs typeface="Calibri" pitchFamily="34" charset="-120"/>
              </a:rPr>
              <a:t>Docente  </a:t>
            </a:r>
            <a:r>
              <a:rPr lang="en-US" sz="1300" b="1" dirty="0">
                <a:solidFill>
                  <a:srgbClr val="FFFFFF"/>
                </a:solidFill>
                <a:latin typeface="Calibri" pitchFamily="34" charset="0"/>
                <a:ea typeface="Calibri" pitchFamily="34" charset="-122"/>
                <a:cs typeface="Calibri" pitchFamily="34" charset="-120"/>
              </a:rPr>
              <a:t>Josef Renato Rodriguez</a:t>
            </a:r>
            <a:endParaRPr lang="en-US" sz="1300" dirty="0"/>
          </a:p>
        </p:txBody>
      </p:sp>
      <p:sp>
        <p:nvSpPr>
          <p:cNvPr id="13" name="Text 11"/>
          <p:cNvSpPr txBox="1"/>
          <p:nvPr/>
        </p:nvSpPr>
        <p:spPr>
          <a:xfrm>
            <a:off x="530352" y="6172200"/>
            <a:ext cx="7315200" cy="274320"/>
          </a:xfrm>
          <a:prstGeom prst="rect">
            <a:avLst/>
          </a:prstGeom>
          <a:noFill/>
          <a:ln/>
        </p:spPr>
        <p:txBody>
          <a:bodyPr wrap="square" lIns="0" tIns="0" rIns="0" bIns="0" rtlCol="0" anchor="ctr"/>
          <a:lstStyle/>
          <a:p>
            <a:pPr marL="0" indent="0">
              <a:buNone/>
            </a:pPr>
            <a:r>
              <a:rPr lang="en-US" sz="1100" i="1" dirty="0">
                <a:solidFill>
                  <a:srgbClr val="8B9BBE"/>
                </a:solidFill>
                <a:latin typeface="Calibri" pitchFamily="34" charset="0"/>
                <a:ea typeface="Calibri" pitchFamily="34" charset="-122"/>
                <a:cs typeface="Calibri" pitchFamily="34" charset="-120"/>
              </a:rPr>
              <a:t>Machine Learning · Programa de Especialización Data Scientist · Material extra de la Sesión 7</a:t>
            </a:r>
            <a:endParaRPr lang="en-US" sz="1100" dirty="0"/>
          </a:p>
        </p:txBody>
      </p:sp>
      <p:sp>
        <p:nvSpPr>
          <p:cNvPr id="14" name="Shape 12"/>
          <p:cNvSpPr/>
          <p:nvPr/>
        </p:nvSpPr>
        <p:spPr>
          <a:xfrm>
            <a:off x="7040880" y="1234440"/>
            <a:ext cx="4663440" cy="4480560"/>
          </a:xfrm>
          <a:prstGeom prst="roundRect">
            <a:avLst>
              <a:gd name="adj" fmla="val 1633"/>
            </a:avLst>
          </a:prstGeom>
          <a:solidFill>
            <a:srgbClr val="061834"/>
          </a:solidFill>
          <a:ln w="12700">
            <a:solidFill>
              <a:srgbClr val="061834"/>
            </a:solidFill>
            <a:prstDash val="solid"/>
          </a:ln>
        </p:spPr>
      </p:sp>
      <p:sp>
        <p:nvSpPr>
          <p:cNvPr id="15" name="Text 13"/>
          <p:cNvSpPr txBox="1"/>
          <p:nvPr/>
        </p:nvSpPr>
        <p:spPr>
          <a:xfrm>
            <a:off x="7242048" y="1325880"/>
            <a:ext cx="4261104"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TERMINAL INTEGRADA</a:t>
            </a:r>
            <a:endParaRPr lang="en-US" sz="1050" dirty="0"/>
          </a:p>
        </p:txBody>
      </p:sp>
      <p:sp>
        <p:nvSpPr>
          <p:cNvPr id="16" name="Text 14"/>
          <p:cNvSpPr txBox="1"/>
          <p:nvPr/>
        </p:nvSpPr>
        <p:spPr>
          <a:xfrm>
            <a:off x="7242048" y="1645920"/>
            <a:ext cx="4261104" cy="3959352"/>
          </a:xfrm>
          <a:prstGeom prst="rect">
            <a:avLst/>
          </a:prstGeom>
          <a:noFill/>
          <a:ln/>
        </p:spPr>
        <p:txBody>
          <a:bodyPr wrap="square" lIns="0" tIns="0" rIns="0" bIns="0" rtlCol="0" anchor="t"/>
          <a:lstStyle/>
          <a:p>
            <a:pPr marL="0" indent="0">
              <a:spcAft>
                <a:spcPts val="200"/>
              </a:spcAft>
              <a:buNone/>
            </a:pPr>
            <a:r>
              <a:rPr lang="en-US" sz="1200" i="1" dirty="0">
                <a:solidFill>
                  <a:srgbClr val="8B9BBE"/>
                </a:solidFill>
                <a:latin typeface="Consolas" pitchFamily="34" charset="0"/>
                <a:ea typeface="Consolas" pitchFamily="34" charset="-122"/>
                <a:cs typeface="Consolas" pitchFamily="34" charset="-120"/>
              </a:rPr>
              <a:t># 1 · el environment del curso</a:t>
            </a:r>
            <a:endParaRPr lang="en-US" sz="1200" dirty="0"/>
          </a:p>
          <a:p>
            <a:pPr marL="0" indent="0">
              <a:spcAft>
                <a:spcPts val="200"/>
              </a:spcAft>
              <a:buNone/>
            </a:pPr>
            <a:r>
              <a:rPr lang="en-US" sz="1200" dirty="0">
                <a:solidFill>
                  <a:srgbClr val="FFFFFF"/>
                </a:solidFill>
                <a:latin typeface="Consolas" pitchFamily="34" charset="0"/>
                <a:ea typeface="Consolas" pitchFamily="34" charset="-122"/>
                <a:cs typeface="Consolas" pitchFamily="34" charset="-120"/>
              </a:rPr>
              <a:t>python -m venv .venv</a:t>
            </a:r>
            <a:endParaRPr lang="en-US" sz="1200" dirty="0"/>
          </a:p>
          <a:p>
            <a:pPr marL="0" indent="0">
              <a:spcAft>
                <a:spcPts val="200"/>
              </a:spcAft>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spcAft>
                <a:spcPts val="200"/>
              </a:spcAft>
              <a:buNone/>
            </a:pPr>
            <a:r>
              <a:rPr lang="en-US" sz="1200" i="1" dirty="0">
                <a:solidFill>
                  <a:srgbClr val="8B9BBE"/>
                </a:solidFill>
                <a:latin typeface="Consolas" pitchFamily="34" charset="0"/>
                <a:ea typeface="Consolas" pitchFamily="34" charset="-122"/>
                <a:cs typeface="Consolas" pitchFamily="34" charset="-120"/>
              </a:rPr>
              <a:t># 2 · un modelo local</a:t>
            </a:r>
            <a:endParaRPr lang="en-US" sz="1200" dirty="0"/>
          </a:p>
          <a:p>
            <a:pPr marL="0" indent="0">
              <a:spcAft>
                <a:spcPts val="200"/>
              </a:spcAft>
              <a:buNone/>
            </a:pPr>
            <a:r>
              <a:rPr lang="en-US" sz="1200" dirty="0">
                <a:solidFill>
                  <a:srgbClr val="FFFFFF"/>
                </a:solidFill>
                <a:latin typeface="Consolas" pitchFamily="34" charset="0"/>
                <a:ea typeface="Consolas" pitchFamily="34" charset="-122"/>
                <a:cs typeface="Consolas" pitchFamily="34" charset="-120"/>
              </a:rPr>
              <a:t>ollama pull qwen3.5:9b</a:t>
            </a:r>
            <a:endParaRPr lang="en-US" sz="1200" dirty="0"/>
          </a:p>
          <a:p>
            <a:pPr marL="0" indent="0">
              <a:spcAft>
                <a:spcPts val="200"/>
              </a:spcAft>
              <a:buNone/>
            </a:pPr>
            <a:r>
              <a:rPr lang="en-US" sz="1200" dirty="0">
                <a:solidFill>
                  <a:srgbClr val="FFFFFF"/>
                </a:solidFill>
                <a:latin typeface="Consolas" pitchFamily="34" charset="0"/>
                <a:ea typeface="Consolas" pitchFamily="34" charset="-122"/>
                <a:cs typeface="Consolas" pitchFamily="34" charset="-120"/>
              </a:rPr>
              <a:t>ollama run qwen3.5:9b</a:t>
            </a:r>
            <a:endParaRPr lang="en-US" sz="1200" dirty="0"/>
          </a:p>
          <a:p>
            <a:pPr marL="0" indent="0">
              <a:spcAft>
                <a:spcPts val="200"/>
              </a:spcAft>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spcAft>
                <a:spcPts val="200"/>
              </a:spcAft>
              <a:buNone/>
            </a:pPr>
            <a:r>
              <a:rPr lang="en-US" sz="1200" i="1" dirty="0">
                <a:solidFill>
                  <a:srgbClr val="8B9BBE"/>
                </a:solidFill>
                <a:latin typeface="Consolas" pitchFamily="34" charset="0"/>
                <a:ea typeface="Consolas" pitchFamily="34" charset="-122"/>
                <a:cs typeface="Consolas" pitchFamily="34" charset="-120"/>
              </a:rPr>
              <a:t># 3 · un agente de frontera</a:t>
            </a:r>
            <a:endParaRPr lang="en-US" sz="1200" dirty="0"/>
          </a:p>
          <a:p>
            <a:pPr marL="0" indent="0">
              <a:spcAft>
                <a:spcPts val="200"/>
              </a:spcAft>
              <a:buNone/>
            </a:pPr>
            <a:r>
              <a:rPr lang="en-US" sz="1200" dirty="0">
                <a:solidFill>
                  <a:srgbClr val="FFFFFF"/>
                </a:solidFill>
                <a:latin typeface="Consolas" pitchFamily="34" charset="0"/>
                <a:ea typeface="Consolas" pitchFamily="34" charset="-122"/>
                <a:cs typeface="Consolas" pitchFamily="34" charset="-120"/>
              </a:rPr>
              <a:t>claude    # o: codex · agy · opencode</a:t>
            </a:r>
            <a:endParaRPr lang="en-US" sz="1200" dirty="0"/>
          </a:p>
          <a:p>
            <a:pPr marL="0" indent="0">
              <a:spcAft>
                <a:spcPts val="200"/>
              </a:spcAft>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marL="0" indent="0">
              <a:spcAft>
                <a:spcPts val="200"/>
              </a:spcAft>
              <a:buNone/>
            </a:pPr>
            <a:r>
              <a:rPr lang="en-US" sz="1200" i="1" dirty="0">
                <a:solidFill>
                  <a:srgbClr val="8B9BBE"/>
                </a:solidFill>
                <a:latin typeface="Consolas" pitchFamily="34" charset="0"/>
                <a:ea typeface="Consolas" pitchFamily="34" charset="-122"/>
                <a:cs typeface="Consolas" pitchFamily="34" charset="-120"/>
              </a:rPr>
              <a:t># 4 · un agente con modelo local</a:t>
            </a:r>
            <a:endParaRPr lang="en-US" sz="1200" dirty="0"/>
          </a:p>
          <a:p>
            <a:pPr marL="0" indent="0">
              <a:spcAft>
                <a:spcPts val="200"/>
              </a:spcAft>
              <a:buNone/>
            </a:pPr>
            <a:r>
              <a:rPr lang="en-US" sz="1200" dirty="0">
                <a:solidFill>
                  <a:srgbClr val="FFFFFF"/>
                </a:solidFill>
                <a:latin typeface="Consolas" pitchFamily="34" charset="0"/>
                <a:ea typeface="Consolas" pitchFamily="34" charset="-122"/>
                <a:cs typeface="Consolas" pitchFamily="34" charset="-120"/>
              </a:rPr>
              <a:t>ollama launch claude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AGENDA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Dos horas, de la instalación al primer cambio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Cada bloque termina con algo funcionando en tu máquina. Si un paso falla, se resuelve antes de seguir.</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949440" cy="3867912"/>
        </p:xfrm>
        <a:graphic>
          <a:graphicData uri="http://schemas.openxmlformats.org/drawingml/2006/table">
            <a:tbl>
              <a:tblPr/>
              <a:tblGrid>
                <a:gridCol w="868680">
                  <a:extLst>
                    <a:ext uri="{9D8B030D-6E8A-4147-A177-3AD203B41FA5}">
                      <a16:colId xmlns:a16="http://schemas.microsoft.com/office/drawing/2014/main" val="20000"/>
                    </a:ext>
                  </a:extLst>
                </a:gridCol>
                <a:gridCol w="5349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42976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Bloque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Contenido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Min</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9768">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El mapa: local contra frontera, y las reglas del juego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Los tres editores y su terminal integrada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9768">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Python: clonar el repo y crear el environment del curso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Ollama: instalar, elegir el modelo y usarlo desde Python</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9768">
                <a:tc>
                  <a:txBody>
                    <a:bodyPr/>
                    <a:lstStyle/>
                    <a:p>
                      <a:pPr marL="0" indent="0" algn="ctr">
                        <a:buNone/>
                      </a:pPr>
                      <a:r>
                        <a:rPr lang="en-US" sz="1100" b="1" dirty="0">
                          <a:solidFill>
                            <a:srgbClr val="E6115E"/>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E6115E"/>
                          </a:solidFill>
                          <a:latin typeface="Calibri" pitchFamily="34" charset="0"/>
                          <a:ea typeface="Calibri" pitchFamily="34" charset="-122"/>
                          <a:cs typeface="Calibri" pitchFamily="34" charset="-120"/>
                        </a:rPr>
                        <a:t>Agentes de terminal: Claude Code, Codex, Antigravity y OpenCode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E6115E"/>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Agentes con modelos locales: ollama launch</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Práctica guiada con el notebook de la Clase 7</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Problemas frecuentes y cierre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Shape 4"/>
          <p:cNvSpPr/>
          <p:nvPr/>
        </p:nvSpPr>
        <p:spPr>
          <a:xfrm>
            <a:off x="7818120" y="2103120"/>
            <a:ext cx="3867912" cy="2377440"/>
          </a:xfrm>
          <a:prstGeom prst="roundRect">
            <a:avLst>
              <a:gd name="adj" fmla="val 3077"/>
            </a:avLst>
          </a:prstGeom>
          <a:solidFill>
            <a:srgbClr val="FFFFFF"/>
          </a:solidFill>
          <a:ln w="12700">
            <a:solidFill>
              <a:srgbClr val="D2DBEC"/>
            </a:solidFill>
            <a:prstDash val="solid"/>
          </a:ln>
        </p:spPr>
      </p:sp>
      <p:sp>
        <p:nvSpPr>
          <p:cNvPr id="8" name="Text 5"/>
          <p:cNvSpPr txBox="1"/>
          <p:nvPr/>
        </p:nvSpPr>
        <p:spPr>
          <a:xfrm>
            <a:off x="8019288" y="2212848"/>
            <a:ext cx="3465576" cy="329184"/>
          </a:xfrm>
          <a:prstGeom prst="rect">
            <a:avLst/>
          </a:prstGeom>
          <a:noFill/>
          <a:ln/>
        </p:spPr>
        <p:txBody>
          <a:bodyPr wrap="square" lIns="0" tIns="0" rIns="0" bIns="0" rtlCol="0" anchor="ctr"/>
          <a:lstStyle/>
          <a:p>
            <a:pPr marL="0" indent="0">
              <a:buNone/>
            </a:pPr>
            <a:r>
              <a:rPr lang="en-US" sz="1300" b="1" dirty="0">
                <a:solidFill>
                  <a:srgbClr val="1A56E8"/>
                </a:solidFill>
                <a:latin typeface="Calibri" pitchFamily="34" charset="0"/>
                <a:ea typeface="Calibri" pitchFamily="34" charset="-122"/>
                <a:cs typeface="Calibri" pitchFamily="34" charset="-120"/>
              </a:rPr>
              <a:t>Al salir tienes</a:t>
            </a:r>
            <a:endParaRPr lang="en-US" sz="1300" dirty="0"/>
          </a:p>
        </p:txBody>
      </p:sp>
      <p:sp>
        <p:nvSpPr>
          <p:cNvPr id="9" name="Text 6"/>
          <p:cNvSpPr txBox="1"/>
          <p:nvPr/>
        </p:nvSpPr>
        <p:spPr>
          <a:xfrm>
            <a:off x="8019288" y="2606040"/>
            <a:ext cx="3474720" cy="182880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El repo del curso con su .venv y los notebooks corriendo en tu editor</a:t>
            </a:r>
            <a:endParaRPr lang="en-US" sz="1150" dirty="0"/>
          </a:p>
          <a:p>
            <a:pPr marL="177800" indent="-1778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Ollama con un modelo del tamaño de tu máquina</a:t>
            </a:r>
            <a:endParaRPr lang="en-US" sz="1150" dirty="0"/>
          </a:p>
          <a:p>
            <a:pPr marL="177800" indent="-1778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Un agente de frontera con sesión iniciada</a:t>
            </a:r>
            <a:endParaRPr lang="en-US" sz="1150" dirty="0"/>
          </a:p>
          <a:p>
            <a:pPr marL="177800" indent="-1778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Un AGENTS.md con las reglas del curso</a:t>
            </a:r>
            <a:endParaRPr lang="en-US" sz="1150" dirty="0"/>
          </a:p>
        </p:txBody>
      </p:sp>
      <p:sp>
        <p:nvSpPr>
          <p:cNvPr id="10" name="Shape 7"/>
          <p:cNvSpPr/>
          <p:nvPr/>
        </p:nvSpPr>
        <p:spPr>
          <a:xfrm>
            <a:off x="7818120" y="4663440"/>
            <a:ext cx="3867912" cy="1280160"/>
          </a:xfrm>
          <a:prstGeom prst="roundRect">
            <a:avLst>
              <a:gd name="adj" fmla="val 5714"/>
            </a:avLst>
          </a:prstGeom>
          <a:solidFill>
            <a:srgbClr val="0A2559"/>
          </a:solidFill>
          <a:ln w="12700">
            <a:solidFill>
              <a:srgbClr val="0A2559"/>
            </a:solidFill>
            <a:prstDash val="solid"/>
          </a:ln>
        </p:spPr>
      </p:sp>
      <p:sp>
        <p:nvSpPr>
          <p:cNvPr id="11" name="Text 8"/>
          <p:cNvSpPr txBox="1"/>
          <p:nvPr/>
        </p:nvSpPr>
        <p:spPr>
          <a:xfrm>
            <a:off x="8046720" y="4773168"/>
            <a:ext cx="3410712" cy="106070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Trae: </a:t>
            </a:r>
            <a:r>
              <a:rPr lang="en-US" sz="1250" dirty="0">
                <a:solidFill>
                  <a:srgbClr val="C9D4EA"/>
                </a:solidFill>
                <a:latin typeface="Calibri" pitchFamily="34" charset="0"/>
                <a:ea typeface="Calibri" pitchFamily="34" charset="-122"/>
                <a:cs typeface="Calibri" pitchFamily="34" charset="-120"/>
              </a:rPr>
              <a:t>laptop cargada, 15 GB libres, permisos de administrador y tus cuentas de Google, ChatGPT o Claude a mano.</a:t>
            </a:r>
            <a:endParaRPr lang="en-US" sz="1250" dirty="0"/>
          </a:p>
        </p:txBody>
      </p:sp>
      <mc:AlternateContent xmlns:mc="http://schemas.openxmlformats.org/markup-compatibility/2006">
        <mc:Choice xmlns:p14="http://schemas.microsoft.com/office/powerpoint/2010/main" Requires="p14">
          <p:contentPart p14:bwMode="auto" r:id="rId3">
            <p14:nvContentPartPr>
              <p14:cNvPr id="12" name="Ink 11">
                <a:extLst>
                  <a:ext uri="{FF2B5EF4-FFF2-40B4-BE49-F238E27FC236}">
                    <a16:creationId xmlns:a16="http://schemas.microsoft.com/office/drawing/2014/main" id="{BD908ECD-D942-7391-B598-A8A18C0F6B30}"/>
                  </a:ext>
                </a:extLst>
              </p14:cNvPr>
              <p14:cNvContentPartPr/>
              <p14:nvPr/>
            </p14:nvContentPartPr>
            <p14:xfrm>
              <a:off x="8252280" y="3114360"/>
              <a:ext cx="3062880" cy="2531880"/>
            </p14:xfrm>
          </p:contentPart>
        </mc:Choice>
        <mc:Fallback>
          <p:pic>
            <p:nvPicPr>
              <p:cNvPr id="12" name="Ink 11">
                <a:extLst>
                  <a:ext uri="{FF2B5EF4-FFF2-40B4-BE49-F238E27FC236}">
                    <a16:creationId xmlns:a16="http://schemas.microsoft.com/office/drawing/2014/main" id="{BD908ECD-D942-7391-B598-A8A18C0F6B30}"/>
                  </a:ext>
                </a:extLst>
              </p:cNvPr>
              <p:cNvPicPr/>
              <p:nvPr/>
            </p:nvPicPr>
            <p:blipFill>
              <a:blip r:embed="rId4"/>
              <a:stretch>
                <a:fillRect/>
              </a:stretch>
            </p:blipFill>
            <p:spPr>
              <a:xfrm>
                <a:off x="8242920" y="3105000"/>
                <a:ext cx="3081600" cy="255060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532888"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532888"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0 · EL MAPA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Cuatro capas, de abajo hacia arriba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editor es solo la ventana. Lo que importa es la terminal, el environment y qué modelo responde.</a:t>
            </a:r>
            <a:endParaRPr lang="en-US" sz="1400" dirty="0"/>
          </a:p>
        </p:txBody>
      </p:sp>
      <p:sp>
        <p:nvSpPr>
          <p:cNvPr id="6" name="Shape 4"/>
          <p:cNvSpPr/>
          <p:nvPr/>
        </p:nvSpPr>
        <p:spPr>
          <a:xfrm>
            <a:off x="502920" y="2103120"/>
            <a:ext cx="2103120" cy="658368"/>
          </a:xfrm>
          <a:prstGeom prst="roundRect">
            <a:avLst>
              <a:gd name="adj" fmla="val 11111"/>
            </a:avLst>
          </a:prstGeom>
          <a:solidFill>
            <a:srgbClr val="0A2559"/>
          </a:solidFill>
          <a:ln w="12700">
            <a:solidFill>
              <a:srgbClr val="0A2559"/>
            </a:solidFill>
            <a:prstDash val="solid"/>
          </a:ln>
        </p:spPr>
      </p:sp>
      <p:sp>
        <p:nvSpPr>
          <p:cNvPr id="7" name="Text 5"/>
          <p:cNvSpPr txBox="1"/>
          <p:nvPr/>
        </p:nvSpPr>
        <p:spPr>
          <a:xfrm>
            <a:off x="502920" y="2103120"/>
            <a:ext cx="210312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Tu repo</a:t>
            </a:r>
            <a:endParaRPr lang="en-US" sz="1300" dirty="0"/>
          </a:p>
        </p:txBody>
      </p:sp>
      <p:sp>
        <p:nvSpPr>
          <p:cNvPr id="8" name="Shape 6"/>
          <p:cNvSpPr/>
          <p:nvPr/>
        </p:nvSpPr>
        <p:spPr>
          <a:xfrm>
            <a:off x="2743200" y="2103120"/>
            <a:ext cx="8942832" cy="658368"/>
          </a:xfrm>
          <a:prstGeom prst="roundRect">
            <a:avLst>
              <a:gd name="adj" fmla="val 11111"/>
            </a:avLst>
          </a:prstGeom>
          <a:solidFill>
            <a:srgbClr val="FFFFFF"/>
          </a:solidFill>
          <a:ln w="12700">
            <a:solidFill>
              <a:srgbClr val="D2DBEC"/>
            </a:solidFill>
            <a:prstDash val="solid"/>
          </a:ln>
        </p:spPr>
      </p:sp>
      <p:sp>
        <p:nvSpPr>
          <p:cNvPr id="9" name="Text 7"/>
          <p:cNvSpPr txBox="1"/>
          <p:nvPr/>
        </p:nvSpPr>
        <p:spPr>
          <a:xfrm>
            <a:off x="2944368" y="2103120"/>
            <a:ext cx="8503920" cy="658368"/>
          </a:xfrm>
          <a:prstGeom prst="rect">
            <a:avLst/>
          </a:prstGeom>
          <a:noFill/>
          <a:ln/>
        </p:spPr>
        <p:txBody>
          <a:bodyPr wrap="square" lIns="0" tIns="0" rIns="0" bIns="0" rtlCol="0" anchor="ctr"/>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Super_ML_course + AGENTS.md: los notebooks, los datos públicos y las reglas para los agentes</a:t>
            </a:r>
            <a:endParaRPr lang="en-US" sz="1250" dirty="0"/>
          </a:p>
        </p:txBody>
      </p:sp>
      <p:sp>
        <p:nvSpPr>
          <p:cNvPr id="10" name="Shape 8"/>
          <p:cNvSpPr/>
          <p:nvPr/>
        </p:nvSpPr>
        <p:spPr>
          <a:xfrm>
            <a:off x="502920" y="2889504"/>
            <a:ext cx="2103120" cy="658368"/>
          </a:xfrm>
          <a:prstGeom prst="roundRect">
            <a:avLst>
              <a:gd name="adj" fmla="val 11111"/>
            </a:avLst>
          </a:prstGeom>
          <a:solidFill>
            <a:srgbClr val="1A56E8"/>
          </a:solidFill>
          <a:ln w="12700">
            <a:solidFill>
              <a:srgbClr val="1A56E8"/>
            </a:solidFill>
            <a:prstDash val="solid"/>
          </a:ln>
        </p:spPr>
      </p:sp>
      <p:sp>
        <p:nvSpPr>
          <p:cNvPr id="11" name="Text 9"/>
          <p:cNvSpPr txBox="1"/>
          <p:nvPr/>
        </p:nvSpPr>
        <p:spPr>
          <a:xfrm>
            <a:off x="502920" y="2889504"/>
            <a:ext cx="210312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Los modelos</a:t>
            </a:r>
            <a:endParaRPr lang="en-US" sz="1300" dirty="0"/>
          </a:p>
        </p:txBody>
      </p:sp>
      <p:sp>
        <p:nvSpPr>
          <p:cNvPr id="12" name="Shape 10"/>
          <p:cNvSpPr/>
          <p:nvPr/>
        </p:nvSpPr>
        <p:spPr>
          <a:xfrm>
            <a:off x="502920" y="3675888"/>
            <a:ext cx="2103120" cy="658368"/>
          </a:xfrm>
          <a:prstGeom prst="roundRect">
            <a:avLst>
              <a:gd name="adj" fmla="val 11111"/>
            </a:avLst>
          </a:prstGeom>
          <a:solidFill>
            <a:srgbClr val="1A56E8"/>
          </a:solidFill>
          <a:ln w="12700">
            <a:solidFill>
              <a:srgbClr val="1A56E8"/>
            </a:solidFill>
            <a:prstDash val="solid"/>
          </a:ln>
        </p:spPr>
      </p:sp>
      <p:sp>
        <p:nvSpPr>
          <p:cNvPr id="13" name="Text 11"/>
          <p:cNvSpPr txBox="1"/>
          <p:nvPr/>
        </p:nvSpPr>
        <p:spPr>
          <a:xfrm>
            <a:off x="502920" y="3675888"/>
            <a:ext cx="210312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El environment</a:t>
            </a:r>
            <a:endParaRPr lang="en-US" sz="1300" dirty="0"/>
          </a:p>
        </p:txBody>
      </p:sp>
      <p:sp>
        <p:nvSpPr>
          <p:cNvPr id="14" name="Shape 12"/>
          <p:cNvSpPr/>
          <p:nvPr/>
        </p:nvSpPr>
        <p:spPr>
          <a:xfrm>
            <a:off x="2743200" y="3675888"/>
            <a:ext cx="8942832" cy="658368"/>
          </a:xfrm>
          <a:prstGeom prst="roundRect">
            <a:avLst>
              <a:gd name="adj" fmla="val 11111"/>
            </a:avLst>
          </a:prstGeom>
          <a:solidFill>
            <a:srgbClr val="FFFFFF"/>
          </a:solidFill>
          <a:ln w="12700">
            <a:solidFill>
              <a:srgbClr val="D2DBEC"/>
            </a:solidFill>
            <a:prstDash val="solid"/>
          </a:ln>
        </p:spPr>
      </p:sp>
      <p:sp>
        <p:nvSpPr>
          <p:cNvPr id="15" name="Text 13"/>
          <p:cNvSpPr txBox="1"/>
          <p:nvPr/>
        </p:nvSpPr>
        <p:spPr>
          <a:xfrm>
            <a:off x="2944368" y="3675888"/>
            <a:ext cx="8503920" cy="658368"/>
          </a:xfrm>
          <a:prstGeom prst="rect">
            <a:avLst/>
          </a:prstGeom>
          <a:noFill/>
          <a:ln/>
        </p:spPr>
        <p:txBody>
          <a:bodyPr wrap="square" lIns="0" tIns="0" rIns="0" bIns="0" rtlCol="0" anchor="ctr"/>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.venv con Python, pandas, scikit-learn y Jupyter: aislado del resto de tu máquina</a:t>
            </a:r>
            <a:endParaRPr lang="en-US" sz="1250" dirty="0"/>
          </a:p>
        </p:txBody>
      </p:sp>
      <p:sp>
        <p:nvSpPr>
          <p:cNvPr id="16" name="Shape 14"/>
          <p:cNvSpPr/>
          <p:nvPr/>
        </p:nvSpPr>
        <p:spPr>
          <a:xfrm>
            <a:off x="502920" y="4462272"/>
            <a:ext cx="2103120" cy="658368"/>
          </a:xfrm>
          <a:prstGeom prst="roundRect">
            <a:avLst>
              <a:gd name="adj" fmla="val 11111"/>
            </a:avLst>
          </a:prstGeom>
          <a:solidFill>
            <a:srgbClr val="1A56E8"/>
          </a:solidFill>
          <a:ln w="12700">
            <a:solidFill>
              <a:srgbClr val="1A56E8"/>
            </a:solidFill>
            <a:prstDash val="solid"/>
          </a:ln>
        </p:spPr>
      </p:sp>
      <p:sp>
        <p:nvSpPr>
          <p:cNvPr id="17" name="Text 15"/>
          <p:cNvSpPr txBox="1"/>
          <p:nvPr/>
        </p:nvSpPr>
        <p:spPr>
          <a:xfrm>
            <a:off x="502920" y="4462272"/>
            <a:ext cx="210312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La terminal integrada</a:t>
            </a:r>
            <a:endParaRPr lang="en-US" sz="1300" dirty="0"/>
          </a:p>
        </p:txBody>
      </p:sp>
      <p:sp>
        <p:nvSpPr>
          <p:cNvPr id="18" name="Shape 16"/>
          <p:cNvSpPr/>
          <p:nvPr/>
        </p:nvSpPr>
        <p:spPr>
          <a:xfrm>
            <a:off x="2743200" y="4462272"/>
            <a:ext cx="8942832" cy="658368"/>
          </a:xfrm>
          <a:prstGeom prst="roundRect">
            <a:avLst>
              <a:gd name="adj" fmla="val 11111"/>
            </a:avLst>
          </a:prstGeom>
          <a:solidFill>
            <a:srgbClr val="FFFFFF"/>
          </a:solidFill>
          <a:ln w="12700">
            <a:solidFill>
              <a:srgbClr val="D2DBEC"/>
            </a:solidFill>
            <a:prstDash val="solid"/>
          </a:ln>
        </p:spPr>
      </p:sp>
      <p:sp>
        <p:nvSpPr>
          <p:cNvPr id="19" name="Text 17"/>
          <p:cNvSpPr txBox="1"/>
          <p:nvPr/>
        </p:nvSpPr>
        <p:spPr>
          <a:xfrm>
            <a:off x="2944368" y="4462272"/>
            <a:ext cx="8503920" cy="658368"/>
          </a:xfrm>
          <a:prstGeom prst="rect">
            <a:avLst/>
          </a:prstGeom>
          <a:noFill/>
          <a:ln/>
        </p:spPr>
        <p:txBody>
          <a:bodyPr wrap="square" lIns="0" tIns="0" rIns="0" bIns="0" rtlCol="0" anchor="ctr"/>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PowerShell o Git Bash en Windows, zsh en Mac, bash en Linux. Se abre con Ctrl + `</a:t>
            </a:r>
            <a:endParaRPr lang="en-US" sz="1250" dirty="0"/>
          </a:p>
        </p:txBody>
      </p:sp>
      <p:sp>
        <p:nvSpPr>
          <p:cNvPr id="20" name="Shape 18"/>
          <p:cNvSpPr/>
          <p:nvPr/>
        </p:nvSpPr>
        <p:spPr>
          <a:xfrm>
            <a:off x="502920" y="5248656"/>
            <a:ext cx="2103120" cy="658368"/>
          </a:xfrm>
          <a:prstGeom prst="roundRect">
            <a:avLst>
              <a:gd name="adj" fmla="val 11111"/>
            </a:avLst>
          </a:prstGeom>
          <a:solidFill>
            <a:srgbClr val="5B6B87"/>
          </a:solidFill>
          <a:ln w="12700">
            <a:solidFill>
              <a:srgbClr val="5B6B87"/>
            </a:solidFill>
            <a:prstDash val="solid"/>
          </a:ln>
        </p:spPr>
      </p:sp>
      <p:sp>
        <p:nvSpPr>
          <p:cNvPr id="21" name="Text 19"/>
          <p:cNvSpPr txBox="1"/>
          <p:nvPr/>
        </p:nvSpPr>
        <p:spPr>
          <a:xfrm>
            <a:off x="502920" y="5248656"/>
            <a:ext cx="2103120"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El editor</a:t>
            </a:r>
            <a:endParaRPr lang="en-US" sz="1300" dirty="0"/>
          </a:p>
        </p:txBody>
      </p:sp>
      <p:sp>
        <p:nvSpPr>
          <p:cNvPr id="22" name="Shape 20"/>
          <p:cNvSpPr/>
          <p:nvPr/>
        </p:nvSpPr>
        <p:spPr>
          <a:xfrm>
            <a:off x="2743200" y="5248656"/>
            <a:ext cx="8942832" cy="658368"/>
          </a:xfrm>
          <a:prstGeom prst="roundRect">
            <a:avLst>
              <a:gd name="adj" fmla="val 11111"/>
            </a:avLst>
          </a:prstGeom>
          <a:solidFill>
            <a:srgbClr val="FFFFFF"/>
          </a:solidFill>
          <a:ln w="12700">
            <a:solidFill>
              <a:srgbClr val="D2DBEC"/>
            </a:solidFill>
            <a:prstDash val="solid"/>
          </a:ln>
        </p:spPr>
      </p:sp>
      <p:sp>
        <p:nvSpPr>
          <p:cNvPr id="23" name="Text 21"/>
          <p:cNvSpPr txBox="1"/>
          <p:nvPr/>
        </p:nvSpPr>
        <p:spPr>
          <a:xfrm>
            <a:off x="2944368" y="5248656"/>
            <a:ext cx="8503920" cy="658368"/>
          </a:xfrm>
          <a:prstGeom prst="rect">
            <a:avLst/>
          </a:prstGeom>
          <a:noFill/>
          <a:ln/>
        </p:spPr>
        <p:txBody>
          <a:bodyPr wrap="square" lIns="0" tIns="0" rIns="0" bIns="0" rtlCol="0" anchor="ctr"/>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VS Code, Cursor o Antigravity: cualquiera sirve, los tres usan la misma base</a:t>
            </a:r>
            <a:endParaRPr lang="en-US" sz="1250" dirty="0"/>
          </a:p>
        </p:txBody>
      </p:sp>
      <p:sp>
        <p:nvSpPr>
          <p:cNvPr id="24" name="Shape 22"/>
          <p:cNvSpPr/>
          <p:nvPr/>
        </p:nvSpPr>
        <p:spPr>
          <a:xfrm>
            <a:off x="2743200" y="2889504"/>
            <a:ext cx="4389120" cy="658368"/>
          </a:xfrm>
          <a:prstGeom prst="roundRect">
            <a:avLst>
              <a:gd name="adj" fmla="val 11111"/>
            </a:avLst>
          </a:prstGeom>
          <a:solidFill>
            <a:srgbClr val="FFFFFF"/>
          </a:solidFill>
          <a:ln w="12700">
            <a:solidFill>
              <a:srgbClr val="12B886"/>
            </a:solidFill>
            <a:prstDash val="solid"/>
          </a:ln>
        </p:spPr>
      </p:sp>
      <p:sp>
        <p:nvSpPr>
          <p:cNvPr id="25" name="Text 23"/>
          <p:cNvSpPr txBox="1"/>
          <p:nvPr/>
        </p:nvSpPr>
        <p:spPr>
          <a:xfrm>
            <a:off x="2926080" y="2889504"/>
            <a:ext cx="4114800" cy="658368"/>
          </a:xfrm>
          <a:prstGeom prst="rect">
            <a:avLst/>
          </a:prstGeom>
          <a:noFill/>
          <a:ln/>
        </p:spPr>
        <p:txBody>
          <a:bodyPr wrap="square" lIns="0" tIns="0" rIns="0" bIns="0" rtlCol="0" anchor="ctr"/>
          <a:lstStyle/>
          <a:p>
            <a:pPr marL="0" indent="0">
              <a:buNone/>
            </a:pPr>
            <a:r>
              <a:rPr lang="en-US" sz="1200" b="1" dirty="0">
                <a:solidFill>
                  <a:srgbClr val="12B886"/>
                </a:solidFill>
                <a:latin typeface="Calibri" pitchFamily="34" charset="0"/>
                <a:ea typeface="Calibri" pitchFamily="34" charset="-122"/>
                <a:cs typeface="Calibri" pitchFamily="34" charset="-120"/>
              </a:rPr>
              <a:t>Locales · </a:t>
            </a:r>
            <a:r>
              <a:rPr lang="en-US" sz="1200" dirty="0">
                <a:solidFill>
                  <a:srgbClr val="2C3A55"/>
                </a:solidFill>
                <a:latin typeface="Calibri" pitchFamily="34" charset="0"/>
                <a:ea typeface="Calibri" pitchFamily="34" charset="-122"/>
                <a:cs typeface="Calibri" pitchFamily="34" charset="-120"/>
              </a:rPr>
              <a:t>Ollama en localhost:11434. Nada sale de tu máquina.</a:t>
            </a:r>
            <a:endParaRPr lang="en-US" sz="1200" dirty="0"/>
          </a:p>
        </p:txBody>
      </p:sp>
      <p:sp>
        <p:nvSpPr>
          <p:cNvPr id="26" name="Shape 24"/>
          <p:cNvSpPr/>
          <p:nvPr/>
        </p:nvSpPr>
        <p:spPr>
          <a:xfrm>
            <a:off x="7296912" y="2889504"/>
            <a:ext cx="4389120" cy="658368"/>
          </a:xfrm>
          <a:prstGeom prst="roundRect">
            <a:avLst>
              <a:gd name="adj" fmla="val 11111"/>
            </a:avLst>
          </a:prstGeom>
          <a:solidFill>
            <a:srgbClr val="FFFFFF"/>
          </a:solidFill>
          <a:ln w="12700">
            <a:solidFill>
              <a:srgbClr val="E6115E"/>
            </a:solidFill>
            <a:prstDash val="solid"/>
          </a:ln>
        </p:spPr>
      </p:sp>
      <p:sp>
        <p:nvSpPr>
          <p:cNvPr id="27" name="Text 25"/>
          <p:cNvSpPr txBox="1"/>
          <p:nvPr/>
        </p:nvSpPr>
        <p:spPr>
          <a:xfrm>
            <a:off x="7479792" y="2889504"/>
            <a:ext cx="4114800" cy="65836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Frontera · </a:t>
            </a:r>
            <a:r>
              <a:rPr lang="en-US" sz="1200" dirty="0">
                <a:solidFill>
                  <a:srgbClr val="2C3A55"/>
                </a:solidFill>
                <a:latin typeface="Calibri" pitchFamily="34" charset="0"/>
                <a:ea typeface="Calibri" pitchFamily="34" charset="-122"/>
                <a:cs typeface="Calibri" pitchFamily="34" charset="-120"/>
              </a:rPr>
              <a:t>Claude, GPT, Gemini: vía Claude Code, Codex, agy u OpenCode.</a:t>
            </a:r>
            <a:endParaRPr lang="en-US" sz="1200" dirty="0"/>
          </a:p>
        </p:txBody>
      </p:sp>
      <mc:AlternateContent xmlns:mc="http://schemas.openxmlformats.org/markup-compatibility/2006">
        <mc:Choice xmlns:p14="http://schemas.microsoft.com/office/powerpoint/2010/main" Requires="p14">
          <p:contentPart p14:bwMode="auto" r:id="rId3">
            <p14:nvContentPartPr>
              <p14:cNvPr id="28" name="Ink 27">
                <a:extLst>
                  <a:ext uri="{FF2B5EF4-FFF2-40B4-BE49-F238E27FC236}">
                    <a16:creationId xmlns:a16="http://schemas.microsoft.com/office/drawing/2014/main" id="{90687CF3-EC8A-D426-E8E3-F1AA3E8B65C0}"/>
                  </a:ext>
                </a:extLst>
              </p14:cNvPr>
              <p14:cNvContentPartPr/>
              <p14:nvPr/>
            </p14:nvContentPartPr>
            <p14:xfrm>
              <a:off x="1307880" y="1780560"/>
              <a:ext cx="9401760" cy="4182840"/>
            </p14:xfrm>
          </p:contentPart>
        </mc:Choice>
        <mc:Fallback>
          <p:pic>
            <p:nvPicPr>
              <p:cNvPr id="28" name="Ink 27">
                <a:extLst>
                  <a:ext uri="{FF2B5EF4-FFF2-40B4-BE49-F238E27FC236}">
                    <a16:creationId xmlns:a16="http://schemas.microsoft.com/office/drawing/2014/main" id="{90687CF3-EC8A-D426-E8E3-F1AA3E8B65C0}"/>
                  </a:ext>
                </a:extLst>
              </p:cNvPr>
              <p:cNvPicPr/>
              <p:nvPr/>
            </p:nvPicPr>
            <p:blipFill>
              <a:blip r:embed="rId4"/>
              <a:stretch>
                <a:fillRect/>
              </a:stretch>
            </p:blipFill>
            <p:spPr>
              <a:xfrm>
                <a:off x="1298520" y="1771200"/>
                <a:ext cx="9420480" cy="420156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532888"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532888"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0 · EL MAPA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Local o frontera: no compiten, se reparten el trabajo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pregunta no es cuál es mejor, sino qué puede salir de tu máquina.</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7406640" cy="3200400"/>
        </p:xfrm>
        <a:graphic>
          <a:graphicData uri="http://schemas.openxmlformats.org/drawingml/2006/table">
            <a:tbl>
              <a:tblPr/>
              <a:tblGrid>
                <a:gridCol w="14630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57200">
                <a:tc>
                  <a:txBody>
                    <a:bodyPr/>
                    <a:lstStyle/>
                    <a:p>
                      <a:pPr marL="0" indent="0" algn="l">
                        <a:buNone/>
                      </a:pP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Local · Ollama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Frontera · Claude, Codex, Antigravity</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Dónde corre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en tu laptop</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en los servidores del proveedor</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Tus datos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2B886"/>
                          </a:solidFill>
                          <a:latin typeface="Calibri" pitchFamily="34" charset="0"/>
                          <a:ea typeface="Calibri" pitchFamily="34" charset="-122"/>
                          <a:cs typeface="Calibri" pitchFamily="34" charset="-120"/>
                        </a:rPr>
                        <a:t>no salen de tu máquina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E6115E"/>
                          </a:solidFill>
                          <a:latin typeface="Calibri" pitchFamily="34" charset="0"/>
                          <a:ea typeface="Calibri" pitchFamily="34" charset="-122"/>
                          <a:cs typeface="Calibri" pitchFamily="34" charset="-120"/>
                        </a:rPr>
                        <a:t>viajan al proveedor</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Costo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gratis; pagas con RAM y batería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plan mensual o pago por uso; Antigravity tiene nivel gratuito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Calidad</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buena para explicar y tareas de un archivo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la mejor para tareas largas y de varios archivos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Velocidad</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depende de tu equipo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rápida y estable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Sin internet</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funciona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no funciona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8183880" y="2103120"/>
            <a:ext cx="3502152" cy="1600200"/>
          </a:xfrm>
          <a:prstGeom prst="roundRect">
            <a:avLst>
              <a:gd name="adj" fmla="val 4571"/>
            </a:avLst>
          </a:prstGeom>
          <a:solidFill>
            <a:srgbClr val="FFFFFF"/>
          </a:solidFill>
          <a:ln w="12700">
            <a:solidFill>
              <a:srgbClr val="D2DBEC"/>
            </a:solidFill>
            <a:prstDash val="solid"/>
          </a:ln>
        </p:spPr>
      </p:sp>
      <p:sp>
        <p:nvSpPr>
          <p:cNvPr id="8" name="Text 5"/>
          <p:cNvSpPr txBox="1"/>
          <p:nvPr/>
        </p:nvSpPr>
        <p:spPr>
          <a:xfrm>
            <a:off x="8385048" y="2212848"/>
            <a:ext cx="3099816" cy="329184"/>
          </a:xfrm>
          <a:prstGeom prst="rect">
            <a:avLst/>
          </a:prstGeom>
          <a:noFill/>
          <a:ln/>
        </p:spPr>
        <p:txBody>
          <a:bodyPr wrap="square" lIns="0" tIns="0" rIns="0" bIns="0" rtlCol="0" anchor="ctr"/>
          <a:lstStyle/>
          <a:p>
            <a:pPr marL="0" indent="0">
              <a:buNone/>
            </a:pPr>
            <a:r>
              <a:rPr lang="en-US" sz="1300" b="1" dirty="0">
                <a:solidFill>
                  <a:srgbClr val="12B886"/>
                </a:solidFill>
                <a:latin typeface="Calibri" pitchFamily="34" charset="0"/>
                <a:ea typeface="Calibri" pitchFamily="34" charset="-122"/>
                <a:cs typeface="Calibri" pitchFamily="34" charset="-120"/>
              </a:rPr>
              <a:t>Local para</a:t>
            </a:r>
            <a:endParaRPr lang="en-US" sz="1300" dirty="0"/>
          </a:p>
        </p:txBody>
      </p:sp>
      <p:sp>
        <p:nvSpPr>
          <p:cNvPr id="9" name="Text 6"/>
          <p:cNvSpPr txBox="1"/>
          <p:nvPr/>
        </p:nvSpPr>
        <p:spPr>
          <a:xfrm>
            <a:off x="8385048" y="2578608"/>
            <a:ext cx="3099816" cy="105156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explicar código, preguntas sobre datos sensibles, trabajar sin internet, practicar sin gastar.</a:t>
            </a:r>
            <a:endParaRPr lang="en-US" sz="1150" dirty="0"/>
          </a:p>
        </p:txBody>
      </p:sp>
      <p:sp>
        <p:nvSpPr>
          <p:cNvPr id="10" name="Shape 7"/>
          <p:cNvSpPr/>
          <p:nvPr/>
        </p:nvSpPr>
        <p:spPr>
          <a:xfrm>
            <a:off x="8183880" y="3886200"/>
            <a:ext cx="3502152" cy="1600200"/>
          </a:xfrm>
          <a:prstGeom prst="roundRect">
            <a:avLst>
              <a:gd name="adj" fmla="val 4571"/>
            </a:avLst>
          </a:prstGeom>
          <a:solidFill>
            <a:srgbClr val="FFFFFF"/>
          </a:solidFill>
          <a:ln w="12700">
            <a:solidFill>
              <a:srgbClr val="D2DBEC"/>
            </a:solidFill>
            <a:prstDash val="solid"/>
          </a:ln>
        </p:spPr>
      </p:sp>
      <p:sp>
        <p:nvSpPr>
          <p:cNvPr id="11" name="Text 8"/>
          <p:cNvSpPr txBox="1"/>
          <p:nvPr/>
        </p:nvSpPr>
        <p:spPr>
          <a:xfrm>
            <a:off x="8385048" y="3995928"/>
            <a:ext cx="3099816" cy="329184"/>
          </a:xfrm>
          <a:prstGeom prst="rect">
            <a:avLst/>
          </a:prstGeom>
          <a:noFill/>
          <a:ln/>
        </p:spPr>
        <p:txBody>
          <a:bodyPr wrap="square" lIns="0" tIns="0" rIns="0" bIns="0" rtlCol="0" anchor="ctr"/>
          <a:lstStyle/>
          <a:p>
            <a:pPr marL="0" indent="0">
              <a:buNone/>
            </a:pPr>
            <a:r>
              <a:rPr lang="en-US" sz="1300" b="1" dirty="0">
                <a:solidFill>
                  <a:srgbClr val="E6115E"/>
                </a:solidFill>
                <a:latin typeface="Calibri" pitchFamily="34" charset="0"/>
                <a:ea typeface="Calibri" pitchFamily="34" charset="-122"/>
                <a:cs typeface="Calibri" pitchFamily="34" charset="-120"/>
              </a:rPr>
              <a:t>Frontera para</a:t>
            </a:r>
            <a:endParaRPr lang="en-US" sz="1300" dirty="0"/>
          </a:p>
        </p:txBody>
      </p:sp>
      <p:sp>
        <p:nvSpPr>
          <p:cNvPr id="12" name="Text 9"/>
          <p:cNvSpPr txBox="1"/>
          <p:nvPr/>
        </p:nvSpPr>
        <p:spPr>
          <a:xfrm>
            <a:off x="8385048" y="4361688"/>
            <a:ext cx="3099816" cy="105156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cambios en varios archivos, depurar, refactorizar, escribir pruebas, revisar un notebook entero.</a:t>
            </a:r>
            <a:endParaRPr lang="en-US" sz="1150" dirty="0"/>
          </a:p>
        </p:txBody>
      </p:sp>
      <p:sp>
        <p:nvSpPr>
          <p:cNvPr id="13" name="Shape 10"/>
          <p:cNvSpPr/>
          <p:nvPr/>
        </p:nvSpPr>
        <p:spPr>
          <a:xfrm>
            <a:off x="502920" y="5486400"/>
            <a:ext cx="7406640" cy="868680"/>
          </a:xfrm>
          <a:prstGeom prst="roundRect">
            <a:avLst>
              <a:gd name="adj" fmla="val 8421"/>
            </a:avLst>
          </a:prstGeom>
          <a:solidFill>
            <a:srgbClr val="0A2559"/>
          </a:solidFill>
          <a:ln w="12700">
            <a:solidFill>
              <a:srgbClr val="0A2559"/>
            </a:solidFill>
            <a:prstDash val="solid"/>
          </a:ln>
        </p:spPr>
      </p:sp>
      <p:sp>
        <p:nvSpPr>
          <p:cNvPr id="14" name="Text 11"/>
          <p:cNvSpPr txBox="1"/>
          <p:nvPr/>
        </p:nvSpPr>
        <p:spPr>
          <a:xfrm>
            <a:off x="731520" y="5596128"/>
            <a:ext cx="6949440" cy="649224"/>
          </a:xfrm>
          <a:prstGeom prst="rect">
            <a:avLst/>
          </a:prstGeom>
          <a:noFill/>
          <a:ln/>
        </p:spPr>
        <p:txBody>
          <a:bodyPr wrap="square" lIns="0" tIns="0" rIns="0" bIns="0" rtlCol="0" anchor="ctr"/>
          <a:lstStyle/>
          <a:p>
            <a:pPr marL="0" indent="0">
              <a:buNone/>
            </a:pPr>
            <a:r>
              <a:rPr lang="en-US" sz="1200" b="1" dirty="0">
                <a:solidFill>
                  <a:srgbClr val="F2A900"/>
                </a:solidFill>
                <a:latin typeface="Calibri" pitchFamily="34" charset="0"/>
                <a:ea typeface="Calibri" pitchFamily="34" charset="-122"/>
                <a:cs typeface="Calibri" pitchFamily="34" charset="-120"/>
              </a:rPr>
              <a:t>La regla del banco: </a:t>
            </a:r>
            <a:r>
              <a:rPr lang="en-US" sz="1200" dirty="0">
                <a:solidFill>
                  <a:srgbClr val="C9D4EA"/>
                </a:solidFill>
                <a:latin typeface="Calibri" pitchFamily="34" charset="0"/>
                <a:ea typeface="Calibri" pitchFamily="34" charset="-122"/>
                <a:cs typeface="Calibri" pitchFamily="34" charset="-120"/>
              </a:rPr>
              <a:t>ningún dato de clientes va a un modelo de frontera sin aprobación formal. Para practicar usamos solo datos públicos, como el de la UCI.</a:t>
            </a:r>
            <a:endParaRPr lang="en-US" sz="1200" dirty="0"/>
          </a:p>
        </p:txBody>
      </p:sp>
      <mc:AlternateContent xmlns:mc="http://schemas.openxmlformats.org/markup-compatibility/2006">
        <mc:Choice xmlns:p14="http://schemas.microsoft.com/office/powerpoint/2010/main" Requires="p14">
          <p:contentPart p14:bwMode="auto" r:id="rId3">
            <p14:nvContentPartPr>
              <p14:cNvPr id="15" name="Ink 14">
                <a:extLst>
                  <a:ext uri="{FF2B5EF4-FFF2-40B4-BE49-F238E27FC236}">
                    <a16:creationId xmlns:a16="http://schemas.microsoft.com/office/drawing/2014/main" id="{663A115A-EFF8-D2BF-F28E-61E10FFFCB01}"/>
                  </a:ext>
                </a:extLst>
              </p14:cNvPr>
              <p14:cNvContentPartPr/>
              <p14:nvPr/>
            </p14:nvContentPartPr>
            <p14:xfrm>
              <a:off x="1686960" y="136440"/>
              <a:ext cx="9527400" cy="6356160"/>
            </p14:xfrm>
          </p:contentPart>
        </mc:Choice>
        <mc:Fallback>
          <p:pic>
            <p:nvPicPr>
              <p:cNvPr id="15" name="Ink 14">
                <a:extLst>
                  <a:ext uri="{FF2B5EF4-FFF2-40B4-BE49-F238E27FC236}">
                    <a16:creationId xmlns:a16="http://schemas.microsoft.com/office/drawing/2014/main" id="{663A115A-EFF8-D2BF-F28E-61E10FFFCB01}"/>
                  </a:ext>
                </a:extLst>
              </p:cNvPr>
              <p:cNvPicPr/>
              <p:nvPr/>
            </p:nvPicPr>
            <p:blipFill>
              <a:blip r:embed="rId4"/>
              <a:stretch>
                <a:fillRect/>
              </a:stretch>
            </p:blipFill>
            <p:spPr>
              <a:xfrm>
                <a:off x="1677600" y="127080"/>
                <a:ext cx="9546120" cy="637488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638044"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638044"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1 · PREPARAR</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Antes de empezar: tres programas y una verificación</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Si algo de esta lista falta, todo lo demás falla con errores raros.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83112" cy="2514600"/>
        </p:xfrm>
        <a:graphic>
          <a:graphicData uri="http://schemas.openxmlformats.org/drawingml/2006/table">
            <a:tbl>
              <a:tblPr/>
              <a:tblGrid>
                <a:gridCol w="19202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4050792">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50292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Programa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Para qué</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Cómo instalar</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Verifica con</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50292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Git</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clonar el repo; en Windows trae Git Bash</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git-scm.com · en Mac: xcode-select --install</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git --version</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Python 3.12 o más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el environment del curso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python.org · en Windows marca «Add to PATH»</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python --version</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Node.js LTS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opcional: solo si instalas los CLI con npm</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nodejs.org</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node --version</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Un editor</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VS Code, Cursor o Antigravity</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code.visualstudio.com · cursor.com · antigravity.google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ábrelo y prueba Ctrl + `</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4"/>
          <p:cNvSpPr/>
          <p:nvPr/>
        </p:nvSpPr>
        <p:spPr>
          <a:xfrm>
            <a:off x="502920" y="4846320"/>
            <a:ext cx="3566160" cy="1234440"/>
          </a:xfrm>
          <a:prstGeom prst="roundRect">
            <a:avLst>
              <a:gd name="adj" fmla="val 5926"/>
            </a:avLst>
          </a:prstGeom>
          <a:solidFill>
            <a:srgbClr val="FFFFFF"/>
          </a:solidFill>
          <a:ln w="12700">
            <a:solidFill>
              <a:srgbClr val="D2DBEC"/>
            </a:solidFill>
            <a:prstDash val="solid"/>
          </a:ln>
        </p:spPr>
      </p:sp>
      <p:sp>
        <p:nvSpPr>
          <p:cNvPr id="8" name="Text 5"/>
          <p:cNvSpPr txBox="1"/>
          <p:nvPr/>
        </p:nvSpPr>
        <p:spPr>
          <a:xfrm>
            <a:off x="704088" y="4956048"/>
            <a:ext cx="3163824" cy="329184"/>
          </a:xfrm>
          <a:prstGeom prst="rect">
            <a:avLst/>
          </a:prstGeom>
          <a:noFill/>
          <a:ln/>
        </p:spPr>
        <p:txBody>
          <a:bodyPr wrap="square" lIns="0" tIns="0" rIns="0" bIns="0" rtlCol="0" anchor="ctr"/>
          <a:lstStyle/>
          <a:p>
            <a:pPr marL="0" indent="0">
              <a:buNone/>
            </a:pPr>
            <a:r>
              <a:rPr lang="en-US" sz="1300" b="1" dirty="0">
                <a:solidFill>
                  <a:srgbClr val="1A56E8"/>
                </a:solidFill>
                <a:latin typeface="Calibri" pitchFamily="34" charset="0"/>
                <a:ea typeface="Calibri" pitchFamily="34" charset="-122"/>
                <a:cs typeface="Calibri" pitchFamily="34" charset="-120"/>
              </a:rPr>
              <a:t>Espacio</a:t>
            </a:r>
            <a:endParaRPr lang="en-US" sz="1300" dirty="0"/>
          </a:p>
        </p:txBody>
      </p:sp>
      <p:sp>
        <p:nvSpPr>
          <p:cNvPr id="9" name="Text 6"/>
          <p:cNvSpPr txBox="1"/>
          <p:nvPr/>
        </p:nvSpPr>
        <p:spPr>
          <a:xfrm>
            <a:off x="704088" y="5321808"/>
            <a:ext cx="3163824" cy="6858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15 GB libres: unos 2 GB para el environment y el resto para los modelos de Ollama.</a:t>
            </a:r>
            <a:endParaRPr lang="en-US" sz="1150" dirty="0"/>
          </a:p>
        </p:txBody>
      </p:sp>
      <p:sp>
        <p:nvSpPr>
          <p:cNvPr id="10" name="Shape 7"/>
          <p:cNvSpPr/>
          <p:nvPr/>
        </p:nvSpPr>
        <p:spPr>
          <a:xfrm>
            <a:off x="4297680" y="4846320"/>
            <a:ext cx="3566160" cy="1234440"/>
          </a:xfrm>
          <a:prstGeom prst="roundRect">
            <a:avLst>
              <a:gd name="adj" fmla="val 5926"/>
            </a:avLst>
          </a:prstGeom>
          <a:solidFill>
            <a:srgbClr val="FFFFFF"/>
          </a:solidFill>
          <a:ln w="12700">
            <a:solidFill>
              <a:srgbClr val="D2DBEC"/>
            </a:solidFill>
            <a:prstDash val="solid"/>
          </a:ln>
        </p:spPr>
      </p:sp>
      <p:sp>
        <p:nvSpPr>
          <p:cNvPr id="11" name="Text 8"/>
          <p:cNvSpPr txBox="1"/>
          <p:nvPr/>
        </p:nvSpPr>
        <p:spPr>
          <a:xfrm>
            <a:off x="4498848" y="4956048"/>
            <a:ext cx="3163824" cy="329184"/>
          </a:xfrm>
          <a:prstGeom prst="rect">
            <a:avLst/>
          </a:prstGeom>
          <a:noFill/>
          <a:ln/>
        </p:spPr>
        <p:txBody>
          <a:bodyPr wrap="square" lIns="0" tIns="0" rIns="0" bIns="0" rtlCol="0" anchor="ctr"/>
          <a:lstStyle/>
          <a:p>
            <a:pPr marL="0" indent="0">
              <a:buNone/>
            </a:pPr>
            <a:r>
              <a:rPr lang="en-US" sz="1300" b="1" dirty="0">
                <a:solidFill>
                  <a:srgbClr val="E6115E"/>
                </a:solidFill>
                <a:latin typeface="Calibri" pitchFamily="34" charset="0"/>
                <a:ea typeface="Calibri" pitchFamily="34" charset="-122"/>
                <a:cs typeface="Calibri" pitchFamily="34" charset="-120"/>
              </a:rPr>
              <a:t>Windows: PowerShell 7 o Git Bash</a:t>
            </a:r>
            <a:endParaRPr lang="en-US" sz="1300" dirty="0"/>
          </a:p>
        </p:txBody>
      </p:sp>
      <p:sp>
        <p:nvSpPr>
          <p:cNvPr id="12" name="Text 9"/>
          <p:cNvSpPr txBox="1"/>
          <p:nvPr/>
        </p:nvSpPr>
        <p:spPr>
          <a:xfrm>
            <a:off x="4498848" y="5321808"/>
            <a:ext cx="3163824" cy="6858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PowerShell clásico funciona, pero Git Bash hace que los comandos de Mac y Linux sirvan tal cual.</a:t>
            </a:r>
            <a:endParaRPr lang="en-US" sz="1150" dirty="0"/>
          </a:p>
        </p:txBody>
      </p:sp>
      <p:sp>
        <p:nvSpPr>
          <p:cNvPr id="13" name="Shape 10"/>
          <p:cNvSpPr/>
          <p:nvPr/>
        </p:nvSpPr>
        <p:spPr>
          <a:xfrm>
            <a:off x="8092440" y="4846320"/>
            <a:ext cx="3593592" cy="1234440"/>
          </a:xfrm>
          <a:prstGeom prst="roundRect">
            <a:avLst>
              <a:gd name="adj" fmla="val 5926"/>
            </a:avLst>
          </a:prstGeom>
          <a:solidFill>
            <a:srgbClr val="FFFFFF"/>
          </a:solidFill>
          <a:ln w="12700">
            <a:solidFill>
              <a:srgbClr val="D2DBEC"/>
            </a:solidFill>
            <a:prstDash val="solid"/>
          </a:ln>
        </p:spPr>
      </p:sp>
      <p:sp>
        <p:nvSpPr>
          <p:cNvPr id="14" name="Text 11"/>
          <p:cNvSpPr txBox="1"/>
          <p:nvPr/>
        </p:nvSpPr>
        <p:spPr>
          <a:xfrm>
            <a:off x="8293608" y="4956048"/>
            <a:ext cx="3191256" cy="329184"/>
          </a:xfrm>
          <a:prstGeom prst="rect">
            <a:avLst/>
          </a:prstGeom>
          <a:noFill/>
          <a:ln/>
        </p:spPr>
        <p:txBody>
          <a:bodyPr wrap="square" lIns="0" tIns="0" rIns="0" bIns="0" rtlCol="0" anchor="ctr"/>
          <a:lstStyle/>
          <a:p>
            <a:pPr marL="0" indent="0">
              <a:buNone/>
            </a:pPr>
            <a:r>
              <a:rPr lang="en-US" sz="1300" b="1" dirty="0">
                <a:solidFill>
                  <a:srgbClr val="5B6B87"/>
                </a:solidFill>
                <a:latin typeface="Calibri" pitchFamily="34" charset="0"/>
                <a:ea typeface="Calibri" pitchFamily="34" charset="-122"/>
                <a:cs typeface="Calibri" pitchFamily="34" charset="-120"/>
              </a:rPr>
              <a:t>Laptop corporativa</a:t>
            </a:r>
            <a:endParaRPr lang="en-US" sz="1300" dirty="0"/>
          </a:p>
        </p:txBody>
      </p:sp>
      <p:sp>
        <p:nvSpPr>
          <p:cNvPr id="15" name="Text 12"/>
          <p:cNvSpPr txBox="1"/>
          <p:nvPr/>
        </p:nvSpPr>
        <p:spPr>
          <a:xfrm>
            <a:off x="8293608" y="5321808"/>
            <a:ext cx="3191256" cy="6858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Pide a TI permiso de instalación antes. Un proxy corporativo bloquea muchas descargas.</a:t>
            </a:r>
            <a:endParaRPr lang="en-US" sz="1150" dirty="0"/>
          </a:p>
        </p:txBody>
      </p:sp>
      <mc:AlternateContent xmlns:mc="http://schemas.openxmlformats.org/markup-compatibility/2006">
        <mc:Choice xmlns:p14="http://schemas.microsoft.com/office/powerpoint/2010/main" Requires="p14">
          <p:contentPart p14:bwMode="auto" r:id="rId3">
            <p14:nvContentPartPr>
              <p14:cNvPr id="16" name="Ink 15">
                <a:extLst>
                  <a:ext uri="{FF2B5EF4-FFF2-40B4-BE49-F238E27FC236}">
                    <a16:creationId xmlns:a16="http://schemas.microsoft.com/office/drawing/2014/main" id="{67639C1D-0BB9-6E20-2CEC-2CA8CD563848}"/>
                  </a:ext>
                </a:extLst>
              </p14:cNvPr>
              <p14:cNvContentPartPr/>
              <p14:nvPr/>
            </p14:nvContentPartPr>
            <p14:xfrm>
              <a:off x="927000" y="2625840"/>
              <a:ext cx="1252080" cy="1789560"/>
            </p14:xfrm>
          </p:contentPart>
        </mc:Choice>
        <mc:Fallback>
          <p:pic>
            <p:nvPicPr>
              <p:cNvPr id="16" name="Ink 15">
                <a:extLst>
                  <a:ext uri="{FF2B5EF4-FFF2-40B4-BE49-F238E27FC236}">
                    <a16:creationId xmlns:a16="http://schemas.microsoft.com/office/drawing/2014/main" id="{67639C1D-0BB9-6E20-2CEC-2CA8CD563848}"/>
                  </a:ext>
                </a:extLst>
              </p:cNvPr>
              <p:cNvPicPr/>
              <p:nvPr/>
            </p:nvPicPr>
            <p:blipFill>
              <a:blip r:embed="rId4"/>
              <a:stretch>
                <a:fillRect/>
              </a:stretch>
            </p:blipFill>
            <p:spPr>
              <a:xfrm>
                <a:off x="917640" y="2616480"/>
                <a:ext cx="1270800" cy="180828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638044"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638044"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1 · EDITORES</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Tres editores con la misma base</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Los tres heredan de VS Code: la terminal, los atajos y la extensión de Python funcionan igual.</a:t>
            </a:r>
            <a:endParaRPr lang="en-US" sz="1400" dirty="0"/>
          </a:p>
        </p:txBody>
      </p:sp>
      <p:sp>
        <p:nvSpPr>
          <p:cNvPr id="6" name="Shape 4"/>
          <p:cNvSpPr/>
          <p:nvPr/>
        </p:nvSpPr>
        <p:spPr>
          <a:xfrm>
            <a:off x="502920" y="2103120"/>
            <a:ext cx="3611880" cy="2880360"/>
          </a:xfrm>
          <a:prstGeom prst="roundRect">
            <a:avLst>
              <a:gd name="adj" fmla="val 2540"/>
            </a:avLst>
          </a:prstGeom>
          <a:solidFill>
            <a:srgbClr val="FFFFFF"/>
          </a:solidFill>
          <a:ln w="12700">
            <a:solidFill>
              <a:srgbClr val="D2DBEC"/>
            </a:solidFill>
            <a:prstDash val="solid"/>
          </a:ln>
        </p:spPr>
      </p:sp>
      <p:sp>
        <p:nvSpPr>
          <p:cNvPr id="7" name="Shape 5"/>
          <p:cNvSpPr/>
          <p:nvPr/>
        </p:nvSpPr>
        <p:spPr>
          <a:xfrm>
            <a:off x="502920" y="2103120"/>
            <a:ext cx="3611880" cy="82296"/>
          </a:xfrm>
          <a:prstGeom prst="rect">
            <a:avLst/>
          </a:prstGeom>
          <a:solidFill>
            <a:srgbClr val="1A56E8"/>
          </a:solidFill>
          <a:ln w="12700">
            <a:solidFill>
              <a:srgbClr val="1A56E8"/>
            </a:solidFill>
            <a:prstDash val="solid"/>
          </a:ln>
        </p:spPr>
      </p:sp>
      <p:sp>
        <p:nvSpPr>
          <p:cNvPr id="8" name="Text 6"/>
          <p:cNvSpPr txBox="1"/>
          <p:nvPr/>
        </p:nvSpPr>
        <p:spPr>
          <a:xfrm>
            <a:off x="704088" y="2286000"/>
            <a:ext cx="3200400" cy="457200"/>
          </a:xfrm>
          <a:prstGeom prst="rect">
            <a:avLst/>
          </a:prstGeom>
          <a:noFill/>
          <a:ln/>
        </p:spPr>
        <p:txBody>
          <a:bodyPr wrap="square" lIns="0" tIns="0" rIns="0" bIns="0" rtlCol="0" anchor="ctr"/>
          <a:lstStyle/>
          <a:p>
            <a:pPr marL="0" indent="0">
              <a:buNone/>
            </a:pPr>
            <a:r>
              <a:rPr lang="en-US" sz="2200" b="1" dirty="0">
                <a:solidFill>
                  <a:srgbClr val="0A2559"/>
                </a:solidFill>
                <a:latin typeface="Calibri" pitchFamily="34" charset="0"/>
                <a:ea typeface="Calibri" pitchFamily="34" charset="-122"/>
                <a:cs typeface="Calibri" pitchFamily="34" charset="-120"/>
              </a:rPr>
              <a:t>VS Code</a:t>
            </a:r>
            <a:endParaRPr lang="en-US" sz="2200" dirty="0"/>
          </a:p>
        </p:txBody>
      </p:sp>
      <p:sp>
        <p:nvSpPr>
          <p:cNvPr id="9" name="Text 7"/>
          <p:cNvSpPr txBox="1"/>
          <p:nvPr/>
        </p:nvSpPr>
        <p:spPr>
          <a:xfrm>
            <a:off x="704088" y="2743200"/>
            <a:ext cx="3200400" cy="274320"/>
          </a:xfrm>
          <a:prstGeom prst="rect">
            <a:avLst/>
          </a:prstGeom>
          <a:noFill/>
          <a:ln/>
        </p:spPr>
        <p:txBody>
          <a:bodyPr wrap="square" lIns="0" tIns="0" rIns="0" bIns="0" rtlCol="0" anchor="ctr"/>
          <a:lstStyle/>
          <a:p>
            <a:pPr marL="0" indent="0">
              <a:buNone/>
            </a:pPr>
            <a:r>
              <a:rPr lang="en-US" sz="1100" i="1" dirty="0">
                <a:solidFill>
                  <a:srgbClr val="5B6B87"/>
                </a:solidFill>
                <a:latin typeface="Calibri" pitchFamily="34" charset="0"/>
                <a:ea typeface="Calibri" pitchFamily="34" charset="-122"/>
                <a:cs typeface="Calibri" pitchFamily="34" charset="-120"/>
              </a:rPr>
              <a:t>Microsoft · gratis</a:t>
            </a:r>
            <a:endParaRPr lang="en-US" sz="1100" dirty="0"/>
          </a:p>
        </p:txBody>
      </p:sp>
      <p:sp>
        <p:nvSpPr>
          <p:cNvPr id="10" name="Text 8"/>
          <p:cNvSpPr txBox="1"/>
          <p:nvPr/>
        </p:nvSpPr>
        <p:spPr>
          <a:xfrm>
            <a:off x="704088" y="3154680"/>
            <a:ext cx="3200400" cy="173736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El estándar: extensiones para todo</a:t>
            </a:r>
            <a:endParaRPr lang="en-US" sz="1150" dirty="0"/>
          </a:p>
          <a:p>
            <a:pPr marL="177800" indent="-1778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Chat integrado que también acepta modelos de Ollama</a:t>
            </a:r>
            <a:endParaRPr lang="en-US" sz="1150" dirty="0"/>
          </a:p>
          <a:p>
            <a:pPr marL="177800" indent="-1778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Las extensiones oficiales de Claude Code y Codex</a:t>
            </a:r>
            <a:endParaRPr lang="en-US" sz="1150" dirty="0"/>
          </a:p>
        </p:txBody>
      </p:sp>
      <p:sp>
        <p:nvSpPr>
          <p:cNvPr id="11" name="Shape 9"/>
          <p:cNvSpPr/>
          <p:nvPr/>
        </p:nvSpPr>
        <p:spPr>
          <a:xfrm>
            <a:off x="4279392" y="2103120"/>
            <a:ext cx="3611880" cy="2880360"/>
          </a:xfrm>
          <a:prstGeom prst="roundRect">
            <a:avLst>
              <a:gd name="adj" fmla="val 2540"/>
            </a:avLst>
          </a:prstGeom>
          <a:solidFill>
            <a:srgbClr val="FFFFFF"/>
          </a:solidFill>
          <a:ln w="12700">
            <a:solidFill>
              <a:srgbClr val="D2DBEC"/>
            </a:solidFill>
            <a:prstDash val="solid"/>
          </a:ln>
        </p:spPr>
      </p:sp>
      <p:sp>
        <p:nvSpPr>
          <p:cNvPr id="12" name="Shape 10"/>
          <p:cNvSpPr/>
          <p:nvPr/>
        </p:nvSpPr>
        <p:spPr>
          <a:xfrm>
            <a:off x="4279392" y="2103120"/>
            <a:ext cx="3611880" cy="82296"/>
          </a:xfrm>
          <a:prstGeom prst="rect">
            <a:avLst/>
          </a:prstGeom>
          <a:solidFill>
            <a:srgbClr val="E6115E"/>
          </a:solidFill>
          <a:ln w="12700">
            <a:solidFill>
              <a:srgbClr val="E6115E"/>
            </a:solidFill>
            <a:prstDash val="solid"/>
          </a:ln>
        </p:spPr>
      </p:sp>
      <p:sp>
        <p:nvSpPr>
          <p:cNvPr id="13" name="Text 11"/>
          <p:cNvSpPr txBox="1"/>
          <p:nvPr/>
        </p:nvSpPr>
        <p:spPr>
          <a:xfrm>
            <a:off x="4480560" y="2286000"/>
            <a:ext cx="3200400" cy="457200"/>
          </a:xfrm>
          <a:prstGeom prst="rect">
            <a:avLst/>
          </a:prstGeom>
          <a:noFill/>
          <a:ln/>
        </p:spPr>
        <p:txBody>
          <a:bodyPr wrap="square" lIns="0" tIns="0" rIns="0" bIns="0" rtlCol="0" anchor="ctr"/>
          <a:lstStyle/>
          <a:p>
            <a:pPr marL="0" indent="0">
              <a:buNone/>
            </a:pPr>
            <a:r>
              <a:rPr lang="en-US" sz="2200" b="1" dirty="0">
                <a:solidFill>
                  <a:srgbClr val="0A2559"/>
                </a:solidFill>
                <a:latin typeface="Calibri" pitchFamily="34" charset="0"/>
                <a:ea typeface="Calibri" pitchFamily="34" charset="-122"/>
                <a:cs typeface="Calibri" pitchFamily="34" charset="-120"/>
              </a:rPr>
              <a:t>Cursor</a:t>
            </a:r>
            <a:endParaRPr lang="en-US" sz="2200" dirty="0"/>
          </a:p>
        </p:txBody>
      </p:sp>
      <p:sp>
        <p:nvSpPr>
          <p:cNvPr id="14" name="Text 12"/>
          <p:cNvSpPr txBox="1"/>
          <p:nvPr/>
        </p:nvSpPr>
        <p:spPr>
          <a:xfrm>
            <a:off x="4480560" y="2743200"/>
            <a:ext cx="3200400" cy="274320"/>
          </a:xfrm>
          <a:prstGeom prst="rect">
            <a:avLst/>
          </a:prstGeom>
          <a:noFill/>
          <a:ln/>
        </p:spPr>
        <p:txBody>
          <a:bodyPr wrap="square" lIns="0" tIns="0" rIns="0" bIns="0" rtlCol="0" anchor="ctr"/>
          <a:lstStyle/>
          <a:p>
            <a:pPr marL="0" indent="0">
              <a:buNone/>
            </a:pPr>
            <a:r>
              <a:rPr lang="en-US" sz="1100" i="1" dirty="0">
                <a:solidFill>
                  <a:srgbClr val="5B6B87"/>
                </a:solidFill>
                <a:latin typeface="Calibri" pitchFamily="34" charset="0"/>
                <a:ea typeface="Calibri" pitchFamily="34" charset="-122"/>
                <a:cs typeface="Calibri" pitchFamily="34" charset="-120"/>
              </a:rPr>
              <a:t>Anysphere · gratis con límites</a:t>
            </a:r>
            <a:endParaRPr lang="en-US" sz="1100" dirty="0"/>
          </a:p>
        </p:txBody>
      </p:sp>
      <p:sp>
        <p:nvSpPr>
          <p:cNvPr id="15" name="Text 13"/>
          <p:cNvSpPr txBox="1"/>
          <p:nvPr/>
        </p:nvSpPr>
        <p:spPr>
          <a:xfrm>
            <a:off x="4480560" y="3154680"/>
            <a:ext cx="3200400" cy="173736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Agente propio con modelos de varios proveedores</a:t>
            </a:r>
            <a:endParaRPr lang="en-US" sz="1150" dirty="0"/>
          </a:p>
          <a:p>
            <a:pPr marL="177800" indent="-1778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Su chat pasa por los servidores de Cursor: no llega a localhost</a:t>
            </a:r>
            <a:endParaRPr lang="en-US" sz="1150" dirty="0"/>
          </a:p>
          <a:p>
            <a:pPr marL="177800" indent="-1778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Modelos locales: desde la terminal</a:t>
            </a:r>
            <a:endParaRPr lang="en-US" sz="1150" dirty="0"/>
          </a:p>
        </p:txBody>
      </p:sp>
      <p:sp>
        <p:nvSpPr>
          <p:cNvPr id="16" name="Shape 14"/>
          <p:cNvSpPr/>
          <p:nvPr/>
        </p:nvSpPr>
        <p:spPr>
          <a:xfrm>
            <a:off x="8055864" y="2103120"/>
            <a:ext cx="3611880" cy="2880360"/>
          </a:xfrm>
          <a:prstGeom prst="roundRect">
            <a:avLst>
              <a:gd name="adj" fmla="val 2540"/>
            </a:avLst>
          </a:prstGeom>
          <a:solidFill>
            <a:srgbClr val="FFFFFF"/>
          </a:solidFill>
          <a:ln w="12700">
            <a:solidFill>
              <a:srgbClr val="D2DBEC"/>
            </a:solidFill>
            <a:prstDash val="solid"/>
          </a:ln>
        </p:spPr>
      </p:sp>
      <p:sp>
        <p:nvSpPr>
          <p:cNvPr id="17" name="Shape 15"/>
          <p:cNvSpPr/>
          <p:nvPr/>
        </p:nvSpPr>
        <p:spPr>
          <a:xfrm>
            <a:off x="8055864" y="2103120"/>
            <a:ext cx="3611880" cy="82296"/>
          </a:xfrm>
          <a:prstGeom prst="rect">
            <a:avLst/>
          </a:prstGeom>
          <a:solidFill>
            <a:srgbClr val="12B886"/>
          </a:solidFill>
          <a:ln w="12700">
            <a:solidFill>
              <a:srgbClr val="12B886"/>
            </a:solidFill>
            <a:prstDash val="solid"/>
          </a:ln>
        </p:spPr>
      </p:sp>
      <p:sp>
        <p:nvSpPr>
          <p:cNvPr id="18" name="Text 16"/>
          <p:cNvSpPr txBox="1"/>
          <p:nvPr/>
        </p:nvSpPr>
        <p:spPr>
          <a:xfrm>
            <a:off x="8257032" y="2286000"/>
            <a:ext cx="3200400" cy="457200"/>
          </a:xfrm>
          <a:prstGeom prst="rect">
            <a:avLst/>
          </a:prstGeom>
          <a:noFill/>
          <a:ln/>
        </p:spPr>
        <p:txBody>
          <a:bodyPr wrap="square" lIns="0" tIns="0" rIns="0" bIns="0" rtlCol="0" anchor="ctr"/>
          <a:lstStyle/>
          <a:p>
            <a:pPr marL="0" indent="0">
              <a:buNone/>
            </a:pPr>
            <a:r>
              <a:rPr lang="en-US" sz="2200" b="1" dirty="0">
                <a:solidFill>
                  <a:srgbClr val="0A2559"/>
                </a:solidFill>
                <a:latin typeface="Calibri" pitchFamily="34" charset="0"/>
                <a:ea typeface="Calibri" pitchFamily="34" charset="-122"/>
                <a:cs typeface="Calibri" pitchFamily="34" charset="-120"/>
              </a:rPr>
              <a:t>Antigravity</a:t>
            </a:r>
            <a:endParaRPr lang="en-US" sz="2200" dirty="0"/>
          </a:p>
        </p:txBody>
      </p:sp>
      <p:sp>
        <p:nvSpPr>
          <p:cNvPr id="19" name="Text 17"/>
          <p:cNvSpPr txBox="1"/>
          <p:nvPr/>
        </p:nvSpPr>
        <p:spPr>
          <a:xfrm>
            <a:off x="8257032" y="2743200"/>
            <a:ext cx="3200400" cy="274320"/>
          </a:xfrm>
          <a:prstGeom prst="rect">
            <a:avLst/>
          </a:prstGeom>
          <a:noFill/>
          <a:ln/>
        </p:spPr>
        <p:txBody>
          <a:bodyPr wrap="square" lIns="0" tIns="0" rIns="0" bIns="0" rtlCol="0" anchor="ctr"/>
          <a:lstStyle/>
          <a:p>
            <a:pPr marL="0" indent="0">
              <a:buNone/>
            </a:pPr>
            <a:r>
              <a:rPr lang="en-US" sz="1100" i="1" dirty="0">
                <a:solidFill>
                  <a:srgbClr val="5B6B87"/>
                </a:solidFill>
                <a:latin typeface="Calibri" pitchFamily="34" charset="0"/>
                <a:ea typeface="Calibri" pitchFamily="34" charset="-122"/>
                <a:cs typeface="Calibri" pitchFamily="34" charset="-120"/>
              </a:rPr>
              <a:t>Google · gratis con cuenta Google</a:t>
            </a:r>
            <a:endParaRPr lang="en-US" sz="1100" dirty="0"/>
          </a:p>
        </p:txBody>
      </p:sp>
      <p:sp>
        <p:nvSpPr>
          <p:cNvPr id="20" name="Text 18"/>
          <p:cNvSpPr txBox="1"/>
          <p:nvPr/>
        </p:nvSpPr>
        <p:spPr>
          <a:xfrm>
            <a:off x="8257032" y="3154680"/>
            <a:ext cx="3200400" cy="173736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Agent-first: varios agentes en paralelo</a:t>
            </a:r>
            <a:endParaRPr lang="en-US" sz="1150" dirty="0"/>
          </a:p>
          <a:p>
            <a:pPr marL="177800" indent="-1778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Modelos Gemini integrados</a:t>
            </a:r>
            <a:endParaRPr lang="en-US" sz="1150" dirty="0"/>
          </a:p>
          <a:p>
            <a:pPr marL="177800" indent="-1778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Lee reglas de GEMINI.md y AGENTS.md</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5166360"/>
          <a:ext cx="7406640" cy="1207008"/>
        </p:xfrm>
        <a:graphic>
          <a:graphicData uri="http://schemas.openxmlformats.org/drawingml/2006/table">
            <a:tbl>
              <a:tblPr/>
              <a:tblGrid>
                <a:gridCol w="31089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01752">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Acción</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Atajo en los tres editores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01752">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Abrir o cerrar la terminal integrada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Ctrl + `  (también en Mac)</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Paleta de comandos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Ctrl + Shift + P  ·  Mac: Cmd + Shift + P</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Elegir el intérprete de Python</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paleta → Python: Select Interpreter</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2" name="Shape 19"/>
          <p:cNvSpPr/>
          <p:nvPr/>
        </p:nvSpPr>
        <p:spPr>
          <a:xfrm>
            <a:off x="8183880" y="5166360"/>
            <a:ext cx="3502152" cy="1207008"/>
          </a:xfrm>
          <a:prstGeom prst="roundRect">
            <a:avLst>
              <a:gd name="adj" fmla="val 6061"/>
            </a:avLst>
          </a:prstGeom>
          <a:solidFill>
            <a:srgbClr val="0A2559"/>
          </a:solidFill>
          <a:ln w="12700">
            <a:solidFill>
              <a:srgbClr val="0A2559"/>
            </a:solidFill>
            <a:prstDash val="solid"/>
          </a:ln>
        </p:spPr>
      </p:sp>
      <p:sp>
        <p:nvSpPr>
          <p:cNvPr id="23" name="Text 20"/>
          <p:cNvSpPr txBox="1"/>
          <p:nvPr/>
        </p:nvSpPr>
        <p:spPr>
          <a:xfrm>
            <a:off x="8412480" y="5276088"/>
            <a:ext cx="3044952" cy="98755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Elige uno. </a:t>
            </a:r>
            <a:r>
              <a:rPr lang="en-US" sz="1200" dirty="0">
                <a:solidFill>
                  <a:srgbClr val="C9D4EA"/>
                </a:solidFill>
                <a:latin typeface="Calibri" pitchFamily="34" charset="0"/>
                <a:ea typeface="Calibri" pitchFamily="34" charset="-122"/>
                <a:cs typeface="Calibri" pitchFamily="34" charset="-120"/>
              </a:rPr>
              <a:t>Si ya usas VS Code, quédate ahí. Todo lo de hoy pasa en la terminal.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427732"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427732"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2 · PYTHON</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Paso 1 · Clonar el repo y crear el environment</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Un .venv por proyecto: lo que instales ahí no rompe nada más en tu máquina.</a:t>
            </a:r>
            <a:endParaRPr lang="en-US" sz="1400" dirty="0"/>
          </a:p>
        </p:txBody>
      </p:sp>
      <p:sp>
        <p:nvSpPr>
          <p:cNvPr id="6" name="Shape 4"/>
          <p:cNvSpPr/>
          <p:nvPr/>
        </p:nvSpPr>
        <p:spPr>
          <a:xfrm>
            <a:off x="502920" y="2103120"/>
            <a:ext cx="5486400" cy="3611880"/>
          </a:xfrm>
          <a:prstGeom prst="roundRect">
            <a:avLst>
              <a:gd name="adj" fmla="val 2025"/>
            </a:avLst>
          </a:prstGeom>
          <a:solidFill>
            <a:srgbClr val="061834"/>
          </a:solidFill>
          <a:ln w="12700">
            <a:solidFill>
              <a:srgbClr val="061834"/>
            </a:solidFill>
            <a:prstDash val="solid"/>
          </a:ln>
        </p:spPr>
      </p:sp>
      <p:sp>
        <p:nvSpPr>
          <p:cNvPr id="7" name="Text 5"/>
          <p:cNvSpPr txBox="1"/>
          <p:nvPr/>
        </p:nvSpPr>
        <p:spPr>
          <a:xfrm>
            <a:off x="704088" y="2194560"/>
            <a:ext cx="5084064"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WINDOWS</a:t>
            </a:r>
            <a:endParaRPr lang="en-US" sz="1050" dirty="0"/>
          </a:p>
        </p:txBody>
      </p:sp>
      <p:sp>
        <p:nvSpPr>
          <p:cNvPr id="8" name="Text 6"/>
          <p:cNvSpPr txBox="1"/>
          <p:nvPr/>
        </p:nvSpPr>
        <p:spPr>
          <a:xfrm>
            <a:off x="704088" y="2514600"/>
            <a:ext cx="5084064" cy="3090672"/>
          </a:xfrm>
          <a:prstGeom prst="rect">
            <a:avLst/>
          </a:prstGeom>
          <a:noFill/>
          <a:ln/>
        </p:spPr>
        <p:txBody>
          <a:bodyPr wrap="square" lIns="0" tIns="0" rIns="0" bIns="0" rtlCol="0" anchor="t"/>
          <a:lstStyle/>
          <a:p>
            <a:pPr marL="0" indent="0">
              <a:spcAft>
                <a:spcPts val="200"/>
              </a:spcAft>
              <a:buNone/>
            </a:pPr>
            <a:r>
              <a:rPr lang="en-US" sz="1100" i="1" dirty="0">
                <a:solidFill>
                  <a:srgbClr val="8B9BBE"/>
                </a:solidFill>
                <a:latin typeface="Consolas" pitchFamily="34" charset="0"/>
                <a:ea typeface="Consolas" pitchFamily="34" charset="-122"/>
                <a:cs typeface="Consolas" pitchFamily="34" charset="-120"/>
              </a:rPr>
              <a:t># clonar el repo del curso y entrar</a:t>
            </a:r>
            <a:endParaRPr lang="en-US" sz="1100" dirty="0"/>
          </a:p>
          <a:p>
            <a:pPr marL="0" indent="0">
              <a:spcAft>
                <a:spcPts val="200"/>
              </a:spcAft>
              <a:buNone/>
            </a:pPr>
            <a:r>
              <a:rPr lang="en-US" sz="1100" dirty="0">
                <a:solidFill>
                  <a:srgbClr val="FFFFFF"/>
                </a:solidFill>
                <a:latin typeface="Consolas" pitchFamily="34" charset="0"/>
                <a:ea typeface="Consolas" pitchFamily="34" charset="-122"/>
                <a:cs typeface="Consolas" pitchFamily="34" charset="-120"/>
              </a:rPr>
              <a:t>git clone https://github.com/josefrodrim/Super_ML_course.git</a:t>
            </a:r>
            <a:endParaRPr lang="en-US" sz="1100" dirty="0"/>
          </a:p>
          <a:p>
            <a:pPr marL="0" indent="0">
              <a:spcAft>
                <a:spcPts val="200"/>
              </a:spcAft>
              <a:buNone/>
            </a:pPr>
            <a:r>
              <a:rPr lang="en-US" sz="1100" dirty="0">
                <a:solidFill>
                  <a:srgbClr val="FFFFFF"/>
                </a:solidFill>
                <a:latin typeface="Consolas" pitchFamily="34" charset="0"/>
                <a:ea typeface="Consolas" pitchFamily="34" charset="-122"/>
                <a:cs typeface="Consolas" pitchFamily="34" charset="-120"/>
              </a:rPr>
              <a:t>cd Super_ML_course</a:t>
            </a:r>
            <a:endParaRPr lang="en-US" sz="1100" dirty="0"/>
          </a:p>
          <a:p>
            <a:pPr marL="0" indent="0">
              <a:spcAft>
                <a:spcPts val="200"/>
              </a:spcAft>
              <a:buNone/>
            </a:pPr>
            <a:r>
              <a:rPr lang="en-US" sz="1100" dirty="0">
                <a:solidFill>
                  <a:srgbClr val="000000"/>
                </a:solidFill>
                <a:latin typeface="Consolas" pitchFamily="34" charset="0"/>
                <a:ea typeface="Consolas" pitchFamily="34" charset="-122"/>
                <a:cs typeface="Consolas" pitchFamily="34" charset="-120"/>
              </a:rPr>
              <a:t> </a:t>
            </a:r>
            <a:endParaRPr lang="en-US" sz="1100" dirty="0"/>
          </a:p>
          <a:p>
            <a:pPr marL="0" indent="0">
              <a:spcAft>
                <a:spcPts val="200"/>
              </a:spcAft>
              <a:buNone/>
            </a:pPr>
            <a:r>
              <a:rPr lang="en-US" sz="1100" i="1" dirty="0">
                <a:solidFill>
                  <a:srgbClr val="8B9BBE"/>
                </a:solidFill>
                <a:latin typeface="Consolas" pitchFamily="34" charset="0"/>
                <a:ea typeface="Consolas" pitchFamily="34" charset="-122"/>
                <a:cs typeface="Consolas" pitchFamily="34" charset="-120"/>
              </a:rPr>
              <a:t># crear el environment</a:t>
            </a:r>
            <a:endParaRPr lang="en-US" sz="1100" dirty="0"/>
          </a:p>
          <a:p>
            <a:pPr marL="0" indent="0">
              <a:spcAft>
                <a:spcPts val="200"/>
              </a:spcAft>
              <a:buNone/>
            </a:pPr>
            <a:r>
              <a:rPr lang="en-US" sz="1100" dirty="0">
                <a:solidFill>
                  <a:srgbClr val="FFFFFF"/>
                </a:solidFill>
                <a:latin typeface="Consolas" pitchFamily="34" charset="0"/>
                <a:ea typeface="Consolas" pitchFamily="34" charset="-122"/>
                <a:cs typeface="Consolas" pitchFamily="34" charset="-120"/>
              </a:rPr>
              <a:t>python -m venv .venv</a:t>
            </a:r>
            <a:endParaRPr lang="en-US" sz="1100" dirty="0"/>
          </a:p>
          <a:p>
            <a:pPr marL="0" indent="0">
              <a:spcAft>
                <a:spcPts val="200"/>
              </a:spcAft>
              <a:buNone/>
            </a:pPr>
            <a:r>
              <a:rPr lang="en-US" sz="1100" dirty="0">
                <a:solidFill>
                  <a:srgbClr val="000000"/>
                </a:solidFill>
                <a:latin typeface="Consolas" pitchFamily="34" charset="0"/>
                <a:ea typeface="Consolas" pitchFamily="34" charset="-122"/>
                <a:cs typeface="Consolas" pitchFamily="34" charset="-120"/>
              </a:rPr>
              <a:t> </a:t>
            </a:r>
            <a:endParaRPr lang="en-US" sz="1100" dirty="0"/>
          </a:p>
          <a:p>
            <a:pPr marL="0" indent="0">
              <a:spcAft>
                <a:spcPts val="200"/>
              </a:spcAft>
              <a:buNone/>
            </a:pPr>
            <a:r>
              <a:rPr lang="en-US" sz="1100" i="1" dirty="0">
                <a:solidFill>
                  <a:srgbClr val="8B9BBE"/>
                </a:solidFill>
                <a:latin typeface="Consolas" pitchFamily="34" charset="0"/>
                <a:ea typeface="Consolas" pitchFamily="34" charset="-122"/>
                <a:cs typeface="Consolas" pitchFamily="34" charset="-120"/>
              </a:rPr>
              <a:t># activarlo (PowerShell)</a:t>
            </a:r>
            <a:endParaRPr lang="en-US" sz="1100" dirty="0"/>
          </a:p>
          <a:p>
            <a:pPr marL="0" indent="0">
              <a:spcAft>
                <a:spcPts val="200"/>
              </a:spcAft>
              <a:buNone/>
            </a:pPr>
            <a:r>
              <a:rPr lang="en-US" sz="1100" dirty="0">
                <a:solidFill>
                  <a:srgbClr val="FFFFFF"/>
                </a:solidFill>
                <a:latin typeface="Consolas" pitchFamily="34" charset="0"/>
                <a:ea typeface="Consolas" pitchFamily="34" charset="-122"/>
                <a:cs typeface="Consolas" pitchFamily="34" charset="-120"/>
              </a:rPr>
              <a:t>.venv\Scripts\Activate.ps1</a:t>
            </a:r>
            <a:endParaRPr lang="en-US" sz="1100" dirty="0"/>
          </a:p>
          <a:p>
            <a:pPr marL="0" indent="0">
              <a:spcAft>
                <a:spcPts val="200"/>
              </a:spcAft>
              <a:buNone/>
            </a:pPr>
            <a:r>
              <a:rPr lang="en-US" sz="1100" dirty="0">
                <a:solidFill>
                  <a:srgbClr val="000000"/>
                </a:solidFill>
                <a:latin typeface="Consolas" pitchFamily="34" charset="0"/>
                <a:ea typeface="Consolas" pitchFamily="34" charset="-122"/>
                <a:cs typeface="Consolas" pitchFamily="34" charset="-120"/>
              </a:rPr>
              <a:t> </a:t>
            </a:r>
            <a:endParaRPr lang="en-US" sz="1100" dirty="0"/>
          </a:p>
          <a:p>
            <a:pPr marL="0" indent="0">
              <a:spcAft>
                <a:spcPts val="200"/>
              </a:spcAft>
              <a:buNone/>
            </a:pPr>
            <a:r>
              <a:rPr lang="en-US" sz="1100" i="1" dirty="0">
                <a:solidFill>
                  <a:srgbClr val="8B9BBE"/>
                </a:solidFill>
                <a:latin typeface="Consolas" pitchFamily="34" charset="0"/>
                <a:ea typeface="Consolas" pitchFamily="34" charset="-122"/>
                <a:cs typeface="Consolas" pitchFamily="34" charset="-120"/>
              </a:rPr>
              <a:t># activarlo (Git Bash)</a:t>
            </a:r>
            <a:endParaRPr lang="en-US" sz="1100" dirty="0"/>
          </a:p>
          <a:p>
            <a:pPr marL="0" indent="0">
              <a:spcAft>
                <a:spcPts val="200"/>
              </a:spcAft>
              <a:buNone/>
            </a:pPr>
            <a:r>
              <a:rPr lang="en-US" sz="1100" dirty="0">
                <a:solidFill>
                  <a:srgbClr val="FFFFFF"/>
                </a:solidFill>
                <a:latin typeface="Consolas" pitchFamily="34" charset="0"/>
                <a:ea typeface="Consolas" pitchFamily="34" charset="-122"/>
                <a:cs typeface="Consolas" pitchFamily="34" charset="-120"/>
              </a:rPr>
              <a:t>source .venv/Scripts/activate</a:t>
            </a:r>
            <a:endParaRPr lang="en-US" sz="1100" dirty="0"/>
          </a:p>
        </p:txBody>
      </p:sp>
      <p:sp>
        <p:nvSpPr>
          <p:cNvPr id="9" name="Shape 7"/>
          <p:cNvSpPr/>
          <p:nvPr/>
        </p:nvSpPr>
        <p:spPr>
          <a:xfrm>
            <a:off x="6199632" y="2103120"/>
            <a:ext cx="5486400" cy="3611880"/>
          </a:xfrm>
          <a:prstGeom prst="roundRect">
            <a:avLst>
              <a:gd name="adj" fmla="val 2025"/>
            </a:avLst>
          </a:prstGeom>
          <a:solidFill>
            <a:srgbClr val="061834"/>
          </a:solidFill>
          <a:ln w="12700">
            <a:solidFill>
              <a:srgbClr val="061834"/>
            </a:solidFill>
            <a:prstDash val="solid"/>
          </a:ln>
        </p:spPr>
      </p:sp>
      <p:sp>
        <p:nvSpPr>
          <p:cNvPr id="10" name="Text 8"/>
          <p:cNvSpPr txBox="1"/>
          <p:nvPr/>
        </p:nvSpPr>
        <p:spPr>
          <a:xfrm>
            <a:off x="6400800" y="2194560"/>
            <a:ext cx="5084064"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MAC Y LINUX</a:t>
            </a:r>
            <a:endParaRPr lang="en-US" sz="1050" dirty="0"/>
          </a:p>
        </p:txBody>
      </p:sp>
      <p:sp>
        <p:nvSpPr>
          <p:cNvPr id="11" name="Text 9"/>
          <p:cNvSpPr txBox="1"/>
          <p:nvPr/>
        </p:nvSpPr>
        <p:spPr>
          <a:xfrm>
            <a:off x="6400800" y="2514600"/>
            <a:ext cx="5084064" cy="3090672"/>
          </a:xfrm>
          <a:prstGeom prst="rect">
            <a:avLst/>
          </a:prstGeom>
          <a:noFill/>
          <a:ln/>
        </p:spPr>
        <p:txBody>
          <a:bodyPr wrap="square" lIns="0" tIns="0" rIns="0" bIns="0" rtlCol="0" anchor="t"/>
          <a:lstStyle/>
          <a:p>
            <a:pPr marL="0" indent="0">
              <a:spcAft>
                <a:spcPts val="200"/>
              </a:spcAft>
              <a:buNone/>
            </a:pPr>
            <a:r>
              <a:rPr lang="en-US" sz="1100" i="1" dirty="0">
                <a:solidFill>
                  <a:srgbClr val="8B9BBE"/>
                </a:solidFill>
                <a:latin typeface="Consolas" pitchFamily="34" charset="0"/>
                <a:ea typeface="Consolas" pitchFamily="34" charset="-122"/>
                <a:cs typeface="Consolas" pitchFamily="34" charset="-120"/>
              </a:rPr>
              <a:t># clonar el repo del curso y entrar</a:t>
            </a:r>
            <a:endParaRPr lang="en-US" sz="1100" dirty="0"/>
          </a:p>
          <a:p>
            <a:pPr marL="0" indent="0">
              <a:spcAft>
                <a:spcPts val="200"/>
              </a:spcAft>
              <a:buNone/>
            </a:pPr>
            <a:r>
              <a:rPr lang="en-US" sz="1100" dirty="0">
                <a:solidFill>
                  <a:srgbClr val="FFFFFF"/>
                </a:solidFill>
                <a:latin typeface="Consolas" pitchFamily="34" charset="0"/>
                <a:ea typeface="Consolas" pitchFamily="34" charset="-122"/>
                <a:cs typeface="Consolas" pitchFamily="34" charset="-120"/>
              </a:rPr>
              <a:t>git clone https://github.com/josefrodrim/Super_ML_course.git</a:t>
            </a:r>
            <a:endParaRPr lang="en-US" sz="1100" dirty="0"/>
          </a:p>
          <a:p>
            <a:pPr marL="0" indent="0">
              <a:spcAft>
                <a:spcPts val="200"/>
              </a:spcAft>
              <a:buNone/>
            </a:pPr>
            <a:r>
              <a:rPr lang="en-US" sz="1100" dirty="0">
                <a:solidFill>
                  <a:srgbClr val="FFFFFF"/>
                </a:solidFill>
                <a:latin typeface="Consolas" pitchFamily="34" charset="0"/>
                <a:ea typeface="Consolas" pitchFamily="34" charset="-122"/>
                <a:cs typeface="Consolas" pitchFamily="34" charset="-120"/>
              </a:rPr>
              <a:t>cd Super_ML_course</a:t>
            </a:r>
            <a:endParaRPr lang="en-US" sz="1100" dirty="0"/>
          </a:p>
          <a:p>
            <a:pPr marL="0" indent="0">
              <a:spcAft>
                <a:spcPts val="200"/>
              </a:spcAft>
              <a:buNone/>
            </a:pPr>
            <a:r>
              <a:rPr lang="en-US" sz="1100" dirty="0">
                <a:solidFill>
                  <a:srgbClr val="000000"/>
                </a:solidFill>
                <a:latin typeface="Consolas" pitchFamily="34" charset="0"/>
                <a:ea typeface="Consolas" pitchFamily="34" charset="-122"/>
                <a:cs typeface="Consolas" pitchFamily="34" charset="-120"/>
              </a:rPr>
              <a:t> </a:t>
            </a:r>
            <a:endParaRPr lang="en-US" sz="1100" dirty="0"/>
          </a:p>
          <a:p>
            <a:pPr marL="0" indent="0">
              <a:spcAft>
                <a:spcPts val="200"/>
              </a:spcAft>
              <a:buNone/>
            </a:pPr>
            <a:r>
              <a:rPr lang="en-US" sz="1100" i="1" dirty="0">
                <a:solidFill>
                  <a:srgbClr val="8B9BBE"/>
                </a:solidFill>
                <a:latin typeface="Consolas" pitchFamily="34" charset="0"/>
                <a:ea typeface="Consolas" pitchFamily="34" charset="-122"/>
                <a:cs typeface="Consolas" pitchFamily="34" charset="-120"/>
              </a:rPr>
              <a:t># crear el environment</a:t>
            </a:r>
            <a:endParaRPr lang="en-US" sz="1100" dirty="0"/>
          </a:p>
          <a:p>
            <a:pPr marL="0" indent="0">
              <a:spcAft>
                <a:spcPts val="200"/>
              </a:spcAft>
              <a:buNone/>
            </a:pPr>
            <a:r>
              <a:rPr lang="en-US" sz="1100" dirty="0">
                <a:solidFill>
                  <a:srgbClr val="FFFFFF"/>
                </a:solidFill>
                <a:latin typeface="Consolas" pitchFamily="34" charset="0"/>
                <a:ea typeface="Consolas" pitchFamily="34" charset="-122"/>
                <a:cs typeface="Consolas" pitchFamily="34" charset="-120"/>
              </a:rPr>
              <a:t>python3 -m venv .venv</a:t>
            </a:r>
            <a:endParaRPr lang="en-US" sz="1100" dirty="0"/>
          </a:p>
          <a:p>
            <a:pPr marL="0" indent="0">
              <a:spcAft>
                <a:spcPts val="200"/>
              </a:spcAft>
              <a:buNone/>
            </a:pPr>
            <a:r>
              <a:rPr lang="en-US" sz="1100" dirty="0">
                <a:solidFill>
                  <a:srgbClr val="000000"/>
                </a:solidFill>
                <a:latin typeface="Consolas" pitchFamily="34" charset="0"/>
                <a:ea typeface="Consolas" pitchFamily="34" charset="-122"/>
                <a:cs typeface="Consolas" pitchFamily="34" charset="-120"/>
              </a:rPr>
              <a:t> </a:t>
            </a:r>
            <a:endParaRPr lang="en-US" sz="1100" dirty="0"/>
          </a:p>
          <a:p>
            <a:pPr marL="0" indent="0">
              <a:spcAft>
                <a:spcPts val="200"/>
              </a:spcAft>
              <a:buNone/>
            </a:pPr>
            <a:r>
              <a:rPr lang="en-US" sz="1100" i="1" dirty="0">
                <a:solidFill>
                  <a:srgbClr val="8B9BBE"/>
                </a:solidFill>
                <a:latin typeface="Consolas" pitchFamily="34" charset="0"/>
                <a:ea typeface="Consolas" pitchFamily="34" charset="-122"/>
                <a:cs typeface="Consolas" pitchFamily="34" charset="-120"/>
              </a:rPr>
              <a:t># activarlo</a:t>
            </a:r>
            <a:endParaRPr lang="en-US" sz="1100" dirty="0"/>
          </a:p>
          <a:p>
            <a:pPr marL="0" indent="0">
              <a:spcAft>
                <a:spcPts val="200"/>
              </a:spcAft>
              <a:buNone/>
            </a:pPr>
            <a:r>
              <a:rPr lang="en-US" sz="1100" dirty="0">
                <a:solidFill>
                  <a:srgbClr val="FFFFFF"/>
                </a:solidFill>
                <a:latin typeface="Consolas" pitchFamily="34" charset="0"/>
                <a:ea typeface="Consolas" pitchFamily="34" charset="-122"/>
                <a:cs typeface="Consolas" pitchFamily="34" charset="-120"/>
              </a:rPr>
              <a:t>source .venv/bin/activate</a:t>
            </a:r>
            <a:endParaRPr lang="en-US" sz="1100" dirty="0"/>
          </a:p>
          <a:p>
            <a:pPr marL="0" indent="0">
              <a:spcAft>
                <a:spcPts val="200"/>
              </a:spcAft>
              <a:buNone/>
            </a:pPr>
            <a:r>
              <a:rPr lang="en-US" sz="1100" dirty="0">
                <a:solidFill>
                  <a:srgbClr val="000000"/>
                </a:solidFill>
                <a:latin typeface="Consolas" pitchFamily="34" charset="0"/>
                <a:ea typeface="Consolas" pitchFamily="34" charset="-122"/>
                <a:cs typeface="Consolas" pitchFamily="34" charset="-120"/>
              </a:rPr>
              <a:t> </a:t>
            </a:r>
            <a:endParaRPr lang="en-US" sz="1100" dirty="0"/>
          </a:p>
          <a:p>
            <a:pPr marL="0" indent="0">
              <a:spcAft>
                <a:spcPts val="200"/>
              </a:spcAft>
              <a:buNone/>
            </a:pPr>
            <a:r>
              <a:rPr lang="en-US" sz="1100" i="1" dirty="0">
                <a:solidFill>
                  <a:srgbClr val="8B9BBE"/>
                </a:solidFill>
                <a:latin typeface="Consolas" pitchFamily="34" charset="0"/>
                <a:ea typeface="Consolas" pitchFamily="34" charset="-122"/>
                <a:cs typeface="Consolas" pitchFamily="34" charset="-120"/>
              </a:rPr>
              <a:t># verificar: debe apuntar a .venv</a:t>
            </a:r>
            <a:endParaRPr lang="en-US" sz="1100" dirty="0"/>
          </a:p>
          <a:p>
            <a:pPr marL="0" indent="0">
              <a:spcAft>
                <a:spcPts val="200"/>
              </a:spcAft>
              <a:buNone/>
            </a:pPr>
            <a:r>
              <a:rPr lang="en-US" sz="1100" dirty="0">
                <a:solidFill>
                  <a:srgbClr val="FFFFFF"/>
                </a:solidFill>
                <a:latin typeface="Consolas" pitchFamily="34" charset="0"/>
                <a:ea typeface="Consolas" pitchFamily="34" charset="-122"/>
                <a:cs typeface="Consolas" pitchFamily="34" charset="-120"/>
              </a:rPr>
              <a:t>which python</a:t>
            </a:r>
            <a:endParaRPr lang="en-US" sz="1100" dirty="0"/>
          </a:p>
        </p:txBody>
      </p:sp>
      <p:sp>
        <p:nvSpPr>
          <p:cNvPr id="12" name="Text 10"/>
          <p:cNvSpPr txBox="1"/>
          <p:nvPr/>
        </p:nvSpPr>
        <p:spPr>
          <a:xfrm>
            <a:off x="502920" y="5870448"/>
            <a:ext cx="11155680" cy="548640"/>
          </a:xfrm>
          <a:prstGeom prst="rect">
            <a:avLst/>
          </a:prstGeom>
          <a:noFill/>
          <a:ln/>
        </p:spPr>
        <p:txBody>
          <a:bodyPr wrap="square" lIns="0" tIns="0" rIns="0" bIns="0" rtlCol="0" anchor="t"/>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Sabes que funcionó </a:t>
            </a:r>
            <a:r>
              <a:rPr lang="en-US" sz="1250" dirty="0">
                <a:solidFill>
                  <a:srgbClr val="2C3A55"/>
                </a:solidFill>
                <a:latin typeface="Calibri" pitchFamily="34" charset="0"/>
                <a:ea typeface="Calibri" pitchFamily="34" charset="-122"/>
                <a:cs typeface="Calibri" pitchFamily="34" charset="-120"/>
              </a:rPr>
              <a:t>cuando el prompt de la terminal empieza con (.venv). Si PowerShell bloquea el script de activación: </a:t>
            </a:r>
            <a:r>
              <a:rPr lang="en-US" sz="1100" dirty="0">
                <a:solidFill>
                  <a:srgbClr val="E6115E"/>
                </a:solidFill>
                <a:latin typeface="Consolas" pitchFamily="34" charset="0"/>
                <a:ea typeface="Consolas" pitchFamily="34" charset="-122"/>
                <a:cs typeface="Consolas" pitchFamily="34" charset="-120"/>
              </a:rPr>
              <a:t>Set-ExecutionPolicy -Scope CurrentUser RemoteSigned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427732"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427732"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2 · PYTHON</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Paso 2 · Instalar las dependencias y conectar el editor</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Con el .venv activo, todo lo que instales queda dentro del proyecto.</a:t>
            </a:r>
            <a:endParaRPr lang="en-US" sz="1400" dirty="0"/>
          </a:p>
        </p:txBody>
      </p:sp>
      <p:sp>
        <p:nvSpPr>
          <p:cNvPr id="6" name="Shape 4"/>
          <p:cNvSpPr/>
          <p:nvPr/>
        </p:nvSpPr>
        <p:spPr>
          <a:xfrm>
            <a:off x="502920" y="2103120"/>
            <a:ext cx="6492240" cy="4023360"/>
          </a:xfrm>
          <a:prstGeom prst="roundRect">
            <a:avLst>
              <a:gd name="adj" fmla="val 1818"/>
            </a:avLst>
          </a:prstGeom>
          <a:solidFill>
            <a:srgbClr val="061834"/>
          </a:solidFill>
          <a:ln w="12700">
            <a:solidFill>
              <a:srgbClr val="061834"/>
            </a:solidFill>
            <a:prstDash val="solid"/>
          </a:ln>
        </p:spPr>
      </p:sp>
      <p:sp>
        <p:nvSpPr>
          <p:cNvPr id="7" name="Text 5"/>
          <p:cNvSpPr txBox="1"/>
          <p:nvPr/>
        </p:nvSpPr>
        <p:spPr>
          <a:xfrm>
            <a:off x="704088" y="2194560"/>
            <a:ext cx="6089904"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TERMINAL · LOS TRES SISTEMAS</a:t>
            </a:r>
            <a:endParaRPr lang="en-US" sz="1050" dirty="0"/>
          </a:p>
        </p:txBody>
      </p:sp>
      <p:sp>
        <p:nvSpPr>
          <p:cNvPr id="8" name="Text 6"/>
          <p:cNvSpPr txBox="1"/>
          <p:nvPr/>
        </p:nvSpPr>
        <p:spPr>
          <a:xfrm>
            <a:off x="704088" y="2514600"/>
            <a:ext cx="6089904" cy="3502152"/>
          </a:xfrm>
          <a:prstGeom prst="rect">
            <a:avLst/>
          </a:prstGeom>
          <a:noFill/>
          <a:ln/>
        </p:spPr>
        <p:txBody>
          <a:bodyPr wrap="square" lIns="0" tIns="0" rIns="0" bIns="0" rtlCol="0" anchor="t"/>
          <a:lstStyle/>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con (.venv) activo, en la carpeta del repo</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python -m pip install --upgrade pip</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pip install -r requirements.txt</a:t>
            </a:r>
            <a:endParaRPr lang="en-US" sz="1150" dirty="0"/>
          </a:p>
          <a:p>
            <a:pPr marL="0" indent="0">
              <a:spcAft>
                <a:spcPts val="200"/>
              </a:spcAft>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lo que usan las Clases 4, 7 y 8 y este extra</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pip install xgboost scipy ollama</a:t>
            </a:r>
            <a:endParaRPr lang="en-US" sz="1150" dirty="0"/>
          </a:p>
          <a:p>
            <a:pPr marL="0" indent="0">
              <a:spcAft>
                <a:spcPts val="200"/>
              </a:spcAft>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registrar el kernel para los notebooks</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python -m ipykernel install --user --name super-ml</a:t>
            </a:r>
            <a:endParaRPr lang="en-US" sz="1150" dirty="0"/>
          </a:p>
          <a:p>
            <a:pPr marL="0" indent="0">
              <a:spcAft>
                <a:spcPts val="200"/>
              </a:spcAft>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verificar</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python -c "import sklearn, pandas; print(sklearn.__version__)"</a:t>
            </a:r>
            <a:endParaRPr lang="en-US" sz="1150" dirty="0"/>
          </a:p>
        </p:txBody>
      </p:sp>
      <p:sp>
        <p:nvSpPr>
          <p:cNvPr id="9" name="Shape 7"/>
          <p:cNvSpPr/>
          <p:nvPr/>
        </p:nvSpPr>
        <p:spPr>
          <a:xfrm>
            <a:off x="7269480" y="2103120"/>
            <a:ext cx="4416552" cy="1234440"/>
          </a:xfrm>
          <a:prstGeom prst="roundRect">
            <a:avLst>
              <a:gd name="adj" fmla="val 5926"/>
            </a:avLst>
          </a:prstGeom>
          <a:solidFill>
            <a:srgbClr val="FFFFFF"/>
          </a:solidFill>
          <a:ln w="12700">
            <a:solidFill>
              <a:srgbClr val="D2DBEC"/>
            </a:solidFill>
            <a:prstDash val="solid"/>
          </a:ln>
        </p:spPr>
      </p:sp>
      <p:sp>
        <p:nvSpPr>
          <p:cNvPr id="10" name="Text 8"/>
          <p:cNvSpPr txBox="1"/>
          <p:nvPr/>
        </p:nvSpPr>
        <p:spPr>
          <a:xfrm>
            <a:off x="7470648" y="2212848"/>
            <a:ext cx="4014216" cy="329184"/>
          </a:xfrm>
          <a:prstGeom prst="rect">
            <a:avLst/>
          </a:prstGeom>
          <a:noFill/>
          <a:ln/>
        </p:spPr>
        <p:txBody>
          <a:bodyPr wrap="square" lIns="0" tIns="0" rIns="0" bIns="0" rtlCol="0" anchor="ctr"/>
          <a:lstStyle/>
          <a:p>
            <a:pPr marL="0" indent="0">
              <a:buNone/>
            </a:pPr>
            <a:r>
              <a:rPr lang="en-US" sz="1300" b="1" dirty="0">
                <a:solidFill>
                  <a:srgbClr val="1A56E8"/>
                </a:solidFill>
                <a:latin typeface="Calibri" pitchFamily="34" charset="0"/>
                <a:ea typeface="Calibri" pitchFamily="34" charset="-122"/>
                <a:cs typeface="Calibri" pitchFamily="34" charset="-120"/>
              </a:rPr>
              <a:t>Conectar el editor</a:t>
            </a:r>
            <a:endParaRPr lang="en-US" sz="1300" dirty="0"/>
          </a:p>
        </p:txBody>
      </p:sp>
      <p:sp>
        <p:nvSpPr>
          <p:cNvPr id="11" name="Text 9"/>
          <p:cNvSpPr txBox="1"/>
          <p:nvPr/>
        </p:nvSpPr>
        <p:spPr>
          <a:xfrm>
            <a:off x="7470648" y="2578608"/>
            <a:ext cx="4014216" cy="6858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Ctrl + Shift + P → Python: Select Interpreter → el que dice .venv. En un notebook, elige el kernel super-ml arriba a la derecha.</a:t>
            </a:r>
            <a:endParaRPr lang="en-US" sz="1150" dirty="0"/>
          </a:p>
        </p:txBody>
      </p:sp>
      <p:sp>
        <p:nvSpPr>
          <p:cNvPr id="12" name="Shape 10"/>
          <p:cNvSpPr/>
          <p:nvPr/>
        </p:nvSpPr>
        <p:spPr>
          <a:xfrm>
            <a:off x="7269480" y="3520440"/>
            <a:ext cx="4416552" cy="1234440"/>
          </a:xfrm>
          <a:prstGeom prst="roundRect">
            <a:avLst>
              <a:gd name="adj" fmla="val 5926"/>
            </a:avLst>
          </a:prstGeom>
          <a:solidFill>
            <a:srgbClr val="FFFFFF"/>
          </a:solidFill>
          <a:ln w="12700">
            <a:solidFill>
              <a:srgbClr val="D2DBEC"/>
            </a:solidFill>
            <a:prstDash val="solid"/>
          </a:ln>
        </p:spPr>
      </p:sp>
      <p:sp>
        <p:nvSpPr>
          <p:cNvPr id="13" name="Text 11"/>
          <p:cNvSpPr txBox="1"/>
          <p:nvPr/>
        </p:nvSpPr>
        <p:spPr>
          <a:xfrm>
            <a:off x="7470648" y="3630168"/>
            <a:ext cx="4014216" cy="329184"/>
          </a:xfrm>
          <a:prstGeom prst="rect">
            <a:avLst/>
          </a:prstGeom>
          <a:noFill/>
          <a:ln/>
        </p:spPr>
        <p:txBody>
          <a:bodyPr wrap="square" lIns="0" tIns="0" rIns="0" bIns="0" rtlCol="0" anchor="ctr"/>
          <a:lstStyle/>
          <a:p>
            <a:pPr marL="0" indent="0">
              <a:buNone/>
            </a:pPr>
            <a:r>
              <a:rPr lang="en-US" sz="1300" b="1" dirty="0">
                <a:solidFill>
                  <a:srgbClr val="E6115E"/>
                </a:solidFill>
                <a:latin typeface="Calibri" pitchFamily="34" charset="0"/>
                <a:ea typeface="Calibri" pitchFamily="34" charset="-122"/>
                <a:cs typeface="Calibri" pitchFamily="34" charset="-120"/>
              </a:rPr>
              <a:t>El .venv no se sube</a:t>
            </a:r>
            <a:endParaRPr lang="en-US" sz="1300" dirty="0"/>
          </a:p>
        </p:txBody>
      </p:sp>
      <p:sp>
        <p:nvSpPr>
          <p:cNvPr id="14" name="Text 12"/>
          <p:cNvSpPr txBox="1"/>
          <p:nvPr/>
        </p:nvSpPr>
        <p:spPr>
          <a:xfrm>
            <a:off x="7470648" y="3995928"/>
            <a:ext cx="4014216" cy="6858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Agrega .venv/ al .gitignore. Lo que se comparte es requirements.txt, no el environment.</a:t>
            </a:r>
            <a:endParaRPr lang="en-US" sz="1150" dirty="0"/>
          </a:p>
        </p:txBody>
      </p:sp>
      <p:sp>
        <p:nvSpPr>
          <p:cNvPr id="15" name="Shape 13"/>
          <p:cNvSpPr/>
          <p:nvPr/>
        </p:nvSpPr>
        <p:spPr>
          <a:xfrm>
            <a:off x="7269480" y="4937760"/>
            <a:ext cx="4416552" cy="1188720"/>
          </a:xfrm>
          <a:prstGeom prst="roundRect">
            <a:avLst>
              <a:gd name="adj" fmla="val 6154"/>
            </a:avLst>
          </a:prstGeom>
          <a:solidFill>
            <a:srgbClr val="FFFFFF"/>
          </a:solidFill>
          <a:ln w="12700">
            <a:solidFill>
              <a:srgbClr val="D2DBEC"/>
            </a:solidFill>
            <a:prstDash val="solid"/>
          </a:ln>
        </p:spPr>
      </p:sp>
      <p:sp>
        <p:nvSpPr>
          <p:cNvPr id="16" name="Text 14"/>
          <p:cNvSpPr txBox="1"/>
          <p:nvPr/>
        </p:nvSpPr>
        <p:spPr>
          <a:xfrm>
            <a:off x="7470648" y="5047488"/>
            <a:ext cx="4014216" cy="329184"/>
          </a:xfrm>
          <a:prstGeom prst="rect">
            <a:avLst/>
          </a:prstGeom>
          <a:noFill/>
          <a:ln/>
        </p:spPr>
        <p:txBody>
          <a:bodyPr wrap="square" lIns="0" tIns="0" rIns="0" bIns="0" rtlCol="0" anchor="ctr"/>
          <a:lstStyle/>
          <a:p>
            <a:pPr marL="0" indent="0">
              <a:buNone/>
            </a:pPr>
            <a:r>
              <a:rPr lang="en-US" sz="1300" b="1" dirty="0">
                <a:solidFill>
                  <a:srgbClr val="5B6B87"/>
                </a:solidFill>
                <a:latin typeface="Calibri" pitchFamily="34" charset="0"/>
                <a:ea typeface="Calibri" pitchFamily="34" charset="-122"/>
                <a:cs typeface="Calibri" pitchFamily="34" charset="-120"/>
              </a:rPr>
              <a:t>Alternativa rápida: uv</a:t>
            </a:r>
            <a:endParaRPr lang="en-US" sz="1300" dirty="0"/>
          </a:p>
        </p:txBody>
      </p:sp>
      <p:sp>
        <p:nvSpPr>
          <p:cNvPr id="17" name="Text 15"/>
          <p:cNvSpPr txBox="1"/>
          <p:nvPr/>
        </p:nvSpPr>
        <p:spPr>
          <a:xfrm>
            <a:off x="7470648" y="5413248"/>
            <a:ext cx="4014216" cy="64008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uv venv y uv pip install -r requirements.txt hacen lo mismo varias veces más rápido.</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427732"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427732"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3 · OLLAMA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Instalar Ollama: un servidor de modelos en tu máquina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Descarga, guarda y sirve modelos abiertos en localhost:11434. Corre en segundo plano.</a:t>
            </a:r>
            <a:endParaRPr lang="en-US" sz="1400" dirty="0"/>
          </a:p>
        </p:txBody>
      </p:sp>
      <p:sp>
        <p:nvSpPr>
          <p:cNvPr id="6" name="Shape 4"/>
          <p:cNvSpPr/>
          <p:nvPr/>
        </p:nvSpPr>
        <p:spPr>
          <a:xfrm>
            <a:off x="502920" y="2103120"/>
            <a:ext cx="5760720" cy="2606040"/>
          </a:xfrm>
          <a:prstGeom prst="roundRect">
            <a:avLst>
              <a:gd name="adj" fmla="val 2807"/>
            </a:avLst>
          </a:prstGeom>
          <a:solidFill>
            <a:srgbClr val="061834"/>
          </a:solidFill>
          <a:ln w="12700">
            <a:solidFill>
              <a:srgbClr val="061834"/>
            </a:solidFill>
            <a:prstDash val="solid"/>
          </a:ln>
        </p:spPr>
      </p:sp>
      <p:sp>
        <p:nvSpPr>
          <p:cNvPr id="7" name="Text 5"/>
          <p:cNvSpPr txBox="1"/>
          <p:nvPr/>
        </p:nvSpPr>
        <p:spPr>
          <a:xfrm>
            <a:off x="704088" y="2194560"/>
            <a:ext cx="5358384"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INSTALAR</a:t>
            </a:r>
            <a:endParaRPr lang="en-US" sz="1050" dirty="0"/>
          </a:p>
        </p:txBody>
      </p:sp>
      <p:sp>
        <p:nvSpPr>
          <p:cNvPr id="8" name="Text 6"/>
          <p:cNvSpPr txBox="1"/>
          <p:nvPr/>
        </p:nvSpPr>
        <p:spPr>
          <a:xfrm>
            <a:off x="704088" y="2514600"/>
            <a:ext cx="5358384" cy="2084832"/>
          </a:xfrm>
          <a:prstGeom prst="rect">
            <a:avLst/>
          </a:prstGeom>
          <a:noFill/>
          <a:ln/>
        </p:spPr>
        <p:txBody>
          <a:bodyPr wrap="square" lIns="0" tIns="0" rIns="0" bIns="0" rtlCol="0" anchor="t"/>
          <a:lstStyle/>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Windows (PowerShell)</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irm https://ollama.com/install.ps1 | iex</a:t>
            </a:r>
            <a:endParaRPr lang="en-US" sz="1150" dirty="0"/>
          </a:p>
          <a:p>
            <a:pPr marL="0" indent="0">
              <a:spcAft>
                <a:spcPts val="200"/>
              </a:spcAft>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Mac y Linux</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curl -fsSL https://ollama.com/install.sh | sh</a:t>
            </a:r>
            <a:endParaRPr lang="en-US" sz="1150" dirty="0"/>
          </a:p>
          <a:p>
            <a:pPr marL="0" indent="0">
              <a:spcAft>
                <a:spcPts val="200"/>
              </a:spcAft>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o el instalador gráfico de ollama.com/download</a:t>
            </a:r>
            <a:endParaRPr lang="en-US" sz="1150" dirty="0"/>
          </a:p>
        </p:txBody>
      </p:sp>
      <p:sp>
        <p:nvSpPr>
          <p:cNvPr id="9" name="Shape 7"/>
          <p:cNvSpPr/>
          <p:nvPr/>
        </p:nvSpPr>
        <p:spPr>
          <a:xfrm>
            <a:off x="502920" y="4846320"/>
            <a:ext cx="5760720" cy="1508760"/>
          </a:xfrm>
          <a:prstGeom prst="roundRect">
            <a:avLst>
              <a:gd name="adj" fmla="val 4848"/>
            </a:avLst>
          </a:prstGeom>
          <a:solidFill>
            <a:srgbClr val="061834"/>
          </a:solidFill>
          <a:ln w="12700">
            <a:solidFill>
              <a:srgbClr val="061834"/>
            </a:solidFill>
            <a:prstDash val="solid"/>
          </a:ln>
        </p:spPr>
      </p:sp>
      <p:sp>
        <p:nvSpPr>
          <p:cNvPr id="10" name="Text 8"/>
          <p:cNvSpPr txBox="1"/>
          <p:nvPr/>
        </p:nvSpPr>
        <p:spPr>
          <a:xfrm>
            <a:off x="704088" y="4983480"/>
            <a:ext cx="5358384" cy="1261872"/>
          </a:xfrm>
          <a:prstGeom prst="rect">
            <a:avLst/>
          </a:prstGeom>
          <a:noFill/>
          <a:ln/>
        </p:spPr>
        <p:txBody>
          <a:bodyPr wrap="square" lIns="0" tIns="0" rIns="0" bIns="0" rtlCol="0" anchor="t"/>
          <a:lstStyle/>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ollama --version</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i="1" dirty="0">
                <a:solidFill>
                  <a:srgbClr val="8B9BBE"/>
                </a:solidFill>
                <a:latin typeface="Consolas" pitchFamily="34" charset="0"/>
                <a:ea typeface="Consolas" pitchFamily="34" charset="-122"/>
                <a:cs typeface="Consolas" pitchFamily="34" charset="-120"/>
              </a:rPr>
              <a:t># ¿está sirviendo?</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curl http://localhost:11434/api/version</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i="1" dirty="0">
                <a:solidFill>
                  <a:srgbClr val="8B9BBE"/>
                </a:solidFill>
                <a:latin typeface="Consolas" pitchFamily="34" charset="0"/>
                <a:ea typeface="Consolas" pitchFamily="34" charset="-122"/>
                <a:cs typeface="Consolas" pitchFamily="34" charset="-120"/>
              </a:rPr>
              <a:t># si no responde, arráncalo</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ollama serve</a:t>
            </a:r>
            <a:endParaRPr lang="en-US" sz="1050" dirty="0"/>
          </a:p>
        </p:txBody>
      </p:sp>
      <p:sp>
        <p:nvSpPr>
          <p:cNvPr id="11" name="Shape 9"/>
          <p:cNvSpPr/>
          <p:nvPr/>
        </p:nvSpPr>
        <p:spPr>
          <a:xfrm>
            <a:off x="6537960" y="2103120"/>
            <a:ext cx="5148072" cy="1371600"/>
          </a:xfrm>
          <a:prstGeom prst="roundRect">
            <a:avLst>
              <a:gd name="adj" fmla="val 5333"/>
            </a:avLst>
          </a:prstGeom>
          <a:solidFill>
            <a:srgbClr val="FFFFFF"/>
          </a:solidFill>
          <a:ln w="12700">
            <a:solidFill>
              <a:srgbClr val="D2DBEC"/>
            </a:solidFill>
            <a:prstDash val="solid"/>
          </a:ln>
        </p:spPr>
      </p:sp>
      <p:sp>
        <p:nvSpPr>
          <p:cNvPr id="12" name="Text 10"/>
          <p:cNvSpPr txBox="1"/>
          <p:nvPr/>
        </p:nvSpPr>
        <p:spPr>
          <a:xfrm>
            <a:off x="6739128" y="2212848"/>
            <a:ext cx="4745736" cy="329184"/>
          </a:xfrm>
          <a:prstGeom prst="rect">
            <a:avLst/>
          </a:prstGeom>
          <a:noFill/>
          <a:ln/>
        </p:spPr>
        <p:txBody>
          <a:bodyPr wrap="square" lIns="0" tIns="0" rIns="0" bIns="0" rtlCol="0" anchor="ctr"/>
          <a:lstStyle/>
          <a:p>
            <a:pPr marL="0" indent="0">
              <a:buNone/>
            </a:pPr>
            <a:r>
              <a:rPr lang="en-US" sz="1300" b="1" dirty="0">
                <a:solidFill>
                  <a:srgbClr val="1A56E8"/>
                </a:solidFill>
                <a:latin typeface="Calibri" pitchFamily="34" charset="0"/>
                <a:ea typeface="Calibri" pitchFamily="34" charset="-122"/>
                <a:cs typeface="Calibri" pitchFamily="34" charset="-120"/>
              </a:rPr>
              <a:t>El menú de Ollama</a:t>
            </a:r>
            <a:endParaRPr lang="en-US" sz="1300" dirty="0"/>
          </a:p>
        </p:txBody>
      </p:sp>
      <p:sp>
        <p:nvSpPr>
          <p:cNvPr id="13" name="Text 11"/>
          <p:cNvSpPr txBox="1"/>
          <p:nvPr/>
        </p:nvSpPr>
        <p:spPr>
          <a:xfrm>
            <a:off x="6739128" y="2578608"/>
            <a:ext cx="4745736" cy="82296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Escribe ollama a secas: abre un menú para chatear con un modelo o lanzar Claude Code, Codex y otras herramientas con modelos locales.</a:t>
            </a:r>
            <a:endParaRPr lang="en-US" sz="1150" dirty="0"/>
          </a:p>
        </p:txBody>
      </p:sp>
      <p:sp>
        <p:nvSpPr>
          <p:cNvPr id="14" name="Shape 12"/>
          <p:cNvSpPr/>
          <p:nvPr/>
        </p:nvSpPr>
        <p:spPr>
          <a:xfrm>
            <a:off x="6537960" y="3657600"/>
            <a:ext cx="5148072" cy="1234440"/>
          </a:xfrm>
          <a:prstGeom prst="roundRect">
            <a:avLst>
              <a:gd name="adj" fmla="val 5926"/>
            </a:avLst>
          </a:prstGeom>
          <a:solidFill>
            <a:srgbClr val="FFFFFF"/>
          </a:solidFill>
          <a:ln w="12700">
            <a:solidFill>
              <a:srgbClr val="D2DBEC"/>
            </a:solidFill>
            <a:prstDash val="solid"/>
          </a:ln>
        </p:spPr>
      </p:sp>
      <p:sp>
        <p:nvSpPr>
          <p:cNvPr id="15" name="Text 13"/>
          <p:cNvSpPr txBox="1"/>
          <p:nvPr/>
        </p:nvSpPr>
        <p:spPr>
          <a:xfrm>
            <a:off x="6739128" y="3767328"/>
            <a:ext cx="4745736" cy="329184"/>
          </a:xfrm>
          <a:prstGeom prst="rect">
            <a:avLst/>
          </a:prstGeom>
          <a:noFill/>
          <a:ln/>
        </p:spPr>
        <p:txBody>
          <a:bodyPr wrap="square" lIns="0" tIns="0" rIns="0" bIns="0" rtlCol="0" anchor="ctr"/>
          <a:lstStyle/>
          <a:p>
            <a:pPr marL="0" indent="0">
              <a:buNone/>
            </a:pPr>
            <a:r>
              <a:rPr lang="en-US" sz="1300" b="1" dirty="0">
                <a:solidFill>
                  <a:srgbClr val="E6115E"/>
                </a:solidFill>
                <a:latin typeface="Calibri" pitchFamily="34" charset="0"/>
                <a:ea typeface="Calibri" pitchFamily="34" charset="-122"/>
                <a:cs typeface="Calibri" pitchFamily="34" charset="-120"/>
              </a:rPr>
              <a:t>Dónde quedan los modelos</a:t>
            </a:r>
            <a:endParaRPr lang="en-US" sz="1300" dirty="0"/>
          </a:p>
        </p:txBody>
      </p:sp>
      <p:sp>
        <p:nvSpPr>
          <p:cNvPr id="16" name="Text 14"/>
          <p:cNvSpPr txBox="1"/>
          <p:nvPr/>
        </p:nvSpPr>
        <p:spPr>
          <a:xfrm>
            <a:off x="6739128" y="4133088"/>
            <a:ext cx="4745736" cy="6858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En la carpeta .ollama/models de tu usuario. Cada modelo pesa entre 2 y 25 GB: cuida el disco.</a:t>
            </a:r>
            <a:endParaRPr lang="en-US" sz="1150" dirty="0"/>
          </a:p>
        </p:txBody>
      </p:sp>
      <p:sp>
        <p:nvSpPr>
          <p:cNvPr id="17" name="Shape 15"/>
          <p:cNvSpPr/>
          <p:nvPr/>
        </p:nvSpPr>
        <p:spPr>
          <a:xfrm>
            <a:off x="6537960" y="5074920"/>
            <a:ext cx="5148072" cy="1280160"/>
          </a:xfrm>
          <a:prstGeom prst="roundRect">
            <a:avLst>
              <a:gd name="adj" fmla="val 5714"/>
            </a:avLst>
          </a:prstGeom>
          <a:solidFill>
            <a:srgbClr val="FFFFFF"/>
          </a:solidFill>
          <a:ln w="12700">
            <a:solidFill>
              <a:srgbClr val="D2DBEC"/>
            </a:solidFill>
            <a:prstDash val="solid"/>
          </a:ln>
        </p:spPr>
      </p:sp>
      <p:sp>
        <p:nvSpPr>
          <p:cNvPr id="18" name="Text 16"/>
          <p:cNvSpPr txBox="1"/>
          <p:nvPr/>
        </p:nvSpPr>
        <p:spPr>
          <a:xfrm>
            <a:off x="6739128" y="5184648"/>
            <a:ext cx="4745736" cy="329184"/>
          </a:xfrm>
          <a:prstGeom prst="rect">
            <a:avLst/>
          </a:prstGeom>
          <a:noFill/>
          <a:ln/>
        </p:spPr>
        <p:txBody>
          <a:bodyPr wrap="square" lIns="0" tIns="0" rIns="0" bIns="0" rtlCol="0" anchor="ctr"/>
          <a:lstStyle/>
          <a:p>
            <a:pPr marL="0" indent="0">
              <a:buNone/>
            </a:pPr>
            <a:r>
              <a:rPr lang="en-US" sz="1300" b="1" dirty="0">
                <a:solidFill>
                  <a:srgbClr val="12B886"/>
                </a:solidFill>
                <a:latin typeface="Calibri" pitchFamily="34" charset="0"/>
                <a:ea typeface="Calibri" pitchFamily="34" charset="-122"/>
                <a:cs typeface="Calibri" pitchFamily="34" charset="-120"/>
              </a:rPr>
              <a:t>La ventana de contexto</a:t>
            </a:r>
            <a:endParaRPr lang="en-US" sz="1300" dirty="0"/>
          </a:p>
        </p:txBody>
      </p:sp>
      <p:sp>
        <p:nvSpPr>
          <p:cNvPr id="19" name="Text 17"/>
          <p:cNvSpPr txBox="1"/>
          <p:nvPr/>
        </p:nvSpPr>
        <p:spPr>
          <a:xfrm>
            <a:off x="6739128" y="5550408"/>
            <a:ext cx="4745736" cy="73152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Para usar agentes, súbela a 64 000 tokens en la configuración de Ollama. Para chatear basta la que trae.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427732"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427732"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3 · OLLAMA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Qué modelo bajar según tu máquina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Un modelo que no entra en tu memoria no falla: se arrastra. Empieza chico y sube.</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7680960" cy="3291840"/>
        </p:xfrm>
        <a:graphic>
          <a:graphicData uri="http://schemas.openxmlformats.org/drawingml/2006/table">
            <a:tbl>
              <a:tblPr/>
              <a:tblGrid>
                <a:gridCol w="23774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54864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Tu equipo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Modelo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Descarga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Sirve para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54864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8 GB de RAM, sin GPU</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qwen3.5:4b</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 3.4 GB</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chatear y explicar código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16 GB de RAM o GPU de 8 GB</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qwen3.5:9b</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 6.6 GB</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lo anterior y código de un archivo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16 GB de GPU o Mac con 32 GB</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gpt-oss:20b</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 14 GB</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agentes simples: tiene tool calling</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24 GB de GPU o Mac con 64 GB</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glm-4.7-flash o</a:t>
                      </a:r>
                      <a:endParaRPr lang="en-US" sz="1000" dirty="0">
                        <a:latin typeface="Consolas" charset="0"/>
                        <a:ea typeface="Consolas" charset="0"/>
                        <a:cs typeface="Consolas" charset="0"/>
                      </a:endParaRPr>
                    </a:p>
                    <a:p>
                      <a:pPr marL="0" indent="0" algn="ctr">
                        <a:buNone/>
                      </a:pPr>
                      <a:r>
                        <a:rPr lang="en-US" sz="1000" dirty="0">
                          <a:solidFill>
                            <a:srgbClr val="0A2559"/>
                          </a:solidFill>
                          <a:latin typeface="Consolas" pitchFamily="34" charset="0"/>
                          <a:ea typeface="Consolas" pitchFamily="34" charset="-122"/>
                          <a:cs typeface="Consolas" pitchFamily="34" charset="-120"/>
                        </a:rPr>
                        <a:t>qwen3-coder</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 18–20 GB</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agentes con contexto de 64 000 tokens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lgn="l">
                        <a:buNone/>
                      </a:pPr>
                      <a:r>
                        <a:rPr lang="en-US" sz="1100" b="1" dirty="0">
                          <a:solidFill>
                            <a:srgbClr val="E6115E"/>
                          </a:solidFill>
                          <a:latin typeface="Calibri" pitchFamily="34" charset="0"/>
                          <a:ea typeface="Calibri" pitchFamily="34" charset="-122"/>
                          <a:cs typeface="Calibri" pitchFamily="34" charset="-120"/>
                        </a:rPr>
                        <a:t>Sin hardware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E6115E"/>
                          </a:solidFill>
                          <a:latin typeface="Consolas" pitchFamily="34" charset="0"/>
                          <a:ea typeface="Consolas" pitchFamily="34" charset="-122"/>
                          <a:cs typeface="Consolas" pitchFamily="34" charset="-120"/>
                        </a:rPr>
                        <a:t>gpt-oss:120b-cloud</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nada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E6115E"/>
                          </a:solidFill>
                          <a:latin typeface="Calibri" pitchFamily="34" charset="0"/>
                          <a:ea typeface="Calibri" pitchFamily="34" charset="-122"/>
                          <a:cs typeface="Calibri" pitchFamily="34" charset="-120"/>
                        </a:rPr>
                        <a:t>rápido, pero corre en la nube de Ollama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txBox="1"/>
          <p:nvPr/>
        </p:nvSpPr>
        <p:spPr>
          <a:xfrm>
            <a:off x="502920" y="5486400"/>
            <a:ext cx="7680960" cy="320040"/>
          </a:xfrm>
          <a:prstGeom prst="rect">
            <a:avLst/>
          </a:prstGeom>
          <a:noFill/>
          <a:ln/>
        </p:spPr>
        <p:txBody>
          <a:bodyPr wrap="square" lIns="0" tIns="0" rIns="0" bIns="0" rtlCol="0" anchor="t"/>
          <a:lstStyle/>
          <a:p>
            <a:pPr marL="0" indent="0">
              <a:spcAft>
                <a:spcPts val="400"/>
              </a:spcAft>
              <a:buNone/>
            </a:pPr>
            <a:r>
              <a:rPr lang="en-US" sz="1050" i="1" dirty="0">
                <a:solidFill>
                  <a:srgbClr val="5B6B87"/>
                </a:solidFill>
                <a:latin typeface="Calibri" pitchFamily="34" charset="0"/>
                <a:ea typeface="Calibri" pitchFamily="34" charset="-122"/>
                <a:cs typeface="Calibri" pitchFamily="34" charset="-120"/>
              </a:rPr>
              <a:t>Tamaños según la biblioteca de Ollama; cambian con cada versión. Revisa ollama.com/library antes de clase.</a:t>
            </a:r>
            <a:endParaRPr lang="en-US" sz="1050" dirty="0"/>
          </a:p>
        </p:txBody>
      </p:sp>
      <p:sp>
        <p:nvSpPr>
          <p:cNvPr id="8" name="Shape 5"/>
          <p:cNvSpPr/>
          <p:nvPr/>
        </p:nvSpPr>
        <p:spPr>
          <a:xfrm>
            <a:off x="8458200" y="2103120"/>
            <a:ext cx="3227832" cy="1828800"/>
          </a:xfrm>
          <a:prstGeom prst="roundRect">
            <a:avLst>
              <a:gd name="adj" fmla="val 4000"/>
            </a:avLst>
          </a:prstGeom>
          <a:solidFill>
            <a:srgbClr val="FFFFFF"/>
          </a:solidFill>
          <a:ln w="12700">
            <a:solidFill>
              <a:srgbClr val="D2DBEC"/>
            </a:solidFill>
            <a:prstDash val="solid"/>
          </a:ln>
        </p:spPr>
      </p:sp>
      <p:sp>
        <p:nvSpPr>
          <p:cNvPr id="9" name="Text 6"/>
          <p:cNvSpPr txBox="1"/>
          <p:nvPr/>
        </p:nvSpPr>
        <p:spPr>
          <a:xfrm>
            <a:off x="8659368" y="2212848"/>
            <a:ext cx="2825496" cy="329184"/>
          </a:xfrm>
          <a:prstGeom prst="rect">
            <a:avLst/>
          </a:prstGeom>
          <a:noFill/>
          <a:ln/>
        </p:spPr>
        <p:txBody>
          <a:bodyPr wrap="square" lIns="0" tIns="0" rIns="0" bIns="0" rtlCol="0" anchor="ctr"/>
          <a:lstStyle/>
          <a:p>
            <a:pPr marL="0" indent="0">
              <a:buNone/>
            </a:pPr>
            <a:r>
              <a:rPr lang="en-US" sz="1300" b="1" dirty="0">
                <a:solidFill>
                  <a:srgbClr val="E6115E"/>
                </a:solidFill>
                <a:latin typeface="Calibri" pitchFamily="34" charset="0"/>
                <a:ea typeface="Calibri" pitchFamily="34" charset="-122"/>
                <a:cs typeface="Calibri" pitchFamily="34" charset="-120"/>
              </a:rPr>
              <a:t>Chat no es agente</a:t>
            </a:r>
            <a:endParaRPr lang="en-US" sz="1300" dirty="0"/>
          </a:p>
        </p:txBody>
      </p:sp>
      <p:sp>
        <p:nvSpPr>
          <p:cNvPr id="10" name="Text 7"/>
          <p:cNvSpPr txBox="1"/>
          <p:nvPr/>
        </p:nvSpPr>
        <p:spPr>
          <a:xfrm>
            <a:off x="8659368" y="2578608"/>
            <a:ext cx="2825496" cy="128016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Para que un agente lea archivos y corra comandos, el modelo necesita tool calling y mucho contexto. Los de 4 y 9 B conversan bien, pero actúan mal.</a:t>
            </a:r>
            <a:endParaRPr lang="en-US" sz="1150" dirty="0"/>
          </a:p>
        </p:txBody>
      </p:sp>
      <p:sp>
        <p:nvSpPr>
          <p:cNvPr id="6" name="Shape 8"/>
          <p:cNvSpPr/>
          <p:nvPr/>
        </p:nvSpPr>
        <p:spPr>
          <a:xfrm>
            <a:off x="8458200" y="4114800"/>
            <a:ext cx="3227832" cy="1691640"/>
          </a:xfrm>
          <a:prstGeom prst="roundRect">
            <a:avLst>
              <a:gd name="adj" fmla="val 4324"/>
            </a:avLst>
          </a:prstGeom>
          <a:solidFill>
            <a:srgbClr val="0A2559"/>
          </a:solidFill>
          <a:ln w="12700">
            <a:solidFill>
              <a:srgbClr val="0A2559"/>
            </a:solidFill>
            <a:prstDash val="solid"/>
          </a:ln>
        </p:spPr>
      </p:sp>
      <p:sp>
        <p:nvSpPr>
          <p:cNvPr id="12" name="Text 9"/>
          <p:cNvSpPr txBox="1"/>
          <p:nvPr/>
        </p:nvSpPr>
        <p:spPr>
          <a:xfrm>
            <a:off x="8686800" y="4224528"/>
            <a:ext cx="2770632" cy="1472184"/>
          </a:xfrm>
          <a:prstGeom prst="rect">
            <a:avLst/>
          </a:prstGeom>
          <a:noFill/>
          <a:ln/>
        </p:spPr>
        <p:txBody>
          <a:bodyPr wrap="square" lIns="0" tIns="0" rIns="0" bIns="0" rtlCol="0" anchor="ctr"/>
          <a:lstStyle/>
          <a:p>
            <a:pPr marL="0" indent="0">
              <a:buNone/>
            </a:pPr>
            <a:r>
              <a:rPr lang="en-US" sz="1200" b="1" dirty="0">
                <a:solidFill>
                  <a:srgbClr val="F2A900"/>
                </a:solidFill>
                <a:latin typeface="Calibri" pitchFamily="34" charset="0"/>
                <a:ea typeface="Calibri" pitchFamily="34" charset="-122"/>
                <a:cs typeface="Calibri" pitchFamily="34" charset="-120"/>
              </a:rPr>
              <a:t>Los modelos «:cloud» </a:t>
            </a:r>
            <a:r>
              <a:rPr lang="en-US" sz="1200" dirty="0">
                <a:solidFill>
                  <a:srgbClr val="C9D4EA"/>
                </a:solidFill>
                <a:latin typeface="Calibri" pitchFamily="34" charset="0"/>
                <a:ea typeface="Calibri" pitchFamily="34" charset="-122"/>
                <a:cs typeface="Calibri" pitchFamily="34" charset="-120"/>
              </a:rPr>
              <a:t>se usan igual que los locales, pero tu código sale de tu máquina. Para datos del banco, no.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427732"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427732"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3 · OLLAMA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Los comandos que vas a usar todos los días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Siete comandos cubren casi todo. El resto está en ollama --help.</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766560" cy="3657600"/>
        </p:xfrm>
        <a:graphic>
          <a:graphicData uri="http://schemas.openxmlformats.org/drawingml/2006/table">
            <a:tbl>
              <a:tblPr/>
              <a:tblGrid>
                <a:gridCol w="329184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45720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Comando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Qué hace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57200">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ollama pull qwen3.5:9b</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descarga el modelo, sin abrirlo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ollama run qwen3.5:9b</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abre un chat en la terminal; /bye para salir</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ollama run qwen3.5:9b "pregunta"</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una sola respuesta, sin chat: útil en scripts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ollama ls</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lista los modelos descargados y su tamaño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ollama ps</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muestra qué modelo está cargado en memoria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ollama stop qwen3.5:9b</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lo descarga de la memoria (libera RAM)</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ollama rm qwen3.5:9b</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lo borra del disco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7543800" y="2103120"/>
            <a:ext cx="4142232" cy="2743200"/>
          </a:xfrm>
          <a:prstGeom prst="roundRect">
            <a:avLst>
              <a:gd name="adj" fmla="val 2667"/>
            </a:avLst>
          </a:prstGeom>
          <a:solidFill>
            <a:srgbClr val="061834"/>
          </a:solidFill>
          <a:ln w="12700">
            <a:solidFill>
              <a:srgbClr val="061834"/>
            </a:solidFill>
            <a:prstDash val="solid"/>
          </a:ln>
        </p:spPr>
      </p:sp>
      <p:sp>
        <p:nvSpPr>
          <p:cNvPr id="8" name="Text 5"/>
          <p:cNvSpPr txBox="1"/>
          <p:nvPr/>
        </p:nvSpPr>
        <p:spPr>
          <a:xfrm>
            <a:off x="7744968" y="2194560"/>
            <a:ext cx="3739896"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PRUEBA ESTO</a:t>
            </a:r>
            <a:endParaRPr lang="en-US" sz="1050" dirty="0"/>
          </a:p>
        </p:txBody>
      </p:sp>
      <p:sp>
        <p:nvSpPr>
          <p:cNvPr id="9" name="Text 6"/>
          <p:cNvSpPr txBox="1"/>
          <p:nvPr/>
        </p:nvSpPr>
        <p:spPr>
          <a:xfrm>
            <a:off x="7744968" y="2514600"/>
            <a:ext cx="3739896" cy="2221992"/>
          </a:xfrm>
          <a:prstGeom prst="rect">
            <a:avLst/>
          </a:prstGeom>
          <a:noFill/>
          <a:ln/>
        </p:spPr>
        <p:txBody>
          <a:bodyPr wrap="square" lIns="0" tIns="0" rIns="0" bIns="0" rtlCol="0" anchor="t"/>
          <a:lstStyle/>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ollama run qwen3.5:9b</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&gt;&gt;&gt; En scikit-learn, ¿qué diferencia hay</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entre predict y predict_proba?</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i="1" dirty="0">
                <a:solidFill>
                  <a:srgbClr val="8B9BBE"/>
                </a:solidFill>
                <a:latin typeface="Consolas" pitchFamily="34" charset="0"/>
                <a:ea typeface="Consolas" pitchFamily="34" charset="-122"/>
                <a:cs typeface="Consolas" pitchFamily="34" charset="-120"/>
              </a:rPr>
              <a:t># pipe: pásale un archivo como contexto</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cat notebook_resumen.py | ollama run \</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qwen3.5:9b "Explica este código"</a:t>
            </a:r>
            <a:endParaRPr lang="en-US" sz="1050" dirty="0"/>
          </a:p>
        </p:txBody>
      </p:sp>
      <p:sp>
        <p:nvSpPr>
          <p:cNvPr id="10" name="Shape 7"/>
          <p:cNvSpPr/>
          <p:nvPr/>
        </p:nvSpPr>
        <p:spPr>
          <a:xfrm>
            <a:off x="7543800" y="5029200"/>
            <a:ext cx="4142232" cy="1188720"/>
          </a:xfrm>
          <a:prstGeom prst="roundRect">
            <a:avLst>
              <a:gd name="adj" fmla="val 6154"/>
            </a:avLst>
          </a:prstGeom>
          <a:solidFill>
            <a:srgbClr val="0A2559"/>
          </a:solidFill>
          <a:ln w="12700">
            <a:solidFill>
              <a:srgbClr val="0A2559"/>
            </a:solidFill>
            <a:prstDash val="solid"/>
          </a:ln>
        </p:spPr>
      </p:sp>
      <p:sp>
        <p:nvSpPr>
          <p:cNvPr id="11" name="Text 8"/>
          <p:cNvSpPr txBox="1"/>
          <p:nvPr/>
        </p:nvSpPr>
        <p:spPr>
          <a:xfrm>
            <a:off x="7772400" y="5138928"/>
            <a:ext cx="3685032" cy="96926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 primera respuesta tarda: </a:t>
            </a:r>
            <a:r>
              <a:rPr lang="en-US" sz="1200" dirty="0">
                <a:solidFill>
                  <a:srgbClr val="C9D4EA"/>
                </a:solidFill>
                <a:latin typeface="Calibri" pitchFamily="34" charset="0"/>
                <a:ea typeface="Calibri" pitchFamily="34" charset="-122"/>
                <a:cs typeface="Calibri" pitchFamily="34" charset="-120"/>
              </a:rPr>
              <a:t>el modelo se carga a la memoria. Las siguientes son más rápidas.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427732"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427732"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3 · OLLAMA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Ollama desde Python: tu modelo dentro del notebook</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Dos caminos: la librería ollama o el endpoint compatible con OpenAI. Los dos apuntan a localhost.</a:t>
            </a:r>
            <a:endParaRPr lang="en-US" sz="1400" dirty="0"/>
          </a:p>
        </p:txBody>
      </p:sp>
      <p:sp>
        <p:nvSpPr>
          <p:cNvPr id="6" name="Shape 4"/>
          <p:cNvSpPr/>
          <p:nvPr/>
        </p:nvSpPr>
        <p:spPr>
          <a:xfrm>
            <a:off x="502920" y="2103120"/>
            <a:ext cx="6035040" cy="4206240"/>
          </a:xfrm>
          <a:prstGeom prst="roundRect">
            <a:avLst>
              <a:gd name="adj" fmla="val 1739"/>
            </a:avLst>
          </a:prstGeom>
          <a:solidFill>
            <a:srgbClr val="061834"/>
          </a:solidFill>
          <a:ln w="12700">
            <a:solidFill>
              <a:srgbClr val="061834"/>
            </a:solidFill>
            <a:prstDash val="solid"/>
          </a:ln>
        </p:spPr>
      </p:sp>
      <p:sp>
        <p:nvSpPr>
          <p:cNvPr id="7" name="Text 5"/>
          <p:cNvSpPr txBox="1"/>
          <p:nvPr/>
        </p:nvSpPr>
        <p:spPr>
          <a:xfrm>
            <a:off x="704088" y="2194560"/>
            <a:ext cx="5632704"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LIBRERÍA OLLAMA</a:t>
            </a:r>
            <a:endParaRPr lang="en-US" sz="1050" dirty="0"/>
          </a:p>
        </p:txBody>
      </p:sp>
      <p:sp>
        <p:nvSpPr>
          <p:cNvPr id="8" name="Text 6"/>
          <p:cNvSpPr txBox="1"/>
          <p:nvPr/>
        </p:nvSpPr>
        <p:spPr>
          <a:xfrm>
            <a:off x="704088" y="2514600"/>
            <a:ext cx="5632704" cy="3685032"/>
          </a:xfrm>
          <a:prstGeom prst="rect">
            <a:avLst/>
          </a:prstGeom>
          <a:noFill/>
          <a:ln/>
        </p:spPr>
        <p:txBody>
          <a:bodyPr wrap="square" lIns="0" tIns="0" rIns="0" bIns="0" rtlCol="0" anchor="t"/>
          <a:lstStyle/>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from ollama import chat</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codigo = '''</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def ganancia_campana(y, score, umbral):</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llamar = score &gt;= umbral</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return 60 * y[llamar].sum() - 25 * llamar.sum()</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r = chat(model="qwen3.5:9b", messages=[</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{"role": "user",</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"content": "Explica en 3 líneas qué hace:" + codigo}])</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print(r.message.content)</a:t>
            </a:r>
            <a:endParaRPr lang="en-US" sz="1050" dirty="0"/>
          </a:p>
        </p:txBody>
      </p:sp>
      <p:sp>
        <p:nvSpPr>
          <p:cNvPr id="9" name="Shape 7"/>
          <p:cNvSpPr/>
          <p:nvPr/>
        </p:nvSpPr>
        <p:spPr>
          <a:xfrm>
            <a:off x="6766560" y="2103120"/>
            <a:ext cx="4919472" cy="3108960"/>
          </a:xfrm>
          <a:prstGeom prst="roundRect">
            <a:avLst>
              <a:gd name="adj" fmla="val 2353"/>
            </a:avLst>
          </a:prstGeom>
          <a:solidFill>
            <a:srgbClr val="061834"/>
          </a:solidFill>
          <a:ln w="12700">
            <a:solidFill>
              <a:srgbClr val="061834"/>
            </a:solidFill>
            <a:prstDash val="solid"/>
          </a:ln>
        </p:spPr>
      </p:sp>
      <p:sp>
        <p:nvSpPr>
          <p:cNvPr id="10" name="Text 8"/>
          <p:cNvSpPr txBox="1"/>
          <p:nvPr/>
        </p:nvSpPr>
        <p:spPr>
          <a:xfrm>
            <a:off x="6967728" y="2194560"/>
            <a:ext cx="4517136"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ENDPOINT COMPATIBLE CON OPENAI</a:t>
            </a:r>
            <a:endParaRPr lang="en-US" sz="1050" dirty="0"/>
          </a:p>
        </p:txBody>
      </p:sp>
      <p:sp>
        <p:nvSpPr>
          <p:cNvPr id="11" name="Text 9"/>
          <p:cNvSpPr txBox="1"/>
          <p:nvPr/>
        </p:nvSpPr>
        <p:spPr>
          <a:xfrm>
            <a:off x="6967728" y="2514600"/>
            <a:ext cx="4517136" cy="2587752"/>
          </a:xfrm>
          <a:prstGeom prst="rect">
            <a:avLst/>
          </a:prstGeom>
          <a:noFill/>
          <a:ln/>
        </p:spPr>
        <p:txBody>
          <a:bodyPr wrap="square" lIns="0" tIns="0" rIns="0" bIns="0" rtlCol="0" anchor="t"/>
          <a:lstStyle/>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from openai import OpenAI</a:t>
            </a:r>
            <a:endParaRPr lang="en-US" sz="1000" dirty="0"/>
          </a:p>
          <a:p>
            <a:pPr marL="0" indent="0">
              <a:spcAft>
                <a:spcPts val="200"/>
              </a:spcAft>
              <a:buNone/>
            </a:pPr>
            <a:r>
              <a:rPr lang="en-US" sz="1000" dirty="0">
                <a:solidFill>
                  <a:srgbClr val="000000"/>
                </a:solidFill>
                <a:latin typeface="Consolas" pitchFamily="34" charset="0"/>
                <a:ea typeface="Consolas" pitchFamily="34" charset="-122"/>
                <a:cs typeface="Consolas" pitchFamily="34" charset="-120"/>
              </a:rPr>
              <a:t> </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cliente = OpenAI(base_url="http://localhost:11434/v1",</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api_key="ollama")   # no se valida</a:t>
            </a:r>
            <a:endParaRPr lang="en-US" sz="1000" dirty="0"/>
          </a:p>
          <a:p>
            <a:pPr marL="0" indent="0">
              <a:spcAft>
                <a:spcPts val="200"/>
              </a:spcAft>
              <a:buNone/>
            </a:pPr>
            <a:r>
              <a:rPr lang="en-US" sz="1000" dirty="0">
                <a:solidFill>
                  <a:srgbClr val="000000"/>
                </a:solidFill>
                <a:latin typeface="Consolas" pitchFamily="34" charset="0"/>
                <a:ea typeface="Consolas" pitchFamily="34" charset="-122"/>
                <a:cs typeface="Consolas" pitchFamily="34" charset="-120"/>
              </a:rPr>
              <a:t> </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r = cliente.chat.completions.create(</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model="qwen3.5:9b",</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    messages=[{"role": "user", "content": "Hola"}])</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print(r.choices[0].message.content)</a:t>
            </a:r>
            <a:endParaRPr lang="en-US" sz="1000" dirty="0"/>
          </a:p>
        </p:txBody>
      </p:sp>
      <p:sp>
        <p:nvSpPr>
          <p:cNvPr id="12" name="Shape 10"/>
          <p:cNvSpPr/>
          <p:nvPr/>
        </p:nvSpPr>
        <p:spPr>
          <a:xfrm>
            <a:off x="6766560" y="5394960"/>
            <a:ext cx="4919472" cy="914400"/>
          </a:xfrm>
          <a:prstGeom prst="roundRect">
            <a:avLst>
              <a:gd name="adj" fmla="val 8000"/>
            </a:avLst>
          </a:prstGeom>
          <a:solidFill>
            <a:srgbClr val="FFFFFF"/>
          </a:solidFill>
          <a:ln w="12700">
            <a:solidFill>
              <a:srgbClr val="D2DBEC"/>
            </a:solidFill>
            <a:prstDash val="solid"/>
          </a:ln>
        </p:spPr>
      </p:sp>
      <p:sp>
        <p:nvSpPr>
          <p:cNvPr id="13" name="Text 11"/>
          <p:cNvSpPr txBox="1"/>
          <p:nvPr/>
        </p:nvSpPr>
        <p:spPr>
          <a:xfrm>
            <a:off x="6967728" y="5504688"/>
            <a:ext cx="4517136" cy="329184"/>
          </a:xfrm>
          <a:prstGeom prst="rect">
            <a:avLst/>
          </a:prstGeom>
          <a:noFill/>
          <a:ln/>
        </p:spPr>
        <p:txBody>
          <a:bodyPr wrap="square" lIns="0" tIns="0" rIns="0" bIns="0" rtlCol="0" anchor="ctr"/>
          <a:lstStyle/>
          <a:p>
            <a:pPr marL="0" indent="0">
              <a:buNone/>
            </a:pPr>
            <a:r>
              <a:rPr lang="en-US" sz="1300" b="1" dirty="0">
                <a:solidFill>
                  <a:srgbClr val="12B886"/>
                </a:solidFill>
                <a:latin typeface="Calibri" pitchFamily="34" charset="0"/>
                <a:ea typeface="Calibri" pitchFamily="34" charset="-122"/>
                <a:cs typeface="Calibri" pitchFamily="34" charset="-120"/>
              </a:rPr>
              <a:t>Para qué sirve el segundo</a:t>
            </a:r>
            <a:endParaRPr lang="en-US" sz="1300" dirty="0"/>
          </a:p>
        </p:txBody>
      </p:sp>
      <p:sp>
        <p:nvSpPr>
          <p:cNvPr id="14" name="Text 12"/>
          <p:cNvSpPr txBox="1"/>
          <p:nvPr/>
        </p:nvSpPr>
        <p:spPr>
          <a:xfrm>
            <a:off x="6967728" y="5870448"/>
            <a:ext cx="4517136" cy="365760"/>
          </a:xfrm>
          <a:prstGeom prst="rect">
            <a:avLst/>
          </a:prstGeom>
          <a:noFill/>
          <a:ln/>
        </p:spPr>
        <p:txBody>
          <a:bodyPr wrap="square" lIns="0" tIns="0" rIns="0" bIns="0" rtlCol="0" anchor="t"/>
          <a:lstStyle/>
          <a:p>
            <a:pPr marL="0" indent="0">
              <a:spcAft>
                <a:spcPts val="400"/>
              </a:spcAft>
              <a:buNone/>
            </a:pPr>
            <a:r>
              <a:rPr lang="en-US" sz="1100" dirty="0">
                <a:solidFill>
                  <a:srgbClr val="2C3A55"/>
                </a:solidFill>
                <a:latin typeface="Calibri" pitchFamily="34" charset="0"/>
                <a:ea typeface="Calibri" pitchFamily="34" charset="-122"/>
                <a:cs typeface="Calibri" pitchFamily="34" charset="-120"/>
              </a:rPr>
              <a:t>El código escrito para OpenAI corre con un modelo local cambiando dos líneas.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638044"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638044"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4 · FRONTERA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Cuatro agentes de terminal</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Leen tu repo, proponen cambios y corren comandos, siempre con tu permiso. Tres son de un proveedor; OpenCode es abierto.</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83112" cy="3200400"/>
        </p:xfrm>
        <a:graphic>
          <a:graphicData uri="http://schemas.openxmlformats.org/drawingml/2006/table">
            <a:tbl>
              <a:tblPr/>
              <a:tblGrid>
                <a:gridCol w="14173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2496312">
                  <a:extLst>
                    <a:ext uri="{9D8B030D-6E8A-4147-A177-3AD203B41FA5}">
                      <a16:colId xmlns:a16="http://schemas.microsoft.com/office/drawing/2014/main" val="20004"/>
                    </a:ext>
                  </a:extLst>
                </a:gridCol>
              </a:tblGrid>
              <a:tr h="457200">
                <a:tc>
                  <a:txBody>
                    <a:bodyPr/>
                    <a:lstStyle/>
                    <a:p>
                      <a:pPr marL="0" indent="0" algn="l">
                        <a:buNone/>
                      </a:pP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Claude Code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Codex CLI</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Antigravity CLI</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OpenCode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12B886"/>
                    </a:solidFill>
                  </a:tcPr>
                </a:tc>
                <a:extLst>
                  <a:ext uri="{0D108BD9-81ED-4DB2-BD59-A6C34878D82A}">
                    <a16:rowId xmlns:a16="http://schemas.microsoft.com/office/drawing/2014/main" val="10000"/>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Quién lo hace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Anthropic</a:t>
                      </a:r>
                      <a:endParaRPr lang="en-US" sz="105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OpenAI</a:t>
                      </a:r>
                      <a:endParaRPr lang="en-US" sz="105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Google</a:t>
                      </a:r>
                      <a:endParaRPr lang="en-US" sz="105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2B886"/>
                          </a:solidFill>
                          <a:latin typeface="Calibri" pitchFamily="34" charset="0"/>
                          <a:ea typeface="Calibri" pitchFamily="34" charset="-122"/>
                          <a:cs typeface="Calibri" pitchFamily="34" charset="-120"/>
                        </a:rPr>
                        <a:t>código abierto</a:t>
                      </a:r>
                      <a:endParaRPr lang="en-US" sz="105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Comando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claude</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codex</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agy</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opencode</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Modelos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Claude</a:t>
                      </a:r>
                      <a:endParaRPr lang="en-US" sz="105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GPT</a:t>
                      </a:r>
                      <a:endParaRPr lang="en-US" sz="105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Gemini</a:t>
                      </a:r>
                      <a:endParaRPr lang="en-US" sz="105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2B886"/>
                          </a:solidFill>
                          <a:latin typeface="Calibri" pitchFamily="34" charset="0"/>
                          <a:ea typeface="Calibri" pitchFamily="34" charset="-122"/>
                          <a:cs typeface="Calibri" pitchFamily="34" charset="-120"/>
                        </a:rPr>
                        <a:t>cualquiera: Claude, GPT, Gemini o locales</a:t>
                      </a:r>
                      <a:endParaRPr lang="en-US" sz="105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Cuenta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Claude Pro o Max, o API</a:t>
                      </a:r>
                      <a:endParaRPr lang="en-US" sz="105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ChatGPT Plus, Pro, Business o Edu, o API key</a:t>
                      </a:r>
                      <a:endParaRPr lang="en-US" sz="105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cuenta de Google, incluso gratuita, o API key</a:t>
                      </a:r>
                      <a:endParaRPr lang="en-US" sz="105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API key del proveedor que elijas, o ninguna con Ollama</a:t>
                      </a:r>
                      <a:endParaRPr lang="en-US" sz="105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Lee reglas de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CLAUDE.md</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AGENTS.md</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GEMINI.md · AGENTS.md</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AGENTS.md</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Con Ollama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ollama launch claude</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ollama launch codex</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con API key propia</a:t>
                      </a:r>
                      <a:endParaRPr lang="en-US" sz="105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2559"/>
                          </a:solidFill>
                          <a:latin typeface="Consolas" pitchFamily="34" charset="0"/>
                          <a:ea typeface="Consolas" pitchFamily="34" charset="-122"/>
                          <a:cs typeface="Consolas" pitchFamily="34" charset="-120"/>
                        </a:rPr>
                        <a:t>ollama launch opencode</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502920" y="5440680"/>
            <a:ext cx="5486400" cy="960120"/>
          </a:xfrm>
          <a:prstGeom prst="roundRect">
            <a:avLst>
              <a:gd name="adj" fmla="val 7619"/>
            </a:avLst>
          </a:prstGeom>
          <a:solidFill>
            <a:srgbClr val="FFFFFF"/>
          </a:solidFill>
          <a:ln w="12700">
            <a:solidFill>
              <a:srgbClr val="D2DBEC"/>
            </a:solidFill>
            <a:prstDash val="solid"/>
          </a:ln>
        </p:spPr>
      </p:sp>
      <p:sp>
        <p:nvSpPr>
          <p:cNvPr id="8" name="Text 5"/>
          <p:cNvSpPr txBox="1"/>
          <p:nvPr/>
        </p:nvSpPr>
        <p:spPr>
          <a:xfrm>
            <a:off x="704088" y="5550408"/>
            <a:ext cx="5084064" cy="329184"/>
          </a:xfrm>
          <a:prstGeom prst="rect">
            <a:avLst/>
          </a:prstGeom>
          <a:noFill/>
          <a:ln/>
        </p:spPr>
        <p:txBody>
          <a:bodyPr wrap="square" lIns="0" tIns="0" rIns="0" bIns="0" rtlCol="0" anchor="ctr"/>
          <a:lstStyle/>
          <a:p>
            <a:pPr marL="0" indent="0">
              <a:buNone/>
            </a:pPr>
            <a:r>
              <a:rPr lang="en-US" sz="1300" b="1" dirty="0">
                <a:solidFill>
                  <a:srgbClr val="12B886"/>
                </a:solidFill>
                <a:latin typeface="Calibri" pitchFamily="34" charset="0"/>
                <a:ea typeface="Calibri" pitchFamily="34" charset="-122"/>
                <a:cs typeface="Calibri" pitchFamily="34" charset="-120"/>
              </a:rPr>
              <a:t>Basta con uno</a:t>
            </a:r>
            <a:endParaRPr lang="en-US" sz="1300" dirty="0"/>
          </a:p>
        </p:txBody>
      </p:sp>
      <p:sp>
        <p:nvSpPr>
          <p:cNvPr id="9" name="Text 6"/>
          <p:cNvSpPr txBox="1"/>
          <p:nvPr/>
        </p:nvSpPr>
        <p:spPr>
          <a:xfrm>
            <a:off x="704088" y="5916168"/>
            <a:ext cx="5084064" cy="41148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Gratis: Antigravity CLI con tu cuenta de Google, u OpenCode con Ollama.</a:t>
            </a:r>
            <a:endParaRPr lang="en-US" sz="1150" dirty="0"/>
          </a:p>
        </p:txBody>
      </p:sp>
      <p:sp>
        <p:nvSpPr>
          <p:cNvPr id="10" name="Shape 7"/>
          <p:cNvSpPr/>
          <p:nvPr/>
        </p:nvSpPr>
        <p:spPr>
          <a:xfrm>
            <a:off x="6199632" y="5440680"/>
            <a:ext cx="5486400" cy="960120"/>
          </a:xfrm>
          <a:prstGeom prst="roundRect">
            <a:avLst>
              <a:gd name="adj" fmla="val 7619"/>
            </a:avLst>
          </a:prstGeom>
          <a:solidFill>
            <a:srgbClr val="0A2559"/>
          </a:solidFill>
          <a:ln w="12700">
            <a:solidFill>
              <a:srgbClr val="0A2559"/>
            </a:solidFill>
            <a:prstDash val="solid"/>
          </a:ln>
        </p:spPr>
      </p:sp>
      <p:sp>
        <p:nvSpPr>
          <p:cNvPr id="11" name="Text 8"/>
          <p:cNvSpPr txBox="1"/>
          <p:nvPr/>
        </p:nvSpPr>
        <p:spPr>
          <a:xfrm>
            <a:off x="6428232" y="5550408"/>
            <a:ext cx="5029200" cy="740664"/>
          </a:xfrm>
          <a:prstGeom prst="rect">
            <a:avLst/>
          </a:prstGeom>
          <a:noFill/>
          <a:ln/>
        </p:spPr>
        <p:txBody>
          <a:bodyPr wrap="square" lIns="0" tIns="0" rIns="0" bIns="0" rtlCol="0" anchor="ctr"/>
          <a:lstStyle/>
          <a:p>
            <a:pPr marL="0" indent="0">
              <a:buNone/>
            </a:pPr>
            <a:r>
              <a:rPr lang="en-US" sz="1150" b="1" dirty="0">
                <a:solidFill>
                  <a:srgbClr val="F2A900"/>
                </a:solidFill>
                <a:latin typeface="Calibri" pitchFamily="34" charset="0"/>
                <a:ea typeface="Calibri" pitchFamily="34" charset="-122"/>
                <a:cs typeface="Calibri" pitchFamily="34" charset="-120"/>
              </a:rPr>
              <a:t>¿Y Gemini CLI? </a:t>
            </a:r>
            <a:r>
              <a:rPr lang="en-US" sz="1150" dirty="0">
                <a:solidFill>
                  <a:srgbClr val="C9D4EA"/>
                </a:solidFill>
                <a:latin typeface="Calibri" pitchFamily="34" charset="0"/>
                <a:ea typeface="Calibri" pitchFamily="34" charset="-122"/>
                <a:cs typeface="Calibri" pitchFamily="34" charset="-120"/>
              </a:rPr>
              <a:t>Desde el 18 de junio de 2026 dejó de atender cuentas gratuitas y AI Pro o Ultra. Su reemplazo es Antigravity CLI.</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638044"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638044"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4 · FRONTERA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Claude Code: instalar, entrar y preparar el proyecto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Instalador nativo: no necesita Node.js y se actualiza solo.</a:t>
            </a:r>
            <a:endParaRPr lang="en-US" sz="1400" dirty="0"/>
          </a:p>
        </p:txBody>
      </p:sp>
      <p:sp>
        <p:nvSpPr>
          <p:cNvPr id="6" name="Shape 4"/>
          <p:cNvSpPr/>
          <p:nvPr/>
        </p:nvSpPr>
        <p:spPr>
          <a:xfrm>
            <a:off x="502920" y="2103120"/>
            <a:ext cx="5669280" cy="4251960"/>
          </a:xfrm>
          <a:prstGeom prst="roundRect">
            <a:avLst>
              <a:gd name="adj" fmla="val 1720"/>
            </a:avLst>
          </a:prstGeom>
          <a:solidFill>
            <a:srgbClr val="061834"/>
          </a:solidFill>
          <a:ln w="12700">
            <a:solidFill>
              <a:srgbClr val="061834"/>
            </a:solidFill>
            <a:prstDash val="solid"/>
          </a:ln>
        </p:spPr>
      </p:sp>
      <p:sp>
        <p:nvSpPr>
          <p:cNvPr id="7" name="Text 5"/>
          <p:cNvSpPr txBox="1"/>
          <p:nvPr/>
        </p:nvSpPr>
        <p:spPr>
          <a:xfrm>
            <a:off x="704088" y="2194560"/>
            <a:ext cx="5266944"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INSTALAR</a:t>
            </a:r>
            <a:endParaRPr lang="en-US" sz="1050" dirty="0"/>
          </a:p>
        </p:txBody>
      </p:sp>
      <p:sp>
        <p:nvSpPr>
          <p:cNvPr id="8" name="Text 6"/>
          <p:cNvSpPr txBox="1"/>
          <p:nvPr/>
        </p:nvSpPr>
        <p:spPr>
          <a:xfrm>
            <a:off x="704088" y="2514600"/>
            <a:ext cx="5266944" cy="3730752"/>
          </a:xfrm>
          <a:prstGeom prst="rect">
            <a:avLst/>
          </a:prstGeom>
          <a:noFill/>
          <a:ln/>
        </p:spPr>
        <p:txBody>
          <a:bodyPr wrap="square" lIns="0" tIns="0" rIns="0" bIns="0" rtlCol="0" anchor="t"/>
          <a:lstStyle/>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Mac, Linux y WSL</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curl -fsSL https://claude.ai/install.sh | bash</a:t>
            </a:r>
            <a:endParaRPr lang="en-US" sz="1150" dirty="0"/>
          </a:p>
          <a:p>
            <a:pPr marL="0" indent="0">
              <a:spcAft>
                <a:spcPts val="200"/>
              </a:spcAft>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Windows (PowerShell)</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irm https://claude.ai/install.ps1 | iex</a:t>
            </a:r>
            <a:endParaRPr lang="en-US" sz="1150" dirty="0"/>
          </a:p>
          <a:p>
            <a:pPr marL="0" indent="0">
              <a:spcAft>
                <a:spcPts val="200"/>
              </a:spcAft>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alternativas</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brew install --cask claude-code</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npm install -g @anthropic-ai/claude-code</a:t>
            </a:r>
            <a:endParaRPr lang="en-US" sz="1150" dirty="0"/>
          </a:p>
          <a:p>
            <a:pPr marL="0" indent="0">
              <a:spcAft>
                <a:spcPts val="200"/>
              </a:spcAft>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verificar</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claude --version</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claude doctor</a:t>
            </a:r>
            <a:endParaRPr lang="en-US" sz="1150" dirty="0"/>
          </a:p>
        </p:txBody>
      </p:sp>
      <p:sp>
        <p:nvSpPr>
          <p:cNvPr id="9" name="Shape 7"/>
          <p:cNvSpPr/>
          <p:nvPr/>
        </p:nvSpPr>
        <p:spPr>
          <a:xfrm>
            <a:off x="6446520" y="2103120"/>
            <a:ext cx="5239512" cy="2103120"/>
          </a:xfrm>
          <a:prstGeom prst="roundRect">
            <a:avLst>
              <a:gd name="adj" fmla="val 3478"/>
            </a:avLst>
          </a:prstGeom>
          <a:solidFill>
            <a:srgbClr val="061834"/>
          </a:solidFill>
          <a:ln w="12700">
            <a:solidFill>
              <a:srgbClr val="061834"/>
            </a:solidFill>
            <a:prstDash val="solid"/>
          </a:ln>
        </p:spPr>
      </p:sp>
      <p:sp>
        <p:nvSpPr>
          <p:cNvPr id="10" name="Text 8"/>
          <p:cNvSpPr txBox="1"/>
          <p:nvPr/>
        </p:nvSpPr>
        <p:spPr>
          <a:xfrm>
            <a:off x="6647688" y="2194560"/>
            <a:ext cx="4837176"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PRIMER USO</a:t>
            </a:r>
            <a:endParaRPr lang="en-US" sz="1050" dirty="0"/>
          </a:p>
        </p:txBody>
      </p:sp>
      <p:sp>
        <p:nvSpPr>
          <p:cNvPr id="11" name="Text 9"/>
          <p:cNvSpPr txBox="1"/>
          <p:nvPr/>
        </p:nvSpPr>
        <p:spPr>
          <a:xfrm>
            <a:off x="6647688" y="2514600"/>
            <a:ext cx="4837176" cy="1581912"/>
          </a:xfrm>
          <a:prstGeom prst="rect">
            <a:avLst/>
          </a:prstGeom>
          <a:noFill/>
          <a:ln/>
        </p:spPr>
        <p:txBody>
          <a:bodyPr wrap="square" lIns="0" tIns="0" rIns="0" bIns="0" rtlCol="0" anchor="t"/>
          <a:lstStyle/>
          <a:p>
            <a:pPr marL="0" indent="0">
              <a:spcAft>
                <a:spcPts val="200"/>
              </a:spcAft>
              <a:buNone/>
            </a:pPr>
            <a:r>
              <a:rPr lang="en-US" sz="1100" dirty="0">
                <a:solidFill>
                  <a:srgbClr val="FFFFFF"/>
                </a:solidFill>
                <a:latin typeface="Consolas" pitchFamily="34" charset="0"/>
                <a:ea typeface="Consolas" pitchFamily="34" charset="-122"/>
                <a:cs typeface="Consolas" pitchFamily="34" charset="-120"/>
              </a:rPr>
              <a:t>cd Super_ML_course</a:t>
            </a:r>
            <a:endParaRPr lang="en-US" sz="1100" dirty="0"/>
          </a:p>
          <a:p>
            <a:pPr marL="0" indent="0">
              <a:spcAft>
                <a:spcPts val="200"/>
              </a:spcAft>
              <a:buNone/>
            </a:pPr>
            <a:r>
              <a:rPr lang="en-US" sz="1100" dirty="0">
                <a:solidFill>
                  <a:srgbClr val="FFFFFF"/>
                </a:solidFill>
                <a:latin typeface="Consolas" pitchFamily="34" charset="0"/>
                <a:ea typeface="Consolas" pitchFamily="34" charset="-122"/>
                <a:cs typeface="Consolas" pitchFamily="34" charset="-120"/>
              </a:rPr>
              <a:t>claude</a:t>
            </a:r>
            <a:endParaRPr lang="en-US" sz="1100" dirty="0"/>
          </a:p>
          <a:p>
            <a:pPr marL="0" indent="0">
              <a:spcAft>
                <a:spcPts val="200"/>
              </a:spcAft>
              <a:buNone/>
            </a:pPr>
            <a:r>
              <a:rPr lang="en-US" sz="1100" i="1" dirty="0">
                <a:solidFill>
                  <a:srgbClr val="8B9BBE"/>
                </a:solidFill>
                <a:latin typeface="Consolas" pitchFamily="34" charset="0"/>
                <a:ea typeface="Consolas" pitchFamily="34" charset="-122"/>
                <a:cs typeface="Consolas" pitchFamily="34" charset="-120"/>
              </a:rPr>
              <a:t># 1ª vez: elige cómo entrar y se abre el navegador</a:t>
            </a:r>
            <a:endParaRPr lang="en-US" sz="1100" dirty="0"/>
          </a:p>
          <a:p>
            <a:pPr marL="0" indent="0">
              <a:spcAft>
                <a:spcPts val="200"/>
              </a:spcAft>
              <a:buNone/>
            </a:pPr>
            <a:r>
              <a:rPr lang="en-US" sz="1100" dirty="0">
                <a:solidFill>
                  <a:srgbClr val="000000"/>
                </a:solidFill>
                <a:latin typeface="Consolas" pitchFamily="34" charset="0"/>
                <a:ea typeface="Consolas" pitchFamily="34" charset="-122"/>
                <a:cs typeface="Consolas" pitchFamily="34" charset="-120"/>
              </a:rPr>
              <a:t> </a:t>
            </a:r>
            <a:endParaRPr lang="en-US" sz="1100" dirty="0"/>
          </a:p>
          <a:p>
            <a:pPr marL="0" indent="0">
              <a:spcAft>
                <a:spcPts val="200"/>
              </a:spcAft>
              <a:buNone/>
            </a:pPr>
            <a:r>
              <a:rPr lang="en-US" sz="1100" dirty="0">
                <a:solidFill>
                  <a:srgbClr val="FFFFFF"/>
                </a:solidFill>
                <a:latin typeface="Consolas" pitchFamily="34" charset="0"/>
                <a:ea typeface="Consolas" pitchFamily="34" charset="-122"/>
                <a:cs typeface="Consolas" pitchFamily="34" charset="-120"/>
              </a:rPr>
              <a:t>&gt; /init</a:t>
            </a:r>
            <a:endParaRPr lang="en-US" sz="1100" dirty="0"/>
          </a:p>
          <a:p>
            <a:pPr marL="0" indent="0">
              <a:spcAft>
                <a:spcPts val="200"/>
              </a:spcAft>
              <a:buNone/>
            </a:pPr>
            <a:r>
              <a:rPr lang="en-US" sz="1100" i="1" dirty="0">
                <a:solidFill>
                  <a:srgbClr val="8B9BBE"/>
                </a:solidFill>
                <a:latin typeface="Consolas" pitchFamily="34" charset="0"/>
                <a:ea typeface="Consolas" pitchFamily="34" charset="-122"/>
                <a:cs typeface="Consolas" pitchFamily="34" charset="-120"/>
              </a:rPr>
              <a:t># crea CLAUDE.md con lo que entendió del repo</a:t>
            </a:r>
            <a:endParaRPr lang="en-US" sz="1100" dirty="0"/>
          </a:p>
        </p:txBody>
      </p:sp>
      <p:sp>
        <p:nvSpPr>
          <p:cNvPr id="12" name="Shape 10"/>
          <p:cNvSpPr/>
          <p:nvPr/>
        </p:nvSpPr>
        <p:spPr>
          <a:xfrm>
            <a:off x="6446520" y="4389120"/>
            <a:ext cx="2514600" cy="1965960"/>
          </a:xfrm>
          <a:prstGeom prst="roundRect">
            <a:avLst>
              <a:gd name="adj" fmla="val 3721"/>
            </a:avLst>
          </a:prstGeom>
          <a:solidFill>
            <a:srgbClr val="FFFFFF"/>
          </a:solidFill>
          <a:ln w="12700">
            <a:solidFill>
              <a:srgbClr val="D2DBEC"/>
            </a:solidFill>
            <a:prstDash val="solid"/>
          </a:ln>
        </p:spPr>
      </p:sp>
      <p:sp>
        <p:nvSpPr>
          <p:cNvPr id="13" name="Text 11"/>
          <p:cNvSpPr txBox="1"/>
          <p:nvPr/>
        </p:nvSpPr>
        <p:spPr>
          <a:xfrm>
            <a:off x="6647688" y="4498848"/>
            <a:ext cx="2112264" cy="329184"/>
          </a:xfrm>
          <a:prstGeom prst="rect">
            <a:avLst/>
          </a:prstGeom>
          <a:noFill/>
          <a:ln/>
        </p:spPr>
        <p:txBody>
          <a:bodyPr wrap="square" lIns="0" tIns="0" rIns="0" bIns="0" rtlCol="0" anchor="ctr"/>
          <a:lstStyle/>
          <a:p>
            <a:pPr marL="0" indent="0">
              <a:buNone/>
            </a:pPr>
            <a:r>
              <a:rPr lang="en-US" sz="1300" b="1" dirty="0">
                <a:solidFill>
                  <a:srgbClr val="E6115E"/>
                </a:solidFill>
                <a:latin typeface="Calibri" pitchFamily="34" charset="0"/>
                <a:ea typeface="Calibri" pitchFamily="34" charset="-122"/>
                <a:cs typeface="Calibri" pitchFamily="34" charset="-120"/>
              </a:rPr>
              <a:t>Windows</a:t>
            </a:r>
            <a:endParaRPr lang="en-US" sz="1300" dirty="0"/>
          </a:p>
        </p:txBody>
      </p:sp>
      <p:sp>
        <p:nvSpPr>
          <p:cNvPr id="14" name="Text 12"/>
          <p:cNvSpPr txBox="1"/>
          <p:nvPr/>
        </p:nvSpPr>
        <p:spPr>
          <a:xfrm>
            <a:off x="6647688" y="4864608"/>
            <a:ext cx="2112264" cy="1417320"/>
          </a:xfrm>
          <a:prstGeom prst="rect">
            <a:avLst/>
          </a:prstGeom>
          <a:noFill/>
          <a:ln/>
        </p:spPr>
        <p:txBody>
          <a:bodyPr wrap="square" lIns="0" tIns="0" rIns="0" bIns="0" rtlCol="0" anchor="t"/>
          <a:lstStyle/>
          <a:p>
            <a:pPr marL="0" indent="0">
              <a:spcAft>
                <a:spcPts val="400"/>
              </a:spcAft>
              <a:buNone/>
            </a:pPr>
            <a:r>
              <a:rPr lang="en-US" sz="1100" dirty="0">
                <a:solidFill>
                  <a:srgbClr val="2C3A55"/>
                </a:solidFill>
                <a:latin typeface="Calibri" pitchFamily="34" charset="0"/>
                <a:ea typeface="Calibri" pitchFamily="34" charset="-122"/>
                <a:cs typeface="Calibri" pitchFamily="34" charset="-120"/>
              </a:rPr>
              <a:t>Instala Git for Windows: Claude Code usa Git Bash para sus comandos. Sin él, usa PowerShell.</a:t>
            </a:r>
            <a:endParaRPr lang="en-US" sz="1100" dirty="0"/>
          </a:p>
        </p:txBody>
      </p:sp>
      <p:sp>
        <p:nvSpPr>
          <p:cNvPr id="15" name="Shape 13"/>
          <p:cNvSpPr/>
          <p:nvPr/>
        </p:nvSpPr>
        <p:spPr>
          <a:xfrm>
            <a:off x="9171432" y="4389120"/>
            <a:ext cx="2514600" cy="1965960"/>
          </a:xfrm>
          <a:prstGeom prst="roundRect">
            <a:avLst>
              <a:gd name="adj" fmla="val 3721"/>
            </a:avLst>
          </a:prstGeom>
          <a:solidFill>
            <a:srgbClr val="FFFFFF"/>
          </a:solidFill>
          <a:ln w="12700">
            <a:solidFill>
              <a:srgbClr val="D2DBEC"/>
            </a:solidFill>
            <a:prstDash val="solid"/>
          </a:ln>
        </p:spPr>
      </p:sp>
      <p:sp>
        <p:nvSpPr>
          <p:cNvPr id="16" name="Text 14"/>
          <p:cNvSpPr txBox="1"/>
          <p:nvPr/>
        </p:nvSpPr>
        <p:spPr>
          <a:xfrm>
            <a:off x="9372600" y="4498848"/>
            <a:ext cx="2112264" cy="329184"/>
          </a:xfrm>
          <a:prstGeom prst="rect">
            <a:avLst/>
          </a:prstGeom>
          <a:noFill/>
          <a:ln/>
        </p:spPr>
        <p:txBody>
          <a:bodyPr wrap="square" lIns="0" tIns="0" rIns="0" bIns="0" rtlCol="0" anchor="ctr"/>
          <a:lstStyle/>
          <a:p>
            <a:pPr marL="0" indent="0">
              <a:buNone/>
            </a:pPr>
            <a:r>
              <a:rPr lang="en-US" sz="1300" b="1" dirty="0">
                <a:solidFill>
                  <a:srgbClr val="1A56E8"/>
                </a:solidFill>
                <a:latin typeface="Calibri" pitchFamily="34" charset="0"/>
                <a:ea typeface="Calibri" pitchFamily="34" charset="-122"/>
                <a:cs typeface="Calibri" pitchFamily="34" charset="-120"/>
              </a:rPr>
              <a:t>En el editor</a:t>
            </a:r>
            <a:endParaRPr lang="en-US" sz="1300" dirty="0"/>
          </a:p>
        </p:txBody>
      </p:sp>
      <p:sp>
        <p:nvSpPr>
          <p:cNvPr id="17" name="Text 15"/>
          <p:cNvSpPr txBox="1"/>
          <p:nvPr/>
        </p:nvSpPr>
        <p:spPr>
          <a:xfrm>
            <a:off x="9372600" y="4864608"/>
            <a:ext cx="2112264" cy="1417320"/>
          </a:xfrm>
          <a:prstGeom prst="rect">
            <a:avLst/>
          </a:prstGeom>
          <a:noFill/>
          <a:ln/>
        </p:spPr>
        <p:txBody>
          <a:bodyPr wrap="square" lIns="0" tIns="0" rIns="0" bIns="0" rtlCol="0" anchor="t"/>
          <a:lstStyle/>
          <a:p>
            <a:pPr marL="0" indent="0">
              <a:spcAft>
                <a:spcPts val="400"/>
              </a:spcAft>
              <a:buNone/>
            </a:pPr>
            <a:r>
              <a:rPr lang="en-US" sz="1100" dirty="0">
                <a:solidFill>
                  <a:srgbClr val="2C3A55"/>
                </a:solidFill>
                <a:latin typeface="Calibri" pitchFamily="34" charset="0"/>
                <a:ea typeface="Calibri" pitchFamily="34" charset="-122"/>
                <a:cs typeface="Calibri" pitchFamily="34" charset="-120"/>
              </a:rPr>
              <a:t>Corre claude en la terminal integrada; la extensión de VS Code muestra los cambios como diff.</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638044"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638044"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4 · FRONTERA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Codex CLI: el agente de OpenAI en tu terminal</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Entra con tu cuenta de ChatGPT y usa la cuota de tu plan.</a:t>
            </a:r>
            <a:endParaRPr lang="en-US" sz="1400" dirty="0"/>
          </a:p>
        </p:txBody>
      </p:sp>
      <p:sp>
        <p:nvSpPr>
          <p:cNvPr id="6" name="Shape 4"/>
          <p:cNvSpPr/>
          <p:nvPr/>
        </p:nvSpPr>
        <p:spPr>
          <a:xfrm>
            <a:off x="502920" y="2103120"/>
            <a:ext cx="5669280" cy="4251960"/>
          </a:xfrm>
          <a:prstGeom prst="roundRect">
            <a:avLst>
              <a:gd name="adj" fmla="val 1720"/>
            </a:avLst>
          </a:prstGeom>
          <a:solidFill>
            <a:srgbClr val="061834"/>
          </a:solidFill>
          <a:ln w="12700">
            <a:solidFill>
              <a:srgbClr val="061834"/>
            </a:solidFill>
            <a:prstDash val="solid"/>
          </a:ln>
        </p:spPr>
      </p:sp>
      <p:sp>
        <p:nvSpPr>
          <p:cNvPr id="7" name="Text 5"/>
          <p:cNvSpPr txBox="1"/>
          <p:nvPr/>
        </p:nvSpPr>
        <p:spPr>
          <a:xfrm>
            <a:off x="704088" y="2194560"/>
            <a:ext cx="5266944"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INSTALAR</a:t>
            </a:r>
            <a:endParaRPr lang="en-US" sz="1050" dirty="0"/>
          </a:p>
        </p:txBody>
      </p:sp>
      <p:sp>
        <p:nvSpPr>
          <p:cNvPr id="8" name="Text 6"/>
          <p:cNvSpPr txBox="1"/>
          <p:nvPr/>
        </p:nvSpPr>
        <p:spPr>
          <a:xfrm>
            <a:off x="704088" y="2514600"/>
            <a:ext cx="5266944" cy="3730752"/>
          </a:xfrm>
          <a:prstGeom prst="rect">
            <a:avLst/>
          </a:prstGeom>
          <a:noFill/>
          <a:ln/>
        </p:spPr>
        <p:txBody>
          <a:bodyPr wrap="square" lIns="0" tIns="0" rIns="0" bIns="0" rtlCol="0" anchor="t"/>
          <a:lstStyle/>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Mac y Linux</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curl -fsSL https://chatgpt.com/codex/install.sh | sh</a:t>
            </a:r>
            <a:endParaRPr lang="en-US" sz="1150" dirty="0"/>
          </a:p>
          <a:p>
            <a:pPr marL="0" indent="0">
              <a:spcAft>
                <a:spcPts val="200"/>
              </a:spcAft>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Windows (PowerShell)</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powershell -ExecutionPolicy ByPass -c "irm</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  https://chatgpt.com/codex/install.ps1 | iex"</a:t>
            </a:r>
            <a:endParaRPr lang="en-US" sz="1150" dirty="0"/>
          </a:p>
          <a:p>
            <a:pPr marL="0" indent="0">
              <a:spcAft>
                <a:spcPts val="200"/>
              </a:spcAft>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alternativas</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npm install -g @openai/codex</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brew install --cask codex</a:t>
            </a:r>
            <a:endParaRPr lang="en-US" sz="1150" dirty="0"/>
          </a:p>
          <a:p>
            <a:pPr marL="0" indent="0">
              <a:spcAft>
                <a:spcPts val="200"/>
              </a:spcAft>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verificar</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codex --version</a:t>
            </a:r>
            <a:endParaRPr lang="en-US" sz="1150" dirty="0"/>
          </a:p>
        </p:txBody>
      </p:sp>
      <p:sp>
        <p:nvSpPr>
          <p:cNvPr id="9" name="Shape 7"/>
          <p:cNvSpPr/>
          <p:nvPr/>
        </p:nvSpPr>
        <p:spPr>
          <a:xfrm>
            <a:off x="6446520" y="2103120"/>
            <a:ext cx="5239512" cy="2103120"/>
          </a:xfrm>
          <a:prstGeom prst="roundRect">
            <a:avLst>
              <a:gd name="adj" fmla="val 3478"/>
            </a:avLst>
          </a:prstGeom>
          <a:solidFill>
            <a:srgbClr val="061834"/>
          </a:solidFill>
          <a:ln w="12700">
            <a:solidFill>
              <a:srgbClr val="061834"/>
            </a:solidFill>
            <a:prstDash val="solid"/>
          </a:ln>
        </p:spPr>
      </p:sp>
      <p:sp>
        <p:nvSpPr>
          <p:cNvPr id="10" name="Text 8"/>
          <p:cNvSpPr txBox="1"/>
          <p:nvPr/>
        </p:nvSpPr>
        <p:spPr>
          <a:xfrm>
            <a:off x="6647688" y="2194560"/>
            <a:ext cx="4837176"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PRIMER USO</a:t>
            </a:r>
            <a:endParaRPr lang="en-US" sz="1050" dirty="0"/>
          </a:p>
        </p:txBody>
      </p:sp>
      <p:sp>
        <p:nvSpPr>
          <p:cNvPr id="11" name="Text 9"/>
          <p:cNvSpPr txBox="1"/>
          <p:nvPr/>
        </p:nvSpPr>
        <p:spPr>
          <a:xfrm>
            <a:off x="6647688" y="2514600"/>
            <a:ext cx="4837176" cy="1581912"/>
          </a:xfrm>
          <a:prstGeom prst="rect">
            <a:avLst/>
          </a:prstGeom>
          <a:noFill/>
          <a:ln/>
        </p:spPr>
        <p:txBody>
          <a:bodyPr wrap="square" lIns="0" tIns="0" rIns="0" bIns="0" rtlCol="0" anchor="t"/>
          <a:lstStyle/>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cd Super_ML_course</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codex</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1ª vez: «Sign in with ChatGPT»</a:t>
            </a:r>
            <a:endParaRPr lang="en-US" sz="1150" dirty="0"/>
          </a:p>
          <a:p>
            <a:pPr marL="0" indent="0">
              <a:spcAft>
                <a:spcPts val="200"/>
              </a:spcAft>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si el login falla</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codex login</a:t>
            </a:r>
            <a:endParaRPr lang="en-US" sz="1150" dirty="0"/>
          </a:p>
        </p:txBody>
      </p:sp>
      <p:sp>
        <p:nvSpPr>
          <p:cNvPr id="12" name="Shape 10"/>
          <p:cNvSpPr/>
          <p:nvPr/>
        </p:nvSpPr>
        <p:spPr>
          <a:xfrm>
            <a:off x="6446520" y="4389120"/>
            <a:ext cx="2514600" cy="1965960"/>
          </a:xfrm>
          <a:prstGeom prst="roundRect">
            <a:avLst>
              <a:gd name="adj" fmla="val 3721"/>
            </a:avLst>
          </a:prstGeom>
          <a:solidFill>
            <a:srgbClr val="FFFFFF"/>
          </a:solidFill>
          <a:ln w="12700">
            <a:solidFill>
              <a:srgbClr val="D2DBEC"/>
            </a:solidFill>
            <a:prstDash val="solid"/>
          </a:ln>
        </p:spPr>
      </p:sp>
      <p:sp>
        <p:nvSpPr>
          <p:cNvPr id="13" name="Text 11"/>
          <p:cNvSpPr txBox="1"/>
          <p:nvPr/>
        </p:nvSpPr>
        <p:spPr>
          <a:xfrm>
            <a:off x="6647688" y="4498848"/>
            <a:ext cx="2112264" cy="329184"/>
          </a:xfrm>
          <a:prstGeom prst="rect">
            <a:avLst/>
          </a:prstGeom>
          <a:noFill/>
          <a:ln/>
        </p:spPr>
        <p:txBody>
          <a:bodyPr wrap="square" lIns="0" tIns="0" rIns="0" bIns="0" rtlCol="0" anchor="ctr"/>
          <a:lstStyle/>
          <a:p>
            <a:pPr marL="0" indent="0">
              <a:buNone/>
            </a:pPr>
            <a:r>
              <a:rPr lang="en-US" sz="1300" b="1" dirty="0">
                <a:solidFill>
                  <a:srgbClr val="12B886"/>
                </a:solidFill>
                <a:latin typeface="Calibri" pitchFamily="34" charset="0"/>
                <a:ea typeface="Calibri" pitchFamily="34" charset="-122"/>
                <a:cs typeface="Calibri" pitchFamily="34" charset="-120"/>
              </a:rPr>
              <a:t>Sus reglas</a:t>
            </a:r>
            <a:endParaRPr lang="en-US" sz="1300" dirty="0"/>
          </a:p>
        </p:txBody>
      </p:sp>
      <p:sp>
        <p:nvSpPr>
          <p:cNvPr id="14" name="Text 12"/>
          <p:cNvSpPr txBox="1"/>
          <p:nvPr/>
        </p:nvSpPr>
        <p:spPr>
          <a:xfrm>
            <a:off x="6647688" y="4864608"/>
            <a:ext cx="2112264" cy="1417320"/>
          </a:xfrm>
          <a:prstGeom prst="rect">
            <a:avLst/>
          </a:prstGeom>
          <a:noFill/>
          <a:ln/>
        </p:spPr>
        <p:txBody>
          <a:bodyPr wrap="square" lIns="0" tIns="0" rIns="0" bIns="0" rtlCol="0" anchor="t"/>
          <a:lstStyle/>
          <a:p>
            <a:pPr marL="0" indent="0">
              <a:spcAft>
                <a:spcPts val="400"/>
              </a:spcAft>
              <a:buNone/>
            </a:pPr>
            <a:r>
              <a:rPr lang="en-US" sz="1100" dirty="0">
                <a:solidFill>
                  <a:srgbClr val="2C3A55"/>
                </a:solidFill>
                <a:latin typeface="Calibri" pitchFamily="34" charset="0"/>
                <a:ea typeface="Calibri" pitchFamily="34" charset="-122"/>
                <a:cs typeface="Calibri" pitchFamily="34" charset="-120"/>
              </a:rPr>
              <a:t>Codex lee AGENTS.md en la raíz del repo. Es el mismo archivo que usan Cursor y Antigravity.</a:t>
            </a:r>
            <a:endParaRPr lang="en-US" sz="1100" dirty="0"/>
          </a:p>
        </p:txBody>
      </p:sp>
      <p:sp>
        <p:nvSpPr>
          <p:cNvPr id="15" name="Shape 13"/>
          <p:cNvSpPr/>
          <p:nvPr/>
        </p:nvSpPr>
        <p:spPr>
          <a:xfrm>
            <a:off x="9171432" y="4389120"/>
            <a:ext cx="2514600" cy="1965960"/>
          </a:xfrm>
          <a:prstGeom prst="roundRect">
            <a:avLst>
              <a:gd name="adj" fmla="val 3721"/>
            </a:avLst>
          </a:prstGeom>
          <a:solidFill>
            <a:srgbClr val="FFFFFF"/>
          </a:solidFill>
          <a:ln w="12700">
            <a:solidFill>
              <a:srgbClr val="D2DBEC"/>
            </a:solidFill>
            <a:prstDash val="solid"/>
          </a:ln>
        </p:spPr>
      </p:sp>
      <p:sp>
        <p:nvSpPr>
          <p:cNvPr id="16" name="Text 14"/>
          <p:cNvSpPr txBox="1"/>
          <p:nvPr/>
        </p:nvSpPr>
        <p:spPr>
          <a:xfrm>
            <a:off x="9372600" y="4498848"/>
            <a:ext cx="2112264" cy="329184"/>
          </a:xfrm>
          <a:prstGeom prst="rect">
            <a:avLst/>
          </a:prstGeom>
          <a:noFill/>
          <a:ln/>
        </p:spPr>
        <p:txBody>
          <a:bodyPr wrap="square" lIns="0" tIns="0" rIns="0" bIns="0" rtlCol="0" anchor="ctr"/>
          <a:lstStyle/>
          <a:p>
            <a:pPr marL="0" indent="0">
              <a:buNone/>
            </a:pPr>
            <a:r>
              <a:rPr lang="en-US" sz="1300" b="1" dirty="0">
                <a:solidFill>
                  <a:srgbClr val="1A56E8"/>
                </a:solidFill>
                <a:latin typeface="Calibri" pitchFamily="34" charset="0"/>
                <a:ea typeface="Calibri" pitchFamily="34" charset="-122"/>
                <a:cs typeface="Calibri" pitchFamily="34" charset="-120"/>
              </a:rPr>
              <a:t>En el editor</a:t>
            </a:r>
            <a:endParaRPr lang="en-US" sz="1300" dirty="0"/>
          </a:p>
        </p:txBody>
      </p:sp>
      <p:sp>
        <p:nvSpPr>
          <p:cNvPr id="17" name="Text 15"/>
          <p:cNvSpPr txBox="1"/>
          <p:nvPr/>
        </p:nvSpPr>
        <p:spPr>
          <a:xfrm>
            <a:off x="9372600" y="4864608"/>
            <a:ext cx="2112264" cy="1417320"/>
          </a:xfrm>
          <a:prstGeom prst="rect">
            <a:avLst/>
          </a:prstGeom>
          <a:noFill/>
          <a:ln/>
        </p:spPr>
        <p:txBody>
          <a:bodyPr wrap="square" lIns="0" tIns="0" rIns="0" bIns="0" rtlCol="0" anchor="t"/>
          <a:lstStyle/>
          <a:p>
            <a:pPr marL="0" indent="0">
              <a:spcAft>
                <a:spcPts val="400"/>
              </a:spcAft>
              <a:buNone/>
            </a:pPr>
            <a:r>
              <a:rPr lang="en-US" sz="1100" dirty="0">
                <a:solidFill>
                  <a:srgbClr val="2C3A55"/>
                </a:solidFill>
                <a:latin typeface="Calibri" pitchFamily="34" charset="0"/>
                <a:ea typeface="Calibri" pitchFamily="34" charset="-122"/>
                <a:cs typeface="Calibri" pitchFamily="34" charset="-120"/>
              </a:rPr>
              <a:t>Hay extensión de Codex para VS Code y Cursor; la terminal funciona en los tres.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638044"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638044"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4 · FRONTERA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Antigravity CLI: Gemini en la terminal, gratis con tu cuenta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Reemplazó a Gemini CLI. Es un solo binario: no necesita Node.js y se actualiza con agy update.</a:t>
            </a:r>
            <a:endParaRPr lang="en-US" sz="1400" dirty="0"/>
          </a:p>
        </p:txBody>
      </p:sp>
      <p:sp>
        <p:nvSpPr>
          <p:cNvPr id="6" name="Shape 4"/>
          <p:cNvSpPr/>
          <p:nvPr/>
        </p:nvSpPr>
        <p:spPr>
          <a:xfrm>
            <a:off x="502920" y="2103120"/>
            <a:ext cx="5669280" cy="2834640"/>
          </a:xfrm>
          <a:prstGeom prst="roundRect">
            <a:avLst>
              <a:gd name="adj" fmla="val 2581"/>
            </a:avLst>
          </a:prstGeom>
          <a:solidFill>
            <a:srgbClr val="061834"/>
          </a:solidFill>
          <a:ln w="12700">
            <a:solidFill>
              <a:srgbClr val="061834"/>
            </a:solidFill>
            <a:prstDash val="solid"/>
          </a:ln>
        </p:spPr>
      </p:sp>
      <p:sp>
        <p:nvSpPr>
          <p:cNvPr id="7" name="Text 5"/>
          <p:cNvSpPr txBox="1"/>
          <p:nvPr/>
        </p:nvSpPr>
        <p:spPr>
          <a:xfrm>
            <a:off x="704088" y="2194560"/>
            <a:ext cx="5266944"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INSTALAR</a:t>
            </a:r>
            <a:endParaRPr lang="en-US" sz="1050" dirty="0"/>
          </a:p>
        </p:txBody>
      </p:sp>
      <p:sp>
        <p:nvSpPr>
          <p:cNvPr id="8" name="Text 6"/>
          <p:cNvSpPr txBox="1"/>
          <p:nvPr/>
        </p:nvSpPr>
        <p:spPr>
          <a:xfrm>
            <a:off x="704088" y="2514600"/>
            <a:ext cx="5266944" cy="2313432"/>
          </a:xfrm>
          <a:prstGeom prst="rect">
            <a:avLst/>
          </a:prstGeom>
          <a:noFill/>
          <a:ln/>
        </p:spPr>
        <p:txBody>
          <a:bodyPr wrap="square" lIns="0" tIns="0" rIns="0" bIns="0" rtlCol="0" anchor="t"/>
          <a:lstStyle/>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Mac y Linux</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curl -fsSL https://antigravity.google/cli/install.sh | bash</a:t>
            </a:r>
            <a:endParaRPr lang="en-US" sz="1150" dirty="0"/>
          </a:p>
          <a:p>
            <a:pPr marL="0" indent="0">
              <a:spcAft>
                <a:spcPts val="200"/>
              </a:spcAft>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Windows (PowerShell)</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irm https://antigravity.google/cli/install.ps1 | iex</a:t>
            </a:r>
            <a:endParaRPr lang="en-US" sz="1150" dirty="0"/>
          </a:p>
          <a:p>
            <a:pPr marL="0" indent="0">
              <a:spcAft>
                <a:spcPts val="200"/>
              </a:spcAft>
              <a:buNone/>
            </a:pPr>
            <a:r>
              <a:rPr lang="en-US" sz="1150" dirty="0">
                <a:solidFill>
                  <a:srgbClr val="000000"/>
                </a:solidFill>
                <a:latin typeface="Consolas" pitchFamily="34" charset="0"/>
                <a:ea typeface="Consolas" pitchFamily="34" charset="-122"/>
                <a:cs typeface="Consolas" pitchFamily="34" charset="-120"/>
              </a:rPr>
              <a:t> </a:t>
            </a:r>
            <a:endParaRPr lang="en-US" sz="1150" dirty="0"/>
          </a:p>
          <a:p>
            <a:pPr marL="0" indent="0">
              <a:spcAft>
                <a:spcPts val="200"/>
              </a:spcAft>
              <a:buNone/>
            </a:pPr>
            <a:r>
              <a:rPr lang="en-US" sz="1150" i="1" dirty="0">
                <a:solidFill>
                  <a:srgbClr val="8B9BBE"/>
                </a:solidFill>
                <a:latin typeface="Consolas" pitchFamily="34" charset="0"/>
                <a:ea typeface="Consolas" pitchFamily="34" charset="-122"/>
                <a:cs typeface="Consolas" pitchFamily="34" charset="-120"/>
              </a:rPr>
              <a:t># verificar</a:t>
            </a:r>
            <a:endParaRPr lang="en-US" sz="1150" dirty="0"/>
          </a:p>
          <a:p>
            <a:pPr marL="0" indent="0">
              <a:spcAft>
                <a:spcPts val="200"/>
              </a:spcAft>
              <a:buNone/>
            </a:pPr>
            <a:r>
              <a:rPr lang="en-US" sz="1150" dirty="0">
                <a:solidFill>
                  <a:srgbClr val="FFFFFF"/>
                </a:solidFill>
                <a:latin typeface="Consolas" pitchFamily="34" charset="0"/>
                <a:ea typeface="Consolas" pitchFamily="34" charset="-122"/>
                <a:cs typeface="Consolas" pitchFamily="34" charset="-120"/>
              </a:rPr>
              <a:t>agy --version</a:t>
            </a:r>
            <a:endParaRPr lang="en-US" sz="1150" dirty="0"/>
          </a:p>
        </p:txBody>
      </p:sp>
      <p:sp>
        <p:nvSpPr>
          <p:cNvPr id="9" name="Shape 7"/>
          <p:cNvSpPr/>
          <p:nvPr/>
        </p:nvSpPr>
        <p:spPr>
          <a:xfrm>
            <a:off x="502920" y="5074920"/>
            <a:ext cx="5669280" cy="1280160"/>
          </a:xfrm>
          <a:prstGeom prst="roundRect">
            <a:avLst>
              <a:gd name="adj" fmla="val 5714"/>
            </a:avLst>
          </a:prstGeom>
          <a:solidFill>
            <a:srgbClr val="061834"/>
          </a:solidFill>
          <a:ln w="12700">
            <a:solidFill>
              <a:srgbClr val="061834"/>
            </a:solidFill>
            <a:prstDash val="solid"/>
          </a:ln>
        </p:spPr>
      </p:sp>
      <p:sp>
        <p:nvSpPr>
          <p:cNvPr id="10" name="Text 8"/>
          <p:cNvSpPr txBox="1"/>
          <p:nvPr/>
        </p:nvSpPr>
        <p:spPr>
          <a:xfrm>
            <a:off x="704088" y="5212080"/>
            <a:ext cx="5266944" cy="1033272"/>
          </a:xfrm>
          <a:prstGeom prst="rect">
            <a:avLst/>
          </a:prstGeom>
          <a:noFill/>
          <a:ln/>
        </p:spPr>
        <p:txBody>
          <a:bodyPr wrap="square" lIns="0" tIns="0" rIns="0" bIns="0" rtlCol="0" anchor="t"/>
          <a:lstStyle/>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cd Super_ML_course</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agy</a:t>
            </a:r>
            <a:endParaRPr lang="en-US" sz="1000" dirty="0"/>
          </a:p>
          <a:p>
            <a:pPr marL="0" indent="0">
              <a:spcAft>
                <a:spcPts val="200"/>
              </a:spcAft>
              <a:buNone/>
            </a:pPr>
            <a:r>
              <a:rPr lang="en-US" sz="1000" i="1" dirty="0">
                <a:solidFill>
                  <a:srgbClr val="8B9BBE"/>
                </a:solidFill>
                <a:latin typeface="Consolas" pitchFamily="34" charset="0"/>
                <a:ea typeface="Consolas" pitchFamily="34" charset="-122"/>
                <a:cs typeface="Consolas" pitchFamily="34" charset="-120"/>
              </a:rPr>
              <a:t># 1ª vez: inicia sesión con Google</a:t>
            </a:r>
            <a:endParaRPr lang="en-US" sz="1000" dirty="0"/>
          </a:p>
          <a:p>
            <a:pPr marL="0" indent="0">
              <a:spcAft>
                <a:spcPts val="200"/>
              </a:spcAft>
              <a:buNone/>
            </a:pPr>
            <a:r>
              <a:rPr lang="en-US" sz="1000" dirty="0">
                <a:solidFill>
                  <a:srgbClr val="000000"/>
                </a:solidFill>
                <a:latin typeface="Consolas" pitchFamily="34" charset="0"/>
                <a:ea typeface="Consolas" pitchFamily="34" charset="-122"/>
                <a:cs typeface="Consolas" pitchFamily="34" charset="-120"/>
              </a:rPr>
              <a:t> </a:t>
            </a:r>
            <a:endParaRPr lang="en-US" sz="1000" dirty="0"/>
          </a:p>
          <a:p>
            <a:pPr marL="0" indent="0">
              <a:spcAft>
                <a:spcPts val="200"/>
              </a:spcAft>
              <a:buNone/>
            </a:pPr>
            <a:r>
              <a:rPr lang="en-US" sz="1000" i="1" dirty="0">
                <a:solidFill>
                  <a:srgbClr val="8B9BBE"/>
                </a:solidFill>
                <a:latin typeface="Consolas" pitchFamily="34" charset="0"/>
                <a:ea typeface="Consolas" pitchFamily="34" charset="-122"/>
                <a:cs typeface="Consolas" pitchFamily="34" charset="-120"/>
              </a:rPr>
              <a:t># una pregunta sin abrir la sesión</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agy -p "Resume qué hace este repo"</a:t>
            </a:r>
            <a:endParaRPr lang="en-US" sz="1000" dirty="0"/>
          </a:p>
        </p:txBody>
      </p:sp>
      <p:sp>
        <p:nvSpPr>
          <p:cNvPr id="11" name="Shape 9"/>
          <p:cNvSpPr/>
          <p:nvPr/>
        </p:nvSpPr>
        <p:spPr>
          <a:xfrm>
            <a:off x="6446520" y="2103120"/>
            <a:ext cx="5239512" cy="1371600"/>
          </a:xfrm>
          <a:prstGeom prst="roundRect">
            <a:avLst>
              <a:gd name="adj" fmla="val 5333"/>
            </a:avLst>
          </a:prstGeom>
          <a:solidFill>
            <a:srgbClr val="FFFFFF"/>
          </a:solidFill>
          <a:ln w="12700">
            <a:solidFill>
              <a:srgbClr val="D2DBEC"/>
            </a:solidFill>
            <a:prstDash val="solid"/>
          </a:ln>
        </p:spPr>
      </p:sp>
      <p:sp>
        <p:nvSpPr>
          <p:cNvPr id="12" name="Text 10"/>
          <p:cNvSpPr txBox="1"/>
          <p:nvPr/>
        </p:nvSpPr>
        <p:spPr>
          <a:xfrm>
            <a:off x="6647688" y="2212848"/>
            <a:ext cx="4837176" cy="329184"/>
          </a:xfrm>
          <a:prstGeom prst="rect">
            <a:avLst/>
          </a:prstGeom>
          <a:noFill/>
          <a:ln/>
        </p:spPr>
        <p:txBody>
          <a:bodyPr wrap="square" lIns="0" tIns="0" rIns="0" bIns="0" rtlCol="0" anchor="ctr"/>
          <a:lstStyle/>
          <a:p>
            <a:pPr marL="0" indent="0">
              <a:buNone/>
            </a:pPr>
            <a:r>
              <a:rPr lang="en-US" sz="1300" b="1" dirty="0">
                <a:solidFill>
                  <a:srgbClr val="1A56E8"/>
                </a:solidFill>
                <a:latin typeface="Calibri" pitchFamily="34" charset="0"/>
                <a:ea typeface="Calibri" pitchFamily="34" charset="-122"/>
                <a:cs typeface="Calibri" pitchFamily="34" charset="-120"/>
              </a:rPr>
              <a:t>Con API key de Gemini</a:t>
            </a:r>
            <a:endParaRPr lang="en-US" sz="1300" dirty="0"/>
          </a:p>
        </p:txBody>
      </p:sp>
      <p:sp>
        <p:nvSpPr>
          <p:cNvPr id="13" name="Text 11"/>
          <p:cNvSpPr txBox="1"/>
          <p:nvPr/>
        </p:nvSpPr>
        <p:spPr>
          <a:xfrm>
            <a:off x="6647688" y="2578608"/>
            <a:ext cx="4837176" cy="822960"/>
          </a:xfrm>
          <a:prstGeom prst="rect">
            <a:avLst/>
          </a:prstGeom>
          <a:noFill/>
          <a:ln/>
        </p:spPr>
        <p:txBody>
          <a:bodyPr wrap="square" lIns="0" tIns="0" rIns="0" bIns="0" rtlCol="0" anchor="t"/>
          <a:lstStyle/>
          <a:p>
            <a:pPr marL="0" indent="0">
              <a:spcAft>
                <a:spcPts val="400"/>
              </a:spcAft>
              <a:buNone/>
            </a:pPr>
            <a:r>
              <a:rPr lang="en-US" sz="1100" dirty="0">
                <a:solidFill>
                  <a:srgbClr val="2C3A55"/>
                </a:solidFill>
                <a:latin typeface="Calibri" pitchFamily="34" charset="0"/>
                <a:ea typeface="Calibri" pitchFamily="34" charset="-122"/>
                <a:cs typeface="Calibri" pitchFamily="34" charset="-120"/>
              </a:rPr>
              <a:t>Crea la key en Google AI Studio y en ~/.gemini/antigravity-cli/settings.json pon "modelProvider": "gemini".</a:t>
            </a:r>
            <a:endParaRPr lang="en-US" sz="1100" dirty="0"/>
          </a:p>
        </p:txBody>
      </p:sp>
      <p:sp>
        <p:nvSpPr>
          <p:cNvPr id="14" name="Shape 12"/>
          <p:cNvSpPr/>
          <p:nvPr/>
        </p:nvSpPr>
        <p:spPr>
          <a:xfrm>
            <a:off x="6446520" y="3657600"/>
            <a:ext cx="5239512" cy="1234440"/>
          </a:xfrm>
          <a:prstGeom prst="roundRect">
            <a:avLst>
              <a:gd name="adj" fmla="val 5926"/>
            </a:avLst>
          </a:prstGeom>
          <a:solidFill>
            <a:srgbClr val="FFFFFF"/>
          </a:solidFill>
          <a:ln w="12700">
            <a:solidFill>
              <a:srgbClr val="D2DBEC"/>
            </a:solidFill>
            <a:prstDash val="solid"/>
          </a:ln>
        </p:spPr>
      </p:sp>
      <p:sp>
        <p:nvSpPr>
          <p:cNvPr id="15" name="Text 13"/>
          <p:cNvSpPr txBox="1"/>
          <p:nvPr/>
        </p:nvSpPr>
        <p:spPr>
          <a:xfrm>
            <a:off x="6647688" y="3767328"/>
            <a:ext cx="4837176" cy="329184"/>
          </a:xfrm>
          <a:prstGeom prst="rect">
            <a:avLst/>
          </a:prstGeom>
          <a:noFill/>
          <a:ln/>
        </p:spPr>
        <p:txBody>
          <a:bodyPr wrap="square" lIns="0" tIns="0" rIns="0" bIns="0" rtlCol="0" anchor="ctr"/>
          <a:lstStyle/>
          <a:p>
            <a:pPr marL="0" indent="0">
              <a:buNone/>
            </a:pPr>
            <a:r>
              <a:rPr lang="en-US" sz="1300" b="1" dirty="0">
                <a:solidFill>
                  <a:srgbClr val="12B886"/>
                </a:solidFill>
                <a:latin typeface="Calibri" pitchFamily="34" charset="0"/>
                <a:ea typeface="Calibri" pitchFamily="34" charset="-122"/>
                <a:cs typeface="Calibri" pitchFamily="34" charset="-120"/>
              </a:rPr>
              <a:t>Sus reglas</a:t>
            </a:r>
            <a:endParaRPr lang="en-US" sz="1300" dirty="0"/>
          </a:p>
        </p:txBody>
      </p:sp>
      <p:sp>
        <p:nvSpPr>
          <p:cNvPr id="16" name="Text 14"/>
          <p:cNvSpPr txBox="1"/>
          <p:nvPr/>
        </p:nvSpPr>
        <p:spPr>
          <a:xfrm>
            <a:off x="6647688" y="4133088"/>
            <a:ext cx="4837176" cy="685800"/>
          </a:xfrm>
          <a:prstGeom prst="rect">
            <a:avLst/>
          </a:prstGeom>
          <a:noFill/>
          <a:ln/>
        </p:spPr>
        <p:txBody>
          <a:bodyPr wrap="square" lIns="0" tIns="0" rIns="0" bIns="0" rtlCol="0" anchor="t"/>
          <a:lstStyle/>
          <a:p>
            <a:pPr marL="0" indent="0">
              <a:spcAft>
                <a:spcPts val="400"/>
              </a:spcAft>
              <a:buNone/>
            </a:pPr>
            <a:r>
              <a:rPr lang="en-US" sz="1100" dirty="0">
                <a:solidFill>
                  <a:srgbClr val="2C3A55"/>
                </a:solidFill>
                <a:latin typeface="Calibri" pitchFamily="34" charset="0"/>
                <a:ea typeface="Calibri" pitchFamily="34" charset="-122"/>
                <a:cs typeface="Calibri" pitchFamily="34" charset="-120"/>
              </a:rPr>
              <a:t>GEMINI.md manda sobre AGENTS.md. Usa AGENTS.md para lo común y GEMINI.md solo para lo propio de Antigravity.</a:t>
            </a:r>
            <a:endParaRPr lang="en-US" sz="1100" dirty="0"/>
          </a:p>
        </p:txBody>
      </p:sp>
      <p:sp>
        <p:nvSpPr>
          <p:cNvPr id="17" name="Shape 15"/>
          <p:cNvSpPr/>
          <p:nvPr/>
        </p:nvSpPr>
        <p:spPr>
          <a:xfrm>
            <a:off x="6446520" y="5074920"/>
            <a:ext cx="5239512" cy="1280160"/>
          </a:xfrm>
          <a:prstGeom prst="roundRect">
            <a:avLst>
              <a:gd name="adj" fmla="val 5714"/>
            </a:avLst>
          </a:prstGeom>
          <a:solidFill>
            <a:srgbClr val="FFFFFF"/>
          </a:solidFill>
          <a:ln w="12700">
            <a:solidFill>
              <a:srgbClr val="D2DBEC"/>
            </a:solidFill>
            <a:prstDash val="solid"/>
          </a:ln>
        </p:spPr>
      </p:sp>
      <p:sp>
        <p:nvSpPr>
          <p:cNvPr id="18" name="Text 16"/>
          <p:cNvSpPr txBox="1"/>
          <p:nvPr/>
        </p:nvSpPr>
        <p:spPr>
          <a:xfrm>
            <a:off x="6647688" y="5184648"/>
            <a:ext cx="4837176" cy="329184"/>
          </a:xfrm>
          <a:prstGeom prst="rect">
            <a:avLst/>
          </a:prstGeom>
          <a:noFill/>
          <a:ln/>
        </p:spPr>
        <p:txBody>
          <a:bodyPr wrap="square" lIns="0" tIns="0" rIns="0" bIns="0" rtlCol="0" anchor="ctr"/>
          <a:lstStyle/>
          <a:p>
            <a:pPr marL="0" indent="0">
              <a:buNone/>
            </a:pPr>
            <a:r>
              <a:rPr lang="en-US" sz="1300" b="1" dirty="0">
                <a:solidFill>
                  <a:srgbClr val="5B6B87"/>
                </a:solidFill>
                <a:latin typeface="Calibri" pitchFamily="34" charset="0"/>
                <a:ea typeface="Calibri" pitchFamily="34" charset="-122"/>
                <a:cs typeface="Calibri" pitchFamily="34" charset="-120"/>
              </a:rPr>
              <a:t>CLI, app y editor</a:t>
            </a:r>
            <a:endParaRPr lang="en-US" sz="1300" dirty="0"/>
          </a:p>
        </p:txBody>
      </p:sp>
      <p:sp>
        <p:nvSpPr>
          <p:cNvPr id="19" name="Text 17"/>
          <p:cNvSpPr txBox="1"/>
          <p:nvPr/>
        </p:nvSpPr>
        <p:spPr>
          <a:xfrm>
            <a:off x="6647688" y="5550408"/>
            <a:ext cx="4837176" cy="731520"/>
          </a:xfrm>
          <a:prstGeom prst="rect">
            <a:avLst/>
          </a:prstGeom>
          <a:noFill/>
          <a:ln/>
        </p:spPr>
        <p:txBody>
          <a:bodyPr wrap="square" lIns="0" tIns="0" rIns="0" bIns="0" rtlCol="0" anchor="t"/>
          <a:lstStyle/>
          <a:p>
            <a:pPr marL="0" indent="0">
              <a:spcAft>
                <a:spcPts val="400"/>
              </a:spcAft>
              <a:buNone/>
            </a:pPr>
            <a:r>
              <a:rPr lang="en-US" sz="1100" dirty="0">
                <a:solidFill>
                  <a:srgbClr val="2C3A55"/>
                </a:solidFill>
                <a:latin typeface="Calibri" pitchFamily="34" charset="0"/>
                <a:ea typeface="Calibri" pitchFamily="34" charset="-122"/>
                <a:cs typeface="Calibri" pitchFamily="34" charset="-120"/>
              </a:rPr>
              <a:t>Antigravity también es una app de escritorio y un editor. Los tres comparten cuenta y configuración.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638044"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638044"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4 · FRONTERA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OpenCode: el agente es abierto, el modelo lo eliges tú</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Código abierto y sin proveedor fijo: el mismo agente con Claude, GPT, Gemini o un modelo de Ollama.</a:t>
            </a:r>
            <a:endParaRPr lang="en-US" sz="1400" dirty="0"/>
          </a:p>
        </p:txBody>
      </p:sp>
      <p:sp>
        <p:nvSpPr>
          <p:cNvPr id="6" name="Shape 4"/>
          <p:cNvSpPr/>
          <p:nvPr/>
        </p:nvSpPr>
        <p:spPr>
          <a:xfrm>
            <a:off x="502920" y="2103120"/>
            <a:ext cx="5669280" cy="3291840"/>
          </a:xfrm>
          <a:prstGeom prst="roundRect">
            <a:avLst>
              <a:gd name="adj" fmla="val 2222"/>
            </a:avLst>
          </a:prstGeom>
          <a:solidFill>
            <a:srgbClr val="061834"/>
          </a:solidFill>
          <a:ln w="12700">
            <a:solidFill>
              <a:srgbClr val="061834"/>
            </a:solidFill>
            <a:prstDash val="solid"/>
          </a:ln>
        </p:spPr>
      </p:sp>
      <p:sp>
        <p:nvSpPr>
          <p:cNvPr id="7" name="Text 5"/>
          <p:cNvSpPr txBox="1"/>
          <p:nvPr/>
        </p:nvSpPr>
        <p:spPr>
          <a:xfrm>
            <a:off x="704088" y="2194560"/>
            <a:ext cx="5266944"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INSTALAR</a:t>
            </a:r>
            <a:endParaRPr lang="en-US" sz="1050" dirty="0"/>
          </a:p>
        </p:txBody>
      </p:sp>
      <p:sp>
        <p:nvSpPr>
          <p:cNvPr id="8" name="Text 6"/>
          <p:cNvSpPr txBox="1"/>
          <p:nvPr/>
        </p:nvSpPr>
        <p:spPr>
          <a:xfrm>
            <a:off x="704088" y="2514600"/>
            <a:ext cx="5266944" cy="2770632"/>
          </a:xfrm>
          <a:prstGeom prst="rect">
            <a:avLst/>
          </a:prstGeom>
          <a:noFill/>
          <a:ln/>
        </p:spPr>
        <p:txBody>
          <a:bodyPr wrap="square" lIns="0" tIns="0" rIns="0" bIns="0" rtlCol="0" anchor="t"/>
          <a:lstStyle/>
          <a:p>
            <a:pPr marL="0" indent="0">
              <a:spcAft>
                <a:spcPts val="200"/>
              </a:spcAft>
              <a:buNone/>
            </a:pPr>
            <a:r>
              <a:rPr lang="en-US" sz="1050" i="1" dirty="0">
                <a:solidFill>
                  <a:srgbClr val="8B9BBE"/>
                </a:solidFill>
                <a:latin typeface="Consolas" pitchFamily="34" charset="0"/>
                <a:ea typeface="Consolas" pitchFamily="34" charset="-122"/>
                <a:cs typeface="Consolas" pitchFamily="34" charset="-120"/>
              </a:rPr>
              <a:t># Mac, Linux y WSL</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curl -fsSL https://opencode.ai/install | bash</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i="1" dirty="0">
                <a:solidFill>
                  <a:srgbClr val="8B9BBE"/>
                </a:solidFill>
                <a:latin typeface="Consolas" pitchFamily="34" charset="0"/>
                <a:ea typeface="Consolas" pitchFamily="34" charset="-122"/>
                <a:cs typeface="Consolas" pitchFamily="34" charset="-120"/>
              </a:rPr>
              <a:t># Windows: mejor dentro de WSL; si no</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npm install -g opencode-ai</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scoop install opencode   # o: choco install opencode</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i="1" dirty="0">
                <a:solidFill>
                  <a:srgbClr val="8B9BBE"/>
                </a:solidFill>
                <a:latin typeface="Consolas" pitchFamily="34" charset="0"/>
                <a:ea typeface="Consolas" pitchFamily="34" charset="-122"/>
                <a:cs typeface="Consolas" pitchFamily="34" charset="-120"/>
              </a:rPr>
              <a:t># Mac con Homebrew</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brew install anomalyco/tap/opencode</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i="1" dirty="0">
                <a:solidFill>
                  <a:srgbClr val="8B9BBE"/>
                </a:solidFill>
                <a:latin typeface="Consolas" pitchFamily="34" charset="0"/>
                <a:ea typeface="Consolas" pitchFamily="34" charset="-122"/>
                <a:cs typeface="Consolas" pitchFamily="34" charset="-120"/>
              </a:rPr>
              <a:t># verificar</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opencode --version</a:t>
            </a:r>
            <a:endParaRPr lang="en-US" sz="1050" dirty="0"/>
          </a:p>
        </p:txBody>
      </p:sp>
      <p:sp>
        <p:nvSpPr>
          <p:cNvPr id="9" name="Shape 7"/>
          <p:cNvSpPr/>
          <p:nvPr/>
        </p:nvSpPr>
        <p:spPr>
          <a:xfrm>
            <a:off x="502920" y="5532120"/>
            <a:ext cx="5669280" cy="868680"/>
          </a:xfrm>
          <a:prstGeom prst="roundRect">
            <a:avLst>
              <a:gd name="adj" fmla="val 8421"/>
            </a:avLst>
          </a:prstGeom>
          <a:solidFill>
            <a:srgbClr val="061834"/>
          </a:solidFill>
          <a:ln w="12700">
            <a:solidFill>
              <a:srgbClr val="061834"/>
            </a:solidFill>
            <a:prstDash val="solid"/>
          </a:ln>
        </p:spPr>
      </p:sp>
      <p:sp>
        <p:nvSpPr>
          <p:cNvPr id="10" name="Text 8"/>
          <p:cNvSpPr txBox="1"/>
          <p:nvPr/>
        </p:nvSpPr>
        <p:spPr>
          <a:xfrm>
            <a:off x="704088" y="5669280"/>
            <a:ext cx="5266944" cy="621792"/>
          </a:xfrm>
          <a:prstGeom prst="rect">
            <a:avLst/>
          </a:prstGeom>
          <a:noFill/>
          <a:ln/>
        </p:spPr>
        <p:txBody>
          <a:bodyPr wrap="square" lIns="0" tIns="0" rIns="0" bIns="0" rtlCol="0" anchor="t"/>
          <a:lstStyle/>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cd Super_ML_course</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opencode</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&gt; /connect      # elige el proveedor y pega tu key</a:t>
            </a:r>
            <a:endParaRPr lang="en-US" sz="1000" dirty="0"/>
          </a:p>
          <a:p>
            <a:pPr marL="0" indent="0">
              <a:spcAft>
                <a:spcPts val="200"/>
              </a:spcAft>
              <a:buNone/>
            </a:pPr>
            <a:r>
              <a:rPr lang="en-US" sz="1000" dirty="0">
                <a:solidFill>
                  <a:srgbClr val="FFFFFF"/>
                </a:solidFill>
                <a:latin typeface="Consolas" pitchFamily="34" charset="0"/>
                <a:ea typeface="Consolas" pitchFamily="34" charset="-122"/>
                <a:cs typeface="Consolas" pitchFamily="34" charset="-120"/>
              </a:rPr>
              <a:t>&gt; /init         # crea o completa AGENTS.md</a:t>
            </a:r>
            <a:endParaRPr lang="en-US" sz="1000" dirty="0"/>
          </a:p>
        </p:txBody>
      </p:sp>
      <p:sp>
        <p:nvSpPr>
          <p:cNvPr id="11" name="Shape 9"/>
          <p:cNvSpPr/>
          <p:nvPr/>
        </p:nvSpPr>
        <p:spPr>
          <a:xfrm>
            <a:off x="6446520" y="2103120"/>
            <a:ext cx="5239512" cy="2148840"/>
          </a:xfrm>
          <a:prstGeom prst="roundRect">
            <a:avLst>
              <a:gd name="adj" fmla="val 3404"/>
            </a:avLst>
          </a:prstGeom>
          <a:solidFill>
            <a:srgbClr val="061834"/>
          </a:solidFill>
          <a:ln w="12700">
            <a:solidFill>
              <a:srgbClr val="061834"/>
            </a:solidFill>
            <a:prstDash val="solid"/>
          </a:ln>
        </p:spPr>
      </p:sp>
      <p:sp>
        <p:nvSpPr>
          <p:cNvPr id="12" name="Text 10"/>
          <p:cNvSpPr txBox="1"/>
          <p:nvPr/>
        </p:nvSpPr>
        <p:spPr>
          <a:xfrm>
            <a:off x="6647688" y="2194560"/>
            <a:ext cx="4837176"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ELEGIR EL MODELO</a:t>
            </a:r>
            <a:endParaRPr lang="en-US" sz="1050" dirty="0"/>
          </a:p>
        </p:txBody>
      </p:sp>
      <p:sp>
        <p:nvSpPr>
          <p:cNvPr id="13" name="Text 11"/>
          <p:cNvSpPr txBox="1"/>
          <p:nvPr/>
        </p:nvSpPr>
        <p:spPr>
          <a:xfrm>
            <a:off x="6647688" y="2514600"/>
            <a:ext cx="4837176" cy="1627632"/>
          </a:xfrm>
          <a:prstGeom prst="rect">
            <a:avLst/>
          </a:prstGeom>
          <a:noFill/>
          <a:ln/>
        </p:spPr>
        <p:txBody>
          <a:bodyPr wrap="square" lIns="0" tIns="0" rIns="0" bIns="0" rtlCol="0" anchor="t"/>
          <a:lstStyle/>
          <a:p>
            <a:pPr marL="0" indent="0">
              <a:spcAft>
                <a:spcPts val="200"/>
              </a:spcAft>
              <a:buNone/>
            </a:pPr>
            <a:r>
              <a:rPr lang="en-US" sz="1050" i="1" dirty="0">
                <a:solidFill>
                  <a:srgbClr val="8B9BBE"/>
                </a:solidFill>
                <a:latin typeface="Consolas" pitchFamily="34" charset="0"/>
                <a:ea typeface="Consolas" pitchFamily="34" charset="-122"/>
                <a:cs typeface="Consolas" pitchFamily="34" charset="-120"/>
              </a:rPr>
              <a:t># local y gratis: Ollama configura todo</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ollama launch opencode</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i="1" dirty="0">
                <a:solidFill>
                  <a:srgbClr val="8B9BBE"/>
                </a:solidFill>
                <a:latin typeface="Consolas" pitchFamily="34" charset="0"/>
                <a:ea typeface="Consolas" pitchFamily="34" charset="-122"/>
                <a:cs typeface="Consolas" pitchFamily="34" charset="-120"/>
              </a:rPr>
              <a:t># o, con API keys de cualquier proveedor</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opencode auth login</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opencode models   # lista lo disponible</a:t>
            </a:r>
            <a:endParaRPr lang="en-US" sz="1050" dirty="0"/>
          </a:p>
        </p:txBody>
      </p:sp>
      <p:sp>
        <p:nvSpPr>
          <p:cNvPr id="14" name="Shape 12"/>
          <p:cNvSpPr/>
          <p:nvPr/>
        </p:nvSpPr>
        <p:spPr>
          <a:xfrm>
            <a:off x="6446520" y="4434840"/>
            <a:ext cx="2514600" cy="1965960"/>
          </a:xfrm>
          <a:prstGeom prst="roundRect">
            <a:avLst>
              <a:gd name="adj" fmla="val 3721"/>
            </a:avLst>
          </a:prstGeom>
          <a:solidFill>
            <a:srgbClr val="FFFFFF"/>
          </a:solidFill>
          <a:ln w="12700">
            <a:solidFill>
              <a:srgbClr val="D2DBEC"/>
            </a:solidFill>
            <a:prstDash val="solid"/>
          </a:ln>
        </p:spPr>
      </p:sp>
      <p:sp>
        <p:nvSpPr>
          <p:cNvPr id="15" name="Text 13"/>
          <p:cNvSpPr txBox="1"/>
          <p:nvPr/>
        </p:nvSpPr>
        <p:spPr>
          <a:xfrm>
            <a:off x="6647688" y="4544568"/>
            <a:ext cx="2112264" cy="329184"/>
          </a:xfrm>
          <a:prstGeom prst="rect">
            <a:avLst/>
          </a:prstGeom>
          <a:noFill/>
          <a:ln/>
        </p:spPr>
        <p:txBody>
          <a:bodyPr wrap="square" lIns="0" tIns="0" rIns="0" bIns="0" rtlCol="0" anchor="ctr"/>
          <a:lstStyle/>
          <a:p>
            <a:pPr marL="0" indent="0">
              <a:buNone/>
            </a:pPr>
            <a:r>
              <a:rPr lang="en-US" sz="1300" b="1" dirty="0">
                <a:solidFill>
                  <a:srgbClr val="1A56E8"/>
                </a:solidFill>
                <a:latin typeface="Calibri" pitchFamily="34" charset="0"/>
                <a:ea typeface="Calibri" pitchFamily="34" charset="-122"/>
                <a:cs typeface="Calibri" pitchFamily="34" charset="-120"/>
              </a:rPr>
              <a:t>Plan y Build</a:t>
            </a:r>
            <a:endParaRPr lang="en-US" sz="1300" dirty="0"/>
          </a:p>
        </p:txBody>
      </p:sp>
      <p:sp>
        <p:nvSpPr>
          <p:cNvPr id="16" name="Text 14"/>
          <p:cNvSpPr txBox="1"/>
          <p:nvPr/>
        </p:nvSpPr>
        <p:spPr>
          <a:xfrm>
            <a:off x="6647688" y="4910328"/>
            <a:ext cx="2112264" cy="1417320"/>
          </a:xfrm>
          <a:prstGeom prst="rect">
            <a:avLst/>
          </a:prstGeom>
          <a:noFill/>
          <a:ln/>
        </p:spPr>
        <p:txBody>
          <a:bodyPr wrap="square" lIns="0" tIns="0" rIns="0" bIns="0" rtlCol="0" anchor="t"/>
          <a:lstStyle/>
          <a:p>
            <a:pPr marL="0" indent="0">
              <a:spcAft>
                <a:spcPts val="400"/>
              </a:spcAft>
              <a:buNone/>
            </a:pPr>
            <a:r>
              <a:rPr lang="en-US" sz="1100" dirty="0">
                <a:solidFill>
                  <a:srgbClr val="2C3A55"/>
                </a:solidFill>
                <a:latin typeface="Calibri" pitchFamily="34" charset="0"/>
                <a:ea typeface="Calibri" pitchFamily="34" charset="-122"/>
                <a:cs typeface="Calibri" pitchFamily="34" charset="-120"/>
              </a:rPr>
              <a:t>Tab cambia al modo Plan: propone sin tocar archivos. Revisa el plan, vuelve a Build y aplícalo. /undo deshace.</a:t>
            </a:r>
            <a:endParaRPr lang="en-US" sz="1100" dirty="0"/>
          </a:p>
        </p:txBody>
      </p:sp>
      <p:sp>
        <p:nvSpPr>
          <p:cNvPr id="17" name="Shape 15"/>
          <p:cNvSpPr/>
          <p:nvPr/>
        </p:nvSpPr>
        <p:spPr>
          <a:xfrm>
            <a:off x="9171432" y="4434840"/>
            <a:ext cx="2514600" cy="1965960"/>
          </a:xfrm>
          <a:prstGeom prst="roundRect">
            <a:avLst>
              <a:gd name="adj" fmla="val 3721"/>
            </a:avLst>
          </a:prstGeom>
          <a:solidFill>
            <a:srgbClr val="FFFFFF"/>
          </a:solidFill>
          <a:ln w="12700">
            <a:solidFill>
              <a:srgbClr val="D2DBEC"/>
            </a:solidFill>
            <a:prstDash val="solid"/>
          </a:ln>
        </p:spPr>
      </p:sp>
      <p:sp>
        <p:nvSpPr>
          <p:cNvPr id="18" name="Text 16"/>
          <p:cNvSpPr txBox="1"/>
          <p:nvPr/>
        </p:nvSpPr>
        <p:spPr>
          <a:xfrm>
            <a:off x="9372600" y="4544568"/>
            <a:ext cx="2112264" cy="329184"/>
          </a:xfrm>
          <a:prstGeom prst="rect">
            <a:avLst/>
          </a:prstGeom>
          <a:noFill/>
          <a:ln/>
        </p:spPr>
        <p:txBody>
          <a:bodyPr wrap="square" lIns="0" tIns="0" rIns="0" bIns="0" rtlCol="0" anchor="ctr"/>
          <a:lstStyle/>
          <a:p>
            <a:pPr marL="0" indent="0">
              <a:buNone/>
            </a:pPr>
            <a:r>
              <a:rPr lang="en-US" sz="1300" b="1" dirty="0">
                <a:solidFill>
                  <a:srgbClr val="12B886"/>
                </a:solidFill>
                <a:latin typeface="Calibri" pitchFamily="34" charset="0"/>
                <a:ea typeface="Calibri" pitchFamily="34" charset="-122"/>
                <a:cs typeface="Calibri" pitchFamily="34" charset="-120"/>
              </a:rPr>
              <a:t>Por qué importa</a:t>
            </a:r>
            <a:endParaRPr lang="en-US" sz="1300" dirty="0"/>
          </a:p>
        </p:txBody>
      </p:sp>
      <p:sp>
        <p:nvSpPr>
          <p:cNvPr id="19" name="Text 17"/>
          <p:cNvSpPr txBox="1"/>
          <p:nvPr/>
        </p:nvSpPr>
        <p:spPr>
          <a:xfrm>
            <a:off x="9372600" y="4910328"/>
            <a:ext cx="2112264" cy="1417320"/>
          </a:xfrm>
          <a:prstGeom prst="rect">
            <a:avLst/>
          </a:prstGeom>
          <a:noFill/>
          <a:ln/>
        </p:spPr>
        <p:txBody>
          <a:bodyPr wrap="square" lIns="0" tIns="0" rIns="0" bIns="0" rtlCol="0" anchor="t"/>
          <a:lstStyle/>
          <a:p>
            <a:pPr marL="0" indent="0">
              <a:spcAft>
                <a:spcPts val="400"/>
              </a:spcAft>
              <a:buNone/>
            </a:pPr>
            <a:r>
              <a:rPr lang="en-US" sz="1100" dirty="0">
                <a:solidFill>
                  <a:srgbClr val="2C3A55"/>
                </a:solidFill>
                <a:latin typeface="Calibri" pitchFamily="34" charset="0"/>
                <a:ea typeface="Calibri" pitchFamily="34" charset="-122"/>
                <a:cs typeface="Calibri" pitchFamily="34" charset="-120"/>
              </a:rPr>
              <a:t>Con Ollama no necesita cuenta y nada sale de tu máquina; con una key pasas a un modelo de frontera sin cambiar de herramienta.</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638044"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638044"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4 · FRONTERA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Un AGENTS.md con las reglas del curso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Se escribe una vez, se sube al repo y lo leen todos los agentes. Es el contexto que no tienes que repetir.</a:t>
            </a:r>
            <a:endParaRPr lang="en-US" sz="1400" dirty="0"/>
          </a:p>
        </p:txBody>
      </p:sp>
      <p:sp>
        <p:nvSpPr>
          <p:cNvPr id="6" name="Shape 4"/>
          <p:cNvSpPr/>
          <p:nvPr/>
        </p:nvSpPr>
        <p:spPr>
          <a:xfrm>
            <a:off x="502920" y="2103120"/>
            <a:ext cx="6035040" cy="4297680"/>
          </a:xfrm>
          <a:prstGeom prst="roundRect">
            <a:avLst>
              <a:gd name="adj" fmla="val 1702"/>
            </a:avLst>
          </a:prstGeom>
          <a:solidFill>
            <a:srgbClr val="061834"/>
          </a:solidFill>
          <a:ln w="12700">
            <a:solidFill>
              <a:srgbClr val="061834"/>
            </a:solidFill>
            <a:prstDash val="solid"/>
          </a:ln>
        </p:spPr>
      </p:sp>
      <p:sp>
        <p:nvSpPr>
          <p:cNvPr id="7" name="Text 5"/>
          <p:cNvSpPr txBox="1"/>
          <p:nvPr/>
        </p:nvSpPr>
        <p:spPr>
          <a:xfrm>
            <a:off x="704088" y="2194560"/>
            <a:ext cx="5632704"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AGENTS.MD</a:t>
            </a:r>
            <a:endParaRPr lang="en-US" sz="1050" dirty="0"/>
          </a:p>
        </p:txBody>
      </p:sp>
      <p:sp>
        <p:nvSpPr>
          <p:cNvPr id="8" name="Text 6"/>
          <p:cNvSpPr txBox="1"/>
          <p:nvPr/>
        </p:nvSpPr>
        <p:spPr>
          <a:xfrm>
            <a:off x="704088" y="2514600"/>
            <a:ext cx="5632704" cy="3776472"/>
          </a:xfrm>
          <a:prstGeom prst="rect">
            <a:avLst/>
          </a:prstGeom>
          <a:noFill/>
          <a:ln/>
        </p:spPr>
        <p:txBody>
          <a:bodyPr wrap="square" lIns="0" tIns="0" rIns="0" bIns="0" rtlCol="0" anchor="t"/>
          <a:lstStyle/>
          <a:p>
            <a:pPr marL="0" indent="0">
              <a:spcAft>
                <a:spcPts val="200"/>
              </a:spcAft>
              <a:buNone/>
            </a:pPr>
            <a:r>
              <a:rPr lang="en-US" sz="1050" b="1" dirty="0">
                <a:solidFill>
                  <a:srgbClr val="4A82FF"/>
                </a:solidFill>
                <a:latin typeface="Consolas" pitchFamily="34" charset="0"/>
                <a:ea typeface="Consolas" pitchFamily="34" charset="-122"/>
                <a:cs typeface="Consolas" pitchFamily="34" charset="-120"/>
              </a:rPr>
              <a:t># AGENTS.md · Super_ML_course</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b="1" dirty="0">
                <a:solidFill>
                  <a:srgbClr val="4A82FF"/>
                </a:solidFill>
                <a:latin typeface="Consolas" pitchFamily="34" charset="0"/>
                <a:ea typeface="Consolas" pitchFamily="34" charset="-122"/>
                <a:cs typeface="Consolas" pitchFamily="34" charset="-120"/>
              </a:rPr>
              <a:t>## Contexto</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Curso de ML en español. Caso: campaña de un banco</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(UCI Bank Marketing), clases 6 a 8.</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b="1" dirty="0">
                <a:solidFill>
                  <a:srgbClr val="4A82FF"/>
                </a:solidFill>
                <a:latin typeface="Consolas" pitchFamily="34" charset="0"/>
                <a:ea typeface="Consolas" pitchFamily="34" charset="-122"/>
                <a:cs typeface="Consolas" pitchFamily="34" charset="-120"/>
              </a:rPr>
              <a:t>## Reglas</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SEED = 42 en todo lo aleatorio.</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Corte temporal: ent &lt;= 2009-06, val 2009-07..12,</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OOT &gt;= 2010-01. Nunca split aleatorio.</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Prohibido usar duracion_seg, n_productos_hoy</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y n_llamadas: son fugas.</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Umbrales y k se eligen en validación.</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Escribe en español y no reformatees celdas</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que no te pedí cambiar.</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b="1" dirty="0">
                <a:solidFill>
                  <a:srgbClr val="4A82FF"/>
                </a:solidFill>
                <a:latin typeface="Consolas" pitchFamily="34" charset="0"/>
                <a:ea typeface="Consolas" pitchFamily="34" charset="-122"/>
                <a:cs typeface="Consolas" pitchFamily="34" charset="-120"/>
              </a:rPr>
              <a:t>## Cómo verificar</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 Corre el notebook de SOLUCIÓN: todo en [OK].</a:t>
            </a:r>
            <a:endParaRPr lang="en-US" sz="1050" dirty="0"/>
          </a:p>
        </p:txBody>
      </p:sp>
      <p:sp>
        <p:nvSpPr>
          <p:cNvPr id="9" name="Shape 7"/>
          <p:cNvSpPr/>
          <p:nvPr/>
        </p:nvSpPr>
        <p:spPr>
          <a:xfrm>
            <a:off x="6812280" y="2103120"/>
            <a:ext cx="4873752" cy="1371600"/>
          </a:xfrm>
          <a:prstGeom prst="roundRect">
            <a:avLst>
              <a:gd name="adj" fmla="val 5333"/>
            </a:avLst>
          </a:prstGeom>
          <a:solidFill>
            <a:srgbClr val="061834"/>
          </a:solidFill>
          <a:ln w="12700">
            <a:solidFill>
              <a:srgbClr val="061834"/>
            </a:solidFill>
            <a:prstDash val="solid"/>
          </a:ln>
        </p:spPr>
      </p:sp>
      <p:sp>
        <p:nvSpPr>
          <p:cNvPr id="10" name="Text 8"/>
          <p:cNvSpPr txBox="1"/>
          <p:nvPr/>
        </p:nvSpPr>
        <p:spPr>
          <a:xfrm>
            <a:off x="7013448" y="2194560"/>
            <a:ext cx="4471416"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CLAUDE.MD · IMPORTA EL ARCHIVO COMÚN</a:t>
            </a:r>
            <a:endParaRPr lang="en-US" sz="1050" dirty="0"/>
          </a:p>
        </p:txBody>
      </p:sp>
      <p:sp>
        <p:nvSpPr>
          <p:cNvPr id="11" name="Text 9"/>
          <p:cNvSpPr txBox="1"/>
          <p:nvPr/>
        </p:nvSpPr>
        <p:spPr>
          <a:xfrm>
            <a:off x="7013448" y="2514600"/>
            <a:ext cx="4471416" cy="850392"/>
          </a:xfrm>
          <a:prstGeom prst="rect">
            <a:avLst/>
          </a:prstGeom>
          <a:noFill/>
          <a:ln/>
        </p:spPr>
        <p:txBody>
          <a:bodyPr wrap="square" lIns="0" tIns="0" rIns="0" bIns="0" rtlCol="0" anchor="t"/>
          <a:lstStyle/>
          <a:p>
            <a:pPr marL="0" indent="0">
              <a:spcAft>
                <a:spcPts val="200"/>
              </a:spcAft>
              <a:buNone/>
            </a:pPr>
            <a:r>
              <a:rPr lang="en-US" sz="1050" b="1" dirty="0">
                <a:solidFill>
                  <a:srgbClr val="4A82FF"/>
                </a:solidFill>
                <a:latin typeface="Consolas" pitchFamily="34" charset="0"/>
                <a:ea typeface="Consolas" pitchFamily="34" charset="-122"/>
                <a:cs typeface="Consolas" pitchFamily="34" charset="-120"/>
              </a:rPr>
              <a:t># CLAUDE.md</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@AGENTS.md</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Reglas propias de Claude Code, si hacen falta.</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12280" y="3657600"/>
          <a:ext cx="4873752" cy="914400"/>
        </p:xfrm>
        <a:graphic>
          <a:graphicData uri="http://schemas.openxmlformats.org/drawingml/2006/table">
            <a:tbl>
              <a:tblPr/>
              <a:tblGrid>
                <a:gridCol w="1920240">
                  <a:extLst>
                    <a:ext uri="{9D8B030D-6E8A-4147-A177-3AD203B41FA5}">
                      <a16:colId xmlns:a16="http://schemas.microsoft.com/office/drawing/2014/main" val="20000"/>
                    </a:ext>
                  </a:extLst>
                </a:gridCol>
                <a:gridCol w="2953512">
                  <a:extLst>
                    <a:ext uri="{9D8B030D-6E8A-4147-A177-3AD203B41FA5}">
                      <a16:colId xmlns:a16="http://schemas.microsoft.com/office/drawing/2014/main" val="20001"/>
                    </a:ext>
                  </a:extLst>
                </a:gridCol>
              </a:tblGrid>
              <a:tr h="38404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Herramienta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Lee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Codex CLI · Cursor</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AGENTS.md</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OpenCode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AGENTS.md</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Antigravity</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GEMINI.md, luego AGENTS.md</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Claude Code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CLAUDE.md (con @AGENTS.md)</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3" name="Text 10"/>
          <p:cNvSpPr txBox="1"/>
          <p:nvPr/>
        </p:nvSpPr>
        <p:spPr>
          <a:xfrm>
            <a:off x="6812280" y="5760720"/>
            <a:ext cx="4873752" cy="548640"/>
          </a:xfrm>
          <a:prstGeom prst="rect">
            <a:avLst/>
          </a:prstGeom>
          <a:noFill/>
          <a:ln/>
        </p:spPr>
        <p:txBody>
          <a:bodyPr wrap="square" lIns="0" tIns="0" rIns="0" bIns="0" rtlCol="0" anchor="t"/>
          <a:lstStyle/>
          <a:p>
            <a:pPr marL="0" indent="0">
              <a:spcAft>
                <a:spcPts val="400"/>
              </a:spcAft>
              <a:buNone/>
            </a:pPr>
            <a:r>
              <a:rPr lang="en-US" sz="1200" i="1" dirty="0">
                <a:solidFill>
                  <a:srgbClr val="5B6B87"/>
                </a:solidFill>
                <a:latin typeface="Calibri" pitchFamily="34" charset="0"/>
                <a:ea typeface="Calibri" pitchFamily="34" charset="-122"/>
                <a:cs typeface="Calibri" pitchFamily="34" charset="-120"/>
              </a:rPr>
              <a:t>Las reglas se escriben como para un colega nuevo: cortas, concretas y verificables.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3268980" cy="347472"/>
          </a:xfrm>
          <a:prstGeom prst="roundRect">
            <a:avLst>
              <a:gd name="adj" fmla="val 50000"/>
            </a:avLst>
          </a:prstGeom>
          <a:solidFill>
            <a:srgbClr val="12B886"/>
          </a:solidFill>
          <a:ln w="12700">
            <a:solidFill>
              <a:srgbClr val="12B886"/>
            </a:solidFill>
            <a:prstDash val="solid"/>
          </a:ln>
        </p:spPr>
      </p:sp>
      <p:sp>
        <p:nvSpPr>
          <p:cNvPr id="3" name="Text 1"/>
          <p:cNvSpPr txBox="1"/>
          <p:nvPr/>
        </p:nvSpPr>
        <p:spPr>
          <a:xfrm>
            <a:off x="502920" y="384048"/>
            <a:ext cx="326898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5 · LOCAL + AGENTE</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El agente de terminal con un modelo local</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ollama launch configura la herramienta para que hable con Ollama en vez de con la nube. Para solo configurar: --config.</a:t>
            </a:r>
            <a:endParaRPr lang="en-US" sz="1400" dirty="0"/>
          </a:p>
        </p:txBody>
      </p:sp>
      <p:sp>
        <p:nvSpPr>
          <p:cNvPr id="6" name="Shape 4"/>
          <p:cNvSpPr/>
          <p:nvPr/>
        </p:nvSpPr>
        <p:spPr>
          <a:xfrm>
            <a:off x="502920" y="2103120"/>
            <a:ext cx="5669280" cy="3291840"/>
          </a:xfrm>
          <a:prstGeom prst="roundRect">
            <a:avLst>
              <a:gd name="adj" fmla="val 2222"/>
            </a:avLst>
          </a:prstGeom>
          <a:solidFill>
            <a:srgbClr val="061834"/>
          </a:solidFill>
          <a:ln w="12700">
            <a:solidFill>
              <a:srgbClr val="061834"/>
            </a:solidFill>
            <a:prstDash val="solid"/>
          </a:ln>
        </p:spPr>
      </p:sp>
      <p:sp>
        <p:nvSpPr>
          <p:cNvPr id="7" name="Text 5"/>
          <p:cNvSpPr txBox="1"/>
          <p:nvPr/>
        </p:nvSpPr>
        <p:spPr>
          <a:xfrm>
            <a:off x="704088" y="2194560"/>
            <a:ext cx="5266944" cy="274320"/>
          </a:xfrm>
          <a:prstGeom prst="rect">
            <a:avLst/>
          </a:prstGeom>
          <a:noFill/>
          <a:ln/>
        </p:spPr>
        <p:txBody>
          <a:bodyPr wrap="square" lIns="0" tIns="0" rIns="0" bIns="0" rtlCol="0" anchor="ctr"/>
          <a:lstStyle/>
          <a:p>
            <a:pPr marL="0" indent="0">
              <a:buNone/>
            </a:pPr>
            <a:r>
              <a:rPr lang="en-US" sz="1050" b="1" kern="0" spc="100" dirty="0">
                <a:solidFill>
                  <a:srgbClr val="4A82FF"/>
                </a:solidFill>
                <a:latin typeface="Calibri" pitchFamily="34" charset="0"/>
                <a:ea typeface="Calibri" pitchFamily="34" charset="-122"/>
                <a:cs typeface="Calibri" pitchFamily="34" charset="-120"/>
              </a:rPr>
              <a:t>OLLAMA LAUNCH</a:t>
            </a:r>
            <a:endParaRPr lang="en-US" sz="1050" dirty="0"/>
          </a:p>
        </p:txBody>
      </p:sp>
      <p:sp>
        <p:nvSpPr>
          <p:cNvPr id="8" name="Text 6"/>
          <p:cNvSpPr txBox="1"/>
          <p:nvPr/>
        </p:nvSpPr>
        <p:spPr>
          <a:xfrm>
            <a:off x="704088" y="2514600"/>
            <a:ext cx="5266944" cy="2770632"/>
          </a:xfrm>
          <a:prstGeom prst="rect">
            <a:avLst/>
          </a:prstGeom>
          <a:noFill/>
          <a:ln/>
        </p:spPr>
        <p:txBody>
          <a:bodyPr wrap="square" lIns="0" tIns="0" rIns="0" bIns="0" rtlCol="0" anchor="t"/>
          <a:lstStyle/>
          <a:p>
            <a:pPr marL="0" indent="0">
              <a:spcAft>
                <a:spcPts val="200"/>
              </a:spcAft>
              <a:buNone/>
            </a:pPr>
            <a:r>
              <a:rPr lang="en-US" sz="1050" i="1" dirty="0">
                <a:solidFill>
                  <a:srgbClr val="8B9BBE"/>
                </a:solidFill>
                <a:latin typeface="Consolas" pitchFamily="34" charset="0"/>
                <a:ea typeface="Consolas" pitchFamily="34" charset="-122"/>
                <a:cs typeface="Consolas" pitchFamily="34" charset="-120"/>
              </a:rPr>
              <a:t># Claude Code con un modelo local</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ollama launch claude --model gpt-oss:20b</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i="1" dirty="0">
                <a:solidFill>
                  <a:srgbClr val="8B9BBE"/>
                </a:solidFill>
                <a:latin typeface="Consolas" pitchFamily="34" charset="0"/>
                <a:ea typeface="Consolas" pitchFamily="34" charset="-122"/>
                <a:cs typeface="Consolas" pitchFamily="34" charset="-120"/>
              </a:rPr>
              <a:t># Codex con un modelo local</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ollama launch codex</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codex --oss -m gpt-oss:20b   # a mano</a:t>
            </a:r>
            <a:endParaRPr lang="en-US" sz="1050" dirty="0"/>
          </a:p>
          <a:p>
            <a:pPr marL="0" indent="0">
              <a:spcAft>
                <a:spcPts val="200"/>
              </a:spcAft>
              <a:buNone/>
            </a:pPr>
            <a:r>
              <a:rPr lang="en-US" sz="1050" dirty="0">
                <a:solidFill>
                  <a:srgbClr val="000000"/>
                </a:solidFill>
                <a:latin typeface="Consolas" pitchFamily="34" charset="0"/>
                <a:ea typeface="Consolas" pitchFamily="34" charset="-122"/>
                <a:cs typeface="Consolas" pitchFamily="34" charset="-120"/>
              </a:rPr>
              <a:t> </a:t>
            </a:r>
            <a:endParaRPr lang="en-US" sz="1050" dirty="0"/>
          </a:p>
          <a:p>
            <a:pPr marL="0" indent="0">
              <a:spcAft>
                <a:spcPts val="200"/>
              </a:spcAft>
              <a:buNone/>
            </a:pPr>
            <a:r>
              <a:rPr lang="en-US" sz="1050" i="1" dirty="0">
                <a:solidFill>
                  <a:srgbClr val="8B9BBE"/>
                </a:solidFill>
                <a:latin typeface="Consolas" pitchFamily="34" charset="0"/>
                <a:ea typeface="Consolas" pitchFamily="34" charset="-122"/>
                <a:cs typeface="Consolas" pitchFamily="34" charset="-120"/>
              </a:rPr>
              <a:t># OpenCode con un modelo local</a:t>
            </a:r>
            <a:endParaRPr lang="en-US" sz="1050" dirty="0"/>
          </a:p>
          <a:p>
            <a:pPr marL="0" indent="0">
              <a:spcAft>
                <a:spcPts val="200"/>
              </a:spcAft>
              <a:buNone/>
            </a:pPr>
            <a:r>
              <a:rPr lang="en-US" sz="1050" dirty="0">
                <a:solidFill>
                  <a:srgbClr val="FFFFFF"/>
                </a:solidFill>
                <a:latin typeface="Consolas" pitchFamily="34" charset="0"/>
                <a:ea typeface="Consolas" pitchFamily="34" charset="-122"/>
                <a:cs typeface="Consolas" pitchFamily="34" charset="-120"/>
              </a:rPr>
              <a:t>ollama launch opencode</a:t>
            </a:r>
            <a:endParaRPr lang="en-US" sz="1050" dirty="0"/>
          </a:p>
        </p:txBody>
      </p:sp>
      <p:sp>
        <p:nvSpPr>
          <p:cNvPr id="9" name="Shape 7"/>
          <p:cNvSpPr/>
          <p:nvPr/>
        </p:nvSpPr>
        <p:spPr>
          <a:xfrm>
            <a:off x="502920" y="5532120"/>
            <a:ext cx="5669280" cy="868680"/>
          </a:xfrm>
          <a:prstGeom prst="roundRect">
            <a:avLst>
              <a:gd name="adj" fmla="val 8421"/>
            </a:avLst>
          </a:prstGeom>
          <a:solidFill>
            <a:srgbClr val="061834"/>
          </a:solidFill>
          <a:ln w="12700">
            <a:solidFill>
              <a:srgbClr val="061834"/>
            </a:solidFill>
            <a:prstDash val="solid"/>
          </a:ln>
        </p:spPr>
      </p:sp>
      <p:sp>
        <p:nvSpPr>
          <p:cNvPr id="10" name="Text 8"/>
          <p:cNvSpPr txBox="1"/>
          <p:nvPr/>
        </p:nvSpPr>
        <p:spPr>
          <a:xfrm>
            <a:off x="704088" y="5669280"/>
            <a:ext cx="5266944" cy="621792"/>
          </a:xfrm>
          <a:prstGeom prst="rect">
            <a:avLst/>
          </a:prstGeom>
          <a:noFill/>
          <a:ln/>
        </p:spPr>
        <p:txBody>
          <a:bodyPr wrap="square" lIns="0" tIns="0" rIns="0" bIns="0" rtlCol="0" anchor="t"/>
          <a:lstStyle/>
          <a:p>
            <a:pPr marL="0" indent="0">
              <a:spcAft>
                <a:spcPts val="200"/>
              </a:spcAft>
              <a:buNone/>
            </a:pPr>
            <a:r>
              <a:rPr lang="en-US" sz="950" i="1" dirty="0">
                <a:solidFill>
                  <a:srgbClr val="8B9BBE"/>
                </a:solidFill>
                <a:latin typeface="Consolas" pitchFamily="34" charset="0"/>
                <a:ea typeface="Consolas" pitchFamily="34" charset="-122"/>
                <a:cs typeface="Consolas" pitchFamily="34" charset="-120"/>
              </a:rPr>
              <a:t># lo que hace launch por ti, para Claude Code</a:t>
            </a:r>
            <a:endParaRPr lang="en-US" sz="950" dirty="0"/>
          </a:p>
          <a:p>
            <a:pPr marL="0" indent="0">
              <a:spcAft>
                <a:spcPts val="200"/>
              </a:spcAft>
              <a:buNone/>
            </a:pPr>
            <a:r>
              <a:rPr lang="en-US" sz="950" dirty="0">
                <a:solidFill>
                  <a:srgbClr val="FFFFFF"/>
                </a:solidFill>
                <a:latin typeface="Consolas" pitchFamily="34" charset="0"/>
                <a:ea typeface="Consolas" pitchFamily="34" charset="-122"/>
                <a:cs typeface="Consolas" pitchFamily="34" charset="-120"/>
              </a:rPr>
              <a:t>export ANTHROPIC_BASE_URL=http://localhost:11434</a:t>
            </a:r>
            <a:endParaRPr lang="en-US" sz="950" dirty="0"/>
          </a:p>
          <a:p>
            <a:pPr marL="0" indent="0">
              <a:spcAft>
                <a:spcPts val="200"/>
              </a:spcAft>
              <a:buNone/>
            </a:pPr>
            <a:r>
              <a:rPr lang="en-US" sz="950" dirty="0">
                <a:solidFill>
                  <a:srgbClr val="FFFFFF"/>
                </a:solidFill>
                <a:latin typeface="Consolas" pitchFamily="34" charset="0"/>
                <a:ea typeface="Consolas" pitchFamily="34" charset="-122"/>
                <a:cs typeface="Consolas" pitchFamily="34" charset="-120"/>
              </a:rPr>
              <a:t>export ANTHROPIC_AUTH_TOKEN=ollama</a:t>
            </a:r>
            <a:endParaRPr lang="en-US" sz="950" dirty="0"/>
          </a:p>
          <a:p>
            <a:pPr marL="0" indent="0">
              <a:spcAft>
                <a:spcPts val="200"/>
              </a:spcAft>
              <a:buNone/>
            </a:pPr>
            <a:r>
              <a:rPr lang="en-US" sz="950" dirty="0">
                <a:solidFill>
                  <a:srgbClr val="FFFFFF"/>
                </a:solidFill>
                <a:latin typeface="Consolas" pitchFamily="34" charset="0"/>
                <a:ea typeface="Consolas" pitchFamily="34" charset="-122"/>
                <a:cs typeface="Consolas" pitchFamily="34" charset="-120"/>
              </a:rPr>
              <a:t>claude --model gpt-oss:20b</a:t>
            </a: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46520" y="2103120"/>
          <a:ext cx="5239512" cy="914400"/>
        </p:xfrm>
        <a:graphic>
          <a:graphicData uri="http://schemas.openxmlformats.org/drawingml/2006/table">
            <a:tbl>
              <a:tblPr/>
              <a:tblGrid>
                <a:gridCol w="2286000">
                  <a:extLst>
                    <a:ext uri="{9D8B030D-6E8A-4147-A177-3AD203B41FA5}">
                      <a16:colId xmlns:a16="http://schemas.microsoft.com/office/drawing/2014/main" val="20000"/>
                    </a:ext>
                  </a:extLst>
                </a:gridCol>
                <a:gridCol w="2953512">
                  <a:extLst>
                    <a:ext uri="{9D8B030D-6E8A-4147-A177-3AD203B41FA5}">
                      <a16:colId xmlns:a16="http://schemas.microsoft.com/office/drawing/2014/main" val="20001"/>
                    </a:ext>
                  </a:extLst>
                </a:gridCol>
              </a:tblGrid>
              <a:tr h="45720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Requisito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Por qué</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Ollama reciente (0.15 o más)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ollama launch llegó en enero de 2026</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Contexto de 64 000 tokens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el agente mete archivos enteros en el prompt</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Modelo con tool calling</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sin él, el agente describe en vez de actuar</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16 GB de memoria o más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los modelos chicos no sostienen un agente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2" name="Shape 9"/>
          <p:cNvSpPr/>
          <p:nvPr/>
        </p:nvSpPr>
        <p:spPr>
          <a:xfrm>
            <a:off x="6446520" y="4617720"/>
            <a:ext cx="5239512" cy="1783080"/>
          </a:xfrm>
          <a:prstGeom prst="roundRect">
            <a:avLst>
              <a:gd name="adj" fmla="val 4103"/>
            </a:avLst>
          </a:prstGeom>
          <a:solidFill>
            <a:srgbClr val="0A2559"/>
          </a:solidFill>
          <a:ln w="12700">
            <a:solidFill>
              <a:srgbClr val="0A2559"/>
            </a:solidFill>
            <a:prstDash val="solid"/>
          </a:ln>
        </p:spPr>
      </p:sp>
      <p:sp>
        <p:nvSpPr>
          <p:cNvPr id="13" name="Text 10"/>
          <p:cNvSpPr txBox="1"/>
          <p:nvPr/>
        </p:nvSpPr>
        <p:spPr>
          <a:xfrm>
            <a:off x="6675120" y="4727448"/>
            <a:ext cx="4782312" cy="1563624"/>
          </a:xfrm>
          <a:prstGeom prst="rect">
            <a:avLst/>
          </a:prstGeom>
          <a:noFill/>
          <a:ln/>
        </p:spPr>
        <p:txBody>
          <a:bodyPr wrap="square" lIns="0" tIns="0" rIns="0" bIns="0" rtlCol="0" anchor="ctr"/>
          <a:lstStyle/>
          <a:p>
            <a:pPr marL="0" indent="0">
              <a:buNone/>
            </a:pPr>
            <a:r>
              <a:rPr lang="en-US" sz="1200" b="1" dirty="0">
                <a:solidFill>
                  <a:srgbClr val="F2A900"/>
                </a:solidFill>
                <a:latin typeface="Calibri" pitchFamily="34" charset="0"/>
                <a:ea typeface="Calibri" pitchFamily="34" charset="-122"/>
                <a:cs typeface="Calibri" pitchFamily="34" charset="-120"/>
              </a:rPr>
              <a:t>Espera menos: </a:t>
            </a:r>
            <a:r>
              <a:rPr lang="en-US" sz="1200" dirty="0">
                <a:solidFill>
                  <a:srgbClr val="C9D4EA"/>
                </a:solidFill>
                <a:latin typeface="Calibri" pitchFamily="34" charset="0"/>
                <a:ea typeface="Calibri" pitchFamily="34" charset="-122"/>
                <a:cs typeface="Calibri" pitchFamily="34" charset="-120"/>
              </a:rPr>
              <a:t>es más lento y se equivoca más al editar archivos. Úsalo cuando la privacidad importa más que la velocidad.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3268980" cy="347472"/>
          </a:xfrm>
          <a:prstGeom prst="roundRect">
            <a:avLst>
              <a:gd name="adj" fmla="val 50000"/>
            </a:avLst>
          </a:prstGeom>
          <a:solidFill>
            <a:srgbClr val="12B886"/>
          </a:solidFill>
          <a:ln w="12700">
            <a:solidFill>
              <a:srgbClr val="12B886"/>
            </a:solidFill>
            <a:prstDash val="solid"/>
          </a:ln>
        </p:spPr>
      </p:sp>
      <p:sp>
        <p:nvSpPr>
          <p:cNvPr id="3" name="Text 1"/>
          <p:cNvSpPr txBox="1"/>
          <p:nvPr/>
        </p:nvSpPr>
        <p:spPr>
          <a:xfrm>
            <a:off x="502920" y="384048"/>
            <a:ext cx="326898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5 · LOCAL + AGENTE</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Qué funciona en cada editor</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terminal integrada es el camino que no falla. Lo demás depende del editor.</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83112" cy="914400"/>
        </p:xfrm>
        <a:graphic>
          <a:graphicData uri="http://schemas.openxmlformats.org/drawingml/2006/table">
            <a:tbl>
              <a:tblPr/>
              <a:tblGrid>
                <a:gridCol w="310896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2688336">
                  <a:extLst>
                    <a:ext uri="{9D8B030D-6E8A-4147-A177-3AD203B41FA5}">
                      <a16:colId xmlns:a16="http://schemas.microsoft.com/office/drawing/2014/main" val="20002"/>
                    </a:ext>
                  </a:extLst>
                </a:gridCol>
                <a:gridCol w="2688336">
                  <a:extLst>
                    <a:ext uri="{9D8B030D-6E8A-4147-A177-3AD203B41FA5}">
                      <a16:colId xmlns:a16="http://schemas.microsoft.com/office/drawing/2014/main" val="20003"/>
                    </a:ext>
                  </a:extLst>
                </a:gridCol>
              </a:tblGrid>
              <a:tr h="548640">
                <a:tc>
                  <a:txBody>
                    <a:bodyPr/>
                    <a:lstStyle/>
                    <a:p>
                      <a:pPr marL="0" indent="0" algn="l">
                        <a:buNone/>
                      </a:pP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VS Code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Cursor</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Antigravity</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54864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Agentes de frontera en la terminal</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2B886"/>
                          </a:solidFill>
                          <a:latin typeface="Calibri" pitchFamily="34" charset="0"/>
                          <a:ea typeface="Calibri" pitchFamily="34" charset="-122"/>
                          <a:cs typeface="Calibri" pitchFamily="34" charset="-120"/>
                        </a:rPr>
                        <a:t>sí</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2B886"/>
                          </a:solidFill>
                          <a:latin typeface="Calibri" pitchFamily="34" charset="0"/>
                          <a:ea typeface="Calibri" pitchFamily="34" charset="-122"/>
                          <a:cs typeface="Calibri" pitchFamily="34" charset="-120"/>
                        </a:rPr>
                        <a:t>sí</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2B886"/>
                          </a:solidFill>
                          <a:latin typeface="Calibri" pitchFamily="34" charset="0"/>
                          <a:ea typeface="Calibri" pitchFamily="34" charset="-122"/>
                          <a:cs typeface="Calibri" pitchFamily="34" charset="-120"/>
                        </a:rPr>
                        <a:t>sí</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Agentes con modelo local en la terminal</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2B886"/>
                          </a:solidFill>
                          <a:latin typeface="Calibri" pitchFamily="34" charset="0"/>
                          <a:ea typeface="Calibri" pitchFamily="34" charset="-122"/>
                          <a:cs typeface="Calibri" pitchFamily="34" charset="-120"/>
                        </a:rPr>
                        <a:t>sí, con ollama launch</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2B886"/>
                          </a:solidFill>
                          <a:latin typeface="Calibri" pitchFamily="34" charset="0"/>
                          <a:ea typeface="Calibri" pitchFamily="34" charset="-122"/>
                          <a:cs typeface="Calibri" pitchFamily="34" charset="-120"/>
                        </a:rPr>
                        <a:t>sí, con ollama launch</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2B886"/>
                          </a:solidFill>
                          <a:latin typeface="Calibri" pitchFamily="34" charset="0"/>
                          <a:ea typeface="Calibri" pitchFamily="34" charset="-122"/>
                          <a:cs typeface="Calibri" pitchFamily="34" charset="-120"/>
                        </a:rPr>
                        <a:t>sí, con ollama launch</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Modelo local en el chat del editor</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2B886"/>
                          </a:solidFill>
                          <a:latin typeface="Calibri" pitchFamily="34" charset="0"/>
                          <a:ea typeface="Calibri" pitchFamily="34" charset="-122"/>
                          <a:cs typeface="Calibri" pitchFamily="34" charset="-120"/>
                        </a:rPr>
                        <a:t>sí: el chat acepta Ollama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E6115E"/>
                          </a:solidFill>
                          <a:latin typeface="Calibri" pitchFamily="34" charset="0"/>
                          <a:ea typeface="Calibri" pitchFamily="34" charset="-122"/>
                          <a:cs typeface="Calibri" pitchFamily="34" charset="-120"/>
                        </a:rPr>
                        <a:t>no llega a localhost</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usa sus propios modelos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Agente integrado del editor</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Copilot y extensiones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agente de Cursor</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C3A55"/>
                          </a:solidFill>
                          <a:latin typeface="Calibri" pitchFamily="34" charset="0"/>
                          <a:ea typeface="Calibri" pitchFamily="34" charset="-122"/>
                          <a:cs typeface="Calibri" pitchFamily="34" charset="-120"/>
                        </a:rPr>
                        <a:t>agente de Antigravity</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hape 4"/>
          <p:cNvSpPr/>
          <p:nvPr/>
        </p:nvSpPr>
        <p:spPr>
          <a:xfrm>
            <a:off x="502920" y="5074920"/>
            <a:ext cx="5486400" cy="1280160"/>
          </a:xfrm>
          <a:prstGeom prst="roundRect">
            <a:avLst>
              <a:gd name="adj" fmla="val 5714"/>
            </a:avLst>
          </a:prstGeom>
          <a:solidFill>
            <a:srgbClr val="FFFFFF"/>
          </a:solidFill>
          <a:ln w="12700">
            <a:solidFill>
              <a:srgbClr val="D2DBEC"/>
            </a:solidFill>
            <a:prstDash val="solid"/>
          </a:ln>
        </p:spPr>
      </p:sp>
      <p:sp>
        <p:nvSpPr>
          <p:cNvPr id="8" name="Text 5"/>
          <p:cNvSpPr txBox="1"/>
          <p:nvPr/>
        </p:nvSpPr>
        <p:spPr>
          <a:xfrm>
            <a:off x="704088" y="5184648"/>
            <a:ext cx="5084064" cy="329184"/>
          </a:xfrm>
          <a:prstGeom prst="rect">
            <a:avLst/>
          </a:prstGeom>
          <a:noFill/>
          <a:ln/>
        </p:spPr>
        <p:txBody>
          <a:bodyPr wrap="square" lIns="0" tIns="0" rIns="0" bIns="0" rtlCol="0" anchor="ctr"/>
          <a:lstStyle/>
          <a:p>
            <a:pPr marL="0" indent="0">
              <a:buNone/>
            </a:pPr>
            <a:r>
              <a:rPr lang="en-US" sz="1300" b="1" dirty="0">
                <a:solidFill>
                  <a:srgbClr val="E6115E"/>
                </a:solidFill>
                <a:latin typeface="Calibri" pitchFamily="34" charset="0"/>
                <a:ea typeface="Calibri" pitchFamily="34" charset="-122"/>
                <a:cs typeface="Calibri" pitchFamily="34" charset="-120"/>
              </a:rPr>
              <a:t>Cursor y los túneles</a:t>
            </a:r>
            <a:endParaRPr lang="en-US" sz="1300" dirty="0"/>
          </a:p>
        </p:txBody>
      </p:sp>
      <p:sp>
        <p:nvSpPr>
          <p:cNvPr id="9" name="Text 6"/>
          <p:cNvSpPr txBox="1"/>
          <p:nvPr/>
        </p:nvSpPr>
        <p:spPr>
          <a:xfrm>
            <a:off x="704088" y="5550408"/>
            <a:ext cx="5084064" cy="731520"/>
          </a:xfrm>
          <a:prstGeom prst="rect">
            <a:avLst/>
          </a:prstGeom>
          <a:noFill/>
          <a:ln/>
        </p:spPr>
        <p:txBody>
          <a:bodyPr wrap="square" lIns="0" tIns="0" rIns="0" bIns="0" rtlCol="0" anchor="t"/>
          <a:lstStyle/>
          <a:p>
            <a:pPr marL="0" indent="0">
              <a:spcAft>
                <a:spcPts val="400"/>
              </a:spcAft>
              <a:buNone/>
            </a:pPr>
            <a:r>
              <a:rPr lang="en-US" sz="1100" dirty="0">
                <a:solidFill>
                  <a:srgbClr val="2C3A55"/>
                </a:solidFill>
                <a:latin typeface="Calibri" pitchFamily="34" charset="0"/>
                <a:ea typeface="Calibri" pitchFamily="34" charset="-122"/>
                <a:cs typeface="Calibri" pitchFamily="34" charset="-120"/>
              </a:rPr>
              <a:t>Se puede exponer Ollama a internet con ngrok para que Cursor lo vea, pero el código pasa por los servidores de Cursor. Para datos del banco, no.</a:t>
            </a:r>
            <a:endParaRPr lang="en-US" sz="1100" dirty="0"/>
          </a:p>
        </p:txBody>
      </p:sp>
      <p:sp>
        <p:nvSpPr>
          <p:cNvPr id="10" name="Shape 7"/>
          <p:cNvSpPr/>
          <p:nvPr/>
        </p:nvSpPr>
        <p:spPr>
          <a:xfrm>
            <a:off x="6199632" y="5074920"/>
            <a:ext cx="5486400" cy="1280160"/>
          </a:xfrm>
          <a:prstGeom prst="roundRect">
            <a:avLst>
              <a:gd name="adj" fmla="val 5714"/>
            </a:avLst>
          </a:prstGeom>
          <a:solidFill>
            <a:srgbClr val="0A2559"/>
          </a:solidFill>
          <a:ln w="12700">
            <a:solidFill>
              <a:srgbClr val="0A2559"/>
            </a:solidFill>
            <a:prstDash val="solid"/>
          </a:ln>
        </p:spPr>
      </p:sp>
      <p:sp>
        <p:nvSpPr>
          <p:cNvPr id="11" name="Text 8"/>
          <p:cNvSpPr txBox="1"/>
          <p:nvPr/>
        </p:nvSpPr>
        <p:spPr>
          <a:xfrm>
            <a:off x="6428232" y="5184648"/>
            <a:ext cx="5029200" cy="106070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Regla práctica: </a:t>
            </a:r>
            <a:r>
              <a:rPr lang="en-US" sz="1200" dirty="0">
                <a:solidFill>
                  <a:srgbClr val="C9D4EA"/>
                </a:solidFill>
                <a:latin typeface="Calibri" pitchFamily="34" charset="0"/>
                <a:ea typeface="Calibri" pitchFamily="34" charset="-122"/>
                <a:cs typeface="Calibri" pitchFamily="34" charset="-120"/>
              </a:rPr>
              <a:t>elige el editor por comodidad y el modelo por privacidad. La terminal hace de puente entre los dos.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SEGURIDAD</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Cinco reglas antes de dejar que un agente toque tu repo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Un agente con permisos de terminal puede borrar, instalar y subir cosas. Trátalo como a un practicante nuevo.</a:t>
            </a:r>
            <a:endParaRPr lang="en-US" sz="1400" dirty="0"/>
          </a:p>
        </p:txBody>
      </p:sp>
      <p:sp>
        <p:nvSpPr>
          <p:cNvPr id="6" name="Shape 4"/>
          <p:cNvSpPr/>
          <p:nvPr/>
        </p:nvSpPr>
        <p:spPr>
          <a:xfrm>
            <a:off x="502920" y="2103120"/>
            <a:ext cx="3611880" cy="1691640"/>
          </a:xfrm>
          <a:prstGeom prst="roundRect">
            <a:avLst>
              <a:gd name="adj" fmla="val 4324"/>
            </a:avLst>
          </a:prstGeom>
          <a:solidFill>
            <a:srgbClr val="FFFFFF"/>
          </a:solidFill>
          <a:ln w="12700">
            <a:solidFill>
              <a:srgbClr val="D2DBEC"/>
            </a:solidFill>
            <a:prstDash val="solid"/>
          </a:ln>
        </p:spPr>
      </p:sp>
      <p:sp>
        <p:nvSpPr>
          <p:cNvPr id="7" name="Text 5"/>
          <p:cNvSpPr txBox="1"/>
          <p:nvPr/>
        </p:nvSpPr>
        <p:spPr>
          <a:xfrm>
            <a:off x="704088" y="2267712"/>
            <a:ext cx="457200" cy="548640"/>
          </a:xfrm>
          <a:prstGeom prst="rect">
            <a:avLst/>
          </a:prstGeom>
          <a:noFill/>
          <a:ln/>
        </p:spPr>
        <p:txBody>
          <a:bodyPr wrap="square" lIns="0" tIns="0" rIns="0" bIns="0" rtlCol="0" anchor="ctr"/>
          <a:lstStyle/>
          <a:p>
            <a:pPr marL="0" indent="0">
              <a:buNone/>
            </a:pPr>
            <a:r>
              <a:rPr lang="en-US" sz="2800" b="1" dirty="0">
                <a:solidFill>
                  <a:srgbClr val="E6115E"/>
                </a:solidFill>
                <a:latin typeface="Calibri" pitchFamily="34" charset="0"/>
                <a:ea typeface="Calibri" pitchFamily="34" charset="-122"/>
                <a:cs typeface="Calibri" pitchFamily="34" charset="-120"/>
              </a:rPr>
              <a:t>1</a:t>
            </a:r>
            <a:endParaRPr lang="en-US" sz="2800" dirty="0"/>
          </a:p>
        </p:txBody>
      </p:sp>
      <p:sp>
        <p:nvSpPr>
          <p:cNvPr id="8" name="Text 6"/>
          <p:cNvSpPr txBox="1"/>
          <p:nvPr/>
        </p:nvSpPr>
        <p:spPr>
          <a:xfrm>
            <a:off x="1188720" y="2304288"/>
            <a:ext cx="2743200" cy="457200"/>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Datos</a:t>
            </a:r>
            <a:endParaRPr lang="en-US" sz="1600" dirty="0"/>
          </a:p>
        </p:txBody>
      </p:sp>
      <p:sp>
        <p:nvSpPr>
          <p:cNvPr id="9" name="Text 7"/>
          <p:cNvSpPr txBox="1"/>
          <p:nvPr/>
        </p:nvSpPr>
        <p:spPr>
          <a:xfrm>
            <a:off x="704088" y="2880360"/>
            <a:ext cx="3200400" cy="86868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Nunca datos de clientes reales en un modelo de frontera. Practica con datos públicos.</a:t>
            </a:r>
            <a:endParaRPr lang="en-US" sz="1200" dirty="0"/>
          </a:p>
        </p:txBody>
      </p:sp>
      <p:sp>
        <p:nvSpPr>
          <p:cNvPr id="10" name="Shape 8"/>
          <p:cNvSpPr/>
          <p:nvPr/>
        </p:nvSpPr>
        <p:spPr>
          <a:xfrm>
            <a:off x="4279392" y="2103120"/>
            <a:ext cx="3611880" cy="1691640"/>
          </a:xfrm>
          <a:prstGeom prst="roundRect">
            <a:avLst>
              <a:gd name="adj" fmla="val 4324"/>
            </a:avLst>
          </a:prstGeom>
          <a:solidFill>
            <a:srgbClr val="FFFFFF"/>
          </a:solidFill>
          <a:ln w="12700">
            <a:solidFill>
              <a:srgbClr val="D2DBEC"/>
            </a:solidFill>
            <a:prstDash val="solid"/>
          </a:ln>
        </p:spPr>
      </p:sp>
      <p:sp>
        <p:nvSpPr>
          <p:cNvPr id="11" name="Text 9"/>
          <p:cNvSpPr txBox="1"/>
          <p:nvPr/>
        </p:nvSpPr>
        <p:spPr>
          <a:xfrm>
            <a:off x="4480560" y="2267712"/>
            <a:ext cx="457200" cy="548640"/>
          </a:xfrm>
          <a:prstGeom prst="rect">
            <a:avLst/>
          </a:prstGeom>
          <a:noFill/>
          <a:ln/>
        </p:spPr>
        <p:txBody>
          <a:bodyPr wrap="square" lIns="0" tIns="0" rIns="0" bIns="0" rtlCol="0" anchor="ctr"/>
          <a:lstStyle/>
          <a:p>
            <a:pPr marL="0" indent="0">
              <a:buNone/>
            </a:pPr>
            <a:r>
              <a:rPr lang="en-US" sz="2800" b="1" dirty="0">
                <a:solidFill>
                  <a:srgbClr val="E6115E"/>
                </a:solidFill>
                <a:latin typeface="Calibri" pitchFamily="34" charset="0"/>
                <a:ea typeface="Calibri" pitchFamily="34" charset="-122"/>
                <a:cs typeface="Calibri" pitchFamily="34" charset="-120"/>
              </a:rPr>
              <a:t>2</a:t>
            </a:r>
            <a:endParaRPr lang="en-US" sz="2800" dirty="0"/>
          </a:p>
        </p:txBody>
      </p:sp>
      <p:sp>
        <p:nvSpPr>
          <p:cNvPr id="12" name="Text 10"/>
          <p:cNvSpPr txBox="1"/>
          <p:nvPr/>
        </p:nvSpPr>
        <p:spPr>
          <a:xfrm>
            <a:off x="4965192" y="2304288"/>
            <a:ext cx="2743200" cy="457200"/>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Secretos</a:t>
            </a:r>
            <a:endParaRPr lang="en-US" sz="1600" dirty="0"/>
          </a:p>
        </p:txBody>
      </p:sp>
      <p:sp>
        <p:nvSpPr>
          <p:cNvPr id="13" name="Text 11"/>
          <p:cNvSpPr txBox="1"/>
          <p:nvPr/>
        </p:nvSpPr>
        <p:spPr>
          <a:xfrm>
            <a:off x="4480560" y="2880360"/>
            <a:ext cx="3200400" cy="86868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Las API keys van en .env y .env va al .gitignore. Nunca las pegues en el chat.</a:t>
            </a:r>
            <a:endParaRPr lang="en-US" sz="1200" dirty="0"/>
          </a:p>
        </p:txBody>
      </p:sp>
      <p:sp>
        <p:nvSpPr>
          <p:cNvPr id="14" name="Shape 12"/>
          <p:cNvSpPr/>
          <p:nvPr/>
        </p:nvSpPr>
        <p:spPr>
          <a:xfrm>
            <a:off x="8055864" y="2103120"/>
            <a:ext cx="3611880" cy="1691640"/>
          </a:xfrm>
          <a:prstGeom prst="roundRect">
            <a:avLst>
              <a:gd name="adj" fmla="val 4324"/>
            </a:avLst>
          </a:prstGeom>
          <a:solidFill>
            <a:srgbClr val="FFFFFF"/>
          </a:solidFill>
          <a:ln w="12700">
            <a:solidFill>
              <a:srgbClr val="D2DBEC"/>
            </a:solidFill>
            <a:prstDash val="solid"/>
          </a:ln>
        </p:spPr>
      </p:sp>
      <p:sp>
        <p:nvSpPr>
          <p:cNvPr id="15" name="Text 13"/>
          <p:cNvSpPr txBox="1"/>
          <p:nvPr/>
        </p:nvSpPr>
        <p:spPr>
          <a:xfrm>
            <a:off x="8257032" y="2267712"/>
            <a:ext cx="457200" cy="548640"/>
          </a:xfrm>
          <a:prstGeom prst="rect">
            <a:avLst/>
          </a:prstGeom>
          <a:noFill/>
          <a:ln/>
        </p:spPr>
        <p:txBody>
          <a:bodyPr wrap="square" lIns="0" tIns="0" rIns="0" bIns="0" rtlCol="0" anchor="ctr"/>
          <a:lstStyle/>
          <a:p>
            <a:pPr marL="0" indent="0">
              <a:buNone/>
            </a:pPr>
            <a:r>
              <a:rPr lang="en-US" sz="2800" b="1" dirty="0">
                <a:solidFill>
                  <a:srgbClr val="1A56E8"/>
                </a:solidFill>
                <a:latin typeface="Calibri" pitchFamily="34" charset="0"/>
                <a:ea typeface="Calibri" pitchFamily="34" charset="-122"/>
                <a:cs typeface="Calibri" pitchFamily="34" charset="-120"/>
              </a:rPr>
              <a:t>3</a:t>
            </a:r>
            <a:endParaRPr lang="en-US" sz="2800" dirty="0"/>
          </a:p>
        </p:txBody>
      </p:sp>
      <p:sp>
        <p:nvSpPr>
          <p:cNvPr id="16" name="Text 14"/>
          <p:cNvSpPr txBox="1"/>
          <p:nvPr/>
        </p:nvSpPr>
        <p:spPr>
          <a:xfrm>
            <a:off x="8741664" y="2304288"/>
            <a:ext cx="2743200" cy="457200"/>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Permisos</a:t>
            </a:r>
            <a:endParaRPr lang="en-US" sz="1600" dirty="0"/>
          </a:p>
        </p:txBody>
      </p:sp>
      <p:sp>
        <p:nvSpPr>
          <p:cNvPr id="17" name="Text 15"/>
          <p:cNvSpPr txBox="1"/>
          <p:nvPr/>
        </p:nvSpPr>
        <p:spPr>
          <a:xfrm>
            <a:off x="8257032" y="2880360"/>
            <a:ext cx="3200400" cy="86868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Aprueba cada comando. No uses los modos que ejecutan todo sin preguntar en repos con datos.</a:t>
            </a:r>
            <a:endParaRPr lang="en-US" sz="1200" dirty="0"/>
          </a:p>
        </p:txBody>
      </p:sp>
      <p:sp>
        <p:nvSpPr>
          <p:cNvPr id="18" name="Shape 16"/>
          <p:cNvSpPr/>
          <p:nvPr/>
        </p:nvSpPr>
        <p:spPr>
          <a:xfrm>
            <a:off x="502920" y="3977640"/>
            <a:ext cx="3611880" cy="1691640"/>
          </a:xfrm>
          <a:prstGeom prst="roundRect">
            <a:avLst>
              <a:gd name="adj" fmla="val 4324"/>
            </a:avLst>
          </a:prstGeom>
          <a:solidFill>
            <a:srgbClr val="FFFFFF"/>
          </a:solidFill>
          <a:ln w="12700">
            <a:solidFill>
              <a:srgbClr val="D2DBEC"/>
            </a:solidFill>
            <a:prstDash val="solid"/>
          </a:ln>
        </p:spPr>
      </p:sp>
      <p:sp>
        <p:nvSpPr>
          <p:cNvPr id="19" name="Text 17"/>
          <p:cNvSpPr txBox="1"/>
          <p:nvPr/>
        </p:nvSpPr>
        <p:spPr>
          <a:xfrm>
            <a:off x="704088" y="4142232"/>
            <a:ext cx="457200" cy="548640"/>
          </a:xfrm>
          <a:prstGeom prst="rect">
            <a:avLst/>
          </a:prstGeom>
          <a:noFill/>
          <a:ln/>
        </p:spPr>
        <p:txBody>
          <a:bodyPr wrap="square" lIns="0" tIns="0" rIns="0" bIns="0" rtlCol="0" anchor="ctr"/>
          <a:lstStyle/>
          <a:p>
            <a:pPr marL="0" indent="0">
              <a:buNone/>
            </a:pPr>
            <a:r>
              <a:rPr lang="en-US" sz="2800" b="1" dirty="0">
                <a:solidFill>
                  <a:srgbClr val="1A56E8"/>
                </a:solidFill>
                <a:latin typeface="Calibri" pitchFamily="34" charset="0"/>
                <a:ea typeface="Calibri" pitchFamily="34" charset="-122"/>
                <a:cs typeface="Calibri" pitchFamily="34" charset="-120"/>
              </a:rPr>
              <a:t>4</a:t>
            </a:r>
            <a:endParaRPr lang="en-US" sz="2800" dirty="0"/>
          </a:p>
        </p:txBody>
      </p:sp>
      <p:sp>
        <p:nvSpPr>
          <p:cNvPr id="20" name="Text 18"/>
          <p:cNvSpPr txBox="1"/>
          <p:nvPr/>
        </p:nvSpPr>
        <p:spPr>
          <a:xfrm>
            <a:off x="1188720" y="4178808"/>
            <a:ext cx="2743200" cy="457200"/>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Revisión</a:t>
            </a:r>
            <a:endParaRPr lang="en-US" sz="1600" dirty="0"/>
          </a:p>
        </p:txBody>
      </p:sp>
      <p:sp>
        <p:nvSpPr>
          <p:cNvPr id="21" name="Text 19"/>
          <p:cNvSpPr txBox="1"/>
          <p:nvPr/>
        </p:nvSpPr>
        <p:spPr>
          <a:xfrm>
            <a:off x="704088" y="4754880"/>
            <a:ext cx="3200400" cy="86868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Antes de cada commit: git diff y el notebook de solución en [OK]. Si no lo entiendes, no lo subas.</a:t>
            </a:r>
            <a:endParaRPr lang="en-US" sz="1200" dirty="0"/>
          </a:p>
        </p:txBody>
      </p:sp>
      <p:sp>
        <p:nvSpPr>
          <p:cNvPr id="22" name="Shape 20"/>
          <p:cNvSpPr/>
          <p:nvPr/>
        </p:nvSpPr>
        <p:spPr>
          <a:xfrm>
            <a:off x="4279392" y="3977640"/>
            <a:ext cx="3611880" cy="1691640"/>
          </a:xfrm>
          <a:prstGeom prst="roundRect">
            <a:avLst>
              <a:gd name="adj" fmla="val 4324"/>
            </a:avLst>
          </a:prstGeom>
          <a:solidFill>
            <a:srgbClr val="FFFFFF"/>
          </a:solidFill>
          <a:ln w="12700">
            <a:solidFill>
              <a:srgbClr val="D2DBEC"/>
            </a:solidFill>
            <a:prstDash val="solid"/>
          </a:ln>
        </p:spPr>
      </p:sp>
      <p:sp>
        <p:nvSpPr>
          <p:cNvPr id="23" name="Text 21"/>
          <p:cNvSpPr txBox="1"/>
          <p:nvPr/>
        </p:nvSpPr>
        <p:spPr>
          <a:xfrm>
            <a:off x="4480560" y="4142232"/>
            <a:ext cx="457200" cy="548640"/>
          </a:xfrm>
          <a:prstGeom prst="rect">
            <a:avLst/>
          </a:prstGeom>
          <a:noFill/>
          <a:ln/>
        </p:spPr>
        <p:txBody>
          <a:bodyPr wrap="square" lIns="0" tIns="0" rIns="0" bIns="0" rtlCol="0" anchor="ctr"/>
          <a:lstStyle/>
          <a:p>
            <a:pPr marL="0" indent="0">
              <a:buNone/>
            </a:pPr>
            <a:r>
              <a:rPr lang="en-US" sz="2800" b="1" dirty="0">
                <a:solidFill>
                  <a:srgbClr val="12B886"/>
                </a:solidFill>
                <a:latin typeface="Calibri" pitchFamily="34" charset="0"/>
                <a:ea typeface="Calibri" pitchFamily="34" charset="-122"/>
                <a:cs typeface="Calibri" pitchFamily="34" charset="-120"/>
              </a:rPr>
              <a:t>5</a:t>
            </a:r>
            <a:endParaRPr lang="en-US" sz="2800" dirty="0"/>
          </a:p>
        </p:txBody>
      </p:sp>
      <p:sp>
        <p:nvSpPr>
          <p:cNvPr id="24" name="Text 22"/>
          <p:cNvSpPr txBox="1"/>
          <p:nvPr/>
        </p:nvSpPr>
        <p:spPr>
          <a:xfrm>
            <a:off x="4965192" y="4178808"/>
            <a:ext cx="2743200" cy="457200"/>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Cuentas</a:t>
            </a:r>
            <a:endParaRPr lang="en-US" sz="1600" dirty="0"/>
          </a:p>
        </p:txBody>
      </p:sp>
      <p:sp>
        <p:nvSpPr>
          <p:cNvPr id="25" name="Text 23"/>
          <p:cNvSpPr txBox="1"/>
          <p:nvPr/>
        </p:nvSpPr>
        <p:spPr>
          <a:xfrm>
            <a:off x="4480560" y="4754880"/>
            <a:ext cx="3200400" cy="86868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En el trabajo, solo la cuenta y la herramienta que tu empresa aprobó. La personal, para el curso.</a:t>
            </a:r>
            <a:endParaRPr lang="en-US" sz="1200" dirty="0"/>
          </a:p>
        </p:txBody>
      </p:sp>
      <p:sp>
        <p:nvSpPr>
          <p:cNvPr id="26" name="Shape 24"/>
          <p:cNvSpPr/>
          <p:nvPr/>
        </p:nvSpPr>
        <p:spPr>
          <a:xfrm>
            <a:off x="8055864" y="3977640"/>
            <a:ext cx="3630168" cy="1691640"/>
          </a:xfrm>
          <a:prstGeom prst="roundRect">
            <a:avLst>
              <a:gd name="adj" fmla="val 4324"/>
            </a:avLst>
          </a:prstGeom>
          <a:solidFill>
            <a:srgbClr val="0A2559"/>
          </a:solidFill>
          <a:ln w="12700">
            <a:solidFill>
              <a:srgbClr val="0A2559"/>
            </a:solidFill>
            <a:prstDash val="solid"/>
          </a:ln>
        </p:spPr>
      </p:sp>
      <p:sp>
        <p:nvSpPr>
          <p:cNvPr id="27" name="Text 25"/>
          <p:cNvSpPr txBox="1"/>
          <p:nvPr/>
        </p:nvSpPr>
        <p:spPr>
          <a:xfrm>
            <a:off x="8284464" y="4087368"/>
            <a:ext cx="3172968" cy="147218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El agente propone, tú decides. </a:t>
            </a:r>
            <a:r>
              <a:rPr lang="en-US" sz="1200" dirty="0">
                <a:solidFill>
                  <a:srgbClr val="C9D4EA"/>
                </a:solidFill>
                <a:latin typeface="Calibri" pitchFamily="34" charset="0"/>
                <a:ea typeface="Calibri" pitchFamily="34" charset="-122"/>
                <a:cs typeface="Calibri" pitchFamily="34" charset="-120"/>
              </a:rPr>
              <a:t>La responsabilidad del código que entra al repo sigue siendo tuya, como en un comité de modelos.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638044"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638044"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BLOQUE 6 · PRÁCTICA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Cuatro tareas sobre el notebook de la Clase 7</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Las mismas tareas con un modelo local y con uno de frontera. Compara qué hace cada uno.</a:t>
            </a:r>
            <a:endParaRPr lang="en-US" sz="1400" dirty="0"/>
          </a:p>
        </p:txBody>
      </p:sp>
      <p:sp>
        <p:nvSpPr>
          <p:cNvPr id="6" name="Shape 4"/>
          <p:cNvSpPr/>
          <p:nvPr/>
        </p:nvSpPr>
        <p:spPr>
          <a:xfrm>
            <a:off x="502920" y="2103120"/>
            <a:ext cx="5486400" cy="1645920"/>
          </a:xfrm>
          <a:prstGeom prst="roundRect">
            <a:avLst>
              <a:gd name="adj" fmla="val 4444"/>
            </a:avLst>
          </a:prstGeom>
          <a:solidFill>
            <a:srgbClr val="FFFFFF"/>
          </a:solidFill>
          <a:ln w="12700">
            <a:solidFill>
              <a:srgbClr val="D2DBEC"/>
            </a:solidFill>
            <a:prstDash val="solid"/>
          </a:ln>
        </p:spPr>
      </p:sp>
      <p:sp>
        <p:nvSpPr>
          <p:cNvPr id="7" name="Text 5"/>
          <p:cNvSpPr txBox="1"/>
          <p:nvPr/>
        </p:nvSpPr>
        <p:spPr>
          <a:xfrm>
            <a:off x="704088" y="2212848"/>
            <a:ext cx="2377440" cy="365760"/>
          </a:xfrm>
          <a:prstGeom prst="rect">
            <a:avLst/>
          </a:prstGeom>
          <a:noFill/>
          <a:ln/>
        </p:spPr>
        <p:txBody>
          <a:bodyPr wrap="square" lIns="0" tIns="0" rIns="0" bIns="0" rtlCol="0" anchor="ctr"/>
          <a:lstStyle/>
          <a:p>
            <a:pPr marL="0" indent="0">
              <a:buNone/>
            </a:pPr>
            <a:r>
              <a:rPr lang="en-US" sz="1500" b="1" dirty="0">
                <a:solidFill>
                  <a:srgbClr val="12B886"/>
                </a:solidFill>
                <a:latin typeface="Calibri" pitchFamily="34" charset="0"/>
                <a:ea typeface="Calibri" pitchFamily="34" charset="-122"/>
                <a:cs typeface="Calibri" pitchFamily="34" charset="-120"/>
              </a:rPr>
              <a:t>1 · Local</a:t>
            </a:r>
            <a:endParaRPr lang="en-US" sz="1500" dirty="0"/>
          </a:p>
        </p:txBody>
      </p:sp>
      <p:sp>
        <p:nvSpPr>
          <p:cNvPr id="8" name="Text 6"/>
          <p:cNvSpPr txBox="1"/>
          <p:nvPr/>
        </p:nvSpPr>
        <p:spPr>
          <a:xfrm>
            <a:off x="3154680" y="2212848"/>
            <a:ext cx="2633472" cy="365760"/>
          </a:xfrm>
          <a:prstGeom prst="rect">
            <a:avLst/>
          </a:prstGeom>
          <a:noFill/>
          <a:ln/>
        </p:spPr>
        <p:txBody>
          <a:bodyPr wrap="square" lIns="0" tIns="0" rIns="0" bIns="0" rtlCol="0" anchor="ctr"/>
          <a:lstStyle/>
          <a:p>
            <a:pPr marL="0" indent="0" algn="r">
              <a:buNone/>
            </a:pPr>
            <a:r>
              <a:rPr lang="en-US" sz="1050" dirty="0">
                <a:solidFill>
                  <a:srgbClr val="5B6B87"/>
                </a:solidFill>
                <a:latin typeface="Consolas" pitchFamily="34" charset="0"/>
                <a:ea typeface="Consolas" pitchFamily="34" charset="-122"/>
                <a:cs typeface="Consolas" pitchFamily="34" charset="-120"/>
              </a:rPr>
              <a:t>ollama run qwen3.5:9b</a:t>
            </a:r>
            <a:endParaRPr lang="en-US" sz="1050" dirty="0"/>
          </a:p>
        </p:txBody>
      </p:sp>
      <p:sp>
        <p:nvSpPr>
          <p:cNvPr id="9" name="Shape 7"/>
          <p:cNvSpPr/>
          <p:nvPr/>
        </p:nvSpPr>
        <p:spPr>
          <a:xfrm>
            <a:off x="704088" y="2697480"/>
            <a:ext cx="5084064" cy="914400"/>
          </a:xfrm>
          <a:prstGeom prst="roundRect">
            <a:avLst>
              <a:gd name="adj" fmla="val 5000"/>
            </a:avLst>
          </a:prstGeom>
          <a:solidFill>
            <a:srgbClr val="E9EEF8"/>
          </a:solidFill>
          <a:ln w="12700">
            <a:solidFill>
              <a:srgbClr val="E9EEF8"/>
            </a:solidFill>
            <a:prstDash val="solid"/>
          </a:ln>
        </p:spPr>
      </p:sp>
      <p:sp>
        <p:nvSpPr>
          <p:cNvPr id="10" name="Text 8"/>
          <p:cNvSpPr txBox="1"/>
          <p:nvPr/>
        </p:nvSpPr>
        <p:spPr>
          <a:xfrm>
            <a:off x="822960" y="2697480"/>
            <a:ext cx="4846320" cy="914400"/>
          </a:xfrm>
          <a:prstGeom prst="rect">
            <a:avLst/>
          </a:prstGeom>
          <a:noFill/>
          <a:ln/>
        </p:spPr>
        <p:txBody>
          <a:bodyPr wrap="square" lIns="0" tIns="0" rIns="0" bIns="0" rtlCol="0" anchor="ctr"/>
          <a:lstStyle/>
          <a:p>
            <a:pPr marL="0" indent="0">
              <a:buNone/>
            </a:pPr>
            <a:r>
              <a:rPr lang="en-US" sz="1200" i="1" dirty="0">
                <a:solidFill>
                  <a:srgbClr val="0A2559"/>
                </a:solidFill>
                <a:latin typeface="Calibri" pitchFamily="34" charset="0"/>
                <a:ea typeface="Calibri" pitchFamily="34" charset="-122"/>
                <a:cs typeface="Calibri" pitchFamily="34" charset="-120"/>
              </a:rPr>
              <a:t>«Explica qué hace ganancia_campana y por qué el umbral 0.5 gana poco en 2010.»</a:t>
            </a:r>
            <a:endParaRPr lang="en-US" sz="1200" dirty="0"/>
          </a:p>
        </p:txBody>
      </p:sp>
      <p:sp>
        <p:nvSpPr>
          <p:cNvPr id="11" name="Shape 9"/>
          <p:cNvSpPr/>
          <p:nvPr/>
        </p:nvSpPr>
        <p:spPr>
          <a:xfrm>
            <a:off x="6144768" y="2103120"/>
            <a:ext cx="5486400" cy="1645920"/>
          </a:xfrm>
          <a:prstGeom prst="roundRect">
            <a:avLst>
              <a:gd name="adj" fmla="val 4444"/>
            </a:avLst>
          </a:prstGeom>
          <a:solidFill>
            <a:srgbClr val="FFFFFF"/>
          </a:solidFill>
          <a:ln w="12700">
            <a:solidFill>
              <a:srgbClr val="D2DBEC"/>
            </a:solidFill>
            <a:prstDash val="solid"/>
          </a:ln>
        </p:spPr>
      </p:sp>
      <p:sp>
        <p:nvSpPr>
          <p:cNvPr id="12" name="Text 10"/>
          <p:cNvSpPr txBox="1"/>
          <p:nvPr/>
        </p:nvSpPr>
        <p:spPr>
          <a:xfrm>
            <a:off x="6345936" y="2212848"/>
            <a:ext cx="2377440" cy="365760"/>
          </a:xfrm>
          <a:prstGeom prst="rect">
            <a:avLst/>
          </a:prstGeom>
          <a:noFill/>
          <a:ln/>
        </p:spPr>
        <p:txBody>
          <a:bodyPr wrap="square" lIns="0" tIns="0" rIns="0" bIns="0" rtlCol="0" anchor="ctr"/>
          <a:lstStyle/>
          <a:p>
            <a:pPr marL="0" indent="0">
              <a:buNone/>
            </a:pPr>
            <a:r>
              <a:rPr lang="en-US" sz="1500" b="1" dirty="0">
                <a:solidFill>
                  <a:srgbClr val="E6115E"/>
                </a:solidFill>
                <a:latin typeface="Calibri" pitchFamily="34" charset="0"/>
                <a:ea typeface="Calibri" pitchFamily="34" charset="-122"/>
                <a:cs typeface="Calibri" pitchFamily="34" charset="-120"/>
              </a:rPr>
              <a:t>2 · Frontera</a:t>
            </a:r>
            <a:endParaRPr lang="en-US" sz="1500" dirty="0"/>
          </a:p>
        </p:txBody>
      </p:sp>
      <p:sp>
        <p:nvSpPr>
          <p:cNvPr id="13" name="Text 11"/>
          <p:cNvSpPr txBox="1"/>
          <p:nvPr/>
        </p:nvSpPr>
        <p:spPr>
          <a:xfrm>
            <a:off x="8796528" y="2212848"/>
            <a:ext cx="2633472" cy="365760"/>
          </a:xfrm>
          <a:prstGeom prst="rect">
            <a:avLst/>
          </a:prstGeom>
          <a:noFill/>
          <a:ln/>
        </p:spPr>
        <p:txBody>
          <a:bodyPr wrap="square" lIns="0" tIns="0" rIns="0" bIns="0" rtlCol="0" anchor="ctr"/>
          <a:lstStyle/>
          <a:p>
            <a:pPr marL="0" indent="0" algn="r">
              <a:buNone/>
            </a:pPr>
            <a:r>
              <a:rPr lang="en-US" sz="1050" dirty="0">
                <a:solidFill>
                  <a:srgbClr val="5B6B87"/>
                </a:solidFill>
                <a:latin typeface="Consolas" pitchFamily="34" charset="0"/>
                <a:ea typeface="Consolas" pitchFamily="34" charset="-122"/>
                <a:cs typeface="Consolas" pitchFamily="34" charset="-120"/>
              </a:rPr>
              <a:t>claude · codex · agy · opencode</a:t>
            </a:r>
            <a:endParaRPr lang="en-US" sz="1050" dirty="0"/>
          </a:p>
        </p:txBody>
      </p:sp>
      <p:sp>
        <p:nvSpPr>
          <p:cNvPr id="14" name="Shape 12"/>
          <p:cNvSpPr/>
          <p:nvPr/>
        </p:nvSpPr>
        <p:spPr>
          <a:xfrm>
            <a:off x="6345936" y="2697480"/>
            <a:ext cx="5084064" cy="914400"/>
          </a:xfrm>
          <a:prstGeom prst="roundRect">
            <a:avLst>
              <a:gd name="adj" fmla="val 5000"/>
            </a:avLst>
          </a:prstGeom>
          <a:solidFill>
            <a:srgbClr val="E9EEF8"/>
          </a:solidFill>
          <a:ln w="12700">
            <a:solidFill>
              <a:srgbClr val="E9EEF8"/>
            </a:solidFill>
            <a:prstDash val="solid"/>
          </a:ln>
        </p:spPr>
      </p:sp>
      <p:sp>
        <p:nvSpPr>
          <p:cNvPr id="15" name="Text 13"/>
          <p:cNvSpPr txBox="1"/>
          <p:nvPr/>
        </p:nvSpPr>
        <p:spPr>
          <a:xfrm>
            <a:off x="6464808" y="2697480"/>
            <a:ext cx="4846320" cy="914400"/>
          </a:xfrm>
          <a:prstGeom prst="rect">
            <a:avLst/>
          </a:prstGeom>
          <a:noFill/>
          <a:ln/>
        </p:spPr>
        <p:txBody>
          <a:bodyPr wrap="square" lIns="0" tIns="0" rIns="0" bIns="0" rtlCol="0" anchor="ctr"/>
          <a:lstStyle/>
          <a:p>
            <a:pPr marL="0" indent="0">
              <a:buNone/>
            </a:pPr>
            <a:r>
              <a:rPr lang="en-US" sz="1200" i="1" dirty="0">
                <a:solidFill>
                  <a:srgbClr val="0A2559"/>
                </a:solidFill>
                <a:latin typeface="Calibri" pitchFamily="34" charset="0"/>
                <a:ea typeface="Calibri" pitchFamily="34" charset="-122"/>
                <a:cs typeface="Calibri" pitchFamily="34" charset="-120"/>
              </a:rPr>
              <a:t>«Crea tests/test_ganancia.py con pytest: llamar a todos en validación debe dar −2 455 €.»</a:t>
            </a:r>
            <a:endParaRPr lang="en-US" sz="1200" dirty="0"/>
          </a:p>
        </p:txBody>
      </p:sp>
      <p:sp>
        <p:nvSpPr>
          <p:cNvPr id="16" name="Shape 14"/>
          <p:cNvSpPr/>
          <p:nvPr/>
        </p:nvSpPr>
        <p:spPr>
          <a:xfrm>
            <a:off x="502920" y="3931920"/>
            <a:ext cx="5486400" cy="1645920"/>
          </a:xfrm>
          <a:prstGeom prst="roundRect">
            <a:avLst>
              <a:gd name="adj" fmla="val 4444"/>
            </a:avLst>
          </a:prstGeom>
          <a:solidFill>
            <a:srgbClr val="FFFFFF"/>
          </a:solidFill>
          <a:ln w="12700">
            <a:solidFill>
              <a:srgbClr val="D2DBEC"/>
            </a:solidFill>
            <a:prstDash val="solid"/>
          </a:ln>
        </p:spPr>
      </p:sp>
      <p:sp>
        <p:nvSpPr>
          <p:cNvPr id="17" name="Text 15"/>
          <p:cNvSpPr txBox="1"/>
          <p:nvPr/>
        </p:nvSpPr>
        <p:spPr>
          <a:xfrm>
            <a:off x="704088" y="4041648"/>
            <a:ext cx="2377440" cy="365760"/>
          </a:xfrm>
          <a:prstGeom prst="rect">
            <a:avLst/>
          </a:prstGeom>
          <a:noFill/>
          <a:ln/>
        </p:spPr>
        <p:txBody>
          <a:bodyPr wrap="square" lIns="0" tIns="0" rIns="0" bIns="0" rtlCol="0" anchor="ctr"/>
          <a:lstStyle/>
          <a:p>
            <a:pPr marL="0" indent="0">
              <a:buNone/>
            </a:pPr>
            <a:r>
              <a:rPr lang="en-US" sz="1500" b="1" dirty="0">
                <a:solidFill>
                  <a:srgbClr val="E6115E"/>
                </a:solidFill>
                <a:latin typeface="Calibri" pitchFamily="34" charset="0"/>
                <a:ea typeface="Calibri" pitchFamily="34" charset="-122"/>
                <a:cs typeface="Calibri" pitchFamily="34" charset="-120"/>
              </a:rPr>
              <a:t>3 · Frontera</a:t>
            </a:r>
            <a:endParaRPr lang="en-US" sz="1500" dirty="0"/>
          </a:p>
        </p:txBody>
      </p:sp>
      <p:sp>
        <p:nvSpPr>
          <p:cNvPr id="18" name="Text 16"/>
          <p:cNvSpPr txBox="1"/>
          <p:nvPr/>
        </p:nvSpPr>
        <p:spPr>
          <a:xfrm>
            <a:off x="3154680" y="4041648"/>
            <a:ext cx="2633472" cy="365760"/>
          </a:xfrm>
          <a:prstGeom prst="rect">
            <a:avLst/>
          </a:prstGeom>
          <a:noFill/>
          <a:ln/>
        </p:spPr>
        <p:txBody>
          <a:bodyPr wrap="square" lIns="0" tIns="0" rIns="0" bIns="0" rtlCol="0" anchor="ctr"/>
          <a:lstStyle/>
          <a:p>
            <a:pPr marL="0" indent="0" algn="r">
              <a:buNone/>
            </a:pPr>
            <a:r>
              <a:rPr lang="en-US" sz="1050" dirty="0">
                <a:solidFill>
                  <a:srgbClr val="5B6B87"/>
                </a:solidFill>
                <a:latin typeface="Consolas" pitchFamily="34" charset="0"/>
                <a:ea typeface="Consolas" pitchFamily="34" charset="-122"/>
                <a:cs typeface="Consolas" pitchFamily="34" charset="-120"/>
              </a:rPr>
              <a:t>claude · codex · agy · opencode</a:t>
            </a:r>
            <a:endParaRPr lang="en-US" sz="1050" dirty="0"/>
          </a:p>
        </p:txBody>
      </p:sp>
      <p:sp>
        <p:nvSpPr>
          <p:cNvPr id="19" name="Shape 17"/>
          <p:cNvSpPr/>
          <p:nvPr/>
        </p:nvSpPr>
        <p:spPr>
          <a:xfrm>
            <a:off x="704088" y="4526280"/>
            <a:ext cx="5084064" cy="914400"/>
          </a:xfrm>
          <a:prstGeom prst="roundRect">
            <a:avLst>
              <a:gd name="adj" fmla="val 5000"/>
            </a:avLst>
          </a:prstGeom>
          <a:solidFill>
            <a:srgbClr val="E9EEF8"/>
          </a:solidFill>
          <a:ln w="12700">
            <a:solidFill>
              <a:srgbClr val="E9EEF8"/>
            </a:solidFill>
            <a:prstDash val="solid"/>
          </a:ln>
        </p:spPr>
      </p:sp>
      <p:sp>
        <p:nvSpPr>
          <p:cNvPr id="20" name="Text 18"/>
          <p:cNvSpPr txBox="1"/>
          <p:nvPr/>
        </p:nvSpPr>
        <p:spPr>
          <a:xfrm>
            <a:off x="822960" y="4526280"/>
            <a:ext cx="4846320" cy="914400"/>
          </a:xfrm>
          <a:prstGeom prst="rect">
            <a:avLst/>
          </a:prstGeom>
          <a:noFill/>
          <a:ln/>
        </p:spPr>
        <p:txBody>
          <a:bodyPr wrap="square" lIns="0" tIns="0" rIns="0" bIns="0" rtlCol="0" anchor="ctr"/>
          <a:lstStyle/>
          <a:p>
            <a:pPr marL="0" indent="0">
              <a:buNone/>
            </a:pPr>
            <a:r>
              <a:rPr lang="en-US" sz="1200" i="1" dirty="0">
                <a:solidFill>
                  <a:srgbClr val="0A2559"/>
                </a:solidFill>
                <a:latin typeface="Calibri" pitchFamily="34" charset="0"/>
                <a:ea typeface="Calibri" pitchFamily="34" charset="-122"/>
                <a:cs typeface="Calibri" pitchFamily="34" charset="-120"/>
              </a:rPr>
              <a:t>«Agrega al notebook una curva de ganancia por modelo con el umbral de validación.»</a:t>
            </a:r>
            <a:endParaRPr lang="en-US" sz="1200" dirty="0"/>
          </a:p>
        </p:txBody>
      </p:sp>
      <p:sp>
        <p:nvSpPr>
          <p:cNvPr id="21" name="Shape 19"/>
          <p:cNvSpPr/>
          <p:nvPr/>
        </p:nvSpPr>
        <p:spPr>
          <a:xfrm>
            <a:off x="6144768" y="3931920"/>
            <a:ext cx="5486400" cy="1645920"/>
          </a:xfrm>
          <a:prstGeom prst="roundRect">
            <a:avLst>
              <a:gd name="adj" fmla="val 4444"/>
            </a:avLst>
          </a:prstGeom>
          <a:solidFill>
            <a:srgbClr val="FFFFFF"/>
          </a:solidFill>
          <a:ln w="12700">
            <a:solidFill>
              <a:srgbClr val="D2DBEC"/>
            </a:solidFill>
            <a:prstDash val="solid"/>
          </a:ln>
        </p:spPr>
      </p:sp>
      <p:sp>
        <p:nvSpPr>
          <p:cNvPr id="22" name="Text 20"/>
          <p:cNvSpPr txBox="1"/>
          <p:nvPr/>
        </p:nvSpPr>
        <p:spPr>
          <a:xfrm>
            <a:off x="6345936" y="4041648"/>
            <a:ext cx="2377440" cy="365760"/>
          </a:xfrm>
          <a:prstGeom prst="rect">
            <a:avLst/>
          </a:prstGeom>
          <a:noFill/>
          <a:ln/>
        </p:spPr>
        <p:txBody>
          <a:bodyPr wrap="square" lIns="0" tIns="0" rIns="0" bIns="0" rtlCol="0" anchor="ctr"/>
          <a:lstStyle/>
          <a:p>
            <a:pPr marL="0" indent="0">
              <a:buNone/>
            </a:pPr>
            <a:r>
              <a:rPr lang="en-US" sz="1500" b="1" dirty="0">
                <a:solidFill>
                  <a:srgbClr val="1A56E8"/>
                </a:solidFill>
                <a:latin typeface="Calibri" pitchFamily="34" charset="0"/>
                <a:ea typeface="Calibri" pitchFamily="34" charset="-122"/>
                <a:cs typeface="Calibri" pitchFamily="34" charset="-120"/>
              </a:rPr>
              <a:t>4 · Los dos</a:t>
            </a:r>
            <a:endParaRPr lang="en-US" sz="1500" dirty="0"/>
          </a:p>
        </p:txBody>
      </p:sp>
      <p:sp>
        <p:nvSpPr>
          <p:cNvPr id="23" name="Text 21"/>
          <p:cNvSpPr txBox="1"/>
          <p:nvPr/>
        </p:nvSpPr>
        <p:spPr>
          <a:xfrm>
            <a:off x="8796528" y="4041648"/>
            <a:ext cx="2633472" cy="365760"/>
          </a:xfrm>
          <a:prstGeom prst="rect">
            <a:avLst/>
          </a:prstGeom>
          <a:noFill/>
          <a:ln/>
        </p:spPr>
        <p:txBody>
          <a:bodyPr wrap="square" lIns="0" tIns="0" rIns="0" bIns="0" rtlCol="0" anchor="ctr"/>
          <a:lstStyle/>
          <a:p>
            <a:pPr marL="0" indent="0" algn="r">
              <a:buNone/>
            </a:pPr>
            <a:r>
              <a:rPr lang="en-US" sz="1050" dirty="0">
                <a:solidFill>
                  <a:srgbClr val="5B6B87"/>
                </a:solidFill>
                <a:latin typeface="Consolas" pitchFamily="34" charset="0"/>
                <a:ea typeface="Consolas" pitchFamily="34" charset="-122"/>
                <a:cs typeface="Consolas" pitchFamily="34" charset="-120"/>
              </a:rPr>
              <a:t>local y frontera</a:t>
            </a:r>
            <a:endParaRPr lang="en-US" sz="1050" dirty="0"/>
          </a:p>
        </p:txBody>
      </p:sp>
      <p:sp>
        <p:nvSpPr>
          <p:cNvPr id="24" name="Shape 22"/>
          <p:cNvSpPr/>
          <p:nvPr/>
        </p:nvSpPr>
        <p:spPr>
          <a:xfrm>
            <a:off x="6345936" y="4526280"/>
            <a:ext cx="5084064" cy="914400"/>
          </a:xfrm>
          <a:prstGeom prst="roundRect">
            <a:avLst>
              <a:gd name="adj" fmla="val 5000"/>
            </a:avLst>
          </a:prstGeom>
          <a:solidFill>
            <a:srgbClr val="E9EEF8"/>
          </a:solidFill>
          <a:ln w="12700">
            <a:solidFill>
              <a:srgbClr val="E9EEF8"/>
            </a:solidFill>
            <a:prstDash val="solid"/>
          </a:ln>
        </p:spPr>
      </p:sp>
      <p:sp>
        <p:nvSpPr>
          <p:cNvPr id="25" name="Text 23"/>
          <p:cNvSpPr txBox="1"/>
          <p:nvPr/>
        </p:nvSpPr>
        <p:spPr>
          <a:xfrm>
            <a:off x="6464808" y="4526280"/>
            <a:ext cx="4846320" cy="914400"/>
          </a:xfrm>
          <a:prstGeom prst="rect">
            <a:avLst/>
          </a:prstGeom>
          <a:noFill/>
          <a:ln/>
        </p:spPr>
        <p:txBody>
          <a:bodyPr wrap="square" lIns="0" tIns="0" rIns="0" bIns="0" rtlCol="0" anchor="ctr"/>
          <a:lstStyle/>
          <a:p>
            <a:pPr marL="0" indent="0">
              <a:buNone/>
            </a:pPr>
            <a:r>
              <a:rPr lang="en-US" sz="1200" i="1" dirty="0">
                <a:solidFill>
                  <a:srgbClr val="0A2559"/>
                </a:solidFill>
                <a:latin typeface="Calibri" pitchFamily="34" charset="0"/>
                <a:ea typeface="Calibri" pitchFamily="34" charset="-122"/>
                <a:cs typeface="Calibri" pitchFamily="34" charset="-120"/>
              </a:rPr>
              <a:t>«Revisa el notebook y dime si hay fugas de información. Compara: ¿cuál nombra duracion_seg?»</a:t>
            </a:r>
            <a:endParaRPr lang="en-US" sz="1200" dirty="0"/>
          </a:p>
        </p:txBody>
      </p:sp>
      <p:sp>
        <p:nvSpPr>
          <p:cNvPr id="26" name="Shape 24"/>
          <p:cNvSpPr/>
          <p:nvPr/>
        </p:nvSpPr>
        <p:spPr>
          <a:xfrm>
            <a:off x="502920" y="5760720"/>
            <a:ext cx="11183112" cy="640080"/>
          </a:xfrm>
          <a:prstGeom prst="roundRect">
            <a:avLst>
              <a:gd name="adj" fmla="val 11429"/>
            </a:avLst>
          </a:prstGeom>
          <a:solidFill>
            <a:srgbClr val="0A2559"/>
          </a:solidFill>
          <a:ln w="12700">
            <a:solidFill>
              <a:srgbClr val="0A2559"/>
            </a:solidFill>
            <a:prstDash val="solid"/>
          </a:ln>
        </p:spPr>
      </p:sp>
      <p:sp>
        <p:nvSpPr>
          <p:cNvPr id="27" name="Text 25"/>
          <p:cNvSpPr txBox="1"/>
          <p:nvPr/>
        </p:nvSpPr>
        <p:spPr>
          <a:xfrm>
            <a:off x="731520" y="5870448"/>
            <a:ext cx="10725912" cy="420624"/>
          </a:xfrm>
          <a:prstGeom prst="rect">
            <a:avLst/>
          </a:prstGeom>
          <a:noFill/>
          <a:ln/>
        </p:spPr>
        <p:txBody>
          <a:bodyPr wrap="square" lIns="0" tIns="0" rIns="0" bIns="0" rtlCol="0" anchor="ctr"/>
          <a:lstStyle/>
          <a:p>
            <a:pPr marL="0" indent="0">
              <a:buNone/>
            </a:pPr>
            <a:r>
              <a:rPr lang="en-US" sz="1200" b="1" dirty="0">
                <a:solidFill>
                  <a:srgbClr val="F2A900"/>
                </a:solidFill>
                <a:latin typeface="Calibri" pitchFamily="34" charset="0"/>
                <a:ea typeface="Calibri" pitchFamily="34" charset="-122"/>
                <a:cs typeface="Calibri" pitchFamily="34" charset="-120"/>
              </a:rPr>
              <a:t>Al terminar cada tarea: </a:t>
            </a:r>
            <a:r>
              <a:rPr lang="en-US" sz="1200" dirty="0">
                <a:solidFill>
                  <a:srgbClr val="C9D4EA"/>
                </a:solidFill>
                <a:latin typeface="Calibri" pitchFamily="34" charset="0"/>
                <a:ea typeface="Calibri" pitchFamily="34" charset="-122"/>
                <a:cs typeface="Calibri" pitchFamily="34" charset="-120"/>
              </a:rPr>
              <a:t>git diff, corre la verificación y decide si aceptas el cambio. Si no lo aceptas, git checkout -- . lo deshace.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74320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74320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PROBLEMAS FRECUENTES</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Cuando algo no anda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Casi todo se resuelve cerrando y abriendo la terminal. Lo demás está aquí.</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83112" cy="914400"/>
        </p:xfrm>
        <a:graphic>
          <a:graphicData uri="http://schemas.openxmlformats.org/drawingml/2006/table">
            <a:tbl>
              <a:tblPr/>
              <a:tblGrid>
                <a:gridCol w="32004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4873752">
                  <a:extLst>
                    <a:ext uri="{9D8B030D-6E8A-4147-A177-3AD203B41FA5}">
                      <a16:colId xmlns:a16="http://schemas.microsoft.com/office/drawing/2014/main" val="20002"/>
                    </a:ext>
                  </a:extLst>
                </a:gridCol>
              </a:tblGrid>
              <a:tr h="45720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Síntoma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Causa probable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Arreglo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command not found · no se reconoce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la terminal se abrió antes de instalar</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cierra y abre la terminal; si sigue, revisa el PATH</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python abre la Microsoft Store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Python sin «Add to PATH»</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reinstala Python marcando la casilla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PowerShell no deja activar .venv</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política de ejecución</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Set-ExecutionPolicy -Scope CurrentUser RemoteSigned</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El notebook no ve pandas</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el editor usa otro intérprete</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Python: Select Interpreter → .venv</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connection refused en 11434</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Ollama no está corriendo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A2559"/>
                          </a:solidFill>
                          <a:latin typeface="Consolas" pitchFamily="34" charset="0"/>
                          <a:ea typeface="Consolas" pitchFamily="34" charset="-122"/>
                          <a:cs typeface="Consolas" pitchFamily="34" charset="-120"/>
                        </a:rPr>
                        <a:t>ollama serve</a:t>
                      </a:r>
                      <a:endParaRPr lang="en-US" sz="1000" dirty="0">
                        <a:latin typeface="Consolas" charset="0"/>
                        <a:ea typeface="Consolas" charset="0"/>
                        <a:cs typeface="Consolas"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El modelo responde lentísimo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no entra en tu memoria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un modelo más chico y cierra el navegador</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El agente «leería el archivo...»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sin tool calling o poco contexto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otro modelo o contexto de 64 000</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lgn="l">
                        <a:buNone/>
                      </a:pPr>
                      <a:r>
                        <a:rPr lang="en-US" sz="1100" b="1" dirty="0">
                          <a:solidFill>
                            <a:srgbClr val="2C3A55"/>
                          </a:solidFill>
                          <a:latin typeface="Calibri" pitchFamily="34" charset="0"/>
                          <a:ea typeface="Calibri" pitchFamily="34" charset="-122"/>
                          <a:cs typeface="Calibri" pitchFamily="34" charset="-120"/>
                        </a:rPr>
                        <a:t>Las descargas fallan en la oficina</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proxy corporativo</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C3A55"/>
                          </a:solidFill>
                          <a:latin typeface="Calibri" pitchFamily="34" charset="0"/>
                          <a:ea typeface="Calibri" pitchFamily="34" charset="-122"/>
                          <a:cs typeface="Calibri" pitchFamily="34" charset="-120"/>
                        </a:rPr>
                        <a:t>pide a TI la configuración del proxy</a:t>
                      </a:r>
                      <a:endParaRPr lang="en-US" sz="1100" dirty="0">
                        <a:latin typeface="Calibri" charset="0"/>
                        <a:ea typeface="Calibri" charset="0"/>
                        <a:cs typeface="Calibri" charset="0"/>
                      </a:endParaRPr>
                    </a:p>
                  </a:txBody>
                  <a:tcPr marL="73152" marR="73152" marT="36576" marB="36576"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CIERRE</a:t>
            </a:r>
            <a:endParaRPr lang="en-US" sz="1100" dirty="0"/>
          </a:p>
        </p:txBody>
      </p:sp>
      <p:sp>
        <p:nvSpPr>
          <p:cNvPr id="4" name="Text 2"/>
          <p:cNvSpPr txBox="1"/>
          <p:nvPr/>
        </p:nvSpPr>
        <p:spPr>
          <a:xfrm>
            <a:off x="502920" y="841248"/>
            <a:ext cx="640080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Checklist de salida</a:t>
            </a:r>
            <a:endParaRPr lang="en-US" sz="3000" dirty="0"/>
          </a:p>
        </p:txBody>
      </p:sp>
      <p:sp>
        <p:nvSpPr>
          <p:cNvPr id="5" name="Shape 3"/>
          <p:cNvSpPr/>
          <p:nvPr/>
        </p:nvSpPr>
        <p:spPr>
          <a:xfrm>
            <a:off x="530352" y="1837944"/>
            <a:ext cx="274320" cy="274320"/>
          </a:xfrm>
          <a:prstGeom prst="roundRect">
            <a:avLst>
              <a:gd name="adj" fmla="val 20000"/>
            </a:avLst>
          </a:prstGeom>
          <a:solidFill>
            <a:srgbClr val="0A2559"/>
          </a:solidFill>
          <a:ln w="19050">
            <a:solidFill>
              <a:srgbClr val="4A82FF"/>
            </a:solidFill>
            <a:prstDash val="solid"/>
          </a:ln>
        </p:spPr>
      </p:sp>
      <p:sp>
        <p:nvSpPr>
          <p:cNvPr id="6" name="Text 4"/>
          <p:cNvSpPr txBox="1"/>
          <p:nvPr/>
        </p:nvSpPr>
        <p:spPr>
          <a:xfrm>
            <a:off x="987552" y="1783080"/>
            <a:ext cx="6126480" cy="411480"/>
          </a:xfrm>
          <a:prstGeom prst="rect">
            <a:avLst/>
          </a:prstGeom>
          <a:noFill/>
          <a:ln/>
        </p:spPr>
        <p:txBody>
          <a:bodyPr wrap="square" lIns="0" tIns="0" rIns="0" bIns="0" rtlCol="0" anchor="ctr"/>
          <a:lstStyle/>
          <a:p>
            <a:pPr marL="0" indent="0">
              <a:buNone/>
            </a:pPr>
            <a:r>
              <a:rPr lang="en-US" sz="1400" dirty="0">
                <a:solidFill>
                  <a:srgbClr val="DCE4F5"/>
                </a:solidFill>
                <a:latin typeface="Calibri" pitchFamily="34" charset="0"/>
                <a:ea typeface="Calibri" pitchFamily="34" charset="-122"/>
                <a:cs typeface="Calibri" pitchFamily="34" charset="-120"/>
              </a:rPr>
              <a:t>El repo clonado, con .venv activo y los notebooks corriendo en mi editor</a:t>
            </a:r>
            <a:endParaRPr lang="en-US" sz="1400" dirty="0"/>
          </a:p>
        </p:txBody>
      </p:sp>
      <p:sp>
        <p:nvSpPr>
          <p:cNvPr id="7" name="Shape 5"/>
          <p:cNvSpPr/>
          <p:nvPr/>
        </p:nvSpPr>
        <p:spPr>
          <a:xfrm>
            <a:off x="530352" y="2441448"/>
            <a:ext cx="274320" cy="274320"/>
          </a:xfrm>
          <a:prstGeom prst="roundRect">
            <a:avLst>
              <a:gd name="adj" fmla="val 20000"/>
            </a:avLst>
          </a:prstGeom>
          <a:solidFill>
            <a:srgbClr val="0A2559"/>
          </a:solidFill>
          <a:ln w="19050">
            <a:solidFill>
              <a:srgbClr val="4A82FF"/>
            </a:solidFill>
            <a:prstDash val="solid"/>
          </a:ln>
        </p:spPr>
      </p:sp>
      <p:sp>
        <p:nvSpPr>
          <p:cNvPr id="8" name="Text 6"/>
          <p:cNvSpPr txBox="1"/>
          <p:nvPr/>
        </p:nvSpPr>
        <p:spPr>
          <a:xfrm>
            <a:off x="987552" y="2386584"/>
            <a:ext cx="6126480" cy="411480"/>
          </a:xfrm>
          <a:prstGeom prst="rect">
            <a:avLst/>
          </a:prstGeom>
          <a:noFill/>
          <a:ln/>
        </p:spPr>
        <p:txBody>
          <a:bodyPr wrap="square" lIns="0" tIns="0" rIns="0" bIns="0" rtlCol="0" anchor="ctr"/>
          <a:lstStyle/>
          <a:p>
            <a:pPr marL="0" indent="0">
              <a:buNone/>
            </a:pPr>
            <a:r>
              <a:rPr lang="en-US" sz="1400" dirty="0">
                <a:solidFill>
                  <a:srgbClr val="DCE4F5"/>
                </a:solidFill>
                <a:latin typeface="Calibri" pitchFamily="34" charset="0"/>
                <a:ea typeface="Calibri" pitchFamily="34" charset="-122"/>
                <a:cs typeface="Calibri" pitchFamily="34" charset="-120"/>
              </a:rPr>
              <a:t>Ollama instalado y un modelo que responde en menos de un minuto</a:t>
            </a:r>
            <a:endParaRPr lang="en-US" sz="1400" dirty="0"/>
          </a:p>
        </p:txBody>
      </p:sp>
      <p:sp>
        <p:nvSpPr>
          <p:cNvPr id="9" name="Shape 7"/>
          <p:cNvSpPr/>
          <p:nvPr/>
        </p:nvSpPr>
        <p:spPr>
          <a:xfrm>
            <a:off x="530352" y="3044952"/>
            <a:ext cx="274320" cy="274320"/>
          </a:xfrm>
          <a:prstGeom prst="roundRect">
            <a:avLst>
              <a:gd name="adj" fmla="val 20000"/>
            </a:avLst>
          </a:prstGeom>
          <a:solidFill>
            <a:srgbClr val="0A2559"/>
          </a:solidFill>
          <a:ln w="19050">
            <a:solidFill>
              <a:srgbClr val="4A82FF"/>
            </a:solidFill>
            <a:prstDash val="solid"/>
          </a:ln>
        </p:spPr>
      </p:sp>
      <p:sp>
        <p:nvSpPr>
          <p:cNvPr id="10" name="Text 8"/>
          <p:cNvSpPr txBox="1"/>
          <p:nvPr/>
        </p:nvSpPr>
        <p:spPr>
          <a:xfrm>
            <a:off x="987552" y="2990088"/>
            <a:ext cx="6126480" cy="411480"/>
          </a:xfrm>
          <a:prstGeom prst="rect">
            <a:avLst/>
          </a:prstGeom>
          <a:noFill/>
          <a:ln/>
        </p:spPr>
        <p:txBody>
          <a:bodyPr wrap="square" lIns="0" tIns="0" rIns="0" bIns="0" rtlCol="0" anchor="ctr"/>
          <a:lstStyle/>
          <a:p>
            <a:pPr marL="0" indent="0">
              <a:buNone/>
            </a:pPr>
            <a:r>
              <a:rPr lang="en-US" sz="1400" dirty="0">
                <a:solidFill>
                  <a:srgbClr val="DCE4F5"/>
                </a:solidFill>
                <a:latin typeface="Calibri" pitchFamily="34" charset="0"/>
                <a:ea typeface="Calibri" pitchFamily="34" charset="-122"/>
                <a:cs typeface="Calibri" pitchFamily="34" charset="-120"/>
              </a:rPr>
              <a:t>Llamo a mi modelo local desde Python</a:t>
            </a:r>
            <a:endParaRPr lang="en-US" sz="1400" dirty="0"/>
          </a:p>
        </p:txBody>
      </p:sp>
      <p:sp>
        <p:nvSpPr>
          <p:cNvPr id="11" name="Shape 9"/>
          <p:cNvSpPr/>
          <p:nvPr/>
        </p:nvSpPr>
        <p:spPr>
          <a:xfrm>
            <a:off x="530352" y="3648456"/>
            <a:ext cx="274320" cy="274320"/>
          </a:xfrm>
          <a:prstGeom prst="roundRect">
            <a:avLst>
              <a:gd name="adj" fmla="val 20000"/>
            </a:avLst>
          </a:prstGeom>
          <a:solidFill>
            <a:srgbClr val="0A2559"/>
          </a:solidFill>
          <a:ln w="19050">
            <a:solidFill>
              <a:srgbClr val="4A82FF"/>
            </a:solidFill>
            <a:prstDash val="solid"/>
          </a:ln>
        </p:spPr>
      </p:sp>
      <p:sp>
        <p:nvSpPr>
          <p:cNvPr id="12" name="Text 10"/>
          <p:cNvSpPr txBox="1"/>
          <p:nvPr/>
        </p:nvSpPr>
        <p:spPr>
          <a:xfrm>
            <a:off x="987552" y="3593592"/>
            <a:ext cx="6126480" cy="411480"/>
          </a:xfrm>
          <a:prstGeom prst="rect">
            <a:avLst/>
          </a:prstGeom>
          <a:noFill/>
          <a:ln/>
        </p:spPr>
        <p:txBody>
          <a:bodyPr wrap="square" lIns="0" tIns="0" rIns="0" bIns="0" rtlCol="0" anchor="ctr"/>
          <a:lstStyle/>
          <a:p>
            <a:pPr marL="0" indent="0">
              <a:buNone/>
            </a:pPr>
            <a:r>
              <a:rPr lang="en-US" sz="1400" dirty="0">
                <a:solidFill>
                  <a:srgbClr val="DCE4F5"/>
                </a:solidFill>
                <a:latin typeface="Calibri" pitchFamily="34" charset="0"/>
                <a:ea typeface="Calibri" pitchFamily="34" charset="-122"/>
                <a:cs typeface="Calibri" pitchFamily="34" charset="-120"/>
              </a:rPr>
              <a:t>Un agente funcionando: claude, codex, agy u opencode</a:t>
            </a:r>
            <a:endParaRPr lang="en-US" sz="1400" dirty="0"/>
          </a:p>
        </p:txBody>
      </p:sp>
      <p:sp>
        <p:nvSpPr>
          <p:cNvPr id="13" name="Shape 11"/>
          <p:cNvSpPr/>
          <p:nvPr/>
        </p:nvSpPr>
        <p:spPr>
          <a:xfrm>
            <a:off x="530352" y="4251960"/>
            <a:ext cx="274320" cy="274320"/>
          </a:xfrm>
          <a:prstGeom prst="roundRect">
            <a:avLst>
              <a:gd name="adj" fmla="val 20000"/>
            </a:avLst>
          </a:prstGeom>
          <a:solidFill>
            <a:srgbClr val="0A2559"/>
          </a:solidFill>
          <a:ln w="19050">
            <a:solidFill>
              <a:srgbClr val="4A82FF"/>
            </a:solidFill>
            <a:prstDash val="solid"/>
          </a:ln>
        </p:spPr>
      </p:sp>
      <p:sp>
        <p:nvSpPr>
          <p:cNvPr id="14" name="Text 12"/>
          <p:cNvSpPr txBox="1"/>
          <p:nvPr/>
        </p:nvSpPr>
        <p:spPr>
          <a:xfrm>
            <a:off x="987552" y="4197096"/>
            <a:ext cx="6126480" cy="411480"/>
          </a:xfrm>
          <a:prstGeom prst="rect">
            <a:avLst/>
          </a:prstGeom>
          <a:noFill/>
          <a:ln/>
        </p:spPr>
        <p:txBody>
          <a:bodyPr wrap="square" lIns="0" tIns="0" rIns="0" bIns="0" rtlCol="0" anchor="ctr"/>
          <a:lstStyle/>
          <a:p>
            <a:pPr marL="0" indent="0">
              <a:buNone/>
            </a:pPr>
            <a:r>
              <a:rPr lang="en-US" sz="1400" dirty="0">
                <a:solidFill>
                  <a:srgbClr val="DCE4F5"/>
                </a:solidFill>
                <a:latin typeface="Calibri" pitchFamily="34" charset="0"/>
                <a:ea typeface="Calibri" pitchFamily="34" charset="-122"/>
                <a:cs typeface="Calibri" pitchFamily="34" charset="-120"/>
              </a:rPr>
              <a:t>AGENTS.md en la raíz del repo, y el agente lo cita</a:t>
            </a:r>
            <a:endParaRPr lang="en-US" sz="1400" dirty="0"/>
          </a:p>
        </p:txBody>
      </p:sp>
      <p:sp>
        <p:nvSpPr>
          <p:cNvPr id="15" name="Shape 13"/>
          <p:cNvSpPr/>
          <p:nvPr/>
        </p:nvSpPr>
        <p:spPr>
          <a:xfrm>
            <a:off x="530352" y="4855464"/>
            <a:ext cx="274320" cy="274320"/>
          </a:xfrm>
          <a:prstGeom prst="roundRect">
            <a:avLst>
              <a:gd name="adj" fmla="val 20000"/>
            </a:avLst>
          </a:prstGeom>
          <a:solidFill>
            <a:srgbClr val="0A2559"/>
          </a:solidFill>
          <a:ln w="19050">
            <a:solidFill>
              <a:srgbClr val="4A82FF"/>
            </a:solidFill>
            <a:prstDash val="solid"/>
          </a:ln>
        </p:spPr>
      </p:sp>
      <p:sp>
        <p:nvSpPr>
          <p:cNvPr id="16" name="Text 14"/>
          <p:cNvSpPr txBox="1"/>
          <p:nvPr/>
        </p:nvSpPr>
        <p:spPr>
          <a:xfrm>
            <a:off x="987552" y="4800600"/>
            <a:ext cx="6126480" cy="411480"/>
          </a:xfrm>
          <a:prstGeom prst="rect">
            <a:avLst/>
          </a:prstGeom>
          <a:noFill/>
          <a:ln/>
        </p:spPr>
        <p:txBody>
          <a:bodyPr wrap="square" lIns="0" tIns="0" rIns="0" bIns="0" rtlCol="0" anchor="ctr"/>
          <a:lstStyle/>
          <a:p>
            <a:pPr marL="0" indent="0">
              <a:buNone/>
            </a:pPr>
            <a:r>
              <a:rPr lang="en-US" sz="1400" dirty="0">
                <a:solidFill>
                  <a:srgbClr val="DCE4F5"/>
                </a:solidFill>
                <a:latin typeface="Calibri" pitchFamily="34" charset="0"/>
                <a:ea typeface="Calibri" pitchFamily="34" charset="-122"/>
                <a:cs typeface="Calibri" pitchFamily="34" charset="-120"/>
              </a:rPr>
              <a:t>Sé qué datos pueden ir a un modelo de frontera y cuáles no</a:t>
            </a:r>
            <a:endParaRPr lang="en-US" sz="1400" dirty="0"/>
          </a:p>
        </p:txBody>
      </p:sp>
      <p:sp>
        <p:nvSpPr>
          <p:cNvPr id="17" name="Shape 15"/>
          <p:cNvSpPr/>
          <p:nvPr/>
        </p:nvSpPr>
        <p:spPr>
          <a:xfrm>
            <a:off x="530352" y="5458968"/>
            <a:ext cx="274320" cy="274320"/>
          </a:xfrm>
          <a:prstGeom prst="roundRect">
            <a:avLst>
              <a:gd name="adj" fmla="val 20000"/>
            </a:avLst>
          </a:prstGeom>
          <a:solidFill>
            <a:srgbClr val="0A2559"/>
          </a:solidFill>
          <a:ln w="19050">
            <a:solidFill>
              <a:srgbClr val="4A82FF"/>
            </a:solidFill>
            <a:prstDash val="solid"/>
          </a:ln>
        </p:spPr>
      </p:sp>
      <p:sp>
        <p:nvSpPr>
          <p:cNvPr id="18" name="Text 16"/>
          <p:cNvSpPr txBox="1"/>
          <p:nvPr/>
        </p:nvSpPr>
        <p:spPr>
          <a:xfrm>
            <a:off x="987552" y="5404104"/>
            <a:ext cx="6126480" cy="411480"/>
          </a:xfrm>
          <a:prstGeom prst="rect">
            <a:avLst/>
          </a:prstGeom>
          <a:noFill/>
          <a:ln/>
        </p:spPr>
        <p:txBody>
          <a:bodyPr wrap="square" lIns="0" tIns="0" rIns="0" bIns="0" rtlCol="0" anchor="ctr"/>
          <a:lstStyle/>
          <a:p>
            <a:pPr marL="0" indent="0">
              <a:buNone/>
            </a:pPr>
            <a:r>
              <a:rPr lang="en-US" sz="1400" dirty="0">
                <a:solidFill>
                  <a:srgbClr val="DCE4F5"/>
                </a:solidFill>
                <a:latin typeface="Calibri" pitchFamily="34" charset="0"/>
                <a:ea typeface="Calibri" pitchFamily="34" charset="-122"/>
                <a:cs typeface="Calibri" pitchFamily="34" charset="-120"/>
              </a:rPr>
              <a:t>Reviso con git diff antes de aceptar cualquier cambio</a:t>
            </a:r>
            <a:endParaRPr lang="en-US" sz="1400" dirty="0"/>
          </a:p>
        </p:txBody>
      </p:sp>
      <p:sp>
        <p:nvSpPr>
          <p:cNvPr id="19" name="Shape 17"/>
          <p:cNvSpPr/>
          <p:nvPr/>
        </p:nvSpPr>
        <p:spPr>
          <a:xfrm>
            <a:off x="7589520" y="1783080"/>
            <a:ext cx="4096512" cy="2514600"/>
          </a:xfrm>
          <a:prstGeom prst="roundRect">
            <a:avLst>
              <a:gd name="adj" fmla="val 2909"/>
            </a:avLst>
          </a:prstGeom>
          <a:solidFill>
            <a:srgbClr val="061834"/>
          </a:solidFill>
          <a:ln w="12700">
            <a:solidFill>
              <a:srgbClr val="061834"/>
            </a:solidFill>
            <a:prstDash val="solid"/>
          </a:ln>
        </p:spPr>
      </p:sp>
      <p:sp>
        <p:nvSpPr>
          <p:cNvPr id="20" name="Text 18"/>
          <p:cNvSpPr txBox="1"/>
          <p:nvPr/>
        </p:nvSpPr>
        <p:spPr>
          <a:xfrm>
            <a:off x="7818120" y="1920240"/>
            <a:ext cx="3657600" cy="320040"/>
          </a:xfrm>
          <a:prstGeom prst="rect">
            <a:avLst/>
          </a:prstGeom>
          <a:noFill/>
          <a:ln/>
        </p:spPr>
        <p:txBody>
          <a:bodyPr wrap="square" lIns="0" tIns="0" rIns="0" bIns="0" rtlCol="0" anchor="ctr"/>
          <a:lstStyle/>
          <a:p>
            <a:pPr marL="0" indent="0">
              <a:buNone/>
            </a:pPr>
            <a:r>
              <a:rPr lang="en-US" sz="1100" b="1" kern="0" spc="200" dirty="0">
                <a:solidFill>
                  <a:srgbClr val="4A82FF"/>
                </a:solidFill>
                <a:latin typeface="Calibri" pitchFamily="34" charset="0"/>
                <a:ea typeface="Calibri" pitchFamily="34" charset="-122"/>
                <a:cs typeface="Calibri" pitchFamily="34" charset="-120"/>
              </a:rPr>
              <a:t>PARA EL VIERNES 16/10</a:t>
            </a:r>
            <a:endParaRPr lang="en-US" sz="1100" dirty="0"/>
          </a:p>
        </p:txBody>
      </p:sp>
      <p:sp>
        <p:nvSpPr>
          <p:cNvPr id="21" name="Text 19"/>
          <p:cNvSpPr txBox="1"/>
          <p:nvPr/>
        </p:nvSpPr>
        <p:spPr>
          <a:xfrm>
            <a:off x="7818120" y="2286000"/>
            <a:ext cx="3657600" cy="4572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Clase 8 con tu agente al lado</a:t>
            </a:r>
            <a:endParaRPr lang="en-US" sz="1600" dirty="0"/>
          </a:p>
        </p:txBody>
      </p:sp>
      <p:sp>
        <p:nvSpPr>
          <p:cNvPr id="22" name="Text 20"/>
          <p:cNvSpPr txBox="1"/>
          <p:nvPr/>
        </p:nvSpPr>
        <p:spPr>
          <a:xfrm>
            <a:off x="7818120" y="2788920"/>
            <a:ext cx="3657600" cy="1371600"/>
          </a:xfrm>
          <a:prstGeom prst="rect">
            <a:avLst/>
          </a:prstGeom>
          <a:noFill/>
          <a:ln/>
        </p:spPr>
        <p:txBody>
          <a:bodyPr wrap="square" lIns="0" tIns="0" rIns="0" bIns="0" rtlCol="0" anchor="t"/>
          <a:lstStyle/>
          <a:p>
            <a:pPr marL="0" indent="0">
              <a:spcAft>
                <a:spcPts val="400"/>
              </a:spcAft>
              <a:buNone/>
            </a:pPr>
            <a:r>
              <a:rPr lang="en-US" sz="1200" dirty="0">
                <a:solidFill>
                  <a:srgbClr val="C9D4EA"/>
                </a:solidFill>
                <a:latin typeface="Calibri" pitchFamily="34" charset="0"/>
                <a:ea typeface="Calibri" pitchFamily="34" charset="-122"/>
                <a:cs typeface="Calibri" pitchFamily="34" charset="-120"/>
              </a:rPr>
              <a:t>Ten el environment listo con xgboost instalado: Random Forest y XGBoost corren en tu máquina, y el agente te ayuda a leer los resultados.</a:t>
            </a:r>
            <a:endParaRPr lang="en-US" sz="1200" dirty="0"/>
          </a:p>
        </p:txBody>
      </p:sp>
      <p:sp>
        <p:nvSpPr>
          <p:cNvPr id="23" name="Shape 21"/>
          <p:cNvSpPr/>
          <p:nvPr/>
        </p:nvSpPr>
        <p:spPr>
          <a:xfrm>
            <a:off x="7589520" y="4526280"/>
            <a:ext cx="4096512" cy="1508760"/>
          </a:xfrm>
          <a:prstGeom prst="roundRect">
            <a:avLst>
              <a:gd name="adj" fmla="val 4848"/>
            </a:avLst>
          </a:prstGeom>
          <a:solidFill>
            <a:srgbClr val="E6115E"/>
          </a:solidFill>
          <a:ln w="12700">
            <a:solidFill>
              <a:srgbClr val="E6115E"/>
            </a:solidFill>
            <a:prstDash val="solid"/>
          </a:ln>
        </p:spPr>
      </p:sp>
      <p:sp>
        <p:nvSpPr>
          <p:cNvPr id="24" name="Text 22"/>
          <p:cNvSpPr txBox="1"/>
          <p:nvPr/>
        </p:nvSpPr>
        <p:spPr>
          <a:xfrm>
            <a:off x="7818120" y="4663440"/>
            <a:ext cx="3657600" cy="123444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LA IDEA DEL EXTRA</a:t>
            </a:r>
            <a:endParaRPr lang="en-US" sz="1200" dirty="0"/>
          </a:p>
          <a:p>
            <a:pPr marL="0" indent="0">
              <a:buNone/>
            </a:pPr>
            <a:r>
              <a:rPr lang="en-US" sz="1400" dirty="0">
                <a:solidFill>
                  <a:srgbClr val="FFFFFF"/>
                </a:solidFill>
                <a:latin typeface="Calibri" pitchFamily="34" charset="0"/>
                <a:ea typeface="Calibri" pitchFamily="34" charset="-122"/>
                <a:cs typeface="Calibri" pitchFamily="34" charset="-120"/>
              </a:rPr>
              <a:t>El editor por comodidad, el modelo por privacidad, y tú revisando.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6378</Words>
  <Application>Microsoft Macintosh PowerPoint</Application>
  <PresentationFormat>Widescreen</PresentationFormat>
  <Paragraphs>695</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Extra Clase 7 · Modelos locales y de frontera en la terminal</dc:title>
  <dc:subject>PptxGenJS Presentation</dc:subject>
  <dc:creator>Josef Renato Rodriguez</dc:creator>
  <cp:lastModifiedBy>Josef Rodriguez</cp:lastModifiedBy>
  <cp:revision>2</cp:revision>
  <dcterms:created xsi:type="dcterms:W3CDTF">2026-10-15T01:00:58Z</dcterms:created>
  <dcterms:modified xsi:type="dcterms:W3CDTF">2026-10-15T01:41:07Z</dcterms:modified>
</cp:coreProperties>
</file>