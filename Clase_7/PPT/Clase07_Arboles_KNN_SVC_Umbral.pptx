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ink/ink7.xml" ContentType="application/inkml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ink/ink8.xml" ContentType="application/inkml+xml"/>
  <Override PartName="/ppt/notesSlides/notesSlide9.xml" ContentType="application/vnd.openxmlformats-officedocument.presentationml.notesSlide+xml"/>
  <Override PartName="/ppt/ink/ink9.xml" ContentType="application/inkml+xml"/>
  <Override PartName="/ppt/notesSlides/notesSlide10.xml" ContentType="application/vnd.openxmlformats-officedocument.presentationml.notesSlide+xml"/>
  <Override PartName="/ppt/ink/ink10.xml" ContentType="application/inkml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ink/ink11.xml" ContentType="application/inkml+xml"/>
  <Override PartName="/ppt/notesSlides/notesSlide12.xml" ContentType="application/vnd.openxmlformats-officedocument.presentationml.notesSlide+xml"/>
  <Override PartName="/ppt/ink/ink12.xml" ContentType="application/inkml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ink/ink13.xml" ContentType="application/inkml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ink/ink14.xml" ContentType="application/inkml+xml"/>
  <Override PartName="/ppt/notesSlides/notesSlide15.xml" ContentType="application/vnd.openxmlformats-officedocument.presentationml.notesSlide+xml"/>
  <Override PartName="/ppt/ink/ink15.xml" ContentType="application/inkml+xml"/>
  <Override PartName="/ppt/notesSlides/notesSlide16.xml" ContentType="application/vnd.openxmlformats-officedocument.presentationml.notesSlide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86"/>
    <p:restoredTop sz="94610"/>
  </p:normalViewPr>
  <p:slideViewPr>
    <p:cSldViewPr snapToGrid="0" snapToObjects="1">
      <p:cViewPr varScale="1">
        <p:scale>
          <a:sx n="222" d="100"/>
          <a:sy n="222" d="100"/>
        </p:scale>
        <p:origin x="1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OOT 2010</c:v>
                </c:pt>
              </c:strCache>
            </c:strRef>
          </c:tx>
          <c:spPr>
            <a:ln w="31750" cap="flat">
              <a:solidFill>
                <a:srgbClr val="E6115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 </c:v>
                </c:pt>
                <c:pt idx="1">
                  <c:v>  </c:v>
                </c:pt>
                <c:pt idx="2">
                  <c:v>   </c:v>
                </c:pt>
                <c:pt idx="3">
                  <c:v>20</c:v>
                </c:pt>
                <c:pt idx="4">
                  <c:v> </c:v>
                </c:pt>
                <c:pt idx="5">
                  <c:v>  </c:v>
                </c:pt>
                <c:pt idx="6">
                  <c:v>   </c:v>
                </c:pt>
                <c:pt idx="7">
                  <c:v>40</c:v>
                </c:pt>
                <c:pt idx="8">
                  <c:v> </c:v>
                </c:pt>
                <c:pt idx="9">
                  <c:v>  </c:v>
                </c:pt>
                <c:pt idx="10">
                  <c:v>   </c:v>
                </c:pt>
                <c:pt idx="11">
                  <c:v>60</c:v>
                </c:pt>
                <c:pt idx="12">
                  <c:v> </c:v>
                </c:pt>
                <c:pt idx="13">
                  <c:v>  </c:v>
                </c:pt>
                <c:pt idx="14">
                  <c:v>   </c:v>
                </c:pt>
                <c:pt idx="15">
                  <c:v>80</c:v>
                </c:pt>
                <c:pt idx="16">
                  <c:v> </c:v>
                </c:pt>
                <c:pt idx="17">
                  <c:v>  </c:v>
                </c:pt>
                <c:pt idx="18">
                  <c:v>   </c:v>
                </c:pt>
                <c:pt idx="19">
                  <c:v>100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2225</c:v>
                </c:pt>
                <c:pt idx="1">
                  <c:v>4330</c:v>
                </c:pt>
                <c:pt idx="2">
                  <c:v>6135</c:v>
                </c:pt>
                <c:pt idx="3">
                  <c:v>8540</c:v>
                </c:pt>
                <c:pt idx="4">
                  <c:v>11030</c:v>
                </c:pt>
                <c:pt idx="5">
                  <c:v>12835</c:v>
                </c:pt>
                <c:pt idx="6">
                  <c:v>14280</c:v>
                </c:pt>
                <c:pt idx="7">
                  <c:v>14405</c:v>
                </c:pt>
                <c:pt idx="8">
                  <c:v>14650</c:v>
                </c:pt>
                <c:pt idx="9">
                  <c:v>15015</c:v>
                </c:pt>
                <c:pt idx="10">
                  <c:v>15200</c:v>
                </c:pt>
                <c:pt idx="11">
                  <c:v>15805</c:v>
                </c:pt>
                <c:pt idx="12">
                  <c:v>16530</c:v>
                </c:pt>
                <c:pt idx="13">
                  <c:v>17015</c:v>
                </c:pt>
                <c:pt idx="14">
                  <c:v>17200</c:v>
                </c:pt>
                <c:pt idx="15">
                  <c:v>16630</c:v>
                </c:pt>
                <c:pt idx="16">
                  <c:v>16695</c:v>
                </c:pt>
                <c:pt idx="17">
                  <c:v>15500</c:v>
                </c:pt>
                <c:pt idx="18">
                  <c:v>14065</c:v>
                </c:pt>
                <c:pt idx="19">
                  <c:v>12930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BAF-E44D-8847-B87BEEE695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validación 2009</c:v>
                </c:pt>
              </c:strCache>
            </c:strRef>
          </c:tx>
          <c:spPr>
            <a:ln w="31750" cap="flat">
              <a:solidFill>
                <a:srgbClr val="4A82F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 </c:v>
                </c:pt>
                <c:pt idx="1">
                  <c:v>  </c:v>
                </c:pt>
                <c:pt idx="2">
                  <c:v>   </c:v>
                </c:pt>
                <c:pt idx="3">
                  <c:v>20</c:v>
                </c:pt>
                <c:pt idx="4">
                  <c:v> </c:v>
                </c:pt>
                <c:pt idx="5">
                  <c:v>  </c:v>
                </c:pt>
                <c:pt idx="6">
                  <c:v>   </c:v>
                </c:pt>
                <c:pt idx="7">
                  <c:v>40</c:v>
                </c:pt>
                <c:pt idx="8">
                  <c:v> </c:v>
                </c:pt>
                <c:pt idx="9">
                  <c:v>  </c:v>
                </c:pt>
                <c:pt idx="10">
                  <c:v>   </c:v>
                </c:pt>
                <c:pt idx="11">
                  <c:v>60</c:v>
                </c:pt>
                <c:pt idx="12">
                  <c:v> </c:v>
                </c:pt>
                <c:pt idx="13">
                  <c:v>  </c:v>
                </c:pt>
                <c:pt idx="14">
                  <c:v>   </c:v>
                </c:pt>
                <c:pt idx="15">
                  <c:v>80</c:v>
                </c:pt>
                <c:pt idx="16">
                  <c:v> </c:v>
                </c:pt>
                <c:pt idx="17">
                  <c:v>  </c:v>
                </c:pt>
                <c:pt idx="18">
                  <c:v>   </c:v>
                </c:pt>
                <c:pt idx="19">
                  <c:v>100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1930</c:v>
                </c:pt>
                <c:pt idx="1">
                  <c:v>2925</c:v>
                </c:pt>
                <c:pt idx="2">
                  <c:v>4735</c:v>
                </c:pt>
                <c:pt idx="3">
                  <c:v>5730</c:v>
                </c:pt>
                <c:pt idx="4">
                  <c:v>5800</c:v>
                </c:pt>
                <c:pt idx="5">
                  <c:v>5835</c:v>
                </c:pt>
                <c:pt idx="6">
                  <c:v>5545</c:v>
                </c:pt>
                <c:pt idx="7">
                  <c:v>4740</c:v>
                </c:pt>
                <c:pt idx="8">
                  <c:v>3910</c:v>
                </c:pt>
                <c:pt idx="9">
                  <c:v>3345</c:v>
                </c:pt>
                <c:pt idx="10">
                  <c:v>3115</c:v>
                </c:pt>
                <c:pt idx="11">
                  <c:v>2645</c:v>
                </c:pt>
                <c:pt idx="12">
                  <c:v>1960</c:v>
                </c:pt>
                <c:pt idx="13">
                  <c:v>1370</c:v>
                </c:pt>
                <c:pt idx="14">
                  <c:v>805</c:v>
                </c:pt>
                <c:pt idx="15">
                  <c:v>275</c:v>
                </c:pt>
                <c:pt idx="16">
                  <c:v>-410</c:v>
                </c:pt>
                <c:pt idx="17">
                  <c:v>-1000</c:v>
                </c:pt>
                <c:pt idx="18">
                  <c:v>-1385</c:v>
                </c:pt>
                <c:pt idx="19">
                  <c:v>-2455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BAF-E44D-8847-B87BEEE695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B9BBE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8B9BBE"/>
                    </a:solidFill>
                    <a:latin typeface="Arial"/>
                  </a:rPr>
                  <a:t>% de la lista que se llama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559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BB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E3A73"/>
              </a:solidFill>
              <a:prstDash val="solid"/>
              <a:round/>
            </a:ln>
          </c:spPr>
        </c:majorGridlines>
        <c:numFmt formatCode="\€#\ ##0;\−\€#\ 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BB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DCE4F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Gini</c:v>
                </c:pt>
              </c:strCache>
            </c:strRef>
          </c:tx>
          <c:spPr>
            <a:ln w="31750" cap="flat">
              <a:solidFill>
                <a:srgbClr val="1A56E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0.00</c:v>
                </c:pt>
                <c:pt idx="1">
                  <c:v> </c:v>
                </c:pt>
                <c:pt idx="2">
                  <c:v>  </c:v>
                </c:pt>
                <c:pt idx="3">
                  <c:v>   </c:v>
                </c:pt>
                <c:pt idx="4">
                  <c:v>    </c:v>
                </c:pt>
                <c:pt idx="5">
                  <c:v>0.25</c:v>
                </c:pt>
                <c:pt idx="6">
                  <c:v> </c:v>
                </c:pt>
                <c:pt idx="7">
                  <c:v>  </c:v>
                </c:pt>
                <c:pt idx="8">
                  <c:v>   </c:v>
                </c:pt>
                <c:pt idx="9">
                  <c:v>    </c:v>
                </c:pt>
                <c:pt idx="10">
                  <c:v>0.50</c:v>
                </c:pt>
                <c:pt idx="11">
                  <c:v> </c:v>
                </c:pt>
                <c:pt idx="12">
                  <c:v>  </c:v>
                </c:pt>
                <c:pt idx="13">
                  <c:v>   </c:v>
                </c:pt>
                <c:pt idx="14">
                  <c:v>    </c:v>
                </c:pt>
                <c:pt idx="15">
                  <c:v>0.75</c:v>
                </c:pt>
                <c:pt idx="16">
                  <c:v> </c:v>
                </c:pt>
                <c:pt idx="17">
                  <c:v>  </c:v>
                </c:pt>
                <c:pt idx="18">
                  <c:v>   </c:v>
                </c:pt>
                <c:pt idx="19">
                  <c:v>    </c:v>
                </c:pt>
                <c:pt idx="20">
                  <c:v>1.00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9.5000000000000001E-2</c:v>
                </c:pt>
                <c:pt idx="2">
                  <c:v>0.18</c:v>
                </c:pt>
                <c:pt idx="3">
                  <c:v>0.255</c:v>
                </c:pt>
                <c:pt idx="4">
                  <c:v>0.32</c:v>
                </c:pt>
                <c:pt idx="5">
                  <c:v>0.375</c:v>
                </c:pt>
                <c:pt idx="6">
                  <c:v>0.42</c:v>
                </c:pt>
                <c:pt idx="7">
                  <c:v>0.45500000000000002</c:v>
                </c:pt>
                <c:pt idx="8">
                  <c:v>0.48</c:v>
                </c:pt>
                <c:pt idx="9">
                  <c:v>0.495</c:v>
                </c:pt>
                <c:pt idx="10">
                  <c:v>0.5</c:v>
                </c:pt>
                <c:pt idx="11">
                  <c:v>0.495</c:v>
                </c:pt>
                <c:pt idx="12">
                  <c:v>0.48</c:v>
                </c:pt>
                <c:pt idx="13">
                  <c:v>0.45500000000000002</c:v>
                </c:pt>
                <c:pt idx="14">
                  <c:v>0.42</c:v>
                </c:pt>
                <c:pt idx="15">
                  <c:v>0.375</c:v>
                </c:pt>
                <c:pt idx="16">
                  <c:v>0.32</c:v>
                </c:pt>
                <c:pt idx="17">
                  <c:v>0.255</c:v>
                </c:pt>
                <c:pt idx="18">
                  <c:v>0.18</c:v>
                </c:pt>
                <c:pt idx="19">
                  <c:v>9.5000000000000001E-2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BD-2143-BF49-BFB2F61875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Entropía</c:v>
                </c:pt>
              </c:strCache>
            </c:strRef>
          </c:tx>
          <c:spPr>
            <a:ln w="31750" cap="flat">
              <a:solidFill>
                <a:srgbClr val="E6115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0.00</c:v>
                </c:pt>
                <c:pt idx="1">
                  <c:v> </c:v>
                </c:pt>
                <c:pt idx="2">
                  <c:v>  </c:v>
                </c:pt>
                <c:pt idx="3">
                  <c:v>   </c:v>
                </c:pt>
                <c:pt idx="4">
                  <c:v>    </c:v>
                </c:pt>
                <c:pt idx="5">
                  <c:v>0.25</c:v>
                </c:pt>
                <c:pt idx="6">
                  <c:v> </c:v>
                </c:pt>
                <c:pt idx="7">
                  <c:v>  </c:v>
                </c:pt>
                <c:pt idx="8">
                  <c:v>   </c:v>
                </c:pt>
                <c:pt idx="9">
                  <c:v>    </c:v>
                </c:pt>
                <c:pt idx="10">
                  <c:v>0.50</c:v>
                </c:pt>
                <c:pt idx="11">
                  <c:v> </c:v>
                </c:pt>
                <c:pt idx="12">
                  <c:v>  </c:v>
                </c:pt>
                <c:pt idx="13">
                  <c:v>   </c:v>
                </c:pt>
                <c:pt idx="14">
                  <c:v>    </c:v>
                </c:pt>
                <c:pt idx="15">
                  <c:v>0.75</c:v>
                </c:pt>
                <c:pt idx="16">
                  <c:v> </c:v>
                </c:pt>
                <c:pt idx="17">
                  <c:v>  </c:v>
                </c:pt>
                <c:pt idx="18">
                  <c:v>   </c:v>
                </c:pt>
                <c:pt idx="19">
                  <c:v>    </c:v>
                </c:pt>
                <c:pt idx="20">
                  <c:v>1.00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</c:v>
                </c:pt>
                <c:pt idx="1">
                  <c:v>0.28639999999999999</c:v>
                </c:pt>
                <c:pt idx="2">
                  <c:v>0.46899999999999997</c:v>
                </c:pt>
                <c:pt idx="3">
                  <c:v>0.60980000000000001</c:v>
                </c:pt>
                <c:pt idx="4">
                  <c:v>0.72189999999999999</c:v>
                </c:pt>
                <c:pt idx="5">
                  <c:v>0.81130000000000002</c:v>
                </c:pt>
                <c:pt idx="6">
                  <c:v>0.88129999999999997</c:v>
                </c:pt>
                <c:pt idx="7">
                  <c:v>0.93410000000000004</c:v>
                </c:pt>
                <c:pt idx="8">
                  <c:v>0.97099999999999997</c:v>
                </c:pt>
                <c:pt idx="9">
                  <c:v>0.99280000000000002</c:v>
                </c:pt>
                <c:pt idx="10">
                  <c:v>1</c:v>
                </c:pt>
                <c:pt idx="11">
                  <c:v>0.99280000000000002</c:v>
                </c:pt>
                <c:pt idx="12">
                  <c:v>0.97099999999999997</c:v>
                </c:pt>
                <c:pt idx="13">
                  <c:v>0.93410000000000004</c:v>
                </c:pt>
                <c:pt idx="14">
                  <c:v>0.88129999999999997</c:v>
                </c:pt>
                <c:pt idx="15">
                  <c:v>0.81130000000000002</c:v>
                </c:pt>
                <c:pt idx="16">
                  <c:v>0.72189999999999999</c:v>
                </c:pt>
                <c:pt idx="17">
                  <c:v>0.60980000000000001</c:v>
                </c:pt>
                <c:pt idx="18">
                  <c:v>0.46899999999999997</c:v>
                </c:pt>
                <c:pt idx="19">
                  <c:v>0.28639999999999999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ABD-2143-BF49-BFB2F61875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B87"/>
                    </a:solidFill>
                    <a:latin typeface="Arial"/>
                  </a:rPr>
                  <a:t>p: tasa de contratación del grupo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2DBE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C3A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entrenamiento</c:v>
                </c:pt>
              </c:strCache>
            </c:strRef>
          </c:tx>
          <c:spPr>
            <a:ln w="28575" cap="flat">
              <a:solidFill>
                <a:srgbClr val="0A25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A2559"/>
              </a:solidFill>
              <a:ln w="9525" cap="flat">
                <a:solidFill>
                  <a:srgbClr val="0A2559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0.52300000000000002</c:v>
                </c:pt>
                <c:pt idx="1">
                  <c:v>0.60399999999999998</c:v>
                </c:pt>
                <c:pt idx="2">
                  <c:v>0.61</c:v>
                </c:pt>
                <c:pt idx="3">
                  <c:v>0.628</c:v>
                </c:pt>
                <c:pt idx="4">
                  <c:v>0.64100000000000001</c:v>
                </c:pt>
                <c:pt idx="5">
                  <c:v>0.64600000000000002</c:v>
                </c:pt>
                <c:pt idx="6">
                  <c:v>0.65600000000000003</c:v>
                </c:pt>
                <c:pt idx="7">
                  <c:v>0.66600000000000004</c:v>
                </c:pt>
                <c:pt idx="8">
                  <c:v>0.67400000000000004</c:v>
                </c:pt>
                <c:pt idx="9">
                  <c:v>0.68799999999999994</c:v>
                </c:pt>
                <c:pt idx="10">
                  <c:v>0.70599999999999996</c:v>
                </c:pt>
                <c:pt idx="11">
                  <c:v>0.72399999999999998</c:v>
                </c:pt>
                <c:pt idx="12">
                  <c:v>0.75</c:v>
                </c:pt>
                <c:pt idx="13">
                  <c:v>0.77400000000000002</c:v>
                </c:pt>
                <c:pt idx="14">
                  <c:v>0.80100000000000005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18-F648-A1D1-C04B3AD385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validación 2009</c:v>
                </c:pt>
              </c:strCache>
            </c:strRef>
          </c:tx>
          <c:spPr>
            <a:ln w="28575" cap="flat">
              <a:solidFill>
                <a:srgbClr val="1A56E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56E8"/>
              </a:solidFill>
              <a:ln w="9525" cap="flat">
                <a:solidFill>
                  <a:srgbClr val="1A56E8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0.60399999999999998</c:v>
                </c:pt>
                <c:pt idx="1">
                  <c:v>0.61699999999999999</c:v>
                </c:pt>
                <c:pt idx="2">
                  <c:v>0.59699999999999998</c:v>
                </c:pt>
                <c:pt idx="3">
                  <c:v>0.59499999999999997</c:v>
                </c:pt>
                <c:pt idx="4">
                  <c:v>0.58499999999999996</c:v>
                </c:pt>
                <c:pt idx="5">
                  <c:v>0.57199999999999995</c:v>
                </c:pt>
                <c:pt idx="6">
                  <c:v>0.56200000000000006</c:v>
                </c:pt>
                <c:pt idx="7">
                  <c:v>0.56999999999999995</c:v>
                </c:pt>
                <c:pt idx="8">
                  <c:v>0.56200000000000006</c:v>
                </c:pt>
                <c:pt idx="9">
                  <c:v>0.53800000000000003</c:v>
                </c:pt>
                <c:pt idx="10">
                  <c:v>0.53400000000000003</c:v>
                </c:pt>
                <c:pt idx="11">
                  <c:v>0.50800000000000001</c:v>
                </c:pt>
                <c:pt idx="12">
                  <c:v>0.51</c:v>
                </c:pt>
                <c:pt idx="13">
                  <c:v>0.49099999999999999</c:v>
                </c:pt>
                <c:pt idx="14">
                  <c:v>0.50700000000000001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18-F648-A1D1-C04B3AD385F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OOT 2010</c:v>
                </c:pt>
              </c:strCache>
            </c:strRef>
          </c:tx>
          <c:spPr>
            <a:ln w="28575" cap="flat">
              <a:solidFill>
                <a:srgbClr val="E6115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115E"/>
              </a:solidFill>
              <a:ln w="9525" cap="flat">
                <a:solidFill>
                  <a:srgbClr val="E6115E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0.66</c:v>
                </c:pt>
                <c:pt idx="1">
                  <c:v>0.7</c:v>
                </c:pt>
                <c:pt idx="2">
                  <c:v>0.67800000000000005</c:v>
                </c:pt>
                <c:pt idx="3">
                  <c:v>0.66600000000000004</c:v>
                </c:pt>
                <c:pt idx="4">
                  <c:v>0.64700000000000002</c:v>
                </c:pt>
                <c:pt idx="5">
                  <c:v>0.63600000000000001</c:v>
                </c:pt>
                <c:pt idx="6">
                  <c:v>0.627</c:v>
                </c:pt>
                <c:pt idx="7">
                  <c:v>0.61899999999999999</c:v>
                </c:pt>
                <c:pt idx="8">
                  <c:v>0.61699999999999999</c:v>
                </c:pt>
                <c:pt idx="9">
                  <c:v>0.60899999999999999</c:v>
                </c:pt>
                <c:pt idx="10">
                  <c:v>0.60599999999999998</c:v>
                </c:pt>
                <c:pt idx="11">
                  <c:v>0.56200000000000006</c:v>
                </c:pt>
                <c:pt idx="12">
                  <c:v>0.56299999999999994</c:v>
                </c:pt>
                <c:pt idx="13">
                  <c:v>0.53700000000000003</c:v>
                </c:pt>
                <c:pt idx="14">
                  <c:v>0.54700000000000004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818-F648-A1D1-C04B3AD385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B87"/>
                    </a:solidFill>
                    <a:latin typeface="Arial"/>
                  </a:rPr>
                  <a:t>profundidad máxima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2DBE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45"/>
        </c:scaling>
        <c:delete val="0"/>
        <c:axPos val="l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2C3A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validación</c:v>
                </c:pt>
              </c:strCache>
            </c:strRef>
          </c:tx>
          <c:spPr>
            <a:solidFill>
              <a:srgbClr val="1A56E8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A2559"/>
                    </a:solidFill>
                    <a:latin typeface="Calibri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k = 5</c:v>
                </c:pt>
                <c:pt idx="1">
                  <c:v>k = 15</c:v>
                </c:pt>
                <c:pt idx="2">
                  <c:v>k = 51</c:v>
                </c:pt>
                <c:pt idx="3">
                  <c:v>k = 101</c:v>
                </c:pt>
                <c:pt idx="4">
                  <c:v>k = 201</c:v>
                </c:pt>
                <c:pt idx="5">
                  <c:v>k = 401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0.56999999999999995</c:v>
                </c:pt>
                <c:pt idx="1">
                  <c:v>0.59699999999999998</c:v>
                </c:pt>
                <c:pt idx="2">
                  <c:v>0.60799999999999998</c:v>
                </c:pt>
                <c:pt idx="3">
                  <c:v>0.61599999999999999</c:v>
                </c:pt>
                <c:pt idx="4">
                  <c:v>0.61599999999999999</c:v>
                </c:pt>
                <c:pt idx="5">
                  <c:v>0.61399999999999999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49-DA41-9A50-0928395D1C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2DBE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5"/>
          <c:min val="0.5"/>
        </c:scaling>
        <c:delete val="0"/>
        <c:axPos val="l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 del modelo</c:v>
                </c:pt>
              </c:strCache>
            </c:strRef>
          </c:tx>
          <c:spPr>
            <a:solidFill>
              <a:srgbClr val="E6115E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A2559"/>
                    </a:solidFill>
                    <a:latin typeface="Calibri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Entrenamiento</c:v>
                </c:pt>
                <c:pt idx="1">
                  <c:v>Validación 2009</c:v>
                </c:pt>
                <c:pt idx="2">
                  <c:v>OOT 2010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0.14799999999999999</c:v>
                </c:pt>
                <c:pt idx="1">
                  <c:v>0.54</c:v>
                </c:pt>
                <c:pt idx="2">
                  <c:v>0.70299999999999996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20-044C-AF1E-B895C6D076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línea base: la tasa</c:v>
                </c:pt>
              </c:strCache>
            </c:strRef>
          </c:tx>
          <c:spPr>
            <a:solidFill>
              <a:srgbClr val="A9B6D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A2559"/>
                    </a:solidFill>
                    <a:latin typeface="Calibri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Entrenamiento</c:v>
                </c:pt>
                <c:pt idx="1">
                  <c:v>Validación 2009</c:v>
                </c:pt>
                <c:pt idx="2">
                  <c:v>OOT 2010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7.2999999999999995E-2</c:v>
                </c:pt>
                <c:pt idx="1">
                  <c:v>0.39800000000000002</c:v>
                </c:pt>
                <c:pt idx="2">
                  <c:v>0.52100000000000002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20-044C-AF1E-B895C6D076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2DBE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"/>
        </c:scaling>
        <c:delete val="0"/>
        <c:axPos val="l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C3A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validación 2009</c:v>
                </c:pt>
              </c:strCache>
            </c:strRef>
          </c:tx>
          <c:spPr>
            <a:ln w="34925" cap="flat">
              <a:solidFill>
                <a:srgbClr val="1A56E8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56E8"/>
              </a:solidFill>
              <a:ln w="9525" cap="flat">
                <a:solidFill>
                  <a:srgbClr val="1A56E8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 </c:v>
                </c:pt>
                <c:pt idx="1">
                  <c:v>10</c:v>
                </c:pt>
                <c:pt idx="2">
                  <c:v> </c:v>
                </c:pt>
                <c:pt idx="3">
                  <c:v>20</c:v>
                </c:pt>
                <c:pt idx="4">
                  <c:v> </c:v>
                </c:pt>
                <c:pt idx="5">
                  <c:v>30</c:v>
                </c:pt>
                <c:pt idx="6">
                  <c:v> </c:v>
                </c:pt>
                <c:pt idx="7">
                  <c:v>40</c:v>
                </c:pt>
                <c:pt idx="8">
                  <c:v> </c:v>
                </c:pt>
                <c:pt idx="9">
                  <c:v>50</c:v>
                </c:pt>
                <c:pt idx="10">
                  <c:v> </c:v>
                </c:pt>
                <c:pt idx="11">
                  <c:v>60</c:v>
                </c:pt>
                <c:pt idx="12">
                  <c:v> </c:v>
                </c:pt>
                <c:pt idx="13">
                  <c:v>70</c:v>
                </c:pt>
                <c:pt idx="14">
                  <c:v> </c:v>
                </c:pt>
                <c:pt idx="15">
                  <c:v>80</c:v>
                </c:pt>
                <c:pt idx="16">
                  <c:v> </c:v>
                </c:pt>
                <c:pt idx="17">
                  <c:v>90</c:v>
                </c:pt>
                <c:pt idx="18">
                  <c:v> </c:v>
                </c:pt>
                <c:pt idx="19">
                  <c:v>100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1930</c:v>
                </c:pt>
                <c:pt idx="1">
                  <c:v>2925</c:v>
                </c:pt>
                <c:pt idx="2">
                  <c:v>4735</c:v>
                </c:pt>
                <c:pt idx="3">
                  <c:v>5730</c:v>
                </c:pt>
                <c:pt idx="4">
                  <c:v>5800</c:v>
                </c:pt>
                <c:pt idx="5">
                  <c:v>5835</c:v>
                </c:pt>
                <c:pt idx="6">
                  <c:v>5545</c:v>
                </c:pt>
                <c:pt idx="7">
                  <c:v>4740</c:v>
                </c:pt>
                <c:pt idx="8">
                  <c:v>3910</c:v>
                </c:pt>
                <c:pt idx="9">
                  <c:v>3345</c:v>
                </c:pt>
                <c:pt idx="10">
                  <c:v>3115</c:v>
                </c:pt>
                <c:pt idx="11">
                  <c:v>2645</c:v>
                </c:pt>
                <c:pt idx="12">
                  <c:v>1960</c:v>
                </c:pt>
                <c:pt idx="13">
                  <c:v>1370</c:v>
                </c:pt>
                <c:pt idx="14">
                  <c:v>805</c:v>
                </c:pt>
                <c:pt idx="15">
                  <c:v>275</c:v>
                </c:pt>
                <c:pt idx="16">
                  <c:v>-410</c:v>
                </c:pt>
                <c:pt idx="17">
                  <c:v>-1000</c:v>
                </c:pt>
                <c:pt idx="18">
                  <c:v>-1385</c:v>
                </c:pt>
                <c:pt idx="19">
                  <c:v>-2455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5F-F043-9D0D-A6CD88D009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B87"/>
                    </a:solidFill>
                    <a:latin typeface="Arial"/>
                  </a:rPr>
                  <a:t>% de la lista que se llama, de mayor a menor score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2DBE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\€#\ ##0;\−\€#\ 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ganancia 2010</c:v>
                </c:pt>
              </c:strCache>
            </c:strRef>
          </c:tx>
          <c:spPr>
            <a:solidFill>
              <a:srgbClr val="1A56E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F23-5B42-84F6-070FACD019F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F23-5B42-84F6-070FACD019F4}"/>
              </c:ext>
            </c:extLst>
          </c:dPt>
          <c:dPt>
            <c:idx val="2"/>
            <c:invertIfNegative val="0"/>
            <c:bubble3D val="0"/>
            <c:spPr>
              <a:solidFill>
                <a:srgbClr val="A9B6D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F23-5B42-84F6-070FACD019F4}"/>
              </c:ext>
            </c:extLst>
          </c:dPt>
          <c:dPt>
            <c:idx val="3"/>
            <c:invertIfNegative val="0"/>
            <c:bubble3D val="0"/>
            <c:spPr>
              <a:solidFill>
                <a:srgbClr val="E611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F23-5B42-84F6-070FACD019F4}"/>
              </c:ext>
            </c:extLst>
          </c:dPt>
          <c:dPt>
            <c:idx val="4"/>
            <c:invertIfNegative val="0"/>
            <c:bubble3D val="0"/>
            <c:spPr>
              <a:solidFill>
                <a:srgbClr val="C9D4E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F23-5B42-84F6-070FACD019F4}"/>
              </c:ext>
            </c:extLst>
          </c:dPt>
          <c:dLbls>
            <c:numFmt formatCode="\€#\ ##0;\−\€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A2559"/>
                    </a:solidFill>
                    <a:latin typeface="Calibri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umbral 0.5</c:v>
                </c:pt>
                <c:pt idx="1">
                  <c:v>regla C/M</c:v>
                </c:pt>
                <c:pt idx="2">
                  <c:v>llamar a todos</c:v>
                </c:pt>
                <c:pt idx="3">
                  <c:v>umbral de validación</c:v>
                </c:pt>
                <c:pt idx="4">
                  <c:v>máximo (ex post)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3415</c:v>
                </c:pt>
                <c:pt idx="1">
                  <c:v>8575</c:v>
                </c:pt>
                <c:pt idx="2">
                  <c:v>12930</c:v>
                </c:pt>
                <c:pt idx="3">
                  <c:v>14455</c:v>
                </c:pt>
                <c:pt idx="4">
                  <c:v>17280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F23-5B42-84F6-070FACD019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2DBE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0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1:44:43.2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4674 12924 24575,'9'-5'0,"5"-1"0,-5-1-820,3-1 1,-9 7 0,0-1 0</inkml:trace>
  <inkml:trace contextRef="#ctx0" brushRef="#br0" timeOffset="931">10110 12882 24575,'12'-2'0,"-6"1"0,22-10 0,-19 7-1639,12-6 1,0-1-1639,-11 6 1638,12-8 1,0 0 1083,-8 8 1531,6-8 1,2 0-977,8 3 0,-7-2 0,-4 6 0</inkml:trace>
  <inkml:trace contextRef="#ctx0" brushRef="#br0" timeOffset="1650">17176 13026 24575,'24'-28'0,"-2"1"0,-7 15 0,-2 1 0,14-10 0,-15 13-3277,18-6 0,-22 11 2457,18-4 1,-22 7 0,7-1 0</inkml:trace>
  <inkml:trace contextRef="#ctx0" brushRef="#br0" timeOffset="11048">9414 14650 24575,'25'0'0,"-15"0"0,14 0 0,2-1 0,-10 1-1639,18-4 1,0 1-1639,-16 1 1638,18-4 1,-1 0-1639,-19 2 2835,16-2 0,0-1 442,-18 4-1075,12-2 1,-1 0 1074,-16 4 2146,24-6-2146,-25 6 3213,13-3-3213,-1 1 0,-7 1 0,15-4 0,-19 5 3276,17-6-3097,-13 6 0,0-3 1,-7 4-1</inkml:trace>
  <inkml:trace contextRef="#ctx0" brushRef="#br0" timeOffset="11833">9934 14615 24575,'15'15'0,"1"1"0,2 2 0,-3 0 0,-8-11 0,4 5 0,-6-6 0,3 2 0,-4-6 0,1 3 0,-4-4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1:45:05.0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26234 7131 24575,'4'-11'0,"0"-7"0,-4-9 0,3-5-1639,-1-2 1,-1 1-1639,3 3 1638,-2 2 1,0-2 2142,-1 6 0,1-1-504,-1 1 0,-1-3 0,1 1 0,0-2 0,0-2 0,0-7 0,1-4 0,-1 10 0,0 9 0,1-9 0,1-9 0,0 7 0,0-1 300,1 3 1,1-5 0,1 0-301,0 8 0,0 0 0,0 1 0,-1 2 0,-1 0 0,2-1 0,3-8 0,2-1 0,-2 6 0,0 0 0,3-2 0,2-7 0,-2 7 0,-2 7 0,1-1 0,4-9 0,0 0 0,-3 8 0,3-1 0,-2 2 0,3-7 0,1 0 0,-5 8 0,2 1 0,1-3 0,3-5 0,-5 7 0,-5 10 0,11-14 0,0 0 0,-12 16 1638,5-5 0,1 0 1307,-6 8-2560,4-4-385,-1 9 0,-7 1 0,2 3 0,-5-2 0</inkml:trace>
  <inkml:trace contextRef="#ctx0" brushRef="#br0" timeOffset="519">26741 5359 24575,'2'4'0,"6"5"0,5 2 0,1 1 0,-1-3 0,-8-5 0,-4-4 0</inkml:trace>
  <inkml:trace contextRef="#ctx0" brushRef="#br0" timeOffset="7583">26742 5327 24575,'14'23'0,"-2"-8"0,0 2 0,0 3 0,0-5 0,1-1 0,0 3 0,0 0 0,8 6 0,-9-7 0,-8-12 0,0 0 0,-3-3 0,0-1 0,-3 0 0</inkml:trace>
  <inkml:trace contextRef="#ctx0" brushRef="#br0" timeOffset="8867">26780 5305 24575,'10'-2'0,"0"-2"0,10-1 0,-8-1 0,13 3 0,-3-2 0,-4 2 0,8 0 0,-18 1 0,14-2 0,-10 3 0,2-2 0,-4 3 0,-2-1 0,1 1 0,-2 1 0,-3 7 0,-2 3 0,-4 2 0,-1-1 0,-3 0 0,1-5 0,-3 4 0,2-3 0,-1 1 0,-2 1 0,0-1 0,-1 1 0,2-4 0,3 0 0,4-3 0,0 5 0,0-3 0,0 2 0,-2 2 0,1-6 0,-1 5 0,1-3 0,1 0 0,-2 4 0,1-3 0,-2 2 0,3-4 0,0-2 0</inkml:trace>
  <inkml:trace contextRef="#ctx0" brushRef="#br0" timeOffset="9937">26912 5371 24575,'-12'10'0,"2"-1"0,3-4 0,2 3 0,1-5 0,-1 5 0,2-4 0,-6 5 0,6-4 0,-2-2 0,13-15 0,-6 5 0,8-10 0,-9 14 0,2-4 0,1 7 0,-3-5 0,3 4 0,-2-1 0,0 0 0,-1 1 0,1-1 0,-2 1 0,3-1 0</inkml:trace>
  <inkml:trace contextRef="#ctx0" brushRef="#br0" timeOffset="11482">27982 7174 24575,'22'-10'0,"1"-2"0,-5 3 0,7-10 0,-14 8 0,1-6 0,0-5 0,-1-1 0,-1-2 0,1-5 0,1-4 0,-2 3-1264,0 1 0,0-2 1264,-3 3 0,0-6 0,1-1 0,-1 2 0,-2 8 0,-1 5 0,0 1 0,0-11 0,1-9 0,0-4 0,0 5 0,-1 10-3277,1-3 3126,-3 9 1,0-6 0,0-1 0,0-1 150,1-1 0,0 0 0,0-2 0,0-2-547,-1 5 1,0-2 0,-1-1 0,1 0 0,-1 0 0,1 1 269,0 0 0,1 1 0,-1 0 0,1 0 0,-1-1-27,0-2 1,-1-2 0,1 1 0,-1 1 0,1 3 303,0-4 0,0 3 0,0 2 0,0-3 0,0 0 0,1-1 0,0-6 0,0 2 0,0 9 820,-2 2-820,3-1 0,0-4 0,-1 7 0,-1 11 1387,3-9 0,1-1-1387,-1 6 3276,3-4-2673,-2 11 1,-4 5 0,-1 7 0</inkml:trace>
  <inkml:trace contextRef="#ctx0" brushRef="#br0" timeOffset="22020">24034 9604 24575,'4'0'0,"11"0"0,-7 1 0,16 2-3277,8 1 0,-10-1 1328,10-2 2808,-14-1 1,2 0-860,5 0 0,1 0-1639,-4 0 1,0 0 1295,-1 0 1,-2 0 16,1 0 326,-8 0 0,18 0 0,-20 0 3276,18 0-1892,-3 0-1384,-1 0 0,-4 0 0,1 0 0,7 0 0,4 0 3276,-4-1-826,-3-1-2450,10 0 0,-4 1 343,-6 1 0,0 1-343,-5 0 0,-2 0-1142,13 2 1142,-1-1 0,-20-1 0,7 1 0,-3-2 0,0 1 0,-4 2 0,-2-2 1142,2 3-1142,-2-4 0,-3 3 0,1-3 0,-6 2 0</inkml:trace>
  <inkml:trace contextRef="#ctx0" brushRef="#br0" timeOffset="27071">26304 10400 24575,'27'-3'0,"1"0"0,-9 0 0,0 1 0,11-2 0,0 2 0,0 0 0,-3-1 0,2 1 0,0 2 0,0 0-1639,-5-1 1,-1 1 1111,4 0 1,-1 0 526,2 0 0,3 0 0,0 0 0,5-1 0,2 1 0,1 1 0,-5 0 0,2 0 0,0 1 0,0 0 0,0-1 0,-4-1 0,0 1 0,0-1 0,0 0 0,1 1 0,1 0 0,3 1 0,0 1 0,-1-1 0,-3 0 0,-6-1 0,0 0 0,1-1 0,-1 1 0,7 0 0,2 1 0,1-1 0,-5 0 0,-7 0-2727,12-1 2727,-5 1 0,6-1 0,-2 1 0,-1 0 0,-2 0 0,-12-1 0,3 0 0,9 1 0,8 0 0,0 0 0,-8 0 0,-14-1 0,0 0 0,6 0 0,8 0 0,4 0 0,1 1 0,-4-1 0,-6 0 0,2 1 0,-1 0 0,-2-1 0,6 0 0,2 0 0,1 0 0,-4 0 0,-7 1 0,0 0 0,-1-1 0,5 1 0,5-1 0,-1 0 0,-9-1 0,0 1 0,12 0 0,-1 0 0,-16 0 0,3 0 0,-2 0 0,-12 0 0,12 0 0,-10 0 0,-2 0 2618,19 0-2618,-7 0 0,1 0 2322,9 0-2322,-8 0 0,0 0-3277,15 0 472,-18 0 2805,2 0 0,-3 0 0,-13 0 0,2 0 0,-6 0 0</inkml:trace>
  <inkml:trace contextRef="#ctx0" brushRef="#br0" timeOffset="31249">10625 14187 24575,'6'-4'0,"3"-1"0,14-5 0,4-5-1639,-5 1 1,-1 0-1639,2-1 1328,-1-6 3360,-19 17-1411,1-3 0,-3 3 0,-1 2 0,0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1:46:03.7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1770 5169 24575,'25'-6'0,"0"0"0,-1 0 0,2 1 0,3 0 0,-4 0 0,5 0 0,4-1 0,1 1 0,2-1 0,-1 1-469,-2 0 1,1 1 0,0 0 0,2 0 0,1 0 0,1 0 0,2 0 194,-8 1 1,2-1 0,1 1 0,2 0 0,0 0 0,1 0 0,0 0 0,0 0 0,0 0 0,-2 0 0,-1 0 0,-1-1-92,3 1 1,-3-1 0,0 1 0,-1-1 0,0 1 0,0-1 0,1 1 0,1 0 0,1-1 111,-4 2 1,3-1 0,1 0 0,1 1 0,1-1 0,-1 1 0,1-1 0,-1 1 0,-2-1 0,-2 1 0,-2 0 0,-3 0 0,-4 0 272,8-2 1,-7 2 0,0-1 0,5 0-21,-2 0 0,5 0 0,3 0 0,3 0 0,-1-1 0,-1 1 0,-2 0 0,-6 0 0,-5 1-1235,7-1 1,-2 0 1234,3-1 0,7-1 0,0 0 0,-6 2 0,3 1 0,-3 2 264,-2 0 0,3 1 0,4 1-264,-10-1 0,3 1 0,2 1 0,1 0 0,3 0 0,0 0 0,1 1 0,-6-1 0,2 1 0,1 1 0,2-1 0,0 1 0,0 0 0,0 0 0,0 0 0,-2 0 0,-1 0 0,-2-1 0,4 0 0,-3 0 0,0 0 0,-2 0 0,1 0 0,1 0 0,2 1 0,-1 0 0,3 0 0,3 1 0,2 1 0,-1-1 0,-2 0 0,-3 0 0,-4-2 0,-5 0 0,-8-1 0,10 0 0,-4 0 0,0 1 0,0 0 0</inkml:trace>
  <inkml:trace contextRef="#ctx0" brushRef="#br0" timeOffset="3402">10326 4327 24575,'18'-13'0,"7"-2"0,-7 4 0,3 0 0,-3 2 0,-11 3 0,12-2 0,0-1 0,-9 5 0,9-3 0,0 1 0,-7 3-1639,11-4 1,-1 0-1639,-11 5 2180,15-6 1,1 0 1096,-15 5-1639,13-2 1,0-1 1028,-13 2 400,9 0 1,-1-1 209,-11 1 3276,18-3-3176,-20 5 1,2-1-1,-6 3 1</inkml:trace>
  <inkml:trace contextRef="#ctx0" brushRef="#br0" timeOffset="4152">10813 4096 24575,'6'17'0,"2"5"0,-1-3 0,4 8 0,-5-13 0,1 1 0,-4-6 0,0-7 0,-3-1 0,2-3 0</inkml:trace>
  <inkml:trace contextRef="#ctx0" brushRef="#br0" timeOffset="19901">2236 7681 24575,'17'-1'0,"-7"1"-1639,13-4 1,1 1-1639,-12 1 1638,16-1 1,0 1 1486,-17 2 1106,10-1 1,4 0-955,-4 1 0,1 0 0,14-1 0,-1 1 0,-11-1 0,1 2 0,-1-1 0,3 0 0,-2 0 0,-2-1 0,0 0 0,2 0 0,2 0 0,1 0 0,-1-1 0,-2-1 0,-1 0 0,6 1 0,1 0 0,-6 0 0,0 0 0,8-1 0,1 0 0,2 0 0,0 0 0,-10-1 0,1 1 0,6-1 0,1 1 0,-7 1 3276,-13 0-1842,16-1 1,-3 2 494,-19 0-1929,27 0 0,-26 1 0,26 0 0,-1 0-1639,-6 0 1,0 0-1639,7 0 1638,-6 0 1,-5 0 148,-14 0 1115,10 0 1,0 0 374,-11 0-1393,11 0 0,0 0 1393,-10 0 1127,10 0 0,0 0-1127,-10 0 3276,22 0-2651,-16 0 425,1 0-1050,-5 1 819,-8 0 0,-1 0 0,-2-1 0</inkml:trace>
  <inkml:trace contextRef="#ctx0" brushRef="#br0" timeOffset="25334">14049 10272 24575,'12'-15'0,"10"-9"-3277,-17 18 1212,12-9 3572,-7 4-1507,-1 3 0,5-8 0,4-3 0,2-1 0,0-1 226,-1 1 1,0-2-227,1 2 0,2-2 0,-4 4 0,1-2 0,5-5 0,-1-2 0,-4-2 0,-7 13 0,0-1-1639,-1 0 1,-2 2 1116,-6 7 201,11-15 321,-13 18 0,10-9 0,-9 10 0,3-1 0,-5 4 0</inkml:trace>
  <inkml:trace contextRef="#ctx0" brushRef="#br0" timeOffset="41717">5069 17274 24575,'20'-13'0,"-1"0"0,10-5 0,3-4 0,-4 4-1639,-12 7 1,2-1 1284,3-3 0,8-4 0,5-4 1,1 0-1,-1 0 0,-3 2 0,-6 5-1285,4-2 1,3-1 1506,-13 8 1,5-2 0,4-3 0,3-1 0,2-1 0,3-1 0,0-1 0,1 1 0,0-1-1,-1 1 1,-2 1 0,-2 2 0,-3 0 0,-4 4-239,9-5 1,-6 3 0,-2 2 0,3-2 0,7-3 369,-12 7 0,3-3 0,3 0 0,2-1 0,2-2 0,2 0 0,2 0 0,0-1 0,1 0 0,0 0 0,0-1 0,-1 2 0,0-1 0,-2 1 0,-1 1 0,-2 0 0,-3 2 0,-2 0 0,-4 2-515,15-7 1,-8 4-1,-3 0 1,4 0-1,7-4 515,-14 8 0,2-1 0,3-2 0,2 0 0,2-1 0,2-1 0,2 0 0,0 0 0,1-1 0,1 0 0,-1 1 0,1-1 0,-2 1 0,0 0 0,-1 1 0,-3 0 0,-1 1 0,-2 1 0,-3 1 0,-2 1-183,11-5 0,-7 3 0,-2 2 0,0-1 0,2 0 0,8-3 183,-13 5 0,2-1 0,1-1 0,3 0 0,2-1 0,0-1 0,2 0 0,2 0 0,0 0 0,0-1 0,1 0 0,0 0 0,1 1 0,-1-1 0,-1 1 0,0-1 0,0 2 0,-2-1 0,-1 2 0,-2 0 0,-1 0 0,6-1 0,-1 1 0,-2 0 0,0 0 0,0 1 0,-2 0 0,1 0 0,-1 1 0,0-1 0,0 0 0,0 0 0,0 0 0,1 0 0,0-1 0,1 1 0,-1-1 0,1 0 0,-1 0 0,1-1 0,-1 1 0,0 0 0,0 0 0,0 1 0,0-1 0,-1 1 0,0 0 0,3-1 0,2 0 0,1-1 0,0 1 0,-1 0 0,0 1 0,-3 0 0,-2 0 0,-4 2 0,-3 0 0,-6 2 0,4-2 0,-3 0 0,10-3 0,7-2 0,-2 0 0,-10 4 0,-9 0 750,3 0 1,-2 0-751,-13 6 693,7-4 0,-11 5 0,2 1 0</inkml:trace>
  <inkml:trace contextRef="#ctx0" brushRef="#br0" timeOffset="43452">5663 16018 24575,'18'15'0,"7"9"0,-6-5 0,-1-3 0,3 3 0,2 1-1093,2-2 1,1 0 0,0 1-1,-1 0 1,1 1 0,2 1 436,-4-4 1,3 0-1,0 1 1,2-1 0,0 0 108,-2-1 1,1-1 0,1 0 0,0 0 0,-1 0 0,-2-1 454,2 1 0,-4-1 0,2 0 0,4 2-18,-2-2 0,4 1 0,3 2 0,1 0 1,0 0-1,-3-2 0,-3-1 0,-6-3 110,5 1 0,0 0-290,-3-1 0,7 3 0,4 2 1,1 0-1,-1 0 0,-4-2 0,-7-2 290,3 1 0,0-1 0,-1-1 0,7 3 0,1 0 0,-2-2 0,-8-2 0,-8-4 0,0-1 0,12 3 0,5-1 0,-7-2 0,-4-3 0,1-3 0,4-1 0,-5-1 0,-9 2 0,12-5 0,8-3 0,-5 2 0,-4 2 0,0-1 0,8-3 0,1 0 0,-8 2 0,8-1 441,-7 2 0,9-2 0,0-2 0,-5 2-441,-2-4 0,-3 1 967,-3 4 1,2 1 0,-3-2-968,4-11 0,-9 1 0,-15 10 0,2-17 0,0-12 0,-1 5 3050,-1-4-3050,-1 13 0,1-7 0,0-3 0,1-2 0,0 0 0,0 4 0,0-2 0,1 2 0,0 0 0,0 1 0,0-2 0,-1-1 0,1 0 0,-1 0 0,1-1 0,0 0 0,1 2 0,0-1 0,1-1 0,0 1 0,-1 2 0,1 2-123,1-9 1,0 4 0,0-1 122,1 3 0,0 0 0,0 0 0,-1 3 0,0 3 0,-2 1 0,0 2 0,3-12 0,-2 7 0,-5 14 0,1-23 0,-3 29 1250,-3-7-1250,5 14 819,1 4 0,2 0 0,0 2 0</inkml:trace>
  <inkml:trace contextRef="#ctx0" brushRef="#br0" timeOffset="46500">2114 13825 24575,'6'0'0,"2"0"0,8-1 0,16-2 0,-3 1 0,2-1 0,-1 2 0,-5 0 0,9 0 0,3 1 0,-14 0 0,-2 0 0,3 0 0,-1 0 0,2 0 0,-2 0 0,5 0 0,2 0-1639,-3 0 1,-1 0-1639,-11 0 2184,11 0 1,8 0 0,-8 0-398,-9 0 731,11 0 1,14 0-1,1 0 1,-10 0 758,-14 0 0,0 0-144,9-1 1,9 1 0,4-1-1,-2 0 1,-4 0 143,-2 0 0,-3 0 0,1-1 0,5 1 0,1 0 0,-1-1 0,-3 1 0,0 0 0,-8 0 2679,-6 1-2679,7 0 0,-2 0 3276,-13 0-2911,16 0 0,2 0-365,-9 0 273,9 0 1,9 0-1,-2 0-273,-1-1 0,4-1 0,-12 2 0,7-1 0,3 1 0,2-1 0,1 1 0,-2-1 0,-3 1 0,-5-1 0,7 0 0,-6 0 0,5-1 0,-4 2 0,5-1 0,3 0 0,0 0 0,-2 0 0,-5 0 0,-7 1-962,-1 1 0,-4-1 962,7 0 0,0-1-1639,4 3 1,-6-1 1275,-11-1-855,18 1 1,0 0 1217,-18-1 931,10-1 1,4 0-932,-5-1 0,-2 0 2243,7-2-2243,-5 2 0,4 0 0,-3 0 0,-3 0 0,-1-1 1638,5 2 0,0 0-1042,-1-1 0,-1 0-596,6 3 0,-2-2 1638,-2 3 0,2 2 0,-7-3 0,2 0-1573,12 1 0,-1 0-65,-13-1 0,-1 0 0,2-1 0,-4 0 0,-11 0 0,5 0 0,-11 0 0</inkml:trace>
  <inkml:trace contextRef="#ctx0" brushRef="#br0" timeOffset="47934">6831 13385 24575,'19'-8'0,"13"-4"-3277,0 1 0,-6 2 1638,-4 1 1,-3 1 638,-10 3 1917,15-4 1,5-2-918,1-1 0,1 0 0,-3 4 0,1-1 0,0-2 0,1-1 0,-5 3 0,-4 4 0,9-5 0,-3 0 3276,-15 5-2673,23-6 0,-30 8 0,5-1 1</inkml:trace>
  <inkml:trace contextRef="#ctx0" brushRef="#br0" timeOffset="48817">7722 13770 24575,'27'-4'0,"2"3"0,-12-2-1639,4 2 1,0 0-1639,-10-1 1692,13 1 1,0 0 1584,-11-1-1154,8 0 1,0 1 1153,-9-1 0,24-1 0,-21 0 0,4 1 819,-3-2 0,-13 3 0,2 0 0</inkml:trace>
  <inkml:trace contextRef="#ctx0" brushRef="#br0" timeOffset="50702">6780 13796 24575,'-8'10'0,"-2"10"0,7-13 0,-5 29 0,7-19 0,-2 6 0,-1 0 0,2-4 0,-3 8 0,-2 3 0,1-3 0,0 0-470,-1 1 0,1 1 470,-1-2 0,1 1 0,1-4 308,0-2-308,-3 11 0,0-3 156,6-21-156,-3 18 0,-1 2 0,4-15-1639,-1 15 1,1 1-1639,1-16 2490,3 17 0,1 0 787,0-12 0,4 8 0,3 2 0,-1-10 0,0-2 0,7 10 0,-4-9 0,0-3 0,-6-7 3276,10 11-669,-11-9 114,4 3-2721,-7 0 0,1 3 0,-2-4 0,0-2 0,0-7 0</inkml:trace>
  <inkml:trace contextRef="#ctx0" brushRef="#br0" timeOffset="51619">6789 14681 24575,'-11'23'0,"2"-4"0,4-5 0,5-5 0,5-8 0,4-2 0,7-14 0,-5 7 0,8-16 0,-13 19 0,4-8 0,-7 11 0,5-1 0,2 3 0,-2 2 0,3 1 0,-7 0 0,-4 7 0,-1-5 0,-8 6 0,7-7 0,-10 6 0,10-3 0,-3 3 0,8 0 0,8 0 0,-4-3 0,14 3 0,-6-3 0,1-2 0,-4 0 0,-12-4 0,-1 0 0,-4-1 0,-1 0 0,1 0 0,0 2 0,1-1 0,2 1 0,1-1 0</inkml:trace>
  <inkml:trace contextRef="#ctx0" brushRef="#br0" timeOffset="70986">26942 13863 24575,'12'-3'0,"-6"1"0,21-3 0,-19 4-1639,15-3 1,-1 1-1639,-11 1 1638,19-3 1,2 0 19,-16 4 809,19-4 1,-1 0 809,-18 3-358,12-3 1,-1 0 357,-14 3 1638,9-1 0,2 0-1597,10-2 2321,-4 3-2362,-1-1 0,-2 1 0,-7 1 0,2 0 0,6-1 0,-1 1 0,4 0 0,0 1 0,1 0 0,-1-1 0,8 1 0,-5 0 3276,-14 0-1850,11-1 1,-1 1-787,-18-1-640,8 0 0,3 1 0,-1 1 0,-1 0 0,6-1 0,2 0 0,7 1 0,-7-1 0,-1-1 0,5 1 0,8 0 0,-8 1 0,1-1 0,-4 1 0,5 0 0,-1 0 0,3 0 0,-3-1 0,-5 0 0,1 1 0,-2 0 0,2-1 0,-6 0 0,-2 1-1639,13 0 1,-1-1-1426,-14 0 1425,14 0 1,-1 0 674,-19 0 945,8 0 1,6 0 0,-1 0 18,-4 0 0,-1 0 296,2 0 1,1 0-297,10 1 0,-4 0 0,-18-1 0,19 1 0,1 1 0,-19-2 1566,13 2 1,1 0-1567,-14-1-1639,7 0 1,-1 1 916,-9-2-2006,20 0 2728,-25 0 288,21 0-288,-22 0 651,15 0-651,-6 0 0,0 0 3192,13-2-3192,0 2 0,8-3 0,-10 3 3276,-4-2-1779,-14-1-678,1 3 0,-4-3 0,-2 3 0</inkml:trace>
  <inkml:trace contextRef="#ctx0" brushRef="#br0" timeOffset="71819">27561 13362 24575,'21'-19'0,"0"1"0,7-3-1639,-1-1 1,-3 2-1639,-10 10 1638,2-1 1,0-1 2711,-4 4-1073,0 2 1754,9-8-1754,-9 9 0,1-4 0,-8 6 819,-1-1 0,-4 3 0,2 1 0</inkml:trace>
  <inkml:trace contextRef="#ctx0" brushRef="#br0" timeOffset="72402">27809 13179 24575,'6'-2'0,"0"1"0,-4 1 0,-1 0 0</inkml:trace>
  <inkml:trace contextRef="#ctx0" brushRef="#br0" timeOffset="73684">26938 14313 24575,'20'-3'0,"-2"-3"0,3-1 0,-2-7 0,-6 2 0,1-10 0,-8 8-3277,7-21 0,-10 22 1638,4-5 1,-1 1 148,-4 11-1544,13-23 3034,-11 23 0,14-20 0,-6 10 0,1-3 3034,1-9-3034,-10 5 0,2 4 3276,-4-4-2015,-2 19 2015,1-4 0,4 7-3218,-3 2 0,2 0 0,-4 0 0</inkml:trace>
  <inkml:trace contextRef="#ctx0" brushRef="#br0" timeOffset="76673">27195 13862 24575,'-3'3'0,"-5"6"0,6-5 0,-10 12 0,6-9 0,-8 8 0,8-8 0,-2 6 0,6-6 0,-1 2 0,1-3 0,1-4 0,2-1 0,2-14 0,3-1-3277,1-11 0,-2 10 3047,-3 0 230,0 10 0,1 0 0,2 1 0,-1 4 0,7 0 0,1 7 0,-3-3-1169,13 16 1169,-15-14 0,9 6 0,1 1 0,1-2 0,5 6 0,-12-8 3276,-11-4-346,-25 2-1183,15-4-1747,-14 1 0,0-1 0,16-3 0,-23 3 0,26-3 0,-4 1 0,16-3 0,-2 1 0,8-6 0,-6-1 0,2-11 0,-4 8 0,-1-13 0,-4 14 0,0-4 0,0 6 0,0 5 0,0 3 0,-3 6 0,1 1 0,-1 2 0,0-3 0,-1 0 0,0-4 0,-6 9 0,4-6 0,-9 11 0,-1-3 0,-3 1 0,4-2 0,1-4 0,9-5 0,1 0 0,6-3 0,6 0 0,0 0 0,6 0 0,-7 0 0,5 0 0,-7 0 0,5 0 0,-4 0 0,7 0 0,-7-1 0,1-1 0,-6-1 0,-2 1 0,-1-1 0,-2-7 0,-1 2 0,0-6 0,2 7 0,3-2 0,0 3 0,4-7 0,-3 4 0,2-1 0,-3 2 0,0 4 0,0 2 0,-3 12 0,-5 10 0,-3 8 0,0-5 0,1-3 0,3-9 0,-3-1 0,1-2 0,-1-3 0,6-2 0,-2-1 0,6-2 0,10 0 0,5-1 0,20 1 0,-8-3 0,-2 3 0,1 1 0,7-1 0,0 2 0,-18-2 0,-35-24-3277,1 5 0,-7-8 3047,10 15 230,8 6 0,3 3 0,-4-3 0,6 6 0,0 0 0,-1 2 3276,0 0-2457,-1 3 0,4-2 0,-1 1 0</inkml:trace>
  <inkml:trace contextRef="#ctx0" brushRef="#br0" timeOffset="77972">27107 14072 24575,'-7'0'0,"-3"-1"0,2-3 0,-3 1 0,3 0 0,-4 1 0,3 1 0,-1 1 0,5-3 0,7-7 0,1 4 0,5-15 0,-4 15 0,1-9 0,-3 8 0,-1 0 0,4-1 0,-2 1 0,4-4 0,-4 4 0,6-3 0,-6 6 0,2-1 0,-5 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1:47:37.8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22709 1307 24575,'-12'19'0,"6"-9"0,-1 17 0,6-5 0,1 5 0,10 5 0,16-5 0,-8-7 0,9-6 0,2-3 0,-10-5 0,7-1 0,7 0 0,-6-1-701,-3 0 701,2-1 0,9 0 0,1 0 0,-8-1 0,8 1 0,-10-2 0,8 1 0,-1 0 0,-7-1 0,5 1 0,6-4 0,-2 0 0,-10 1 0,3-8 0,-1 0 0,-7 5 0,4-9 0,-2-1-2547,-13 7 2547,15-10-635,-14 2 635,-4 7-3277,9-19 1057,-11 19 2220,2-15 0,-19 9 0,4-2-1139,-17 4 0,-3 3 1139,10 3 0,-12 0 0,-9-1 0,6 3 0,2 3-675,2-1 1,-9 0 0,-1 0 0,9 1 674,12 1 0,0 0 0,-9 1 0,-9 0 0,2 0 0,9 0 0,5 0-339,-4 2 1,-6 0 0,9 0 0,13-2 0,-18 3 0</inkml:trace>
  <inkml:trace contextRef="#ctx0" brushRef="#br0" timeOffset="603">22908 1639 24575,'-18'18'0,"0"0"0,1-1 0,0 3 0,-4 2 0,-4 2 0,6-6 0,-4 3 0,-2 1 0,-2 1 0,-2 2 0,0-1 0,0 1 0,0 0 0,1-2 0,3 0 0,1-2-547,-4 4 1,3-1 0,1-1 0,0 0 0,-2 1 0,-4 2 311,7-6 1,-3 1 0,-3 2 0,-1 2 0,-2 0 0,0 0 0,-1 1 0,1-1 0,1 0 0,1-2 0,1-1 0,4-2 0,2-2 0,4-3-859,-10 9 1,6-7 0,-5 5 907,5-5 1,-4 4-1,-4 2 1,-3 1-1,0 1 1,0 0-1,0-1 1,4-1-1,3-4 1,4-3 184,-2 3 0,5-5 0,-4 3 0,1-1 0,-5 4 0,-3 2 0,-1 2 0,0-2 0,2-1 0,4-4 0,5-4 0,-1-1 0,2-3 0,-6 6 0,-4 3 0,0-1 0,9-5 0,3-5 1034,-6 2 0,4 0-1034,17-7 0,13-6 0,-4 3 0,9-3 0</inkml:trace>
  <inkml:trace contextRef="#ctx0" brushRef="#br0" timeOffset="1253">23077 1768 24575,'20'19'0,"0"0"0,1 1 0,0-1 0,4 4 0,-4-4 0,2-2 0,-1 1 0,5 5 0,-2-1-1639,5-1 1,-1 0 545,-8-5 1,0 0 0,3 0 272,4 1 1,3 0 0,-1-1 0,-4-3 243,-5-2 1,2 0 575,1-2 0,5 2 0,3 0 0,-1-1 0,-5-1-1161,11 1 0,-3-1 1161,-4 0 0,1-1 0,-1 0 0,9 1 0,-6-3-939,-12 1 939,6-4 0,-15 2 0,-11-4 0,1-1 0,-2 2 0</inkml:trace>
  <inkml:trace contextRef="#ctx0" brushRef="#br0" timeOffset="6804">20807 3202 24575,'1'27'0,"2"-7"0,4 0 0,3-4 0,2-1 0,7 16 0,1-19 0,0-3 0,3-4 0,7 2-3277,1-8 0,-21 0 1638,15-7 1,1-2 148,-13 3 478,14-7 1,10-5 0,-8 3 1011,-9 4-508,1-2 1,7-6 0,-1 2 0,-8 4 507,-5 5 339,1-9 0,4-6 0,-6 6-339,-9 5 0,1-18 0,-2-1 0,-5 17 0,-8-19 0,-1 2 0,3 21 525,-13-15 0,-3 0-525,11 19-613,-13-7 0,0 2 613,13 9 1021,-8 0 1,0 2-1022,11 4 0,-8 4 0,0 1 0,9-2 0,-7 6 0</inkml:trace>
  <inkml:trace contextRef="#ctx0" brushRef="#br0" timeOffset="7268">21150 3372 24575,'10'17'0,"2"1"0,2 1-1282,2 5 1282,2-4 0,6 6 0,1 0 0,-7-7 0,2 2 0,0-3 0,9 6 0,3 2 0,-2-2 0,-8-8 0,5 1 0,-4-2 0,8 5 0,-1-1 0,-8-6 0,-2-3 0,2 4 0,0-1 0,-10-6 0,-2 1 0,-6-5 0</inkml:trace>
  <inkml:trace contextRef="#ctx0" brushRef="#br0" timeOffset="7650">21065 3471 24575,'-12'25'0,"0"1"0,3-7 0,-3-2 0,-10-1 0,-6-1 0,-3-1-820,4-2 1,-2 0 0,0-1 0,1 0-274,-1 0 1,1 0 0,-1 0 436,1 1 1,-4 2-1,0 0 1,4-2 0,6-2 1983,-4 1-1328,3-1 0,-3 3 0,6-4 0,6-5 429,-2 1 1,13-5 0,2 0 0</inkml:trace>
  <inkml:trace contextRef="#ctx0" brushRef="#br0" timeOffset="8371">24071 2472 24575,'-5'21'0,"0"1"0,-1 6 0,7 0 0,3 6 0,0-5-1254,0 1 1254,4-6 0,3 6 0,1 0 0,-2-8 409,0-2-409,6 4 0,6 4 0,-4-7 0,-1-8 104,8 3 0,4-3-104,-4-12 0,-1-4 0,-3 3 0,1-2-1093,7-8 1,4-5 0,-7 3-2185,-1 0 3270,3-8 1,5-7 0,-8 6 425,-12 10-419,4-13 0,4-8 0,-6 3 0,-8-1 0,-1 1 0,1-6 0,-2 6-332,-5-1 332,-9-1 0,-6-5 0,1 7-656,-4 6 1,-2-6-1,1 3 1,11 18 0</inkml:trace>
  <inkml:trace contextRef="#ctx0" brushRef="#br0" timeOffset="9602">24371 3025 24575,'1'10'0,"0"-4"0,6 13 0,2 1 0,1-2 0,3 1 0,7 6 0,1-1 0,-9-9 0,1 1 0,7 3 0,3 1 0,-5-4 0,-4-5 0,10 7 0,8 7 0,-5-5 0,-4-2 0,4 1 0,5 4 0,-8-5 0,-6-5 0,5 4 0,-3-4 0,-16-10 0,9 5 0,-13-10 0,0 0 0</inkml:trace>
  <inkml:trace contextRef="#ctx0" brushRef="#br0" timeOffset="9984">24340 3050 24575,'-1'15'0,"-4"8"0,-3 2 0,-5-7 0,-1 0-1639,-1 8 1,-5 1 1298,-3-9 0,-8 0 1,-4 0-1,3-2 1,4-2-1300,1 0 1,-4 1 1538,9-4 0,-5 3 0,-6 2 0,-2 2 1,-3 0-1,0 1 0,-1 0 0,3-1 0,2-1 1,5-3-1,4-2 100,-5 3 0,6-4 0,-6 3 0,7-2 0,-6 2 0,-3 2 0,-3 1 0,-2 1 0,-2 1 0,2 0 0,0-1 0,2-1 0,4-1 0,4-3 0,5-2 0,-13 5 0,3-1 0,4-1 0,-6 3 0,-2 2 0,1-1 0,4-2 0,7-4 366,-6 1 1,10-1 0,3-2-1,9-9 1</inkml:trace>
  <inkml:trace contextRef="#ctx0" brushRef="#br0" timeOffset="17269">8618 8342 24575,'15'-4'0,"9"-1"0,-10 1 0,6-2 0,0 0 0,-11 2 0,14-6 0,1 1 0,-14 3 0,10-5 0,0 0 0,-11 5 0,20-17 0,-22 13 0,5-3 0,2-3 0,-3 0 0,0 0 0,7-8 0,1 0 0,0 2 0,-9 9-1639,11-10 1,1 1-1639,-10 10 2197,10-8 0,0 0 1080,-6 10-37,6-7 1,5-2 36,0 3 0,1 0 0,2-2 0,-1 1-1468,-2 3 1,-2 1 1467,3-5 0,-25 16 0,0-2 0</inkml:trace>
  <inkml:trace contextRef="#ctx0" brushRef="#br0" timeOffset="18135">9248 7818 24575,'18'23'0,"-4"-5"0,0-1 0,4 6 0,1 1-3277,-1 1 0,-14-19 1328,5 8 1949,-7-10 1719,1-3-1719,-4-21-3277,-5-9 2017,0 1 1260,0 4 3276,-2 4-2015,-4-2-1261,3-2 0,-7-3 0,13 20 0,-4-6 3276,8 9 0,25 1-3160,4 5 0,4 1-116,-9-2 0,1-1-1093,6 2 1,4 1 0,-8-2-2185,-5 0 1638,5 0 1,-4 0 1447,-18 0 191,6 4 0,-31 9 0,4-2-1639,-7 5 1,-1-1 1451,7-4 187,-5 5 0,1-2 0,13-9 2165,-18 11-2165,22-13 0,-5 0 0,6-2 3276,5-2-2961,-2 0 0,2 0 0,-1 0 1</inkml:trace>
  <inkml:trace contextRef="#ctx0" brushRef="#br0" timeOffset="22851">12911 9066 24575,'15'-6'0,"4"-4"0,4 0 0,2 0 0,-3-1 0,0 1 0,-2 0 0,0 1 0,-1-1 0,-4 2 0,-9 5 0,8-5 0,-12 8 0,-1-2 0</inkml:trace>
  <inkml:trace contextRef="#ctx0" brushRef="#br0" timeOffset="27069">2148 10066 24575,'-8'2'0,"-2"1"0,1 0 0,-8 9 0,8-9 0,-21 19 0,23-17 0,-10 10 0,0 1 0,10-11 0,-8 11 0,-1 0 0,10-12 0,-11 11 0,1 1 0,10-10 0,-11 11 0,-1 2 0,10-9-1639,-11 12 1,0 0-1639,9-9 3047,-10 14-2868,8-6 3098,7-10-1639,-4 14 1,1 0 1405,3-12 233,0 13 0,-1 3 0,2-9 0,1-1 0,0 1 0,0 0 1638,-2 12 0,1 0-1521,1-9 0,0 0-117,0 1 0,0 0 1549,-1 6 0,3-1-1549,3-7 0,1-1 3276,-3 14-1475,10 0-1801,2-10 0,-4-7-13,7 8 0,3 3 13,-4-11 0,1-1 0,1 6 0,0-1 0,4-3 0,-1-3 0,1-1 0,12 4 0,-16-11-3277,6 5 344,-18-9 4073,18 13-1140,-15-10-3277,24 13 2036,-21-14 1241,13 4 0,-21-8 0,2-2 0</inkml:trace>
  <inkml:trace contextRef="#ctx0" brushRef="#br0" timeOffset="28052">2207 11175 24575,'-1'13'0,"-2"7"-3277,-5 4 0,4-6 0,-3 1 3788,2-3-511,3-7 1829,-4 17-1829,6-14 0,7-12 0,4-16 0,1-5 0,-4 2 0,-3 2 0,-3 7-3277,1-15 2724,-3 18-215,-4-15 768,3 15-86,-6-17 86,6 18 3276,4-7-2439,6 15-837,10 3 0,2 3 0,3 6-1093,2-4 1,6 2 0,-7-1 1015,-3 4-334,1-5 1,5 1 0,-7-3 410,-9-3 0,17 10 0,-22-6 3276,-1 5-2672,-13 0 2672,4-6-750,-24 9-2526,13-13-1639,-11 4 1,-2 0 1096,11-3-1097,-14 2 1,0-1 378,20-3 1260,-14 5 0,3-5 0,20-18 0,-13 15 0,22-26 0,-7 21 0,3-9 0,-4 10 3276,0-5-2015,0 6-442,-1 1 0,0 1 0,0 2 0</inkml:trace>
  <inkml:trace contextRef="#ctx0" brushRef="#br0" timeOffset="28853">2293 11269 24575,'7'12'0,"4"-2"0,-2 1 0,11-5 0,-9-4 0,12-2 0,-12 0 0,-2 0 0,-8 5 0,-5-3 0,-2 6 0,5-6 0,2 1 0,2-3 0,2-2 0,-5 0 0,-11 7 0,3-3 0,-13 8 0,16-6 0,-2 1 0,7-4 0,3-1 0,-1-1 0,-2-1 0,1-11 0,-1 7 0,3-8 0,-1 10 0,-1-2 0,-1 4 0,0 0 0</inkml:trace>
  <inkml:trace contextRef="#ctx0" brushRef="#br0" timeOffset="29602">2322 11246 24575,'-5'18'0,"-4"8"0,6-16 0,-9 21 0,4-17 0,-2 5 0,3-10 0,7-7 0,6-15 0,-3 7 0,4-20 0,-12 9 0,4 2 0,-4-3 0,3 16 0,2-4 0,0 6 0,7-1 0,3-4 0,-2 3 0,1-4 0,-10 10 0,-5 4 0,1-1 0,-2 5 0,11-10 0,7 0 0,-3-2 0,6 0 0,-12 0 0,2 0 0</inkml:trace>
  <inkml:trace contextRef="#ctx0" brushRef="#br0" timeOffset="32219">2240 11369 24575,'-10'5'0,"0"1"0,-5-1 0,4 1 0,3-2 0,4 0 0,2 0 0,2-2 0,0-1 0</inkml:trace>
  <inkml:trace contextRef="#ctx0" brushRef="#br0" timeOffset="42552">26251 2290 24575,'23'-6'0,"9"2"0,-6-2-1639,-6 5 1,-2 0-1639,-7 0 0,20 1 2416,-25 0 861,10 0-1916,-1 4 1916,-9-3-1304,14 3 1,1 0 1303,-12-3 935,16 2 1,3-2-936,-11-1 0,5 0 0,-1 0 0,-8 0 0,0 0 0</inkml:trace>
  <inkml:trace contextRef="#ctx0" brushRef="#br0" timeOffset="43352">28868 1984 24575,'7'0'0,"7"-3"0,-3 0 0,0-1 0,-4 1 0</inkml:trace>
  <inkml:trace contextRef="#ctx0" brushRef="#br0" timeOffset="45450">30281 2203 24575,'0'12'0,"0"-4"0,0 10 0,0 3 0,0-6 0,2 8 0,3 0 0,4 11 0,-4-11 0,1 0 0,0 9-3277,-3 5 0,-3-27 0,-13 23 1787,7-27-27,-14 11 0,-3 0 1517,9-11-677,-9 5 1,-8 4 0,8-5 676,7-4 389,-6 3 0,-6 1 1,7-3-390,9-4 2607,-20 6-2607,30-8 0,27-2 0,-10 1 0,2-1 0,5-1 0,7 2 0,8 0 0,-1 0 0,-6 0 0,-10-1 0,0 1 81,15-1 1,10 1-1,-2 1 1,-17-1-82,-17 0 0,17 0 0,-25 0 0</inkml:trace>
  <inkml:trace contextRef="#ctx0" brushRef="#br0" timeOffset="45950">30551 2381 24575,'-7'27'0,"2"9"0,2-9 0,6-1 0,1-3 0,0-15 0,14 23 0,-10-26 0,9 5 0,-8-9 0,10-1 0,5-14 0,-1 4-1639,-2-11 1,-3 0-1639,-5 7 1638,1-14 1,-2 1 148,-8 18 468,0-18 0,-3 2 1022,-3 16 0,-5-13 0,-4 0 0,-14 12 0,-2-11 0,3 19 0,1 4 0,7-1 0,-12 6 0,1 1 0,16-4 2044,-23 9-2044,12 3 0,7-5 0,-6 5 0,15-9 0</inkml:trace>
  <inkml:trace contextRef="#ctx0" brushRef="#br0" timeOffset="46453">30902 2353 24575,'-13'31'0,"5"-12"-1639,5 5 1,2-1-1639,1-10 1638,3 12 1,0-1-1639,-2-16 5064,6 19-1787,13-15 0,15-10 0,-3 6 0,-5-13 0,-1-3 0,-7 2 0,2-4 0,-1-1 0,-6-1 0,3-13 0,-15 11 0,-11-20 0,4 25 0,-5-12 0,-16-5 0,18 19 0,-9-8 0,-2 3 0,3 14 0,0-4 0,-10 10 0,20-6 0,-8 6 0,12-7 0,1 1 0</inkml:trace>
  <inkml:trace contextRef="#ctx0" brushRef="#br0" timeOffset="46836">31857 2167 24575,'-16'22'0,"3"1"0,2 0 0,5-12 0,-4 12 0,-3 7 0,3-6 0,2-6 0,-5 7 0,-3 7 0,1-5 0,-2 2 0,4-8 0,0-1 0,2-2 0,9-16 0,0-1 0</inkml:trace>
  <inkml:trace contextRef="#ctx0" brushRef="#br0" timeOffset="47068">31577 2349 24575,'29'5'0,"-15"-3"-820,10 5 1,-22-5 0,0-2 0</inkml:trace>
  <inkml:trace contextRef="#ctx0" brushRef="#br0" timeOffset="47269">31884 2523 24575,'5'0'0,"-1"0"0,-5 0 0,-1 0 0</inkml:trace>
  <inkml:trace contextRef="#ctx0" brushRef="#br0" timeOffset="55401">4340 15898 24575,'6'-1'0,"3"-2"0,20-15 0,-8 7 0,3-3 0,0 1-1639,8-4 1,0 0 545,-8 4 1,0-1 0,0 1-1,4-2 1,1 0 0,-5 2 706,3-4 386,5-1 0,-3 1 1935,-18 8-1935,-4 2 0,-2-1 0,-5 6 819,-3 0 0,1 1 0,-1 0 0</inkml:trace>
  <inkml:trace contextRef="#ctx0" brushRef="#br0" timeOffset="55906">2904 15868 24575,'6'-7'0,"5"-6"0,-8 8 0,18-25 0,-13 18-1639,10-11 1,1-1-1639,-11 9 2302,3 0 1,2 0 1833,-1 0 1,-1-1-860,7 0 0,1-1-1303,-4 0 1,0 1 1302,4 0 0,-4 5 0,-12 8 0,4-1 0</inkml:trace>
  <inkml:trace contextRef="#ctx0" brushRef="#br0" timeOffset="56455">6687 14656 24575,'15'-12'0,"0"1"0,5-2 0,2 0 0,0 0-626,-1-1 0,1 0 626,10-4 0,5-2 0,-9 6 408,-10 5-408,5-2 0,6-3 0,-8 3 208,-9 3-208,11-3 0,-2 0 0,-15 7 0,12-6 0,-14 9 0,1-2 0,-4 3 0</inkml:trace>
  <inkml:trace contextRef="#ctx0" brushRef="#br0" timeOffset="60053">6742 14644 24575,'-5'0'0,"2"0"0,2 0 0</inkml:trace>
  <inkml:trace contextRef="#ctx0" brushRef="#br0" timeOffset="68402">10494 15982 24575,'8'0'0,"2"0"0,7 0 0,-7-1-1639,9-2 1,1 1-1639,-10 0 2286,10-1 1,8 0 0,1 0 990,6 0 0,2 0 0,-1 1 180,-11 0 0,0 0 0,3 0-180,3 0 0,7-1 0,3 1 0,-1-1 0,-6 2 0,-7-1 0,10 1 0,-13 0 0,8 0 0,4 1 0,2-1 0,0 0 0,-5 0 0,-7 1-752,3 0 1,0 0 751,-1 0 0,7 0 0,4 0 0,0 0 0,-4 0 0,-8 0 0,0 0 0,-2 0 0,5 0 0,5 0 0,-1 1 0,-11-1 3276,-10 1-2440,12-1 1,-2 1-837,-17-1 1033,10 0-1033,-13-2 0,2 2 0,-3-1 0,0 1 0</inkml:trace>
  <inkml:trace contextRef="#ctx0" brushRef="#br0" timeOffset="69602">13222 14738 24575,'8'-5'0,"7"-9"0,2-2-1835,-3 5 1835,3-6 0,6-9 0,2-2 0,-1 1-820,-1 3 1,0-1 0,1 0 0,-2 1-1,-1 1 1,-1 0 0,0-1 0,2-1 678,-1 1 1,2-2 0,0-1 0,0 2 0,-3 2 0,-6 6 1813,5-6-1673,-3 2 0,4-5 0,0 1 0,-6 6 0,-2 3-1639,4-7 1,-1 2 634,-8 10 1420,5-6-416,-10 15 0,1-1 0,-1 3 0</inkml:trace>
  <inkml:trace contextRef="#ctx0" brushRef="#br0" timeOffset="76819">28468 6985 24575,'23'1'0,"0"0"0,14 3 0,-4-1 0,7 1 0,-7-1-698,-13-1 0,-1 0 698,10 0 0,6 0 0,0 0 0,-9-1 0,-3-1 0,3-1 0,9 1 0,0-1 0,-9 1 454,-4 0-454,8-1 0,6-1 0,-7-1 0,-11-1 115,12-1 1,1-2-116,-12 0 0,-1 0 0,12-2 0,-6-2 0,-5 2 711,-11 7-711,10-9 0,0-1 0,-11 8 0,9-11 0,1-2 0,-7 6 0,5-12 0,0-1 0,-7 7 0,4-6 0,-1-3 0,1-9 0,0 5 0,-7 5 0,-4 1 0,-7-5 0,1-5 0,-3 12 0,0 1 0,-6-10 0,1 2-1639,2 7 1,0 2-1639,5 12 1638,-6-13 1,-1 1 148,7 12 592,-7-7 1,0-1 897,7 10-558,-18-12 558,19 15 0,-21-7 0,18 9 0,-11-3 0,-4 0 0,-6 1 0,5 0 0,-7 0 0,-7-1 0,-3 0 0,-2 0 0,2 0 0,3 1 0,0 1 0,2-1 0,0 1 0,-1 1 0,-1-1 0,-2 0 0,8 0 0,-1-1 0,-2 1 0,0 0 0,-1-1 0,-1 1 0,1 0 0,0 0 0,0 0 0,1 0 0,-1 1 0,0-1 0,0 1 0,0 0 0,1 0 0,-1 0 0,2 0 0,1 1 0,0-1-191,-6 1 0,2-1 0,2 1 0,-1 0 1,0 0-1,-3 0 191,5 0 0,-2 0 0,-1-1 0,0 1 0,0 0 0,0 0 0,1 0 0,0 1-8,1 0 0,-1 0 1,1 0-1,0 1 1,1-1-1,0 1 0,2 0 8,-7 1 0,2 0 0,0-1 0,2 2 0,1-1 0,-2 1 0,1 0 0,3 1 0,6 0 0,5 1 0,6 2 0,4 6 2778,-3 2-2778,5 4 0,0 0 3276,-4 1-2985,3 0 0,2 1 2985,9 4-488,8 9-1097,-2-10-1691,17-4 0,4-2 0,1-8-820,-5-2 1,6 1 0,1 0 0,-5-3 272,-3-2 1,-1 0 0,15 1 0,-5 0 0,-21-4 0</inkml:trace>
  <inkml:trace contextRef="#ctx0" brushRef="#br0" timeOffset="77501">29063 6356 24575,'13'-22'0,"0"1"0,0-1 0,5-7 0,-5 5 0,4-6 0,0-1 0,-3 7-1639,-4 7 1,0-1 1584,5-7 1,3-6-1,1 0 1,-4 6 53,-3 8 0,0 1 0,7-14 0,3-5 0,-4 7-3277,-4 10 2017,2-7 0,0 0 1565,0 0-305,-5 9-1639,8-7 1,-1-1 1106,-6 10 872,11-10 1,3-3-341,-5 7 0,-1 1 1638,-2 2 0,2-1-1523,1-1 1,3 0 0,-6 5 1470,-6 7-1586,12-10 0,-1 2 0,-13 9 0,7-4 0,-14 7 0</inkml:trace>
  <inkml:trace contextRef="#ctx0" brushRef="#br0" timeOffset="85068">22979 15352 24575,'20'-3'0,"-2"1"0,3 1-1639,8-2 1,2 0-1,-10 1 1,0 1-1,14-2 1,-3 1-1298,-17 1 2372,14 1 0,0-1 564,-15 1-1091,20 0 1,0 0 1090,-20 0 1090,6 0 1,5 0-1091,8 0 0,5 0 0,-7-1 2241,1 1-2241,0 0 0,9-1 0,0 1 0,-13-1 3276,-9 1-2911,6-1 1,6 0-1,-7 0 2911,-7 1-2189,8-1 0,6 1 1,-7-1-1088,-8 1 0,8 0 0,6-1 0,-5 1 0,1 0 0,-4-1 0,5 1 0,0-1-1093,1 2 1,1-1 0,-2 1-290,1-1 1,-1 0 1153,7 1 0,2-1 228,-9 0 0,1 0 0,1 0 0,1 0 0,2 0 0,1 0-656,-4 0 1,3 0-1,1 0 1,-2 0 0,-2 0 285,5 0 1,-3 0-1,1 0 370,4 1 0,1-1 0,-7 1 0,-2-1 0,-3 1 0,4-1 0,-7 0 3276,-9 0-2906,11 0 0,8 0 0,-7 0 86,-10 0-456,14 0 0,9 0 0,-9 0 0,-13 0 0,12 0 0,9 0 0,-6 0 3276,-5 0-2394,8 0 1,8 0 0,-7 0-883,-5 0 0,-2 0 0,8 0 0,-1 0 0,-9 0-3277,-4 0 1666,13 1 0,4 0 1611,-4 1 0,0 0-1093,-5-1 1,2 1 0,-1-1 735,-4 1 1,-1-1 0,2 0-284,2 0 1,3 0 0,-1 0 0,-8 0 639,1-1-626,5 0 0,6 0 0,-7-1 626,-7 1 0,3-2 0,6 0 0,-8 0 0,-9 1 0,10 0 0,7-1 0,-7 1 0,-10 1-82,12-1 1,8 1 0,-8-1 81,-9 1 169,10 0 0,9 0 0,-6 0-169,-2 2 0,3-1 0,7 0 0,-6 0 0,-1 1 0,1-1 0,7 1 0,-2-1 0,-11 0 0,-1-1 0,-1 0 0,12 1 0,0 0 657,-1-1 0,2 1 1,-5-1-658,-9 1 0,-1 0 0,11 0 0,0 0 1087,-6 0 0,-2 0-1087,-5 0 0,1 0 0,6 0 0,0 0 0,8 0 0,1-1 0,-2 0 0,-19 0-504,9 1 1,8 0 0,-6 0 503,1 0-800,-1 0 1,4 0 0,-4 1 799,0-2 0,11 1 0,-3 1 0,-22-2 468,20 1 1,1 1-469,-18 0 766,12-1 1,4 1-767,-10-1 0,-1-1 0,-2 1 0,3 0 0,12-1 0,-1 0 0,-13 0 1638,11 0 0,1 0-1293,-2 0 2419,2 0-2764,-4 0 0,-21 0 0,5 0 3276,-1 0 0,5 0-3044,-6 0-232,8 0 0,-7 0 0,0-2 0,0 2 0,-8-3 0,3 3 0,-4-2 0,2 2 0</inkml:trace>
  <inkml:trace contextRef="#ctx0" brushRef="#br0" timeOffset="85569">28346 15241 24575,'-1'12'0,"-3"9"0,2-9 0,-2 19 0,4-22 0,-2 9-820,2-9 1,0-7 0,0 2 0</inkml:trace>
  <inkml:trace contextRef="#ctx0" brushRef="#br0" timeOffset="88818">27724 17183 24575,'13'25'0,"-2"-3"0,-4-5 0,0 1 0,0 0 0,1 1 0,3 9 0,1-1 0,-5-9 0,0 0-1639,3 7 1,-1-4-1639,-5-9 0,8 18 1787,-11-24 1490,5 7 0,-5-6 0,3 1 0,-1 4 0,0-5 819,0 0 0,-1-6 0,-1 0 0</inkml:trace>
  <inkml:trace contextRef="#ctx0" brushRef="#br0" timeOffset="89303">27714 17162 24575,'31'-5'0,"0"0"0,0 0 0,-4 1 0,0 0 0,-1 1 0,3 1 0,-3 1-1639,4 3 1,-1 2-1,3-2 1,2 2 762,-3 2 0,2 2 0,-7-1 3354,1 3-2478,6 3 0,-3 2 1435,-17-4-1435,14 14 0,-28 3 0,-4-7-1639,-15 2 1,-3-1-123,7-5 1761,-11 2 0,-7 5 0,3-5 0,13-11 0,0 1-338,-12 7 0,-4 5 0,6-6 338,0-6-543,0 5 0,4-2 543,16-10 0,-15 8 0,21-10 0,1 0 0</inkml:trace>
  <inkml:trace contextRef="#ctx0" brushRef="#br0" timeOffset="89603">28892 17478 24575,'-4'-9'0,"1"-12"0,3 7 0,0-5 0</inkml:trace>
  <inkml:trace contextRef="#ctx0" brushRef="#br0" timeOffset="90969">31201 16905 24575,'-11'4'0,"4"2"-3277,-17 22 0,17-17 1638,-4 9 1,2-1-1639,8-13 2030,4 28 1247,0-27-1015,5 12 1,1 0 1014,-4-12 2029,9 14-2029,6-8 0,8-2 0,-3 3 1517,-2-7 0,2-2-1517,-4-5 0,-1 1 1638,-1 0 0,1 0-1008,11-5 1,-2-4-631,-6-12 0,9 4 0,-18-2 0,-3 1 0,-6 8-3277,7-24 2017,-11 26 1260,-3-26 0,1 24-1517,-9-12 0,-1 0 1517,7 11-392,-16-12 0,-5 1 392,9 13 0,-15-5 0,-1 1 0,13 8 0,-12 0 0,2 2 0,18 2 0,-16 3 0,0 0 0,17-2 392,-12 6 0,1 1-392,10 0 0,-7 5 0,12-8 0,6-3 0</inkml:trace>
  <inkml:trace contextRef="#ctx0" brushRef="#br0" timeOffset="91720">32024 17044 24575,'13'14'0,"-5"-8"-3277,0 25 0,-7-24 0,3 12 4561,-2-7-1284,-2-6 1725,2 12-1725,-2-11-3277,2-19 2030,-1 7 1247,3-15 0,0 0 0,-1 12-3009,10-21 3009,-10 25-726,16-15 726,-14 15 2674,9-7-2674,-3 7 3276,-4 0-2553,14-2 2553,-10 3-573,7 5-5980,-2 22 2199,-6-7 249,2 9 0,-1 0 829,-4-8-1639,4 5 1,0-1 928,-4-12 710,3 9 0,-11-19 0,2 2 0,-4-3 0</inkml:trace>
  <inkml:trace contextRef="#ctx0" brushRef="#br0" timeOffset="92186">32466 17020 24575,'0'21'0,"0"-11"-1639,2 12 1,1-1-1639,-2-12 0,3 21 3599,-3-10-322,2-8-2395,5 21 2395,-3-24 0,5 11 0,4-18 0,-6 4 0,19-11 0,-21 3-1226,7-15 1,-1-2 1225,-8 10 0,-2-16 0,-3 2 0,-2 17 0,-9-18 0,-4 9 3034,8 4-3034,-10-3 0,-3 0 0,-5 5 0,9 0 0,0 1 3276,-10 4-2015,12 5-1261,-8 7 0,10-4 0,-2 5 0,14-9 0,-1 1 0</inkml:trace>
  <inkml:trace contextRef="#ctx0" brushRef="#br0" timeOffset="92902">31709 17868 24575,'-5'17'0,"1"12"0,4-20 0,0 11 0,0 0-3277,0-11 2895,1 19 1230,1-5-848,2 10 0,-2-6 0,1 3 0,-3-26 0,0 0 0,0-8-3277,2-23 2581,-2 13-943,3-18 1,0-1 378,-2 17 1260,1-5 0,1-4 0,-2 3 0,-1 0-1517,-1-6 0,0 0 1517,0 2 0,1 0 1428,-4-5 1,0 7-1429,2 15 0,-26 12 0,-3 5 0,17-5 0,-7 5 0,-9 6 0,-5 2 0,2 0 0,6-4-527,4-1 1,-1 0 526,0 0 0,-7 3 0,-1 0 0,2-1 0,6-3 1638,4-2 0,1 0-1421,-7 2 0,-4 1 0,9-2 17,9-3-234,-22 7 3276,34-10-2598,5-4 0,-1 2 0,4-3 0</inkml:trace>
  <inkml:trace contextRef="#ctx0" brushRef="#br0" timeOffset="93485">32195 17888 24575,'-21'7'0,"-7"4"0,23-6 0,-12 6 0,19-3 0,-4-1 0,23 10 0,-12-13 0,16 5 0,3 0 0,-7-7 0,12 3 0,4 2 0,-16-1 0,-1 1 0,0-3 0,0 1 0,3 8 0,-5 1 0,-11-6-3277,16 20 0,-18-22 3047,3 12 230,-7-16-3277,-17 8 2017,9-7-257,-15 0 0,-1-1 1517,13-1 0,-20-1 0,-2 0 0,20-2 0,-6 1 0,-2 0 0,-7-4 0,2 0 0,8 3 0,-10-3 0,6 2 0,20 3 0</inkml:trace>
  <inkml:trace contextRef="#ctx0" brushRef="#br0" timeOffset="93835">32649 18001 24575,'6'7'0,"0"4"0,-2 1 0,0 8 0,-3 1 0,2-5 0,2 13 0,-3-22 0,5 15 0,-3-23 0,9-7 0,-7-4 0,4-13 0,-8 18 0,-1-3 0</inkml:trace>
  <inkml:trace contextRef="#ctx0" brushRef="#br0" timeOffset="94020">32679 17779 24575,'15'10'0,"-4"0"0,-7-10 0,-3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1:50:19.1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32978 6469 24575,'8'0'0,"3"0"0,-4 0 0,1 0 0,9-4 0,-11 3 0,9-3 0</inkml:trace>
  <inkml:trace contextRef="#ctx0" brushRef="#br0" timeOffset="4014">841 7468 24575,'0'0'0</inkml:trace>
  <inkml:trace contextRef="#ctx0" brushRef="#br0" timeOffset="14867">912 8489 24575,'0'0'0</inkml:trace>
  <inkml:trace contextRef="#ctx0" brushRef="#br0" timeOffset="22049">1114 9793 24575,'-17'5'0,"-9"5"0,11-1 0,-11 5 0,7-1 0,4-3 0,1 2 0,8-5 0,-11 10 0,11-11 0,-9 14 0,9-13-3277,-3 17 0,5-15 3047,-1 12 230,4-7 0,0 8 0,5 15 0,-1-14 0,1-2 0,2-1 0,7 7 0,1 2 0,-3-11 0,0-1 0,5 2 0,6 6 3276,-5-9-1638,4-1 0,0-1-1406,-5-2-232,4 0 0,1 0 0,-3-7 0,0-1 0,1 1 0,14 0-1639,-6-1 1,-1 0-1639,-4-1 2736,5 0 1,-1 1 540,-10-4 0,5 2 0,2-2 0,7-5 0,-3 1 0,1-2 0,-17 3 0,8-3 0,-12 4 3276,6-4-190,-13 7-3086,3 0 0,-5 2 0</inkml:trace>
  <inkml:trace contextRef="#ctx0" brushRef="#br0" timeOffset="22606">1569 10291 24575,'0'25'0,"0"-7"0,2 1 0,1-1 0,-1-7 0,5 14 0,-6-19 0,4 10 0,-2-13 0,1 2 0,-10-8 0,-7-5 0,-11-4 0,5 1 0,5 5 0,16 5-3277,20-4 0,-8 4 3047,22-4-1416,-7 2 1646,-2-1 0,-6 2 0,-3 0 0,-3 0 0,5 0 0,-23 2 0,-3 2 0,-17 2 3276,5 0-2603,2 2 0,10-4 1,4-1-1</inkml:trace>
  <inkml:trace contextRef="#ctx0" brushRef="#br0" timeOffset="29201">7870 9730 24575,'6'17'0,"0"0"0,1 5 0,-2-5 0,4-4 0,-1-6 0,8-5 0,6-21 0,0-8 0,-7 13 0,0-2-820,3-6 1,3-4 0,0 0 0,-4 4-820,-3 5 1,0 0 1592,2-4 0,5-5 0,0-2 0,0 2 0,-6 6-3231,8-9 2950,-3 3 1,2-4 0,-2 3-1238,-4 7 1,-4 3 1563,2-5 0,-1 4 0,-2 4 0,-10 11 0</inkml:trace>
  <inkml:trace contextRef="#ctx0" brushRef="#br0" timeOffset="29897">10722 9616 24575,'-5'22'0,"-1"10"0,1-12 0,-1 3 0,1 0 0,1-3 0,-1 3 0,0-1 0,3-6 0,-3 15 0,5-20 0,3 2 0,2-13 0,10-11 0,4-7 0,1 0 0,2-2 0,-1 0-1639,3-2 1,0-1 545,0 1 1,1-2 0,0 2 781,4-2 0,-2 2 311,-9 5 0,2-1 0,3-1 0,4-3 0,-1 1 0,-6 4 0,0 0 0,9-6 0,-2-1 350,-12 10-350,-3 0 0,4-3 0,-12 12 0,0 1 0</inkml:trace>
  <inkml:trace contextRef="#ctx0" brushRef="#br0" timeOffset="30516">13292 9545 24575,'1'14'0,"0"13"0,0 5 0,-1 1 0,0 0 0,0-17 0,5 10 0,-2-15 0,10 5 0,-7-11 0,21-10 0,-16 1 0,11-10 0,7-7 0,-5 2-3277,2-3 3005,-9 7 1,6-6 0,4-4 0,2-1-1,-1 1 1,-3 2 0,-5 4 271,5-4 0,0-1 0,-5 6 0,4-6 0,3-2 0,2-2 0,0-1 0,0 1 0,-3 3 0,-2 3-820,2-2 1,-3 4 0,0 1 0,1-3 386,-1 1 0,0-2 0,1-1 0,-1 2 1,0 1 432,7-6 0,0 2 0,-8 7 1976,-5 3-1976,1-1 0,-2 2 0,-11 10 0,9-7 0</inkml:trace>
  <inkml:trace contextRef="#ctx0" brushRef="#br0" timeOffset="31247">15665 9495 24575,'5'12'0,"-1"4"0,3 0 0,0 13 0,0-11-1639,0 6 1,-1 0-1639,0-9 1328,5 20 3342,-6-23-1393,1 2 0,0-2 0,-1-8 0,-4-1 0,17-18 0,-9 8 0,5-9 0,5-9 0,2-2 0,-5 5 0,-4 6 0,-1-1 0,5-6 0,4-5 0,1-1 0,-1 0-820,-1-1 1,0 0 0,-1 1 0,-1 3 352,3-5 0,1 0 56,-5 6 0,3-5 1,0-1-1,-2 2 0,-3 6 411,-2-2 0,-1 3-407,6-11 0,-2-1 407,-4 9 0,-3 3 0,3-2 0,-8 10 0,0 12 0</inkml:trace>
  <inkml:trace contextRef="#ctx0" brushRef="#br0" timeOffset="48114">10843 12433 24575,'4'5'0,"0"-2"0,-3 2 0,5-1 0,-2-1 0,7 1 0,-2-3 0,21-5 0,-1-3 0,3 0 0,-12 1 0,-2 1 0,-2 0 0,14-3 0,-9 3 0,2-4 0,-7 4 0,1-3 0,-13 6 0,4-1 0,-7 1 0</inkml:trace>
  <inkml:trace contextRef="#ctx0" brushRef="#br0" timeOffset="108884">7714 14808 24575,'20'-1'0,"0"-1"0,11 1 0,0-1-1006,-11 1 1,1 0 1005,15-2 0,0 0 0,-16 2 0,1 0 0,5-1 0,5 0 0,-1-1 0,3 2 0,-1 0 0,0-1 0,-7 1 0,0 0 0,1-1 0,5 1 0,2-1 0,-7 1 647,0-2-647,8 0 0,0 1-3277,-1-2 444,3 1 2833,-11 1 0,-21 1 690,6 0-690,-6 2 0,0 0 0,-2 0 0</inkml:trace>
  <inkml:trace contextRef="#ctx0" brushRef="#br0" timeOffset="109191">8997 14882 24575,'0'0'0</inkml:trace>
  <inkml:trace contextRef="#ctx0" brushRef="#br0" timeOffset="114748">4484 10591 24575,'6'3'0,"2"0"-1639,8 10 1,0 1-1639,-3-4 2302,10 7 1,3 2 974,-8-5 0,-1-1 0,1 0 0,1 0-1409,5 5 0,-2-1 1409,-6-4-334,3 4 1,-1 1 333,-5-4 0,6 7 0,1 1 0,-5-3 0,1 1 0,1 0 0,0 2 0,0-3 0,-1-1 0,-1-2 0,13 9 0,-19-19 819,9 4 0,-15-9 0,2 1 0</inkml:trace>
  <inkml:trace contextRef="#ctx0" brushRef="#br0" timeOffset="115516">4884 10999 24575,'-17'10'0,"10"-5"0,-16 10 0,17-10 0,-10 11 0,9-8 0,0 2 0,11-11 0,16-11 0,-3 1-1639,5-2 1,0 0-1639,-8 7 2282,10-6 1,-1 0 994,-10 7-585,6-4 1,1 0 584,-7 2-3277,16-6 2987,-22 7 3566,5 0-2985,-10 5 1295,5 5-1586,15 15-3195,7 3 3195,-4-1 0,-4-4 3276,-10-8-2130,-3 0-1146,7 4 0,-10-6 0,1 4 0,-7-3 0,-5 6 0,-6-4 0,-7 0 0,0-1 0,3-2 0,-6 2 0,-2 0-1131,-2-2 1131,8-1 0,0 0 0,-6-3 0,1 0 0,2 0 0,-4-3 0,28 0 0,-1 0 0,9-1 0,-5 1 0,1-2 0,-5 2 0,-1 0 0</inkml:trace>
  <inkml:trace contextRef="#ctx0" brushRef="#br0" timeOffset="117487">18312 10624 24575,'10'1'0,"7"4"0,-5-2 0,6 3 0,5 2 0,0 1 0,5 2 0,-3-1-1639,-3-3 1,-1 1 865,6 3 0,4 2 1,-2-2 772,5 1 0,-1-2 0,-7-1 0,1 1 0,3 1 0,5 3 0,-1-1 0,-6-2 0,-9-4 0,-1 0 0,8 4 0,3 2 0,-6-3 243,-2 0-243,3 3 0,-4 1 0,-1 0 0,-6-3 0,3 5 0,-1 1 0,-5-2 0,4 2 0,2 1 0,-3-3 0,-1-2 0,2 1 0,0-1 0,12 10-553,0-3 553,-3-5 0,0 5 0,-11-12 3276,-5 0-2612,-1 1 552,-3-4-1216,1 1 187,0-3 0,-1-2 0,-2-1 1</inkml:trace>
  <inkml:trace contextRef="#ctx0" brushRef="#br0" timeOffset="118349">19327 11104 24575,'-18'11'0,"0"1"0,-2-1 0,3 3 0,2-1 0,8-7 0,-4 9 0,12-15 0,7-7 0,17-17-790,-12 9 790,1 2 0,2-1 0,10-5 0,1 0 0,2 0 0,-12 8 0,-10 7 0,1 0 0,-2 2 790,-1 0-790,3 8 0,0 0 0,10 8 0,1 2 0,-1-2 0,12 7 0,1 1 0,-14-10 0,3 0 0,-2-1 0,-10-6 0,-5 2 0,-7-5 0,-16 7 0,7-3-1639,-14 1 1,0 0-1639,12-2 1922,-20 2 0,-1 0 1355,19-4 0,-5 1 0,3-1 0,14-1 0,2-2 0,5 0 0</inkml:trace>
  <inkml:trace contextRef="#ctx0" brushRef="#br0" timeOffset="130717">22322 12404 24575,'14'-2'0,"7"2"0,-3-2 0,12 2 0,-17 0-3277,23 0 0,-26 0 0,14 0 4416,-8-1-1139,-4 1-2738,15-3 2738,-17 3 0,6-3 0,4 0 0,-1-2 0,4 1 3276,5-3-2069,-15 5-1044,15-7-163,-3 2 0,-6 1 3276,2-3 0,-9 6-3044,8-6-232,-8 7 0,12-8 0,-12 7 0,13-6 0,-7 1 0,1 0 0,9-1 0,-11 1 0,0 0 0,11-2 0,-2-1 0,-1 2-3277,6 1 0,-22 4 3047,11 0 230,-2 1 0,3-3 0,2 3 0,-6-4 0,-5 4 0,-2-2 0,5-1 0,-8 2 3276,6 0-2457,-6 2 0,0 1 0,-3 1 0</inkml:trace>
  <inkml:trace contextRef="#ctx0" brushRef="#br0" timeOffset="131565">18284 13342 24575,'0'0'0</inkml:trace>
  <inkml:trace contextRef="#ctx0" brushRef="#br0" timeOffset="133482">22562 13155 24575,'0'0'0</inkml:trace>
  <inkml:trace contextRef="#ctx0" brushRef="#br0" timeOffset="134815">22561 13165 24575,'0'0'0</inkml:trace>
  <inkml:trace contextRef="#ctx0" brushRef="#br0" timeOffset="137501">24700 13649 24575,'4'7'0,"5"12"0,-6-12 0,5 12 0,-3-6 0,-1-3 0,4 19 0,-4-12 0,3 16 0,-2-13 0,0 14 0,-1-2 0,-2-6 0,-1-5 0,-1-2 0,0-7-3277,-1 25 0,1-27 3047,0 12 230,0-18-820,0 2 1,0-5 0,0-2 0</inkml:trace>
  <inkml:trace contextRef="#ctx0" brushRef="#br0" timeOffset="138316">24758 13603 24575,'34'1'0,"-17"1"0,6-3 0,7 0 0,-7 0-3277,-4-2 1638,12 1 1,5-1 1150,2-1 1,-2 0 487,-14 2 0,1 1 0,7-2 0,7 0 0,-1 0 0,-8 1-2158,3 0 2158,2 0 0,2-1 0,-7 2 0,-1 0 632,2 0 0,3 1-632,3-1 0,2 0 0,-1 0 0,-6 1 0,-1 0 0,-1 0 0,4 0 0,-1 0-1639,2 0 1,-5 0 921,-13 0 1445,8 0 1,-2 0-729,-11 2 2720,20 2-2720,-17 4 619,-1-1-619,-5 0 3276,0 11-182,5 14-3094,-6-15 0,1 1-924,2 13 0,-1-1 924,-2-11 0,0-1 0,1 12 0,-1-2 0,3-2 0,-1 10-693,-5-15 693,3 6 0,-3 7 0,2 0 0,-2-11 0,4 14 0,-4-22 0,7 18 0,-7-15 2975,2-1-2975,-20-14-3277,-20-8 587,8-1 2690,6 1 0,-4 0-832,-1 2 1,-4 1 0,-1 0 831,-5-2 0,-1 0 0,-1 0-820,9 2 1,-1 1 0,-1-1 0,0 1 812,1-1 0,-1 0 1,-1-1-1,2 2 1,1-1 6,-6 2 0,3 0 0,-2 0 0,2-1 0,-1 0 0,-2-1 0,0 1 0,3 1 0,-2 0 0,0 0 0,1 0 0,2 0 0,0-1 0,2-1 0,1 1 0,-1 0 0,-8 1 0,0 0 0,2 0 0,5-2 0,3 0 0,3 1-211,-7 0 211,6-1 0,1-1 0,3 1 3276,15 1-2747,8-1-2624,30 2 2095,-21 2 3276,25-1-3175,-22 1 0,3-1 1,-8-1-1</inkml:trace>
  <inkml:trace contextRef="#ctx0" brushRef="#br0" timeOffset="138967">26192 13793 24575,'17'-6'0,"-5"4"0,10-7 0,-10 6 0,23-9 0,-14 3 0,9-5-3277,3-1 0,-17 7 0,13-8 4605,-5 5-1328,-5 0 0,-1 0 0,10-2 1719,0-7-1719,-20 13 0,0-3 0,-2 0 3276,-3 2-2457,-4 3 0,0 0 0,0 5 0</inkml:trace>
  <inkml:trace contextRef="#ctx0" brushRef="#br0" timeOffset="139523">26558 13585 24575,'7'14'0,"-3"-5"-3277,3 11 0,-4-15 1328,4 9 1949,-3-9 1719,0-2-1719,0 3 0,-1-6 0,-14-11 3276,6 7 0,-13-12-3044,14 14-232,10-2 0,3 0 0,13-1 0,-8 2 0,6 0 0,-8 3 0,-4 0 0,-6 0 0,-15 4 0,2-1 0,-9 4 0,10-4 0,-6 2 0,11-3 0,-3-1 0,6-1 0</inkml:trace>
  <inkml:trace contextRef="#ctx0" brushRef="#br0" timeOffset="150122">26623 13556 24575,'7'13'0,"3"3"0,-2-1 0,4 2 0,-10-11 0,7 7 0,-6-6 0,8 9 0,-4-4 0,10 12 0,-9-10 0,8 9 0,-10-16 0,1 5 0,-4-9 0,-6-2 0,-2-5 0</inkml:trace>
  <inkml:trace contextRef="#ctx0" brushRef="#br0" timeOffset="151293">26592 13549 24575,'14'1'0,"11"3"0,-3-1 0,-3 0 0,1 0 0,9 2 0,-5-1 0,0 2 0,-19-4 0,3 1 0,-9 8 0,-3 3 0,-7 9 0,5-8 0,-2-2 0,3-1 0,3-2 0,-2 4 0,5-8 0,2-7 0,1-2 0,-1-3 0,-3 5 0,-2-1 0,-1 2 0,-5 2 0,-3-1 0,1 4 0,-5-2 0,9 0 0,-5 0 0,5 0 0,-2-1 0,2 1 0,4-4 0,-7-1 0,-4-4 0,0 2 0,-9-5 0,14 7 0,-16-5 0,15 6 0,-9-2 0,15 5 0,4-3 0,12-2 0,6-4 0,-3 0 0,-3 3 0,-10 2 0,-3 2 0,11-1 0,0-2 0,3-1 0,2 1 0,-12 2 0,2 1 0</inkml:trace>
  <inkml:trace contextRef="#ctx0" brushRef="#br0" timeOffset="152418">25845 13540 24575,'9'-8'0,"-3"3"0,5-8 0,-7 9 0,12-11 0,-11 12 0,8-8 0,1-1 0,13-9 0,-6 3 0,-2 5 0,-2 0 0,-7 4 0,14-9 0,-17 10-3277,17-9 0,-18 13 2454,10-6 1,1-1 822,-5 7-1639,13-7 1,0-1 847,-11 7 116,16-6 1,1 0 674,-14 3 1638,8 0 0,2 0-1514,1-3-124,-6 2 1182,-6 3-1182,-13 5 0,-1 1 0,1 0 0</inkml:trace>
  <inkml:trace contextRef="#ctx0" brushRef="#br0" timeOffset="153071">26428 13190 24575,'0'5'0,"2"-2"0,-3-1 0,-3-1 0,13-1 0,-9 2 0,14-2 0,-15 0 0,2 0 0,-7 1 0,1 2 0,0-1 0,2 1 0,2-3 0</inkml:trace>
  <inkml:trace contextRef="#ctx0" brushRef="#br0" timeOffset="171732">7940 9790 24575,'5'-1'0,"1"-1"0,-1 0 0,4 1 0,6-2 0,-5 2 0,5-3 0,1-2-3277,11-8 0,-7 4 3047,7-5 230,-6-2 0,5-3 0,0 0 0,-9 6 0,0-1 0,11-9 0,-1-1-1639,-7 7 1,-3 2 378,-9 6 1260,10-7 3276,-12 7-2135,-1 4-1141,4-5 0,-5 7 0,-1 2 0,-3 1 0</inkml:trace>
  <inkml:trace contextRef="#ctx0" brushRef="#br0" timeOffset="172717">10633 9692 24575,'4'16'0,"4"4"0,-3-3 0,0-1 0,2-1 0,-5-8 0,2 2 0,-1-5 0,2 2 0,4-4 0,9-3 0,-5-2 0,15-7 0,-7 0 0,-3 2 0,0 0 0,-10 1 0,2 2 0,-1-3 0,-4 3 0,-4 4 0</inkml:trace>
  <inkml:trace contextRef="#ctx0" brushRef="#br0" timeOffset="182718">7188 8122 24575,'-23'29'0,"1"0"0,0 1 0,-1-1 0,3-3 0,-1 0 0,2-1 0,0-3-1639,-4 5 1,1-1 1514,1-3 0,-1 2 1,-1 0 123,2 0 0,-2 0 0,0 0 0,2-1 0,1-1 0,1-1 0,-2 2 0,1 0 0,-3 3 0,0 0 0,3-2 0,5-6 0,-3 5 0,-3 4 0,-4 6 0,7-9 1137,10-11-1137,-9 14 0,3-1 0,11-17 597,-9 23-597,22-20 0,-6-5 0,12 3 0,2-9 0,2-3 0,3 2 0,0 0 0,-2-1 0,0-1 0,9 0 0</inkml:trace>
  <inkml:trace contextRef="#ctx0" brushRef="#br0" timeOffset="183600">9173 8111 24575,'-8'6'0,"-8"5"0,-1 0-3192,0-3 3192,-2 5 0,-3 2 0,1-3 0,-1 1 0,0 1-1093,1 0 1,0 0 0,-6 4 833,6-5 0,-5 3 0,-2 2 1,-4 2-1,0 0 0,-1 0 1,1 0-1,2-1 0,2-1 1,3-3-388,-5 4 0,6-4 0,-2 1 0,-6 5 646,10-7 0,-5 3 0,-2 2 0,-3 1 0,-2 2 0,-1 0 0,-1 2 0,0-1 0,0 0 0,1-1 0,2 0 0,2-2 0,2-2 0,4-2 0,4-2-976,-13 7 0,8-5 0,-6 5 976,9-6 0,-3 2 0,-2 1 0,-3 2 0,0 1 0,-1 0 0,-1 1 0,1-1 0,1 0 0,2-1-179,-1 1 0,1 0 0,-1-1 1,1 1-1,0 0 0,1-1 0,0 1 1,0-1-1,1 0 179,-2 3 0,0 0 0,2-1 0,-1 0 0,1 1 0,-2 0 0,-1 1-21,2-2 0,-2 1 1,-1 1-1,-1 1 0,0-1 1,0 1-1,2-1 1,1-2-1,2 0 0,4-3 21,-8 9 0,3-3 0,4-2 0,2-1 907,-4 7 1,8-6-908,15-14 0,6 2 0,-2-9 0,3 3 0</inkml:trace>
  <inkml:trace contextRef="#ctx0" brushRef="#br0" timeOffset="183975">11142 7877 24575,'-25'21'0,"-1"-1"0,1 1 0,0 0 0,-1-1 0,-1 3 0,0 1-656,2-5 1,-3 2-1,-3 2 1,0 1 0,0-2 108,3-2 1,0 0 0,-1 1 0,0-1 0,0 0 0,1 0-1,0 0 1,1-1 0,1 0 0,-2 0 0,-1 2 0,-3 2 293,8-5 1,-3 1 0,-1 1 0,-1 1 0,-1 1 0,-1 0 0,0 1 0,0-1 0,1-1 0,1 0 0,2-1 0,2-2 0,2-1 2,-10 6 1,5-3 0,2-2-1,-1 1 1,-3 3 249,5-4 0,-2 3 0,-2 0 0,0 1 0,-1 0 0,1 0 0,2-1 0,1-2 0,4-2-235,-5 4 0,3-3 0,2-1 0,0 1 235,-1 1 0,1-1 0,0 1 0,0-1 0,-6 3 0,1 0 0,4-2 0,6-1 0,6-4 2568,8-10-2568,14 3 3263,-2-9-3263,17-7 0,-21 6 0,3-1 0</inkml:trace>
  <inkml:trace contextRef="#ctx0" brushRef="#br0" timeOffset="184326">13492 8238 15634,'-30'21'0,"1"0"0,-1 1 0,0-1 0,0 0 0,0 1 0,0-1 0,1 0 0,-1 1 0,0-1 0,0 0 0,0 2 0,2-3 0,3-1 0,-1 0 0,-2 2 0,-4 1-253,5-4 1,-2 1 0,-2 1 0,-2 2 0,-2 0 0,0 1 0,0-1 0,0 0 0,1-1 0,2 0 0,2-3 0,2-1 0,5-2-95,-10 4 0,8-3 1,-1-1-1,-7 4 269,10-6 0,-4 2 0,-2 2 0,-3 1 0,-2 1 1,-1 1-1,0 0 0,-1 0 0,1-1 0,1 0 0,2-1 1,2-1-1,3-2 0,3-2 78,-12 6 0,7-3 0,1-1 0,-6 2-54,5-2 1,-5 1 0,-2 2 0,-2 1 0,0 0 0,1-1 0,3-1 0,4-3 0,5-2 53,-2 1 0,6-4 0,-3 2 128,-8 4 0,-3 2 0,0 0 1,6-3-129,5-3 0,5-1 2882,-4 9-2882,42-23 0,19-7 0,-4 1 0,-9 3 0,-1-1 0,11-2 0,3-2 0,-10 3 0,-18 4 0</inkml:trace>
  <inkml:trace contextRef="#ctx0" brushRef="#br0" timeOffset="184634">15496 7902 23507,'-31'18'0,"0"-1"0,1 1 0,5-4 0,-2 3 0,-4 1 0,-1 1 0,-1 1 0,0 0 0,1 0 0,1-2 0,2-1-547,-1 0 1,2-1 0,0-1 0,1 0 0,-2 2 0,-2 1 218,4-3 0,-2 3 0,-2 0 1,-1 1-1,0 0 0,0 0 1,0 1-1,2-2 0,1 0 1,2-1-220,-4 3 1,2 0 0,1-1 0,1-1 0,2 0 0,0-1-130,-3 2 1,2-1 0,1 0 0,-2 1 868,2 0 0,-1 2 1,-1 0-1,1 1 1,1-2-1,3-1-193,-2 2 0,2-1 0,1-1 0,-4 3 0,1 0 0,2-1 0,0 2 0,5-4 0,7-7 108,-6 17-108,23-22 0,5 6 0,1-12 0,1-1 0</inkml:trace>
  <inkml:trace contextRef="#ctx0" brushRef="#br0" timeOffset="184904">16258 8570 24575,'-29'18'0,"0"0"0,0 0 0,1 1 0,-1-1 0,3-2 0,3 0 0,-3 1 0,-3 1 0,-5 3 0,0 0 0,3-2 0,7-4-2311,-5 4 2311,5-3 0,-7 6 0,-1 0 0,5-1-1093,7-3 1,2-1 0,0-1-1,-3 1 1,0-1 0,1 1 906,-4 6 1,1 2-1,3-4 1095,-4 6-909,1-1 0,1 0 0,5-4 0,3-4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1:53:54.8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2154 4915 24575,'8'0'0,"8"0"0,0-1 0,20-3 0,-15 3 0,-1 0-1719,11-2 1719,2 2 416,-8 1-416,11-2-1319,-5 2 1319,3 0 0,-9 0 0,-1 0-28,3 0 1,3 0 27,-3 0 0,0 0 0,2 0 0,0 0 0,0 0 0,-2 0-1639,-7 0 1,-2 0-173,5 0 1811,1 0 0,-14 0 939,4 0-939,6-1 42,-5-1-42,-1-1 3276,-3 1 0,-7 1-3044,2 1-232,-3 0 0,0 0 0,0 0 0,0 0 0,3 1 0,2 0 0,0 0 0,4-1 0,-4 0 0,7 0 0,-3 0 0,3 0 0,-3 0 0,5 0 0,-2 1 0,0 0 0,3 3 0,-3-3 0,7 3 0,-8-4 0,3 1 0,-11-1 0,4 0 0,-6 0 0,2 0 0,-2 0 0,5 0 0,6 0 0,-4 0 0,2 0 0,-4 0 0,-3 0 0,7 0 0,-5 0 0,1 0 0,2 0 0,-4 0 0,0 0 0,-2 0 0,-4 0 0,1 0 0</inkml:trace>
  <inkml:trace contextRef="#ctx0" brushRef="#br0" timeOffset="1201">6400 4986 24575,'29'-3'0,"-10"1"0,0 0 0,15-2-1639,-5 1 1,-2 1-1639,-8 0 1638,16-1 1,2 1 617,-9 1 1021,7-2 0,1 1 0,-6 2 0,4 0 0,4-1-926,-1 2 0,1-1 926,-2 0 0,3 0 0,-3 0 0,3 0 0,-7 0-124,0 0 124,1-1 0,6 1 0,-8-1 2286,-10 1-2286,10 0 0,3 0 0,-10 0 0,-1 0-1055,2 0 1,-1 0 1054,0 0 0,-1 0 0,3 0 0,-6 0 0,-13 0 126,16 0-126,-2 2-915,-1-1 0,1 1 915,9 0 0,-1-1 0,5 0 0,-4 0 1903,7-1-1903,-8 0 0,6 0 0,-7 0 0,-2 0 0,2 0 0</inkml:trace>
  <inkml:trace contextRef="#ctx0" brushRef="#br0" timeOffset="3450">9938 5067 24575,'22'-2'0,"13"-3"-3277,-8 1 2865,-9 2 0,2 0 1045,-2-1 0,2 1-633,9 1 0,1 1 0,-8-3 0,1 1 0,5 1 0,2 1 0,-5 0 0,-2-1 0,5 0 0,9 0 0,-2 0-1639,2 0 1,-1 0 1064,-8 1 1,0-1 0,1 0 573,7 0 0,1 0 0,-7 0 0,1 0 0,-1 0 0,7 0 0,-2 0-1639,3-1 1,-3 1 1181,1 1 1,2 1 456,-1-3 0,2 0 0,-4 1-942,-6 2 0,-1 0 942,7-3 0,1 0-54,0 1 1,-1 1 53,-1-1 0,-1 1 0,-11 0 0,1 0 0,12 0 0,6 1 0,-8-1 2209,-1 0-2209,-7 0 0,9 0 0,2 0 0,-2 0 0,-7 0 1466,-6 0 0,0 0-1466,5-1 0,9 1 0,4 0 0,0-1 0,-2 1 0,-8 0 1405,6 0 0,-1 0-1405,-5 0 0,4 0 0,4 0 0,0 0 0,-3 0 0,-5 0 0,-1 0 0,-3 0 0,1 0 0,4 0 0,3 0 0,-1 0 0,-5 0 0,1 0 0,-1 0 0,1-1 0,4 1 0,-5-1 0,8 1 0,-1-1 0,7 1 0,-6 0 0,-14-1 0,-1 2 0,7-1 0,4 0 0,1 0 0,-4 0 0,-2-1 0,1 2 0,6-1 0,5 0 0,1 1-820,-10-1 1,1 1 0,0-1 0,-2 1 372,0-1 1,-1 1 0,1-1 446,1 1 0,3-1 0,-1 1 0,-3-1-444,4 0 1,0 0 443,-3 0 0,1 0 0,2 0 0,-1 0 0,2 0 0,0 0 0,-3 0 0,-3 0 0,-1 0 0,1 0 0,10-1 0,2 1 0,-4-1 0,-7 1 0,-1 0 0,0 0 0,3-1 0,-4 1 0,10 0 0,-10 0 0,4 0 0,-6 0 0,-5 0 0,8 0 0,4 0 346,-6 0 0,0 0-346,8-1 0,1 0-88,-5 0 1,-1 1 87,2-1 0,0 0 0,2 1 0,2 0 1092,-9 1 0,1 0 0,3 0-996,3-1 1,4 1 0,-1-1 0,-2 0-97,-3 0 0,-1 1 0,-1-1-691,5 1 0,1-1 1,-5 0 690,-10 0 0,0-1-1639,14 1 1,-2 0 1537,-5 0 101,-1-1 0,1 0 69,-5 1 1,-2 0-70,15 0-1089,3 0 1,0 0 1088,-10 0 0,-2 0 0,5 0 0,-8 0 2297,-9 0-2297,23 0 0,0 0 0,-17 0 0,15 1 0,5 0 0,-11 0 0,-1 0 1638,2 1 0,1 0-1589,1-1 0,3 0 1,-7 0-50,0 0 0,2 0 0,6 0 0,-2 0 0,-5 0 0,-1 0 0,4 0 0,1 0 0,-5 0 0,1 0 0,-5-1 1798,-4 0-1798,17 2 0,2 1 0,-12-2 0,4 1 0,6 1 0,-5 0 0,-12-3 0,0 0 0,6 1 0,6 0 0,0 0 0,-1 0-1093,0-2 1,-1 1 0,0-1 735,1 1 0,0 1 0,2-1-307,-1 0 1,3 1 0,-2-1 0,-6 0 663,7 2 0,-6-1 0,7 0 0,0-1 0,-6 1 0,7-1-508,-8 0 1,5 0 0,1 1 0,-7-1 507,8 1 0,0 0 0,7 1 0,-10-1 0,-8-1 313,4 1 0,7-1 1,-8 1-314,-8-1 1247,7 0 0,0 0-1247,5 0 0,-2 0 0,3-3 0,-22 2 0,16-3 0,-18 4 3276,9-3-2822,6 0 1982,8 1-2436,-10 0 0,0 1 0,11 1 0,-10-1 0,-14 0 0,-3 0 0,-2 1 0</inkml:trace>
  <inkml:trace contextRef="#ctx0" brushRef="#br0" timeOffset="6638">603 8299 24575,'12'-14'0,"12"-8"0,-11 9 0,5-2 0,0 0 0,6-4-3121,-1 0 3121,-5 4 733,1 6-733,4-2 0,-3 4 0,1 2 0,7-2 0,5 3 0,-20 2 0,1 1 0,-8-1 0,-5 2 0</inkml:trace>
  <inkml:trace contextRef="#ctx0" brushRef="#br0" timeOffset="7417">884 7996 24575,'6'4'0,"2"6"0,-3 0 0,6 12-3277,3 1 0,-4-5 3047,2 1 230,-4-9 0,-3-6 0,9 12 0,-5-10 0,-1 1 0,-2-2 0,-3-5 3276,-1-4 0,1-10-3044,-1 3-232,-2-9 0,-6 12 0,1-1 0,-6-2 0,5 10 0,-1-6 0,-6 4 0,5-1 0,-8 0 0,14 3 0,0 3 0,16 8 0,3 3 0,-3-1 0,2-2 0,-9-3 0,0-1 0,0 3 0,-5-5 0,-1 2 0,-1 2 0,0-3 0,0 3 0,0-4 0,0 0 0,-1 0 0,0-1 0,-2-1 0,-1 1 0,-8 0 0,2-1 0,-10 1 0,12-3 0,-7 0 0,10 0 0,0 0 0,4 0 0</inkml:trace>
  <inkml:trace contextRef="#ctx0" brushRef="#br0" timeOffset="14966">7603 7784 24575,'5'18'0,"1"3"0,-2-4 0,3 16-3277,-6-25 2468,5 14 1747,-3 4-938,1 6 0,-1-2 0,-2-4 0,0-4-469,-1-14 469,0 23 3062,1-9-3062,0 9-1639,-1-10 1,1-1-1639,-1 6 0,0 0 2094,0-20 1431,-3 7-248,1-7 0,-1 1 0,3-21 0,2 2 0,-1-9 0,1 12 0,-2 8 0</inkml:trace>
  <inkml:trace contextRef="#ctx0" brushRef="#br0" timeOffset="24055">15265 7864 24575,'4'8'0,"3"5"0,-1 1 0,1 0 0,4 12 0,-1 0 0,-3-7 0,0-1 0,2 10-3277,2 3 0,-10-22 1943,3 13 1334,-4-15 0,0 6 0,0-8 0,-1-2 0,0-2 0,0-1 0</inkml:trace>
  <inkml:trace contextRef="#ctx0" brushRef="#br0" timeOffset="25058">15304 7692 24575,'32'3'0,"-9"-3"0,9 3 0,5-2 0,-11-1 0,0 0 0,0-1-1093,1 2 1,-1-1 0,2 0 557,9 0 1,2-1 0,-3 1 534,0 0 0,0 0 0,-1 0 0,4 1 0,-5-1 0,-8 1 0,0-1 0,10 0 0,4 1 0,-10-1 0,-10 0 0,3 0 0,6 0 0,-4 0 0,9 0 0,0 0-1639,-5-1 1,-3 1-696,-11-1 2487,14 1 0,2 0-153,-4 3-236,-1 0 0,5 1 0,1 0 236,-1 0 0,1 0 0,0 0 0,1 2 0,1-1 0,-2 0-93,-5-2 0,-2 0 0,-2 0 93,12 4 3276,-31-5-1942,0 15-1334,-4-6 2242,1 24-2242,2-5 0,-1 0 1194,1 5-1194,-9-7 3126,5-6-3126,-7-1 0,1-1 0,4-7-1639,-5 12 1,-1 0-1639,8-11 3047,-8 18 230,9 3 0,1 0 0,0-15 0,-1-1 0,1 11 0,-1-25 0,-3 5 0,-3-7 0,-19 3 0,12-4 0,-18 2-1111,7-4 1111,-2 0-1639,-3 0 1,0 0 746,7 0 892,-1 0 0,-1 0-482,-4 0 482,-4 0 0,9 0 0,-1 0 0,-12-1 0,5-2 0,0-1 0,8 1 0,0 1 0,-2-2 0,-2 1 0,0-1 0,-9 2 0,2-1 0,7 2 0,-1-1 0,-3 1 0,-2 0 0,7 1 2776,7 0-2776,-10-1 0,-2 1 0,-2 3 0,-4-2 344,6 0 1,-3 1-345,2-2 0,2 0 0,3 0 0,0 0 0,-4-1 0,3 0 3276,1-3-906,7 0-1336,-3-1-1034,3 4 0,-1 1 0,-1 0 0,-7 1 1950,-6 2-1950,23-1 112,3 1 1,4-3 0,4 0 0</inkml:trace>
  <inkml:trace contextRef="#ctx0" brushRef="#br0" timeOffset="26818">18242 7783 24575,'3'6'0,"1"1"0,-4 5 0,3 6 0,-1 1-3277,1 15 0,-1-18 1638,-1 6 1,-1-1 148,0-11-27,0 12 0,0-1 1517,0-13 0,0 11 0,0 4 0,0 1 0,0 5 0,0-8 0,0-3 0,0-7 0,0 23 0,0-26 3034,0 11-3034,-1-10 0,0-3 0,0 0 0</inkml:trace>
  <inkml:trace contextRef="#ctx0" brushRef="#br0" timeOffset="27605">18421 7754 24575,'14'0'0,"-1"0"-3277,13 0 0,-13 0 1808,14-1 1,8-1 1468,1 1 0,3 0 0,-2 0 55,-12-1 0,-2 1 0,5 0-55,1-1 0,8 0 0,3 1 0,1-1 0,-2 0 0,-5 0 0,-8 1 0,-2 0 0,0-1 0,2 1 0,9-2 0,5 0 0,2 0 0,-1 0 0,-4 1 0,-7 0 0,5 0 0,-1 0 0,-6 0 0,4 1 0,4-1 0,0 1 0,-2-1 0,-3 1 0,9 0 0,-4 1 0,0-1 0,0 1 0,0 0 0,-3 0 0,5 0 0,-8 0 0,-13 3 0,-2-1 3276,-7 3-1027,-5-4-1136,1 6-1113,7 21 2688,-6-14-2688,7 16 0,1 5 0,-4-12 0,-1 0 0,3 2 0,0 1 0,-1 9 0,-2-6 0,-4-15 0,-3 9 0,-2-1 0,-3-9 0,-3 5 0,0 0 0,-3 2-1639,-1 2 1,1 0-1639,4-5 3047,-5 16-327,10-16 557,0 3 0,5 8 0,-3-9 0,3-4 0,-4-8 0,-14-1 0,-14-4 0,5 3 0,3-5 0,0 0-448,-2 0 1,0 0 447,-3 0 0,-2 0-1093,-5-1 1,-4 0 0,4 1 702,8-1 1,-1 1 389,-8 0 0,-8-1 0,0 1 0,10-1-2217,-2 1 2217,8 0 0,-5 0 0,-3 0 0,3 0 667,-4 0 1,1 0 0,0 0-668,-3 0 0,1 0 0,-1 0-357,1 0 1,-1 0 0,3 0 356,-7 0 0,5 0 0,13 0 0,0 0 1551,3 0 1,-1 0-1552,-11 0 0,-4-1 0,5 1 1136,10 0 0,1 0-1136,-7-1 0,-5 1 0,5-1 0,-10 2 735,14-1 0,1 0-735,-10 2 0,17-2 0,5 1 0</inkml:trace>
  <inkml:trace contextRef="#ctx0" brushRef="#br0" timeOffset="37035">8116 9707 24575,'35'0'0,"-19"0"0,16 0 0,-11 0 0,-2 0 0,8-1 0,3 1 0,7 0 0,-7 1-3277,-1-2 1638,4 1 1,1 1 790,-9-1 0,-2 0 3130,8 0-2282,-7 0 0,5 0 0,-1 0 0,-1 0 0,0 0 340,-1 0 1,2 0-341,9-1 0,-1 1 0,-13-1 0,-2 0 0,3 0 0,-2 0-104,7-2 104,-23 3 0,-3-2 0,-2 2 0</inkml:trace>
  <inkml:trace contextRef="#ctx0" brushRef="#br0" timeOffset="39166">12618 9633 24575,'22'-2'0,"0"0"0,7 0 0,0-1 0,2 1-1639,-10 1 1,-2 1 677,12 0 961,0 2 0,-3 1 1305,-9-2-1305,3 1 0,6 0 0,-2 1 0,-3-1 0,0-1 0,5 0 0,2 0 0,8 3 0,-5 0 691,-12-3-691,13 3 0,0 1 0,-12-1 0,3 0 0,-1 2 0,-7-2 0,-3 0 0,-11-2 0,-2-2 0</inkml:trace>
  <inkml:trace contextRef="#ctx0" brushRef="#br0" timeOffset="40811">16041 8962 24575,'-23'-2'0,"14"1"-1639,-14 0 1,-2 2-1639,11-1 0,-19 0 3656,4 0 1,-1 0-380,5 0 0,0 0-1256,-7 0 0,1 0 1256,-6 0-530,4 0 530,9 0 1638,-1 0 0,-2 2-1204,5 1 0,1 1-434,3-1 0,-1 0 232,-7 3 1,1 0-233,4 1 0,2 0 3276,-12 1-808,-1 6-2468,18-9 0,-4 4 0,-7 3 0,13-2 1184,-5 4-1184,9-8 0,-1 14 0,-3-4 0,4 7 0,-2 3 0,7-10 0,-4 14 0,10-6 0,-6-4 0,9 0 577,-1-8-577,1 3 0,5 7 0,-3-6 0,5 6 0,-3-9-3277,11 12 0,-14-15 3047,9 7-478,3-1 708,1-6 0,8 3 0,3-1 0,-11-7 0,1-1 0,11 1 0,5-2 0,-3 0-814,-3-1 0,1-1 814,3-1 0,4-1 0,-3 1 0,-4-2 0,0 0 0,0 1 0,2 1 0,-5-1 0,8-3 0,-3 4 0,6 0 0,-8 1 0,-10-1 0,0 0 0,6 0 0,-3 0 0,3 0 0,-3 0 0,4 0 0,4-1 0,8-1 0,-9 1 0,-9 0 0,13-2 0,-3-2-244,-17-1 244,-2-1 0,-1-5 0,-10 6 0,-1-11 0,-2 12 3276,-2-13-1047,-1-3-2229,-5-1 0,-2-7-285,-1 7 0,5 13 0,1 0 0</inkml:trace>
  <inkml:trace contextRef="#ctx0" brushRef="#br0" timeOffset="41619">18565 9626 24575,'24'3'0,"-1"-1"0,-2 0 0,4 0 0,4 1-1239,5 0 0,2 0 1239,-7-3 0,1 1 0,-1-1-969,-2 2 1,0 0 0,-1 0 968,13-1 0,-6 0 0,-7 0-1639,-6 1 1,0-1 714,6-1 805,1 0 119,-12 1 0,6 1 0,3 1 0,6 3 0,-2-2 0,-8-1 0,0 1 0,7-1 358,-7 0 1,1 0-359,11-1 2052,-7 1-2052,-6-4 819,-15-3 0,-4 2 0,2 0 0</inkml:trace>
  <inkml:trace contextRef="#ctx0" brushRef="#br0" timeOffset="46734">4605 11028 24575,'11'-9'0,"15"-7"0,-9 1-1639,13 1 1,1 2-1639,-14 6 2184,11-2 1,10-3 0,-6 2 1524,1 4-432,-6-2 0,7-2 0,1 0 0,-8 3 0,6-1 0,-8 2 0,7-2 0,0 0 0,-4 0 0,-3-1 0,-1 1 0,10 0 0,0 0-1221,-2-2 1,-7 1 1220,-13 7 0,14-6 0,4 3 0,-4-3 0,7 2 819,-12-1 0,-19 6 0,3-2 0</inkml:trace>
  <inkml:trace contextRef="#ctx0" brushRef="#br0" timeOffset="47475">5451 10787 24575,'7'22'0,"1"1"0,0-3 0,1 2 0,3 1 0,-6-9 0,4 3 0,-6-9 0,0-1 0,2-1 0,-4-5 0,-1-2 0,-1-15 0,-3-4 0,1-4 0,-4-4 0,3 15 0,0 1 0,1 8 0</inkml:trace>
  <inkml:trace contextRef="#ctx0" brushRef="#br0" timeOffset="47918">5487 10750 24575,'32'0'0,"-18"0"0,21 1-3277,-13 0 0,-4 2 1328,18-3 1949,-29 3 1719,9-2-1719,-22 7 0,-2 1 0,-2 1 3276,-3 2 0,4-6-3044,1-1-232,-2 2 0,0 1 0,1-1 0,-2 5 0,7-7 0,-1 2 0,3 0 0,0 0 0,0 7 0,-3-1 0,3-2 0,-2-4 0</inkml:trace>
  <inkml:trace contextRef="#ctx0" brushRef="#br0" timeOffset="53883">2088 10993 24575,'7'-4'0,"-3"0"0,1-2 0,-2 2 0,0-6 0,2-6 0,-3 3 0,0-14 0,0 16 0,0-15 0,-1 10 0,2-5 0,-3 10 0,2 0 0,-2 5 0,1-4 0,-1 4 0,2-4 0,-2 2 0,1-2 0,1-5 0,1 3 0,-1 1 0,1-4 0,-2 9 0,4-5 0,-2 1 0,2 5 0,-2-4 0,3-1 0,3-7 0,2-2 0,2-1 0,-4 7 0,1-2 0,0 3 0,-3 2 0,0 3 0,-1 2 0,1-2 0,5-2 0,-1 0 0,-3 4 0,-2 2 0,-5 3 0</inkml:trace>
  <inkml:trace contextRef="#ctx0" brushRef="#br0" timeOffset="58001">5926 10315 24575,'-3'5'0,"-1"4"0,3 2 0,0-1 0,4 7 0,-3-11 0,7 14 0,-6-15 0,5 10 0,0-5 0,-2-3 0,6 11 0,-1-7 0,-3 1 0,4-4 0,-4-6 0,1 0 0,0-2 0,-1 0 0,-2 0 0,7 0 0,6-6 0,-4 5 0,5-6 0,-4 2 0,-3 1 0,2 0 0,-4-3 0,-4-2 0,4-11 0,-5 9 0,0-5 0,-3 8 0,0 1-3277,0-8 0,-1 9 3047,0-4 230,0 3 0,-5-2 0,-11-6 0,6 7 0,-19-6 0,22 13 3276,-12-5-2457,15 7 0,0 0 0,4 0 0</inkml:trace>
  <inkml:trace contextRef="#ctx0" brushRef="#br0" timeOffset="58869">6693 10290 24575,'-2'29'0,"2"-11"-3277,-1 14 0,1-22 1264,-2 20 2013,2-20 0,-2 14 0,2-16 1728,0 2-1728,0-10 0,0-9 0,0 3 3276,2-18 0,-2 13-2989,3-13-287,-3 6 0,2 5 0,-4-2 0,1 4 0,-3-3 0,1 0 0,1 4 0,0 7 0,1 3 0,0 3 0,-3 2 0,-6 6 0,0-5 0,-1 6 0,5-9 0,3 2 0,-2-2 0,3-1 0,-1-1 0</inkml:trace>
  <inkml:trace contextRef="#ctx0" brushRef="#br0" timeOffset="77917">16166 11635 24575,'35'0'0,"-19"0"0,5 0 0,6-1 0,1-1-1093,7-1 1,1 0 0,-1 0-1,-8 1 1,-2 1 0,6-1 623,-1-1 1,8 0 0,3 0 0,0-1 0,0 1 0,-6 0 0,-7 1-1171,1 1 1,-2-1 1576,0 1 1,5-1 0,3 0 0,2 0-1,-1-1 1,-3 1-115,1 0 0,0 0 0,-2 0 1,0 0-1,-2 1 176,7 0 0,-3 0 0,6 0-290,-7 0 0,6-1 0,2 0 1,1 0-1,-2-1 0,-4 2 0,-6-1 290,5 2 0,-1 0 0,-3-2 0,6 0 0,2 0 0,-5-1 0,-9 2 0,-2-1 1000,10-1 0,1 0-1000,-10-1 0,-4 1 0,4 0 0,-1 0 0,5 0 0,-2 0 0,1 2 0,-1 0 1510,0 0 0,-1 1-1510,5 0 0,-4 0 0,-12 0 3276,7 1-2967,-16 0 1,-2 0 0,-1-1 0</inkml:trace>
  <inkml:trace contextRef="#ctx0" brushRef="#br0" timeOffset="80589">16138 12524 24575,'20'0'0,"-5"0"0,8-2 0,2-1 0,-3 2 0,4-3 0,6-1 0,-6 2-3277,0 1 1638,4-2 1,3 0-1,-9 1 1,-2 1 1969,-1 0 0,1-1-331,4 0 0,4 0 0,-1 0 0,7-1 0,-2 0 171,-7 1 1,-2 1-172,-2-1 0,-1 0 0,13 1 0,-1-2 3276,2 2-1588,-11-1-1688,-8 3 0,1 0 364,1-1 1,2 0-365,1 1 0,0 0 1139,12-1-1139,-14 1 0,-1 0 0,-2 0 0,0 0 225,-6 0 0,-6 0 0,-8 0 0</inkml:trace>
  <inkml:trace contextRef="#ctx0" brushRef="#br0" timeOffset="82089">13035 9031 24575,'-11'-2'0,"-3"2"0,-3-2 0,4 4 0,-10 2 0,-1 7 0,0-2 0,1 2 0,-2 2 0,-2-1 0,-2 1-1093,5 1 1,-2 0 0,1 0-547,-5 0 1,0 1 988,5 1 0,-2 1 1,6-3 2368,1-2-1719,1 3 0,-3 3 0,5-3 0,7-3 0,-7 9 0,3 3 0,8 7 0,0-5 0,8-1 0,2-2 0,-1-8 0,7 12 0,2 5 0,0-3 0,-1 0 1638,0-4 0,1 1-716,-1 2 1,2 2 0,-3-5-923,-2-3 0,9 13 0,0-4 0,-11-21 0,12 18 0</inkml:trace>
  <inkml:trace contextRef="#ctx0" brushRef="#br0" timeOffset="84436">9490 9511 24575,'0'0'0</inkml:trace>
  <inkml:trace contextRef="#ctx0" brushRef="#br0" timeOffset="85500">18406 12660 24575,'3'0'0,"0"0"0</inkml:trace>
  <inkml:trace contextRef="#ctx0" brushRef="#br0" timeOffset="97384">3326 17486 24575,'-10'-8'0,"-6"-5"0,8 8 0,-18-10 0,-6 3 0,2 0-1639,-1 6 1,1 2-1639,12 2 2533,-5 1 0,-6 1 1,6 0 743,3 0-1639,-16 1 1,2 0 1041,17 0-699,-16 3 1,2 2 1295,19-3 1295,-9 0 1,-2 1-1296,-1 8 1338,-1 2-1338,8 0 0,0 1 0,-1 3 0,0 11 0,13-17 0,-3 6 0,0 0 0,5-6 1638,-1 8 0,1 0-1532,3-9-1745,2 10 1,0 1 761,-1-10-512,5 13 0,2 0 1389,-4-16 1389,2 7 0,3 3-1389,13 5-1131,-3-7 0,0 0 1131,-5-3 0,0-1 0,5 1 0,0-1 1984,11 3-1984,-2-3 0,3 0 0,0 0 0,-12-8 0,0 1 0,13 3 0,-1 0 0,-1-2 1638,-4-1 0,1-1-898,1-3-1163,5 2 423,-10-4 3276,-1-4-756,-1-4-2520,2-4 0,-12 3 2266,-7 0-2266,-3 2 0,1-3 0,0-1 716,-2 1-716,-3-1 0,-6 0 0,4 2 0,-20-7 0,13 11-1639,-11-2 1,-1 0-1639,8 4 2206,-14 0 1,0 1 1070,14 2 0,-10 0 0,0 0 0,-2 0 0,5 1 0,8 1 0,19 6 0,9 1 0,-6-1 0,6-2 0</inkml:trace>
  <inkml:trace contextRef="#ctx0" brushRef="#br0" timeOffset="97840">3499 17829 24575,'3'33'0,"-1"2"0,2-6 0,-2 3 0,-1-14 0,1 3 0,-2-7 0,0-11 0,-10-16 0,5 4 0,-6-6 0,10 12 0</inkml:trace>
  <inkml:trace contextRef="#ctx0" brushRef="#br0" timeOffset="98051">3391 17754 24575,'22'3'0,"-7"3"0,5-2 0,-11 1 0</inkml:trace>
  <inkml:trace contextRef="#ctx0" brushRef="#br0" timeOffset="98889">3642 17915 24575,'12'-13'0,"0"0"0,2-4 0,1 3 0,-5 4 0,10-4 0,0 3 0,-1-1 0,11 4 0,-15 5 0,13 10 0,-17-3 0,2 8 0,-3 8 0,-4-8 0,4 9 0,-2 0 0,-4-6 0,2 7 0,-1 0 0,-4-8 0,-6 24 0,3-22 0,-4 4 0,3-13 0,1-18 0,-1 5 0,0-21 0,0 5 0,1 0 0,2-6 0,2 17 0,5-15 0,0 11 0,6-11 0,0 10 0,8-5 0,7 3 0,-7 5 0,5 2 0,-19 10 0,6 1 0,-6 1 0,5 7 0,-3-3 0,5 11 0,-3 10-560,-3-10 560,-1 12 0,-2-11 0,-2 1-100,2 11 100,-2-13 0,0 6 0,0-11 0,2 3 0,-1-5 0,0-2 0,3-2 0,-3-4 557,8-2-557,-4 1 0,1-2 0,-5 2 0</inkml:trace>
  <inkml:trace contextRef="#ctx0" brushRef="#br0" timeOffset="99267">4466 17843 24575,'5'8'0,"3"11"-3277,-3 7 0,1-5 0,-5 4 4128,1-10-851,-2 1-2616,1 13 2616,-1-19-347,0 17 347,0-22 3276,0 12-2323,-1-10-558,1 1-395,-3-10 0,1-6 0</inkml:trace>
  <inkml:trace contextRef="#ctx0" brushRef="#br0" timeOffset="99487">4403 17767 24575,'0'0'0</inkml:trace>
  <inkml:trace contextRef="#ctx0" brushRef="#br0" timeOffset="102369">5200 17256 24575,'8'12'0,"1"6"-1639,0-1 1,0 0-1639,0 4 1638,-1-1 1,0 0 2141,-3 7-503,1-7 0,0 1 0,0 14 0,-1 0 0,-1 1 0,-4-15 0,0-1 0,2 12 0,-1 1 0,-3-8 0,-1-3 0,1-1 1830,-2 10-1830,2-23 0,1 5 0,1-3 0,0 0 3276,2-1-121,2 14-2088,1-15-1067,1 14 0,-1-1-550,-2-11 550,7 24 0,-5-11 0,-2 0-1639,0 0 1,-1-1-1639,-1-5 3229,-1 16 48,-1-4 0,-1-5 0,1 2 0,0-2 0,0 1-700,0 5 0,-1-1 700,3 1 0,0-7 0,2 0-282,3 11 282,1-4 3276,2 0-784,-7-22-2492,-1 8 0,-2-12 511,-4 0 0,3-4 0,-1 0 0</inkml:trace>
  <inkml:trace contextRef="#ctx0" brushRef="#br0" timeOffset="105550">7948 17278 24575,'26'4'0,"6"0"0,-5-3 0,0 0-857,-5-1 1,1 1 856,6-3 0,-1-1 554,7 1-554,-8-1 0,0 0 0,6 1 0,0-1 0,-19 3 0,-13 0 0</inkml:trace>
  <inkml:trace contextRef="#ctx0" brushRef="#br0" timeOffset="105953">8071 17161 24575,'8'25'0,"-3"-4"0,1 14 0,-4-11 0,-1-2 0,-1 2 0,1 3 0,0-1-1639,-1-7 1,0 0 813,0 4 0,1-1-2452,3 15 2143,-3-13-505,5 13 1,0-1 1224,-4-20 414,2 8 0,2-2 0,-3-12 0,2 0 1708,0-1-1708,-2-8 0,5-9 0,-5 6 0,4-8 0</inkml:trace>
  <inkml:trace contextRef="#ctx0" brushRef="#br0" timeOffset="106486">8321 17455 24575,'0'14'0,"5"1"0,-4-2 0,9 1 0,-8-11 0,10 6 0,5-5 0,-1 0 0,15-1 0,-9-4 0,-1 2 0,-5-4 0,-10 0 0,1-2 0,3-8 0,0-5 0,-4 1-3277,0-7 0,-7 16 2977,-11-17 300,4 17 0,-16-14 0,13 18 0,-24-2 0,10 10-2172,-2-1 2172,10 1 3276,6-1-1898,6-3-1295,-8 6-83,11-4 0,2 3 0,1-4 0,3-1 0</inkml:trace>
  <inkml:trace contextRef="#ctx0" brushRef="#br0" timeOffset="106889">8603 17414 24575,'6'11'0,"2"8"0,-2 0-1639,0 2 1,-1 0-1639,1-3 1638,1 14 1,0-2-1639,-1-17 3654,2 17 1,0-1-378,-2-17 0,4 21 0,-8-25 0,2 2 0,-1-9 3276,-1-3-3089,3-13 1,-5 9-1,1-8 1</inkml:trace>
  <inkml:trace contextRef="#ctx0" brushRef="#br0" timeOffset="107418">8684 17400 24575,'0'-7'0,"0"1"0,0 2 0,4-1 0,7-4 0,2 0 0,8-3 0,-3 5 0,2-2 0,-1 6 0,-8 0 0,-1 1 0,-1 5 0,-5-1 0,12 10 0,-11-8 0,5 9 0,-9-8 0,-6 10 0,-10 1 0,-13 7 0,5-7-1639,4-6 1,2-1-1639,6-4 2752,-7 3 0,2 1 525,7-4-100,-18 9 100,20-10 0,-6 5 0,11-9 3276,4 0-223,0-2-1837,9-5-1216,-6 6 0,2-3 0,-6 4 0</inkml:trace>
  <inkml:trace contextRef="#ctx0" brushRef="#br0" timeOffset="109520">8049 18078 24575,'2'5'0,"4"12"-3277,-1 14 0,0-8 0,0 11 3924,-2-14 1,0 2-648,0 1 0,0 1-369,0 0 0,0-1 369,-1-3 0,-1-2-483,0 2 483,-1-3 0,5 18 0,-5-23 22,4 14-22,-3-16 2361,3 7-2361,-2-9 590,1-3-590,-2 1 0,2 5 0,-1-5-3168,3 11 3168,-2-14-820,5 7 1,-4-8 0,2-1 0</inkml:trace>
  <inkml:trace contextRef="#ctx0" brushRef="#br0" timeOffset="110085">8275 18376 24575,'-3'21'0,"2"-6"0,0 14 0,5-8 0,0 4 0,8 4 0,3-12 0,-3 0 0,9-3 0,-12-12 0,12 5 0,-9-9 0,8-1 0,-9-2 0,8-5 0,-8 0 0,6-8 0,-7 5 0,3-8 0,-8 9 0,0-6-3277,-5-5 0,0 9 3047,-5-4 230,-1 5 0,-4 1 0,-4-9 0,-6 7 0,6 1 0,-11 5 0,12 8 3276,-5 8 0,8 0-3044,1 8-232,6-4 0,0-2 0,3-5 0</inkml:trace>
  <inkml:trace contextRef="#ctx0" brushRef="#br0" timeOffset="110909">8580 18361 24575,'6'6'0,"10"18"0,-11-14 0,6 8 0,1 0 0,-7-12 0,19 19 0,-18-21 0,18 10 0,-19-13 0,8 3 0,-6-5 0,-1-1 0,8-7 0,-6 2 0,9-9 0,-11 8 0,16-15 0,-11 8 0,4-2 0,-8 6 0,-10 20-3277,1 10 0,-1-4 0,0 17 1787,3-26 1490,1 14 0,5-4-3034,4-3 3034,-2 2 3034,2-8-3034,6-4 0,8-2 0,-3 0 0,5-4-272,-8-3 272,-2 2 3276,7-6-2150,-11 2-1126,0-5 0,-6 3 3276,-1-5 0,-3 5-3245,-1-6-31,-2 7 608,-1 1-608,0 3 0,-1 2 0,2 1 0,-1 1 0,0 1 0</inkml:trace>
  <inkml:trace contextRef="#ctx0" brushRef="#br0" timeOffset="112301">8533 18038 24575,'-19'0'0,"-1"0"0,-2 0 0,-6 0 0,-5 0 0,7 0 0,0 0 0,3 0 0,0 0 0,-10 0 0,4 0 0,11 0 0,-1 1 0,1 1 0,7 0 0,-23 5-686,27-5 686,-16 2 0,0 2 0,2-3 0,-1 1 0,-8 3 0,0 0 0,3 0 0,12-4-1639,-5 6 1,1 0-1639,7-4 0,-9 19 2473,16-18 804,-4 14 0,3-1 0,3-8 0,-2 11 0,1-1 0,1-11 0,-1 22 3276,4-20-2015,0 7-1261,1 6 0,0-10 0,3 11 0,-3-16 0,8 16 0,1-9 0,5 1 0,7 1 0,-8-7 0,3 1 0,3 0 0,3 0 0,1-1 0,0 0 0,1 0 0,12 1 0,-3-3 0,-8-4-1639,12 1 1,-2-2 378,-20-2 1258,10 1 0,1 1 2,-6 2 0,7 0 0,-6-1 0,2 0 0,9-2 0,-1 0-645,-13 0 0,1-1 645,13 0 0,0-1 0,-12-1 0,-1 0 0,4 0 0,3 0 0,1-1 0,3 1 0,-2-1 0,-1 0 0,0 0 0,0 0 0,2 0 0,-3 0 0,-1 1 0,-1 0 0,11-1 0,-2 0 3276,-2 2-2966,-1-1 0,-1-2-310,-13-2 0,20-3 0,-25-1 0,2-16 0,-11 15 5,5-14-5,-1 10 0,-1 0 1930,7-12-1930,-5-2 0,-1 8 0,0-2 0,-5 8 0,0 6 0,-7-25 0,4 23 0,-5-15-662,-2 6 662,3 6-1639,-5-6 1,0 0 597,3 6-403,-7-6 1,1 0 1443,8 10 2887,-15-14-2887,-2 3-1296,-1 7 1,-2 0 1295,9 2 0,-2 0 0,-11 0 0,-6 0 0,5 2 2629,-1 0-2629,6 3 0,-6 0 0,0 1 0,6-1 0,-7-1 0,0 2 0,-8 1 0,9 1 0,10 0 0,-14 0 0,3 0 0,21 3 819,-2-4 0,14 2 0,3-4 0</inkml:trace>
  <inkml:trace contextRef="#ctx0" brushRef="#br0" timeOffset="113355">7955 17225 8191,'-10'0'0,"-4"0"3276,-2 3-1489,-6 2-1787,10 0 2818,-1 2-2818,-3 3 1719,3 5-1719,-12 9 0,15-6 0,-2 7 0,10-16-3277,1 25 2017,1-25 1260,4 23 0,3-9 0,-1-2 0,4 3 0,2 3 0,2-5 0,3 0-1012,1 0 1,3 0 0,-2-1 1011,0-2 0,1 0 0,11 1 0,6 0 0,-8-5 2829,-6-6-2829,3 0 0,8 2 0,0 0 0,-9-3 3276,-4-2-2890,10-1 1,9 1-1,-10-1-386,-16-3 0,10 0 0,7 1 0,-6-2 0,-3-2 0,12 0 0,4-2 0,-9-4 0,-3-1 1638,-6 3 0,0-1-1051,6-1 1,-1-2-384,-7 2 1,-1-1-205,7-3 0,0-1 0,2-2 0,-2 0 0,-6 2 0,-2 0 0,6-9 0,-16 12 0,9-17-325,-13 19 325,8-11 0,-7 1 0,-1 2 0,1-5 0,-10-4 0,5 18 0,-9-13 0,5 4 0,-6-7 0,-1-10 0,2 7 2556,-7-5-2556,0 15 0,1-2 0,-6 5 0,12 8-3277,-17-3 0,18 6 2657,-22-2 620,22 3-3277,-19 2 2146,20-2 1131,-16 6 0,16-4 819,-6 4 0,11-4 0,2-1 0</inkml:trace>
  <inkml:trace contextRef="#ctx0" brushRef="#br0" timeOffset="114702">8950 17592 24575,'9'-2'0,"-2"0"0,3 1 0,-6 0-3277,14 0 0,-12-1 0,27-4 1787,-25 3 1490,20-2 0,-6 2 0,12-1 0,-12 4 0,-1 0 0,8 0 3276,1 12-2015,-16-2 2015,0 0 0,2 4-3044,-13-11-3509,12 12 0,-13-10 3007,12 11 270,-12-12 0,6 9 0,-5-5 0,-1 1 0,-7 3 0,4-7 0,-22 21 0,4-6 0,-3 6 0,0 1 0,20-20 40,-4 15-40,6-11 0,3 4 0,-1-7 0,2-2 0,6 0 0,-5-4 3276,16 15 0,-11-7-6553,16 13 2,-14-12 3275,12 12 0,-12-9 0,6 6 0,-8 0 0,-1-6 0,-10 14 0,2-9 0,-4 0 0,-2 1 0,-1 6 0,-2 3 0,0 2 0,4-9 0,0 1 0,0 12 0,3-1 0,5 3 0,2-17 0,1-3 0,5-1 3276,-3-4 0,0-5-3044,-6-7-232,-2 2 0,-6-4 0,-1 0 0,0-2 0,5 2 0,1-1 0</inkml:trace>
  <inkml:trace contextRef="#ctx0" brushRef="#br0" timeOffset="117101">9445 17937 24575,'10'-4'0,"4"1"0,-5-1 0,4 1 0,4-2-3277,16-3 0,-9 3 1328,5-1 2876,-9 6-927,-8-1-1639,7 0 1,1 1 641,-8-1 418,7 1 0,1 0 579,-12 0 0,11 0 0,-16 0 0</inkml:trace>
  <inkml:trace contextRef="#ctx0" brushRef="#br0" timeOffset="117619">10096 17807 24575,'2'12'0,"-1"-3"0,-1 4 0,0-1 0,0 3 0,0 6 0,1-2 0,2 12-3277,4-4 0,-4-5 3047,4-4 230,-2-11 0,3 1 0,12-5 0,-1-7 0,3-3 0,2-1 0,-5-1 0,2-3-1093,5-1 1,2-1 0,-3 1 462,-7 3 0,-1-1 630,9-4 0,3-1 0,-1 0 559,3-5 0,0 0-559,-8 7 0,1-1 0,2 0-530,-2-1 0,3-1 0,-2 0 0,-2 2 530,4-3 0,-1 1-901,-2 0 0,0-1 1,-3 2 900,6-5 0,-3-1 2702,-12 10-2702,-12 6 0,9-3 0,-12 9 0</inkml:trace>
  <inkml:trace contextRef="#ctx0" brushRef="#br0" timeOffset="119751">7882 17161 24575,'10'-5'0,"12"-8"0,-12 10 0,18-11 0,-5 4 0,-6 1 0,17-7 0,-27 13 0,12-6 0,1 1-2481,-12 4 2481,16-4-27,-11 3 27,0 3-3277,24-4 601,-22 4 1037,10 0 1,-2 0 934,-15 2 1811,20-2-1107,1 2 0,-16 0 0,15 1 0,1 0 0,-7 2 0,12 0 0,3 0 0,-11 3 0,-1-1 7,-1-1 0,-1 0-7,5 3 0,-4 1 0,-14-1 0,8 2 0,-2 0 0,-7-2 1638,9 7 0,3 2-377,10 5-1261,-12-8 0,0-1-1639,1-1 1,-2-2 378,-7-5 318,10 5 942,-17-7 3276,6 2-2482,-6-2-794,0 1 0,-2 0 819,1-1 0,-3-1 0,1-1 0</inkml:trace>
  <inkml:trace contextRef="#ctx0" brushRef="#br0" timeOffset="120723">8931 17244 24575,'15'-5'0,"15"-1"-1639,-10 2 1,-1-1-1639,10 0 2302,1 1 1,1-1 974,1 0 0,-13 2 0,3 1 0,1-1 0,3-1 0,0 2-940,5 0 1,1 1 0,-1 0 939,6-1 0,0-1-341,-6 3 1,1-1-1,2 1 341,3 0 0,2 0 0,-5 0 0,-6 0 0,1 0 0,-1 0 0,7 1 0,5 0 0,1-1 0,-1 1 0,-4 0 0,-8-1 0,5 1 0,-3 0 0,-1-1 0,5 1 0,3 1 0,-2-2 0,-2 1 0,4-1 0,-3 0 0,0 0-387,1 0 1,-1-1-1,4 0 387,-9 1 0,4 0 0,1 0 0,0 0 0,-1 0 0,-4 0 0,7-1 0,-4 0 0,0 1 0,2 0 0,0 0 0,-1 0 0,1-1 0,-1 0 0,-5 0 464,6 1-464,-5-1 0,9 0 0,4 0 0,-4 0 0,-9 0 0,5 1 0,-3-1 0,8-1 0,0 1 0,-11 0 0,-5 0 1638,8 0 0,0 0-1228,-3 1-410,-3 0 1849,-5 0-1849,4 0 0,-2 0 0,3 0 3276,-1 0-124,-19 0-2076,9 0-1076,-9 0 0,0 1 0,-2-1 0,-3 2 0</inkml:trace>
  <inkml:trace contextRef="#ctx0" brushRef="#br0" timeOffset="121453">11586 17152 24575,'0'11'0,"0"9"0,0-6 0,0 5 0,1-8 0,1-2 0,2 11 0,3-6 0,-4 0 0,3-1 0,-3-11 0,7 1 0,-2-5 0,9-1 0,-12 0 0,7-1 0,-11 0 0,2 1 0,-9 1 0,-2-2 0,-1 2 0,3-4 0,5 1 0,1 2 0,3-2 0,11-2-3277,2 1 0,2 0 1624,-1 3 1653,-13 3 0,5 0 0,-6 0 0,0 2 0,-1 1 3276,-7 6-472,-2-1-2804,-12 7 0,2-6-3277,-16 7 1897,18-10 1380,-3 2 0,0 1 0,8-3 0,-11 3 0,19-6 0,1-3 0,4 0 0</inkml:trace>
  <inkml:trace contextRef="#ctx0" brushRef="#br0" timeOffset="124458">7095 17566 24575,'17'-14'0,"0"0"0,-3 2 0,4-2 0,1-1 0,-4 4 0,4-4 0,2-3 0,-1 3 0,1-2 0,-1 6 0,6-3 0,-5 4 0,-3 3 0,-5 2 0,-8 5 0,1 0 0,0 0 0,4-2 0,-2 1 0,1-2 0,-1 1 0,-7 0 0,1 2 0</inkml:trace>
  <inkml:trace contextRef="#ctx0" brushRef="#br0" timeOffset="125452">7351 17308 24575,'7'0'0,"8"-2"0,1 2 0,13 0 0,-14 0 0,14 10 0,-23-5 0,11 5 0,-15-6 0,0 8 0,-3-7 0,-3 10 0,-8 3-3277,-7 10 0,4-7 2692,-5 5 585,19-21 0,-1 2 0,10-10 0,5-2 0,-3 0 3276,-3 1 0,-5 2-2689,-2-1-587,5-6 0,17-7 0,-3 0 0,-2 6 0,0 1 0,-5 2 0,-2 1 0,-16 8 0,-1 1 0,-16 3 0,13-1 0,-10 1 0,9-2 0,2-2 0,-1 3 0,5-5 0,2 1 0,-2-2 0,-4-5 0,3 3 0,-5-8 0,7 8 0,-1-6 0,4 6 0,2 0 0,8-1 0,-1 0 0,2-1 0,-3 2 0,-3 2 0,-1 1 0,-2 0 0</inkml:trace>
  <inkml:trace contextRef="#ctx0" brushRef="#br0" timeOffset="126555">4447 17859 24575,'7'2'0,"0"2"0,2 2 0,-4-1 0,5 5 0,-2 3 0,1-4 0,-1 10 0,-6-15 0,5 16 0,-4-10 0,1 4 0,-3-3 0,-1-5 0,-1-5 0,1 1 0,-2-5 0</inkml:trace>
  <inkml:trace contextRef="#ctx0" brushRef="#br0" timeOffset="126869">4430 17765 24575,'13'5'0,"-1"-1"0,-3-4 0,-3 0 0,-4 0 0,-1 0 0</inkml:trace>
  <inkml:trace contextRef="#ctx0" brushRef="#br0" timeOffset="129501">1512 18224 24575,'16'-18'0,"1"0"0,2-1 0,-1 0 0,7-6 0,-12 10 0,0 1 0,3-1 0,5-11 0,-11 16-1639,4-4 1,1 0-1639,-6 5 2784,7-2 0,1 1 493,-3 4-1639,7-1 1,-1 0 629,-5 2-425,19-2 1,0 0 1433,-20 2 1433,12 0 1,2-2-1434,-5 0 0,-1-1 252,-4 1 1,0 0-253,7-3 0,0 0 0,1-1 0,-19 7 3276,8 2-2015,-4 5-442,4 0 0,-7 1 0,-4-1 0</inkml:trace>
  <inkml:trace contextRef="#ctx0" brushRef="#br0" timeOffset="130202">2014 17799 24575,'12'6'0,"3"3"0,-6-2-3277,8 9 0,-12-10 1328,10 12 1949,-12-11 1719,7 8-1719,-6-7 0,-1-2 0,-12-12 0,4 1 3276,-11-7 0,5 5-3044,-1 0-232,-2-1 0,16 5 0,9 1 0,11 2 0,2 0 0,1 0 0,8 0 0,-4 0 0,-2 0-3277,-8 2 3233,4-2 44,-17 4 0,-2-2 0,-3 3 0,-10 8-3277,-6 0 870,5 2 4628,-4-3-2221,8-7 0,0-1 0,0 1 0,3-4 0,-2-1 0,3 0 0,-1 0 0</inkml:trace>
  <inkml:trace contextRef="#ctx0" brushRef="#br0" timeOffset="130688">2092 17849 24575,'7'8'0,"2"1"0,-1 2 0,1 0 0,-3-2 0,0 6 0,-2-6 0,0 15 0,-1-4 0,-1 3 0,-5-9 0,-2-14 0,-6-10 0,3-2 0,-3-3 0,7 9 0,0 1 0</inkml:trace>
  <inkml:trace contextRef="#ctx0" brushRef="#br0" timeOffset="145168">4314 18310 24575,'10'-2'0,"0"2"0,2-1 0,-4 1 0,10-2 0,3 1 0,0-1 0,8-3 0,2 0 0,-9 0 0,-2-1-3277,14-4 800,-8 2 3743,-17 4-1266,1 0 0,1 2 0,-5-1 0,-3 3 0</inkml:trace>
  <inkml:trace contextRef="#ctx0" brushRef="#br0" timeOffset="152653">14315 16265 24575,'22'-3'0,"0"0"0,6 0 0,4 0 0,-2-1-1639,1-1 1,3 0 1228,-8 3 0,5 0 1,5 0-1,2 0 1,0 0-1,-2 1 0,-3-1 1,-4 1-684,4-1 1,-5 0 0,6 0 1030,-7 1 1,7 0 0,2 0-1,4 1 1,-1-1 0,0 0-1,-2 0 1,-5 1 0,-5-1 61,2 0 0,-5 1 0,5-1 0,-1 1 0,7 0 0,4 0 0,2 0 0,0 0 0,-3 0 0,-4 0 0,-8 0 0,6 0 0,-1 0 0,-2 0 0,6 0 0,6-1 0,0 1 0,-1-1 0,-5 1 0,-7-1 0,1 0 0,-1 0 0,5-2 0,6-1 0,0 0 0,-5 1 828,3 1 1,-2 0-829,-2-3 0,1-1 0,-4 2 0,-8 3 0,-2 1 0,8-3 0,-1 1 0,1 5 0,4-1 197,-9 1 1,-18-1 0,-1-2-1</inkml:trace>
  <inkml:trace contextRef="#ctx0" brushRef="#br0" timeOffset="159518">22282 8605 24575,'35'0'0,"-2"0"0,5 0 0,-2 0-1639,-8 0 1,3 0 1299,0 0 1,8 0 0,4-1 0,-1 1 0,-4-1 0,-10 1-1301,-6-1 1,-1 1 1344,6 0 1,7-1-1,4 0 1,-1 1 0,-4-1 293,2 1 0,-3 0 0,2 0-544,-2 1 1,2-1 0,1 0 0,-3 1 543,4-1 0,-1 1 0,-3-1-87,8 1 0,-5 0 87,-14 1 0,-2-1 0,7 1 0,1-1 0,5 1 0,-4-1 1308,0 1-1308,-1-1 0,4 0 0,-2 0 0,-9-1 0,-2 0 1638,5 0 0,0 0-897,8 0-741,-28-1 819,5 0 0,-8 0 0,2 1 0</inkml:trace>
  <inkml:trace contextRef="#ctx0" brushRef="#br0" timeOffset="162296">25516 8408 24575,'13'-2'0,"6"1"0,5 1 0,3-1 0,4 0 0,-1 1-1093,-3-1 1,0 1 0,3-1 994,-1 1 0,3 0 0,2 0 0,-3 0 0,-5 0 98,-1 0 0,0 0 0,9 0 0,8 0 0,-2 0 0,-11 0-2892,-6 0 2892,2 0 0,8 0 0,-4 0 0,0 0 0,-3 0 0,7 0 0,-5 1 0,7-1 0,0 1 0,-8-1 0,0 1 0,-2-1 0,8 1 0,3 0 0,-1 0 0,-8-1 0,-4 1 0,1-1 0,5 0 0,9 1 0,2-1 0,-3 0 0,-7 1 0,-5-1 0,0 0 0,2 0 0,7 0 0,2 0 0,0 0 0,-6 0-1093,-1 0 1,-2 0 0,0 0 976,3 0 1,2 0-1,-1 0 116,4-1 0,0 1 0,-7-1 0,-9 0 0,8 1 0,6 1 0,-5 0 0,0-1-883,6 2 1,8 2-1,-8-1 883,-5-2-49,1 1 0,5 1 1,-8 0 48,-9-1 0,7 1 0,-1 0 0,-13-1 0,3 1 0,-12-3 0,-1 0 0</inkml:trace>
  <inkml:trace contextRef="#ctx0" brushRef="#br0" timeOffset="164006">22228 11016 24575,'15'-4'0,"3"0"0,6 1 0,6 1 0,-1 1 0,3 0 0,-1-1-1093,-7 1 1,0 0 0,3 1 862,1 0 0,5 0 0,2 0 1,0 1-1,-3-1 0,-6 1 230,2-1 0,0 0 0,-1 1 0,7 1 0,2 0 0,1 0 0,-4 0 0,-8 0 0,-4-1 0,-1 1 0,10 1 0,6 2 0,-1-1 0,-9-1 1421,0 0-1421,0 0 0,4 1 0,-8-1 757,-13-2-757,22 5 0,1-1 0,-17-3-656,7 3 1,-1-1-1,-14-4 1,0 2 0</inkml:trace>
  <inkml:trace contextRef="#ctx0" brushRef="#br0" timeOffset="169839">25651 10999 24575,'12'-2'0,"13"-1"0,-16 1 0,16-1 0,2-1 0,-3 0-1093,6 2 1,8 1 0,-5-1-547,-10 1 1,1-1 1313,4 3 0,7-1 0,4 1 0,1 1 1,-4-1-1,-7 0-638,2-1 0,1 1 963,-8 0 0,6 0 0,5 1 0,3 0 0,3 0 0,1 0 0,0 0 0,-1 0 0,-2 0 0,-4-1 0,-5 1-656,4-1 1,-6 1-1,-1-1 1,2 0 0,7 1 651,-9-1 1,5 1-1,3 0 1,2-1-1,2 2 1,2-1-1,1 0 1,0 0 0,0 0-1,-1 1 1,-1-1-1,-3 0 1,-2-1-1,-3 1 1,-5-1-409,10 1 0,-7-1 0,-3 0 0,3 1 1,5-1 411,-6 1 0,4 0 0,4 0 0,2 0 0,2 0 0,1 0 0,0 1 0,-2-1 0,-1 0 0,-3 0 0,-4 0 0,-5-1 0,-5 0 0,9 1 0,-3-1 0,0 1 0,8-1 0,2 2 0,1-1 0,-5-1 0,-8 1 0,-4-1 0,-4-1 1690,18 2-1690,-15-1 0,-3 0 0,-9 0 0,-5-1 0</inkml:trace>
  <inkml:trace contextRef="#ctx0" brushRef="#br0" timeOffset="171255">21879 12496 24575,'0'26'0,"0"-11"0,1 17 0,-1-11 0,3 7 0,-3 3 0,0-1 0,2 2-1093,-2-1 1,-1 6 0,0-6-2185,1 1 2789,0-5 1,0 8 0,0 1 0,0-7 687,1-5 1,0-1-201,2 7 0,1 7 0,0 0 0,-1-8 0,0-10 0,1 0 0,3 6 0,3 6 0,0-1 0,-2-8 0,1-3 0,1 4 0,3 6 0,-3-7 0,-4-11 0,6 12 0,-9-18 0,-2-1 0</inkml:trace>
  <inkml:trace contextRef="#ctx0" brushRef="#br0" timeOffset="172071">22042 12474 24575,'27'-10'0,"-9"4"0,9 0 0,8 0 0,-5 1-3277,2 2 3011,-7 0 1,9 0 0,5-1 0,0 0 0,-3 0 0,-8 1-1374,-3 0 1,0 1 1170,1-1 0,5 1 0,2-1 0,2 1 0,-2-1 468,1 1 0,0-1 0,0 1 0,-1 0 0,-5 0-298,7 1 0,4 0 298,-12 1 0,7-1 0,5-1 0,3 1 0,2 0 0,1-1 0,-3 1 0,-2 0 0,-6 0 0,-6 1-1038,2-1 0,-6 1 1,4 0 1037,2 0 0,5-1 0,3 1 0,2 0 0,1-1 0,-2 1 0,-3-1 0,-2 1 0,-2-1 0,-1 1 0,1-1 0,-1 1 0,1 0-246,3-1 1,0 0 0,0 1 0,0-1 0,0 1 0,0-1 245,0 1 0,1-1 0,-1 1 0,1-1 0,-1 1 0,1-1 0,0 0 0,3 0 0,0 0 0,-3-1 0,-5 1 0,-7 0 0,8-1-240,-1 0 1,4 1-1,-8-1 240,-9 1 0,8 1 0,-2 0 0,-13 0 2029,23 1-2029,-18 5 0,-3-2 3034,11 10-3034,-6 6 3215,-7-5-3215,3 7 0,-10-3 0,-2 0 0,4 8 0,-2-3 0,1 8 0,-1 0 0,-1-6 0,-1-7 0,0 0 0,1 6 0,1 7 0,1 4 0,-1 1 0,0-3 0,0-6 1638,0 9 0,0-1-1557,0-6 1,0 6-1,0 2 1,-1-3 0,0-4-82,0 5 0,-1-4 0,-1 6 0,-1-3-160,-3-16 1,0-1 159,-1 3 0,1-1 0,-2 0 0,-2 1 0,1-3 0,4-8 0,-10 20 1681,5-17-1681,-6 4 2653,-2 6-2653,-2-12 0,-1-1-3277,1 4 3005,-13-2-1367,7-10 1,2-2-559,4 0 2197,-12-1 0,-12-1 0,-2 0 0,11 1-1685,2-1 1685,8 0 0,-7-1 0,-6-1 0,-3 0 0,-1 0 0,1 0 0,4-1 0,6 2-781,-1-1 1,5 0 0,-6-1 780,3 1 0,-5 0 0,-4 0 0,-4-1 0,0 0 0,-2 0 0,3 0 0,1 0 0,4 0 0,6 0-225,-2-1 0,5 0 0,1 0 0,-8 0 225,6 2 0,-6-1 0,-3 1 0,-3-1 0,-2 0 0,-1 0 0,0 0 0,2 0 0,1 0 0,4 1 0,3 0 0,6 0 0,-10-2 0,8 0 0,-5 0 0,3 2 0,-3-1 0,-3 0 0,-3 0 0,0 0 0,0 1 0,1 0 0,3 0 0,-4 1 0,0 0 0,2 1 0,0 0 0,2 0 0,2-1-63,-1 0 0,4 0 0,-1 0 0,-5 0 63,3 1 0,-5 0 0,-3 0 0,-1 0 0,0 0 0,3 1 0,3 0 0,6 1 0,-4 1 0,6 2 0,-1-1 652,-10-1 0,-1 0 1,8 2-653,0 9 0,46 2 0,-10-8 3276,16 6-3270,-10-11 0,-5-1 0,2 2 0</inkml:trace>
  <inkml:trace contextRef="#ctx0" brushRef="#br0" timeOffset="173638">24746 12297 24575,'4'-11'0,"1"-2"0,5-4 0,-1-4 0,2-1 0,-3 4 0,0 0 0,3-5-1639,0 3 1,-1 1-1639,-3 9 1638,7-9 1,0 1 148,-6 11 1098,9-11 1,2 0 391,-7 11-1388,8-4 1,1 1 1387,-9 5 0,17-4 0,-1 1 0,-15 6 1301,10-4 0,4-1-1301,-1 1 0,-2 2 0,10-5 0,-7 2 0,3-1 0,-5 2 766,-6 0-766,14-3 0,-1 0 0,-18 6 0,9-2 0,-1 1 0,-11 3 3276,25-2-2411,-21 2-2504,6 2 1,0 0 757,-5 1 881,11 2 0,2 2 0,-3 2 0,-6-3 0,0-1 0,-1 1 819,-15-3 0,1-2 0,-4 1 0</inkml:trace>
  <inkml:trace contextRef="#ctx0" brushRef="#br0" timeOffset="174506">25758 11955 24575,'-25'14'0,"8"-4"0,-1 3 0,1 0 0,2-1 0,-1 3 0,1-2 0,5-4 0,-2 4 0,11-14 0,13-2 0,-2-5-1639,11-4 1,0 0-1639,-8 4 2161,17-10 0,1-1 1116,-12 6 0,8-4 0,1-1 0,-3-6 0,-3 6 0,-9 2 0,-13 12 0,3 1 3276,-1 2-759,1 2 476,0 2-2993,0 1 0,1 3 0,1-2 0,1 7 0,-1-1 0,-2 2 0,-8 6-3277,-17 2 0,9-7 3047,-15 5-194,9-13 424,1 0 0,-6 3 0,28-4 0,1 5 0,10 0 0,4-2 0,0 1 0,-1 0 0,9 6 0,-5-6 0</inkml:trace>
  <inkml:trace contextRef="#ctx0" brushRef="#br0" timeOffset="181025">24821 15028 24575,'9'-1'0,"-1"-1"0,6 1 0,-1 0 0,-3 0 0,-2 1 0,9-1-3277,2 0 0,1 0 3047,8 0 230,-16-1 0,16 0 0,-14 1 0,16 1 0,-19 0 0,20 0 0,-21 0 0,19 0 0,-20 0 0,24 0 0,-20 0 0,6 0 0,2 1 0,13 2-3184,-6-1 3184,-1 1 3276,0-2-1345,3 0-1931,0 0 0,-9-1 0,-3 0 0,-6 0 0,17 0 0,-10 0 0,-2 0 3276,4 0-1791,-8 0-1485,13 0 0,-6 0 0,10 1 0,-12 1 0,6 1 0,-3-1 0,5 1 0,5-3 0,-16 1 0,19 1 0,-21-2 0,14 2 0,-7-2 0,-4 0 0,1 0 0,-9 0 0,4 0 0,-6 0 0,13 0 0,-9 0 0,17 0 0,-11-2 0,3 2 0,-6-4 0,-8 3 0,-2-3 0,0 3 0,0-4 0,2-1 0,2-10 0,-2 8 0,4-19 0,-4 9 0,0-5 0,1-5 0,-4 7 0,1-3-3277,-1-2 0,-1 16 3047,0-18 230,-2 17 0,-2-19 0,1 13 0,-1-3 0,3 1 3276,1 8 0,1-1-3044,0 7-232,-1 0 0,-1 3 0,0 1 0</inkml:trace>
  <inkml:trace contextRef="#ctx0" brushRef="#br0" timeOffset="182222">26867 15128 24575,'9'-3'0,"-4"1"0,11-3 0,-11 3 0,13-1 0,-15 3 0,6-1 0</inkml:trace>
  <inkml:trace contextRef="#ctx0" brushRef="#br0" timeOffset="188188">23732 17420 24575,'-5'-2'0,"-16"-2"0,13 3 0,-16-2 0,-6 5 0,10-2-1639,-12 4 1,0 2-1639,15-4 1638,-18 8 1,1 2 148,23-9 1490,-9 5 0,-2 2 0,-1 3 0,7-3-1517,-3 6 0,2 1 1517,9-7 1190,-2 8 0,2 1-1190,5-7 0,9 21 0,-3-22-2817,18 18 2817,-15-23 2817,12 13-2817,2-9 0,-2 0 327,4-5 0,2-1-327,-4-4 0,0-1 0,-1 0 0,1-1 1638,3-3 0,0-1-377,5-4-1261,2-3 0,1-2 3276,-20 9 0,10-10-3044,-17 9-232,4-5 0,-17-1 0,3 9 0,-17-8 0,10 8 0,-20 0 0,19 2 0,-7 2 0,11 0 0,3 2 0,1 0 0,5-1 0,1 1 0</inkml:trace>
  <inkml:trace contextRef="#ctx0" brushRef="#br0" timeOffset="188471">23905 17598 24575,'6'-1'0,"10"-5"0,6-3 0,-3 4 0,1 1 0,11-3 0,-10 5 0,-2 2 0,-3 0 0,0 0 0,-13 0 0</inkml:trace>
  <inkml:trace contextRef="#ctx0" brushRef="#br0" timeOffset="188756">23986 17675 24575,'15'-7'0,"-7"4"-3277,15-9 0,-16 10 1067,19-4 2210,-12 5 0,4 0 0,2 0 0,0-1-542,6 2 1,-2 0 0,-10 0-1,13 0 1</inkml:trace>
  <inkml:trace contextRef="#ctx0" brushRef="#br0" timeOffset="189360">24364 17442 24575,'5'-6'0,"17"-12"0,-4 9 0,1 1 0,-2-3 0,1 1 0,5 1 0,-2 2 0,-1 1 0,5 3 0,-14 2 0,11 5 0,-17-2 0,11 5 0,-9 6 0,3 0 0,-4 4 0,0 3 0,-1 0 0,-1 0 0,0-2 0,0 1-1639,0 4 1,-2-4-1639,0-8 3047,-4 21 230,-16-10 0,2 2-1639,-8-8 1,0-4 378,6-5 740,-11 3 0,0 0 520,13-7 1638,-6 3 0,2 1-1137,12-3-501,-2 0 0,27 0 0,2-3 0,2 0 0,7 2-172,7-3 1,-2-1 171,-12-1-63,1 0 1,0-1 62,-9 2 0,-5-1 0,-6 2 0</inkml:trace>
  <inkml:trace contextRef="#ctx0" brushRef="#br0" timeOffset="189962">24882 17425 24575,'4'6'0,"0"9"0,-4 8 0,1-6 0,-10 18 0,6-17 0,-4 3 0,5-7 0,-1-10 0,7-18 0,6-10 0,-3-3 0,3 7 0,-1 2 0,-3 5 0,3-5 0,2-1 0,11-10 0,-4 0 0,3 7 0,-14 19 0,6 13 0,7 17 0,-6-9 0,1 1 0,-2-2 0,1 0-1639,0-2 1,0-3-1639,-5-5 3047,3 3 230,-14-8 0,-1 2 0,-24 4 0,-6 0 0,5 0 0,5-2 0</inkml:trace>
  <inkml:trace contextRef="#ctx0" brushRef="#br0" timeOffset="190472">25285 17405 24575,'9'14'0,"2"7"0,0-7 0,0 9 0,1-5 0,1 2 0,2 2 0,-2-10 0,-7-9 0,5-2 0,0-8 0,4-13 0,-5 2-1639,-4-1 1,-2 1-1639,-2 5 2457,-2-19 1,0 27 0,-2-11 0</inkml:trace>
  <inkml:trace contextRef="#ctx0" brushRef="#br0" timeOffset="190972">25775 17341 24575,'-5'3'0,"-5"0"0,0 0 0,-9 5 0,7-4 0,-7 6 0,14-6 0,-15 17 0,16-9 0,-2 6 0,2 2-3277,11 4 0,-3-1 3047,11-4 230,-4-11 0,7 0 0,6 1-3277,0-10 2017,-7 3 1260,-3-6 3276,-10 4-2015,7-6-1261,-5 5 0,7-5 0,-7 6 0,-1-1 0,-1 1 0</inkml:trace>
  <inkml:trace contextRef="#ctx0" brushRef="#br0" timeOffset="191271">26002 17467 24575,'12'-2'0,"-1"1"0,26-3 0,0 0-1939,-2-1 1939,-6 1-464,-19 2 464,-3 0 0,2 4 0,-8-2 0,1 3 0</inkml:trace>
  <inkml:trace contextRef="#ctx0" brushRef="#br0" timeOffset="191821">26535 17320 24575,'1'31'0,"0"-1"0,0-10 0,0-2 0,-1 12 0,0-2-3277,6 5 0,-2-1 1328,3-9 3668,-2-14-1719,-1-3 0,5-7 0,-2-22 0,-1 3-1639,-4-4 1,-1 0 378,0 12 2898,-4-11 0,-2 1-1249,-3 8-389,-9-19 0,4 23 0,2 1 0,1 13 0,0 4 0,5 1 819,-2 0 0,6-8 0,0 1 0</inkml:trace>
  <inkml:trace contextRef="#ctx0" brushRef="#br0" timeOffset="194722">27186 17391 24575,'0'10'0,"1"-1"0,-2-6 0,6 3 0,-2-3 0,19 7 0,9-3 0,-3 0 0,6-3 0,-30-4 0,-6 0 0,-23 3-1720,10-3 1720,-11 5-3277,3-1 339,10-2 2938,-15 7 0,28-8 0,-1 3 0,17-10 1151,0 3-1151,15-8 3276,-19 8 0,16-5-3044,-28 7-232,8-2 0,-14 3 0</inkml:trace>
  <inkml:trace contextRef="#ctx0" brushRef="#br0" timeOffset="196404">24359 17230 24575,'8'0'0,"-1"7"0,-1-2 0,-2 17-3277,-1 4 0,-1-5 1328,0 6 3344,-2-9-1395,-2 5 0,0-4 0,-1 2 0,-1 11 0,0-9 0,0 0 0,1 3 0,0-1 0,0-2 0,-1-5-1639,0 10 1,0-1 486,1-13 1152,-4 16-292,6-11 292,0-5 0,1 4 0,0-13 0</inkml:trace>
  <inkml:trace contextRef="#ctx0" brushRef="#br0" timeOffset="197373">26743 17374 24575,'2'21'0,"1"1"0,-3 4 0,1-1-1513,3 4 1513,-4-9 0,0-1 0,0 1 0,0 1 0,0 11 0,0-18 162,0 13-162,0-21 329,0 8-329,0-10 0,-2 5 0,1 0 0,2 6 0,-1-4 761,10 5-761,-3-12 261,7 4-261,-7-4 0,-1-1 0,-5-2 0</inkml:trace>
  <inkml:trace contextRef="#ctx0" brushRef="#br0" timeOffset="198109">26737 17225 24575,'17'23'0,"-6"-8"-1639,-2 7 1,0-1-1639,-3-6 1638,2 10 1,-1 0-1639,-5-16 5064,4 27-1787,-6-10 0,3 2 0,1 2 0,-2-9 0,0 0-406,3 5 0,1 1 0,0-3 406,5 5 0,0-2 0,-1-2 0,-2-8 3276,5 8-2618,-12-21-658,2 4 0,-9-7 1821,-1-1-1821,-11 0 0,11 0 0,-4 0 0</inkml:trace>
  <inkml:trace contextRef="#ctx0" brushRef="#br0" timeOffset="206092">22324 15735 24575,'12'0'0,"-5"0"0,23 0 0,-3 0 0,5 0 0,-8 1 0,1 2 0,-2-2 0,1 0 0,-1 1 0,2 1-1639,9-2 1,-2-1-1639,-1 0 3200,1 0 0,6 0 1,-6 0-2687,2 0 2763,-5 0 0,6 1 0,1 0-482,-8-1 0,0 1 0,2 0 0,1 0 482,1 0 0,2 0 0,0 0 0,1 0 0,-2 0 0,1 0 0,-1 0 0,0 1 0,1-1 0,2 0 0,3 0 0,0 1 0,-5-1 0,-8 0 0,1 1 0,2-1 0,5 1 0,-7-2 0,-8 0 0,8-1 0,0-2 3276,-12 0-2684,16-1 1,3-1-593,-7 1 582,2 1 0,8 0 0,0 1-582,-1 1 0,1 1 0,-2-1 0,-6 0 0,0 0 0,2 0 0,-1 1 0,4 0 0,0 1 0,-3-1 0,-7 1 0,6-1 0,3 2 0,6 0 0,-9 0 3256,-15 0-3256,7 1 0,-2-1 0,-13-1 0,13-1 0,-12 0 0,14 2 2012,-12-1-2012,19 4 0,2 0-656,-15-4 1,9 4-1,-5-3 1,-17-3 0</inkml:trace>
  <inkml:trace contextRef="#ctx0" brushRef="#br0" timeOffset="206404">25488 15797 24575,'0'0'0</inkml:trace>
  <inkml:trace contextRef="#ctx0" brushRef="#br0" timeOffset="230456">24807 2798 24575,'8'23'0,"0"0"0,0-2 0,3 15 0,0-1 0,-6-12-1639,4 12 1,-2-1-1639,-4-13 2184,1 4 1,0 6 0,0-5-1191,1 5 1827,-3-4 0,1 6 0,-1-4 456,1 4 0,-3-6 0,0 4 0,0-5-661,0 1 661,0 2 0,0 1 3138,4 3-3138,0-2 0,2-1 2926,-1-12-2926,-2-26 0,-2 3 0,1-6 0,-2 4 0</inkml:trace>
  <inkml:trace contextRef="#ctx0" brushRef="#br0" timeOffset="231054">24789 2985 24575,'-5'-8'0,"1"1"0,3-6 0,0 5 0,7-12 0,-5 12-3277,12-22 0,-9 22 2450,9-9 1,2-1 826,-2 10-1639,10-6 1,1 0 850,-9 8 788,14-4 0,5 1 0,-12 8 0,0 0 1638,0-4 0,2 2-1244,10 7 1,-5 3 1028,-18-4-1423,10 6 0,-1 2 0,-14-6 0,13 14 0,-17-13 0,-1 15 0,-3-15 0,-4 11 0,-11 1 0,6-6-1639,-14 9 1,-2-1 378,12-10 1260,-8 6 0,-4 1-105,2-5 1,-1-2 104,-1 0 0,-1-1 1638,-7 4 0,3-3-481,-6-7-1157,25-4 0,11-3 0,5 2 0</inkml:trace>
  <inkml:trace contextRef="#ctx0" brushRef="#br0" timeOffset="231623">25317 2875 24575,'11'15'0,"9"10"0,-5 0 0,-2-8 0,0-1 0,-4 4 0,2-4 0,-4-6 0,-5-7 0,1-11 0,-2 2 0,-1-20 0,0 13 0,0-23 0,0 25 0,0-14 0,6 15 0,-1 0 0,3 2 0,5 4 0,0 1 0,9 1 0,1-3 0,-4 5 0,-6 3 0,-8-2 0,-5 3 0</inkml:trace>
  <inkml:trace contextRef="#ctx0" brushRef="#br0" timeOffset="232154">25655 2868 24575,'0'15'0,"1"5"0,5-1 0,-2-4 0,11 7 0,0-14 0,0 0 0,7-4 0,-9-4 0,4-2 0,-5 0 0,-5-3 0,-4-2 0,-1 2 0,-1-10 0,-1 9 0,-6-14 0,-1 10 0,-2-5 0,-9 6-3277,-11 5 0,10 2 3047,-13 0-3047,10 5 2017,8-1 1260,-17 3 0,26-2 0,6-1 0,17 0 0,8-1 0,8-1 0,-4 1 0,-3-1 0,-13-1 0,0 0 0</inkml:trace>
  <inkml:trace contextRef="#ctx0" brushRef="#br0" timeOffset="232844">25937 2642 24575,'7'31'0,"-2"-11"0,-1 4 0,0 0 0,0-4-1639,-1 8 1,-1-2-1639,0-8 1638,-1 2 1,1 2 2966,-1 4-1328,2-2 0,-1 1 1719,2-15-1719,-1-19 0,2 4 0,6-20 3276,-7 18 0,14-19-3044,-11 21-232,16-11 0,-13 12-3277,21-1 0,-22 4 3047,13 1-3047,-6 4 2827,-9-3 450,14 9 0,-15-2 0,2 1 0,-4 1 0,-4 0 0,3-4 3276,-3 17-1614,-1-5-1662,-1 1 3276,-8 5-979,-5-19-2297,0 6 0,-12-9-3277,-8-6 0,13 2 2322,-6-3 0,2-1 955,14 3 0,-21-3 0,34 3 0,15-4 0,-3 3-571,9-4 1,-20 7 0,1 1 0</inkml:trace>
  <inkml:trace contextRef="#ctx0" brushRef="#br0" timeOffset="233656">26535 2956 24575,'19'0'0,"-2"0"0,5 0 0,2 0 0,-2 0-820,5 0 1,10 1 0,1-1 0,-9 1-2458,3-1 2457,-1 1 1,9-1 0,-1 1 0,-10-1 2147,-3 0-1328,1 0 0,6 1 0,-8-1 1719,-5 1-1719,5 0 0,-3 1 0,-13-2 0,10 1 0,0-1 0,-10 0 0,26 0 0,-20-1 3276,3-1-2457,-9-1 0,-8 1 0,-1 1 0</inkml:trace>
  <inkml:trace contextRef="#ctx0" brushRef="#br0" timeOffset="234226">27256 2944 24575,'2'12'0,"1"0"-3277,-2 7 0,3-8 1328,1 11 1949,-1-14 1719,5 9-1719,-3-11 0,1-1 0,3-2 0,-5-5 3276,7-1 0,-6 0-3044,1-3-232,-5 2 0,-1-3 0,-4-1 0,-3-6 0,0 6 0,0-2 0,15 4 0,4-1 0,15-3 0,-5 3 0,4 2 0,-15 4 0,-1 1 0,-15 6 0,-4 3 0,0 0 0,-14 7 0,14-12 0,-13 9 0,14-10 0,0 4 0,5-6 0,1 1 0,1-1 0</inkml:trace>
  <inkml:trace contextRef="#ctx0" brushRef="#br0" timeOffset="236006">29052 2585 24575,'-2'24'0,"1"0"0,-1 8 0,-1 5 0,1-3-1639,0-1 1,-1 3 1510,1-4 1,-1 8-1,1 1 1,-1-4-1,1-9-3149,1 6 3113,-1-9 1,0 5 0,0 2 0,0-6 163,2 0 0,0-3 1622,-1 13-1622,3-7 0,1-4 0,2-7 0,0 0 0,-2-8 0,-5-11 0,-4-2 0,3-1 0,-2 0 0</inkml:trace>
  <inkml:trace contextRef="#ctx0" brushRef="#br0" timeOffset="236323">29007 2629 24575,'21'5'0,"11"1"-3277,-9-2 0,6 0 2359,-7-4 1,-1 0 917,1-2-1639,12 1 1,-1-1 1253,-18-2 1432,6-1 0,-2 5-1047,-14 13 0,8-10 0,-13 12 0</inkml:trace>
  <inkml:trace contextRef="#ctx0" brushRef="#br0" timeOffset="236581">28999 2996 24575,'6'0'0,"13"1"-3277,10-1 0,-7 2 0,12-2 3005,-4 0 272,-2-2-1076,0 2 0,0 0 1076,-9-1 0,18 3 0,-20 3 0,-5 2 0,1-2 0,-13-3 0</inkml:trace>
  <inkml:trace contextRef="#ctx0" brushRef="#br0" timeOffset="236809">28819 3347 24575,'30'-3'0,"1"0"0,-1 1 0,0-1 0,-2 1 0,-1 1 0,2-2 0,1-1 0,4-1 0,-1-1 0,-6 2-1090,-4 0 1,0 1 1089,8-1 0,8 1 0,-1-1 0,-9 1 0,3-1 0,2 0 0,6 0 0,-10 0 0,-16 1 699,20-4-699,-27-2-337,-3 3 1,-2-1-1,-2 5 1</inkml:trace>
  <inkml:trace contextRef="#ctx0" brushRef="#br0" timeOffset="237104">29584 2687 24575,'10'26'0,"3"7"0,-10-19-1639,3 10 1,0 0-1639,-4-11 1638,3 8 1,0 3 1062,2 12 576,-2-2 560,-3-9 1,2 3 0,-1-1-561,1-1 0,-1-1 0,1 6 0,0-3 0,3-8 0,-1-4 0,-2-7 0,10 1 0,-8-7 0,4 0 0,-6-1 0</inkml:trace>
  <inkml:trace contextRef="#ctx0" brushRef="#br0" timeOffset="237922">29783 3050 24575,'5'-7'0,"5"1"0,-6 5 0,6 1-3277,6 19 0,-9-11 1328,10 21 3668,-9 5-1719,-2-14 0,-1 1 0,0-2 0,-1-1 0,0 4 0,0-5 0,-4-10 0,3 10 0,-3-17 0,2-11 0,-2 5 0,3-13 0,0-1 0,0 1 0,1 0 0,0 1 0,-1 0 0,5-16 0,-6 26 3276,4-12 0,-3 16-3044,3 0-232,-3 2 0,0 2 0,3 6 0,-4-3 0,9 13 0,-9-10 0,8 7 0,-8-5 0,2-5 0,1 7 0,-3-6 0,2-1 0,10-13 0,5-7 0,-1-1 0,-3 5 0,-2 1 0,-5 5 0,10-8 0,-13 12 0,1 0 0,-3 3 0,0 5 0,1 4 0,1 8 0,1 0 0,4 7 0,-5-10 0,8 13 0,-7-18 0,6 13 0,-4-12 0,1 2 0,-2-6 0,0-1 0,6-4 0,-6-1 0,4 2 0,-9-2 0</inkml:trace>
  <inkml:trace contextRef="#ctx0" brushRef="#br0" timeOffset="238390">30369 3149 24575,'11'5'0,"3"0"0,-3-2 0,-1 1 0,-4-2 0,-1 0 0,3-1 0,-3-1 0,2 0 0,-2-4 0,1-7 0,-3-4 0,-7-8 0,1 9-3277,-8-4 0,7 14 3047,-8-3 230,6 7 0,-10 1 0,-3 8 0,-4 7 0,4-1 0,5 11 0,9-9 3276,4 6 0,2-9-3044,11 2-232,4-7 0,-1 2 0,4-7 0,-13-2 0,12-4 0,-12 1 0,8-4 0,-5-3 0,-5 4 0,3-2 0</inkml:trace>
  <inkml:trace contextRef="#ctx0" brushRef="#br0" timeOffset="238775">30537 3152 24575,'13'23'0,"-4"-6"0,6 6 0,-10-12 0,7 10 0,-7-12 0,3 4 0,-4-10 0,2-17 0,-3 7 0,2-22 0,-5 22 0,6-17 0,-4 15-3277,11-10 0,-8 13 3047,5-2 230,4 0 0,-7 4 0,16-9 0,-16 9 0,8-5 0,-12 7 0,2-1 0</inkml:trace>
  <inkml:trace contextRef="#ctx0" brushRef="#br0" timeOffset="239755">31455 2933 24575,'-12'13'0,"3"-8"0,-2 19 0,4-11 0,0 7-3277,2 7 0,4-17 1328,0 12 3668,8-4-1719,5 5 0,9 3 0,-3-9 0,5-10 0,3-13 0,-9 3 0,2-5 0,-1-1 0,-9 1 3276,19-13 0,-15 5-3044,-2-3-232,-4 6 0,-7 2 0,-4 5 0,2 0 0,-14-8 0,-4-2 0,1 2 0,2 3 0,2 2 0,4 2-1639,-7 0 1,-1 0-1639,10 3 3047,-20-3 230,18 3 0,-1 3 0,3 1 0,3 3 0,-4 13 0,4-9 0,-6 10 0,11-15 0,-2 1 0</inkml:trace>
  <inkml:trace contextRef="#ctx0" brushRef="#br0" timeOffset="240388">31444 3208 24575,'-8'6'0,"2"-1"0,-2 4 0,4-5 0,2 6 0,2-2 0,1 2 0,5 6-3277,9 3 0,-5-7 3047,5 4 207,1-10 23,-1-1 0,16 5 0,-16-7-3277,14 1 2025,-21-4 1252,9 0 0,-6-4 0,1-3 0,3-1 0,0-8 0,-8 6 0,7-13 0,-10 12 3276,2-13-2023,-11 11-1230,3 0-23,-16 1 0,3 10 0,-3-3 3276,-3 5 0,11 1-3044,-1 5-232,5-2 0,4 2 0,1-5 0</inkml:trace>
  <inkml:trace contextRef="#ctx0" brushRef="#br0" timeOffset="241025">31931 2934 24575,'-8'9'0,"-3"2"0,6-5 0,-7 16-1739,6-13 1739,-1 12 420,-4 6-420,0 8 0,-2-3 0,6-11 0,3-1 0,5-3 0,0 3-3277,9-1 207,-5-14 3952,10 6-882,-9-6 0,16 2 0,1-8 0,-2-1-1639,-2-4 1,-2-2 378,-7 4 1260,7-8 0,0-1 0,-9 8 0,10-14 0,-7 2-3034,-7-4 3034,6 1 0,-9-7 0,-1 21 3034,0-11-3034,-6 3-3034,-2 0 3034,-1 1 3034,-1 3-3034,-3 5 3276,-5 0-2015,-2-1-1261,-6 6 0,7 0 0,-8 6 0,13-2 0,-1 2 0,14-5 0,-2 1 0</inkml:trace>
  <inkml:trace contextRef="#ctx0" brushRef="#br0" timeOffset="241404">32679 2889 24575,'-14'30'0,"7"-13"0,-3 7 0,4-10 0,-1 2-1639,-4 3 1,-1 0-1639,3-5 1638,-1 2 1,-3 2 812,-3 4 1,0-1 825,4-4 0,0 1 622,-5 7 1,-3 4 0,2-4-623,4-4 0,1-1 0,0 1 0,0-3 0,2-5 3276,15-25-1170,-3-1-2106,5-8 0,-6 12 0,2 2 0</inkml:trace>
  <inkml:trace contextRef="#ctx0" brushRef="#br0" timeOffset="241610">32339 3066 24575,'33'4'0,"-20"-4"0,15 6 0,1 1-820,-6-3 1,9 4 0,-20-6 0</inkml:trace>
  <inkml:trace contextRef="#ctx0" brushRef="#br0" timeOffset="241804">32703 3177 24575,'8'7'0,"-6"-1"0,0-5 0,-5 0 0</inkml:trace>
  <inkml:trace contextRef="#ctx0" brushRef="#br0" timeOffset="243555">25189 4218 24575,'5'20'0,"-3"-1"0,3 7 0,-3 2 0,1-4-1639,-2 1 1,0-1-1639,-1-4 1638,-1 15 1,0-1 323,0-11 736,-1 1 0,1 5 0,-1-4 579,-2-2-1258,1 10 0,1-2 1258,-1-19 1163,1 9 0,0 0-1163,2-12 0,-2 9 0,-2-14 0,3-2 0,-3-2 0</inkml:trace>
  <inkml:trace contextRef="#ctx0" brushRef="#br0" timeOffset="244088">24892 4367 24575,'8'-19'0,"0"-1"0,1-3 0,1 2 0,8-4 0,2 2 0,1-1-2037,2 4 2037,1 5 0,8-2 0,1 0 0,-8 5-1353,7-3 1353,-8 7 0,8-1 0,4 0 0,0-1 0,-3 2 0,-8 3 0,-4 2 0,-2 0 0,13 0 0,9 0 0,-2 0 0,-10 2-3277,-8 3 3184,1 0 1,-1 4-1001,0 13 1093,-8-4-1639,1 5 1,-1 0 1213,-7-5-781,1 16 0,-3 0 1206,-4-16 1001,1 11 1,-3 2-1002,-5-10 0,-4 0 0,-12 9 0,-2 0 228,12-6 0,-2 0-228,-12-1 0,-7 0 0,8-7 906,10-7-906,-8 4 0,-2 0 1749,2-3-1749,14-4 0,-11 4 0,22-4 0,13 5 0,2 2 0,6 5 0,0 2 0,2 0-1093,2-2 1,6 1 0,-5-2 790,1-2 302,-5-5 0,8 1 0,4 0 0,-3-1 0,-6-1 1215,-3-2 0,-1-1-1215,8 2 0,7 0 0,0 0 0,-7-2 0,-6-3 0,-2 0-33,2 1 1,-2 0 32,-1-4 0,-18 0 0,-7-1 0,4 1 0,-6 0 0</inkml:trace>
  <inkml:trace contextRef="#ctx0" brushRef="#br0" timeOffset="244527">26058 4585 24575,'20'-8'0,"9"-5"0,4 0 0,-7 4 0,-5 0 0,-2 0 0,-11 5 0,-4-6 0,-28 2-979,9 2 979,-20 1-1639,7 6 1,1 1-1384,2 0 3022,-13 2 0,3 2 0,21 1 0,-5 2 0,0 1 0,9-2 0,-9 10 494,17-5-494,-1 17 0,6-11 0,10 12 0,0-21 0,15 1 0,2-1 0,-9-4 0,9 1 0,0-1 3276,-7-6 0,-3 0-3218,-4-7 0,-13 4 0,-3-4 0</inkml:trace>
  <inkml:trace contextRef="#ctx0" brushRef="#br0" timeOffset="245011">26178 4564 24575,'12'6'0,"2"5"0,-1 12 0,-2-7 0,-1 9 0,-6-18 0,0 7 0,-4-10 0,3-4 0,5-21 0,-4 11 0,6-19 0,-4 13 0,1-1 0,9-11 0,-10 16-3277,15-11 0,-17 18 3047,9-3 230,-3 5 0,6 4 0,10 7 0,-6 0 0,6 14 0,-16-11-3277,11 19 2017,-14-20 1260,7 14-356,-10-10 356,3-5 0,-2 12 0,-2-16 3276,0 11-2192,0-12-1084,10 7 0,-5-8-3277,18 1 3006,-17-6 0,4 1 0,-11-1 1</inkml:trace>
  <inkml:trace contextRef="#ctx0" brushRef="#br0" timeOffset="245521">26622 4525 24575,'-29'18'0,"8"1"0,12 0 0,2 1 0,2 1 0,2 9 0,11-22 0,-3-3 0,23-5 0,-16-3-1639,10-5 1,1 1-1639,-8 1 1328,16-8 2678,-13 4-729,-4 0 0,12-9 0,-8 3 0,-1 2 0,-11 11 0,-7 14 0,-4 0 3276,2 3-258,3-2-1538,10 0-1480,8 5 0,-2-7 0,6-5 0,-1-5 0,-7 0 0,5-2 0,1-1 0,-2-7 0,5 2 0,-15 0 0</inkml:trace>
  <inkml:trace contextRef="#ctx0" brushRef="#br0" timeOffset="245737">26911 4421 24575,'7'0'0,"9"0"-3277,5-6 0,-3 5 0,9-9 3874,-9 3 0,1 0-597,10-6-1381,-5 2 1,-1 0 1380,-10 2 0,-2-4-25,-8 7 0,-2 2 0,2 1 1</inkml:trace>
  <inkml:trace contextRef="#ctx0" brushRef="#br0" timeOffset="245971">27106 4150 24575,'-9'19'0,"5"1"0,-1 2 0,2-2 0,1 1-1639,0 12 1,0-2-1639,0-2 0,2 4 1718,6-10 1559,-4-7-821,6 7 0,1-1 821,-3-12 0,8 22 0,-2-18 0,4 3 3185,-2-3-3185,-2-7 528,-3-7 0,-6 0 1,4 0-1</inkml:trace>
  <inkml:trace contextRef="#ctx0" brushRef="#br0" timeOffset="246206">27263 4505 24575,'-5'20'0,"1"0"0,-2 6 0,4 6 0,7-20 0,0-2 0,13-1 0,-1-8 0,8-1-1639,-1-6 1,0-1-1639,-2-2 1638,9-4 1,-2 0 148,-17 6 1490,17-9 0,-18 3 0,-6 3 0,3-1 0,-8 5 0</inkml:trace>
  <inkml:trace contextRef="#ctx0" brushRef="#br0" timeOffset="246527">27649 4561 24575,'11'-5'0,"6"-3"0,5 2 0,-6-1 0,10 1 0,-20 3 0,5 1 0,-3 1 0,2 1 0,4 0 0,-7 0 0,0 0 0</inkml:trace>
  <inkml:trace contextRef="#ctx0" brushRef="#br0" timeOffset="247930">31558 4370 24575,'1'-5'0,"8"-2"-3277,18 1 0,-11 2 1638,17 1 1,0 1 325,-12 2 1313,9 0 0,-3 0 0,-13 0 2026,7 9-2026,-13 7 0,0 2-1639,-6 2 1,-2 0 1151,-3-6 487,-8 11 0,-2-2 0,4-15 737,-3 7 1,-5 1-738,-5-4 0,-1-3 0,1 4 0,-5-2 0,-5 3 0,6-5 0,10-3 0,-17 7 0,2-1 3276,23-10-2420,-15 6 2420,32-4-11,16 1-3265,4 2-1639,2-4 1,-2 0-1500,-7-1 1499,7-2 1,-3 1 499,-17-1 1383,21-1-244,-4-2-3034,11 1 3034,-8 1 155,-3 1 1,-25 0-1,1 0 1</inkml:trace>
  <inkml:trace contextRef="#ctx0" brushRef="#br0" timeOffset="248422">31985 4515 24575,'1'17'0,"0"-8"0,6 20 0,6-12 0,-1 5 0,22-6 0,-3-14 0,2-1 0,4-9 0,-26 3-3277,8-15 0,-14 15 3047,4-15 230,-8 11 0,-1-3 0,-6-15 0,4 13 0,-9-12 0,8 17 0,-9-6 0,6 13 0,-11-8 0,10 9 3276,-6-4 0,-9 7-3044,1 2-232,-10 0 0,16 2 0,9-3 0,6-1 0,2-1 0</inkml:trace>
  <inkml:trace contextRef="#ctx0" brushRef="#br0" timeOffset="248922">32769 4353 24575,'2'14'0,"-5"15"0,-8 2 0,2-1-1639,-10 1 1,0-3-1639,7-10 1638,-3 2 1,-2 0 1810,-1-2-172,9-6 1871,-8 2-1871,13-24 0,-2-3 0,4-3 0,-2 6 0</inkml:trace>
  <inkml:trace contextRef="#ctx0" brushRef="#br0" timeOffset="249123">32470 4496 24575,'7'-1'0,"3"-1"0,-6 2 0,23 4 0,-8 2 0,5 2 0,7 4 0,-4-2-656,4 0 1,2 5-1,-6-4 1,-23-11 0</inkml:trace>
  <inkml:trace contextRef="#ctx0" brushRef="#br0" timeOffset="249271">32909 4633 24575,'6'1'0,"-11"-9"0,-20-2 0,7 4 0,0 1 0,-9-2 0,7 5 0</inkml:trace>
  <inkml:trace contextRef="#ctx0" brushRef="#br0" timeOffset="250277">27646 4493 24575,'37'0'0,"-18"0"0,12 1 0,-7 1 0,5 1 0,0 1 0,6 0 0,1 0 0,0 0-1093,-1 0 1,0-1 0,4 1 669,-3-1 1,4 0 0,1 0 0,-3 0 0,-6-2-1217,0 0 1,-1-1 1236,1 1 0,6 1 1,1-1-1,-4 0 402,1-1 0,-2-1 0,-3 0 0,-1 1 0,0 0 0,2-2 0,6-1 0,-3 0 0,-8 1 0,-1 0 0,-2 0 0,4-1 0,-3 0 1941,10-3-1941,-3 1 0,-12 2 0,-1 0 0,0 2 0,-13 1 0,-1 0 0,-6 0 0</inkml:trace>
  <inkml:trace contextRef="#ctx0" brushRef="#br0" timeOffset="250941">28924 4426 24575,'3'19'0,"2"2"0,-5-6 0,3 13 0,-3-19 0,4 13 0,-3-10 0,3-1 0,-1 5 0,1-10 0,3 4 0,-2-8 0,5 2 0,-3-5 0,1-12 0,-7-7 0,-7-15 0,2 11 0,-10-5 0,5 15 0,-1-1 0,4 5 0,13 14 0,13 12 0,0 1 0,-5-3 0,0-1 0,-2 0 0,4 6 0,-13-3 0,0-1 0,-17 8-3277,-8-8 0,3 0 3047,-5-3 230,13-8 0,3 2 0,0-5 0,11-5 0,-3-1 0,3 0 0,-4 4 0</inkml:trace>
  <inkml:trace contextRef="#ctx0" brushRef="#br0" timeOffset="251990">27304 2883 24575,'3'17'0,"5"17"0,-6-9 0,1 1 0,0-6 0,0 0-1639,1 11 1,-1-4-1639,-2-12 2066,2 7 0,0-2 1211,-3-11 1784,3 11-1784,-2-15 0,1 0 0,0-4 0</inkml:trace>
  <inkml:trace contextRef="#ctx0" brushRef="#br0" timeOffset="256908">27143 1772 24575,'23'-19'0,"1"1"0,0 0 0,5-3 0,-1 0 0,-5 5 0,1 0 0,1 0-768,0 2 1,0 1 0,1 1 767,9-2 0,-1 1-1639,-5 0 1,-1 2 1279,1 2 0,0 1 359,2 0 0,2 2 49,-8 2 1,1 1 0,2 0-50,2 0 0,2-1 0,1 1 0,-4 1-1529,6-1 1,-1 2 1528,-8 0 0,0 2 0,1 0 0,0 1 0,0 1 0,-1 0 0,-1-1 0,2 0 0,1 2 0,5 2 0,2 0 0,-2 0 0,-8-1-1636,-6-1 1,-1 0 1635,10 2 0,4 0 0,3 2 0,-1 1 0,2 2 0,1-1 0,0 0 65,-3-1 1,-2-1 0,2 0 0,3 2-66,-7-3 0,3 2 0,1 0 0,1 1 0,-1-1 0,-2 0 0,-2-2 0,3 2 0,-3-2 0,-1 0 0,-1 0 0,12 2 0,-1 0 0,-9-1 0,-4-1 0,0 0 0,6 2 0,-6-3 0,-3 0 0,-2 0 0,5 1 0,-1 1-65,-1 1 0,0 2 1,1 1 64,2 0 0,1 2 0,1 0 0,-2 0 0,0 0 0,-1-1 0,2 2 0,4 3 0,4 2 0,-2 0 0,-8-5 0,1 3 0,0-1 0,7 3 0,-8-4 2188,-5 0-2188,8 7 0,-2-1 3276,-15-10-2674,6 5 1,5 6-1,-4-5-602,-5-3-1507,13 12 0,-1-2 1507,-15-15 559,6 5 0,-2-2-559,-9-8 0,12 5 0,-15-6 0,4-3 0,-7 2 0,2-2 0,3 2 0,-3-1 0,3 0 0</inkml:trace>
  <inkml:trace contextRef="#ctx0" brushRef="#br0" timeOffset="257511">30339 2242 24575,'-12'9'0,"6"-5"0,-8 9 0,-1 2 0,3-4-1639,-10 11 1,0 1-1639,9-12 1835,-6 7 0,2-1 1442,10-10 1844,-7 7-1844,12-10 0,10-8 0,0-4 0,14-11 0,-14 7 0,16-16 0,-15 17 0,13-13 0,-12 18 3276,6-1-169,-6 7-1896,1-1-1211,3 9 0,-8-5-1639,10 9 1,-1 0-1639,-5-7 3047,18 13 230,-9-13 0,2 2-3277,3 0 2017,-11-3 1260,-7 0 0,-6 0 3276,-5 6-2015,-2 0-1261,-5 4 0,3-2 3276,4-5-2457,5-4 0,3-4 0,-2-1 0</inkml:trace>
  <inkml:trace contextRef="#ctx0" brushRef="#br0" timeOffset="259373">32349 2743 24575,'-15'-5'0,"-9"0"0,15 4 0,-9-1 0,0 2-3277,0 0 0,-1 0 1328,7 0 2277,-3 0-328,7 0-1639,-22 2 1,-3 1 839,15-2 799,-7 1 0,-9 2 0,-1 0 0,7-1-280,9-2 1,0 0 279,-6 3 0,-8 1 0,-2 0 0,2 1 0,8-2 0,-11 1 0,4 0 0,-8 2 0,1 1 0,10-2 0,4 1 0,-2-1 0,-7 0 0,8 0 0,8 1 0,-6 1 0,2-1 0,9 0 0,-18 7 859,-3 1-859,10-3 0,0 0 1638,4-3 0,0 0-1164,-15 7 0,5-2-2713,18-7 2239,-4 0 0,-3 2 0,-7 6 0,15-7 0,-8 5 0,1 0 0,12-6-590,-17 18 590,19-17 0,-14 21 0,9-1 0,-3 0 0,7-6 0,2-2 0,4 1 0,1 4 0,2 0 0,5 6 587,-1-6 1,1 0-588,2 4 0,2-6 0,-1-1 0,-3-5 0,3 2 0,1-2 50,2-1-50,7 4 0,-4-6 0,0-1 0,2 0 0,-1-2 0,1-1 0,-2-2 0,-1-1 0,3 0 0,1 0 0,3 0 0,3 0 0,-1-1-1639,7 1 1,0-1 1430,2 0 0,1-1 208,-10-1 0,1-1 0,-1 0 107,4 1 0,1-1-107,-1 1 0,3 0 0,-1 0 0,-6-1 0,-2-1 0,3 1 0,8 1 0,2 0 0,-3-1 0,-8-1 0,1-1 0,2 0 0,5 0 0,-1 0 0,-7-1 2155,7 1-2155,-6-1 0,3 1 0,0-2 0,2-2 0,0-1-963,-3 1 1,1 0-1,-1 0 963,7-2 0,0-1 0,1 0 0,1-1 0,-9 2 2446,-9 1-2446,7-2 0,1 0 0,-4 0 0,-10 0 0,15-7 0,-23 8 631,21-16-631,-19 14 837,8-9 1,3-3-838,-4 0 0,1 1 0,-2 2 0,1 0 0,2-10 0,-4 2 3276,-5 7-2019,-3-7 1,-1-1-58,-2 12-1200,0-24 1117,-7 11-1117,4 4 0,0-2 0,-3-9 0,0 1-1382,3 11 0,0 1 1382,-1-3 0,-1-1-107,0 4 1,-2-1 106,0-5 0,0 0-509,-1 3 1,1 1 508,-1 1 0,0 1 0,-5-8 0,2 12 0,1-1 2045,-4-13-2045,-4 4 0,4 13 0,-3-2 0,-2 2 0,-1 1 0,1 0 0,-4 0 0,-9-2 0,-1 0 0,6 2-1594,9 5 1,-3 0 1593,-4-1 0,-9-1 0,-5-2 0,-4 0 0,-1-1 0,1 2 0,3 0 0,5 3-718,-3-1 1,5 3 0,-1 1-1,-5-2 718,6 1 0,-5 0 0,-3-2 0,-2 1 0,0-1 0,1 1 0,2 0 0,4 1 0,4 1 0,-9-2 0,6 2 0,-2 1 0,-3 0 0,-5 0 0,5 1 0,10 0 0,7-1 0,-1 2 0,1 1 0,13 0 344,4 1-344,1 0 0,2 0 0,0-1 0</inkml:trace>
  <inkml:trace contextRef="#ctx0" brushRef="#br0" timeOffset="260024">31586 2744 24575,'6'-13'0,"-1"-9"0,-1-2 0,1-10-1093,-2 7 1,0-4 0,-1 5-2185,-1-1 2184,-1-1 1,-1-6 0,0 7 1200,0 7-108,-2-8 0,-1-2 1878,-2 0-1878,4 10 0,-1-1-419,-3-14 419,3 2 0,3 10 0,1 0 0,4-3 0,1 1 0,1 4 0,8-9 0,1 2 0,-7 15 0,2-3 0,3-1 392,6-1 1,1 1-393,1 0 0,0 0 0,2-2 0,-1 1 0,-1 1 0,-5 5 0,-12 10 111,6-8 1,-9 9-1,-1 0 1</inkml:trace>
  <inkml:trace contextRef="#ctx0" brushRef="#br0" timeOffset="261943">31296 1259 24575,'0'6'0,"3"8"0,-1-6-3277,5 21 0,-4-19 0,4 16 4605,-1 0-1328,4 7-26,-4-5 26,1-4-381,-2-8 381,0-4 3276,3 10-820,-2-11-2456,-3 1 0,0-4 2525,-6-12-2525,-7-16 0,4 5 653,-6-9-653,0 2 0,-1 2 0,-3-5 0,2-7 0,8 19 0,-4-22 0,8 20 0,-1-16 0,4 11 0,1-4 0,5 1 0,1 10 0,10-6 0,-7 9 0,11 1 0,-12 6 0,8 6 0,-5 1 0,9 14 0,-10-9-1639,6 12 1,-1 0-1639,-8-8 3162,4 4 0,1 3 89,-4-1 0,0 1 26,2 5 0,1 1-672,-1-5 1,0 0 671,-3 2 0,-2-3 0,-2-1 0,-4 3 0,-1 10 0,-1-17 0,-15 18 0,10-26 0,-12 12 47,4-12-47,1 2 1348,-3 0-1348,7-4 0,7-2 0,0-2 0,1 1 0,0-1 0</inkml:trace>
  <inkml:trace contextRef="#ctx0" brushRef="#br0" timeOffset="262409">31669 1501 24575,'11'-1'0,"-2"-1"0,6-4 0,-7 2-3277,10-12 0,-13 12 0,7-9 4605,-7 6-1328,-5 4 1719,-6-1-1719,-4 6 0,-22 15 0,18-2 0,-1 2 3276,-12 6-1638,8 8 0,5 0-1406,9-9-232,-2 3 0,1 1 0,8-7-3277,8 8 0,-5-19 3047,8 5 1,-2-6 229,-4-4 0,15 4 0,-16-7 0,10 2 0,-14-2 0,0 0 0</inkml:trace>
  <inkml:trace contextRef="#ctx0" brushRef="#br0" timeOffset="262924">31827 1531 24575,'-1'28'0,"3"4"0,2-21 0,1 9 0,-1-16 0,0 5 0,-2-14-3277,-5-17 0,2 8 1328,-6-19 3668,-1 7-1719,-2-7 0,0 2 0,5 8 0,4 13 0,10-5 0,-4 9-3277,19-10 2017,-18 13 1223,22-3 37,-18 9 0,12 8 0,-13-5 3276,3 7-2034,-10-8-1242,0 2 0,-2 0 3276,-2 4 0,-1-5-2988,-4 7-288,2-9 0,-3 2 0,5-3 0,0-1 0,3-1 0</inkml:trace>
  <inkml:trace contextRef="#ctx0" brushRef="#br0" timeOffset="264526">26979 4006 24575,'10'-2'0,"6"-4"0,-3 2 0,5-2 0,1-2 0,-1 0-1639,15-7 1,0-2-1639,-11 1 3162,1 4 0,1-1 115,-7 0 0,-2 2 0,2 2-1639,5-7 1,0 0 378,-7 6 1260,6-7-454,-3 3 454,-8 6 0,7-4 0,1-1 0,-3 2 0,13-6 0,8-3 0,-8 6 0,0 0 0,0 1 1092,-5 2 0,-1-1 0,2 1-1059,7-2 1,5 0 0,-2 1 0,-8 3-34,0 1 0,3 0 0,7-1 0,-7 2 0,-7 2 0,9 0 0,-1 0 0,-12 3 0,2 0 0,-1 0 0,-12 2 819,11-2 0,-16 2 0,-1 0 0</inkml:trace>
  <inkml:trace contextRef="#ctx0" brushRef="#br0" timeOffset="265337">27978 3482 24575,'6'24'0,"-1"-12"-1639,-1 10 1,0 1-1639,-1-13 0,5 23 1961,-1-18 1316,-2-3 2026,7 6-2026,-4-14 0,3 2 0,-3-6 0,-4-1 0,-1-2 0,-4-16 0,1 11 3276,-2-11-925,-7 0-2351,5 7 3276,-11-22-3058,4 10-218,2 4 0,0 8 0,10 10 0,20-2 0,-1 3 0,4-1 0,6-1 0,-4 1-1432,1 1 1432,-1 0 0,5 0 0,-7 0 0,-5 1 0,3 0 0,-1 0 0,-8 6 0,-9 4 0,-28 11 0,0-5 0,7-6 0,1 0 0,2-3 0,-5 4 0,19-8 1432,6-2-1432,7-3 0,2-3 0,-8 3 0,-9 1 0,-2 1 0,-7 2 0,4 1-3277,-6 3 0,7-4 3047,-3 5 230,3-2 0,2 2 0,-4 4 0,5-6 0,-1 2 0</inkml:trace>
  <inkml:trace contextRef="#ctx0" brushRef="#br0" timeOffset="268893">2186 4460 24575,'-2'9'0,"-2"11"-3277,-4 2 0,2-3 0,-5 14 3182,7-21 95,0 7 0,0 2 0,1-9 730,2 9 0,0 1-730,1-7 0,0 4 0,0 0 0,2-5 0,0 10 0,1-10 0,-2 4 3276,2 10-601,-1-1-2741,1-4 66,-1-4 659,3-2-659,0 0 0,7 9 0,-6-13-3277,19 14 407,-19-20 2870,18 15 0,2-7 0,6-1 1285,-2 0-1285,-8-7 0,-2-3 0,-7-3 0,8 4 0,0-1 0,-7-4-1639,10 3 1,0 0 378,-12-2 1260,25 0 3276,-16-6-2726,1 0-2189,-4-3 1,0 0 614,-3 2 741,3-8 1,-1-1 282,-6 3 0,4-3 0,0-2 0,-5 3 0,0-4 0,-1 1 0,-5 6 0,7-19 445,-8 3-445,-1 8 0,0-1 3276,1-13-2921,-5-4-355,0 13 0,1-5-1639,1 4 1,1 0 1442,0 2 196,3-11 0,1 2 0,-3 18 0,2-8 0,0-2 0,1 1-2597,-3 0 2597,2-1 3034,-4 9-3034,-2 10 3276,-1-5-2015,-1 8-1261,-8-4 0,4 4 0,-15 1 0,3-1 0,-3 3 0,0 0 0,1-1 0,3 2 0,0 0-643,-8-1 643,2 1 0,3-1 0,2-2 0,1 1 0,-6 0 0,20 2 0,-5-2 0,10 3 3276,-1 1-86,5 10-4010,-2-3 1,3 1 0,-4-8 0</inkml:trace>
  <inkml:trace contextRef="#ctx0" brushRef="#br0" timeOffset="270896">27759 2458 24575,'8'0'0,"9"6"-3277,14 6 0,-13-2 1638,14 1 1,0 0-347,-11-6 3024,10 4 1,2 1-1040,1-2 0,-1 3 0,-1 1 0,-7-1 0,-2-2 0,7 2 0,-20-9 3276,2 4-1231,-12-4 1231,-3-1-2136,3 2-1140,2-2 0,12 0 0,-5-1 0,0 0 0,-11 0 0,-3 0 0</inkml:trace>
  <inkml:trace contextRef="#ctx0" brushRef="#br0" timeOffset="274159">28307 2564 24575,'-11'4'0,"-9"12"0,4-3-1639,-4 4 1,2 0-1639,6-7 0,-14 11 3804,10-8-527,3-4 0,-15 10 0,16-11 0,-11 6 0,16-10 1827,-4 5-1827,14-12 0,8-3 0,16-13 0,-8 6 1638,-1 1 0,-2 1 1527,-2 0-2129,4-1-1036,-12 3 0,-5 4 0,-1 0 0,1 2 0,1 1 0,2 2 0,1 0 0,4 0 0,0 0 0,3 0 0,-6 2 0,2-2 0,-7 3 0,4 0 0,-3 2 0,1 1 0,-7 6-3277,-6 1 0,1-3 3047,-7 3 230,0-4 0,-4 1 0,-6 5 0,10-10 0,-1 4 0,11-9 0,3 3 0,9-6 0,10 0 0,-4-1 3276,12-1 0,-7 3-3044,8-1-232,-2 1 0,-9 2 0,-2 0 0,-10 0 0,1 0 0</inkml:trace>
  <inkml:trace contextRef="#ctx0" brushRef="#br0" timeOffset="275770">22739 1931 24575,'0'8'0,"0"3"-3277,-1 20 0,1-16 0,-2 19 1156,0-5 2121,1-9-715,-1 7 1,0-1 714,1-12 0,0 16 0,2-16 0,4-7 3276,8 5-3035,0-13-241,7-8 0,1-4 0,-4 1-292,2-3 1,9-6 0,2-3-1,0 1 1,-8 4 291,-3 3 0,-1 0 374,2 0 0,4-3 0,2-2 0,1 1 0,-2 0-374,4-4 0,0 1 0,-1 0 0,-2 3 0,-2 4 0,-3 2 0,5-3 0,-3 1 0,3-5 0,4-2 0,0-1 0,0 0 0,-1 1 0,-3 4 0,-4 3-1639,8-4 1,-1 1 1562,-7 3 1,3-4 0,2 0 0,-2 0 0,-3 2 75,1 0 0,-3 3 0,-1 0-163,-1 2 1,0-1 162,9-6 0,2-4 0,-5 5 3276,-4 3-3168,-1-2 1,-2 2-109,-11 7 0,7-6 0,-12 14 0</inkml:trace>
  <inkml:trace contextRef="#ctx0" brushRef="#br0" timeOffset="278970">24271 5266 24575,'32'-10'0,"-4"-2"0,-5 5 0,2 0-1639,-7 0 1,1 0 1184,1-1 1,2 1-1186,7-3 1,-2 1-1096,2-4 3423,-3 4 0,-3-1-689,-14 4 0,9-5 0,-12 4 1412,2-5-1412,-3 5 3276,10-9-76,7 2-3985,-7 4 785,6-2-413,-5 8 413,-4-3 0,12-1 0,-16 5 0,8-3 0,-12 5 0,3-1 0,-4 2 0,-1 0 0,-1 0 0</inkml:trace>
  <inkml:trace contextRef="#ctx0" brushRef="#br0" timeOffset="280143">24687 4998 24575,'12'7'0,"-2"2"0,-3-4 0,4 9 0,-6-10 0,3 7 0,2 2 0,-5-5 0,13 18 0,-13-19 0,14 13 0,-13-16 0,3 2 0,-9-8 0,-11-12 0,3 6 0,-16-20 0,8 13 0,-4-5 0,7 8 0,10 8 0,9-2 0,20 1 0,-9 0 0,17 2 0,-20 2 0,6 1 0,-6 0 0,-7 1 0,-6 1 0,2 5 0,-1 4 0,1 1 0,-1-2 0,-4-1 0,-9-1 0,5-1 0,-11 3 0,-5 5 0,-3 0 0,-1 4 0,10-9 0,23-9-3277,5-7 0,1 1 3047,1-2 230,-7 5 0,-4-1 0,-3 3 0,-10 1 0,0 3 3276,-2 0 0,12-2-3199,-1-2 0,4-2 1</inkml:trace>
  <inkml:trace contextRef="#ctx0" brushRef="#br0" timeOffset="281005">24712 5028 24575,'5'9'0,"-2"3"0,0-4 0,1 9 0,1-9 0,3 9 0,-3-8 0,3 11 0,1-1-2606,-1-3 2606,-2 1-422,1-6 422,-5-2 0,8 11 0,-6-16 0,1 3 0,-4-21-820,-1-6 1,0 2 0,0 2 0</inkml:trace>
  <inkml:trace contextRef="#ctx0" brushRef="#br0" timeOffset="281554">24764 5056 24575,'20'-6'0,"-10"4"0,19-5 0,-21 5 0,13-4 0,-13 4 0,2-1 0,-3 4 0,-4 1 0,3 2 0,-2 0 0,2 7 0,-4-6 0,-1 12 0,-4-11-3277,-10 13 0,6-14 3047,-12 9 230,9-9 0,-3 3 0,1 1 0,5-5 0,2 1 3276,5-5 0,4 2-3044,20-2-232,-6-3 0,1 0-1140,13 2 1140,-11-3 0,-1 1 0,-8 1 0,-5 2 0,-11 4 0,-6 0 0,-1 5 0,5-3 0,3-1 0,-1 0 0,4-4 0</inkml:trace>
  <inkml:trace contextRef="#ctx0" brushRef="#br0" timeOffset="292607">31537 5065 24575,'8'0'0,"11"1"-1639,0 3 1,1-1-1639,13 1 1638,-14-1 1,2 0 2249,6 0 1,0 0-612,-4 0 0,-1 1 867,4-1 0,0 1-867,4-1 0,-5 1 0,-12-3 0,9 2 0,0-1 0,-7 0-1639,15 1 1,1-1 408,-15-1 1230,11 1 0,3-1 154,2-1 0,-1 0-154,-8 0 0,2 0-114,1 0 1,4-1-1,2 1 1,-4-1 113,7 1 0,-1 0 0,1-1 0,-1-1 0,-7 1 0,-7-1 0,-10 0 0,-1-1 0</inkml:trace>
  <inkml:trace contextRef="#ctx0" brushRef="#br0" timeOffset="293672">32356 5201 24575,'0'8'0,"0"0"0,0 7 0,0-7 0,0 10 0,1-13 0,1 3 0,1-6 0,2-5 0,-2-1 0,4-9 0,-4 6 0,5-22 0,-7 11 0,3-6 0,-5 9 0,2 9 0,12-7 0,-2 5 0,23-6 0,-19 8 0,21-3 0,-27 7 0,10-1 0,-16 3 0,-1 3 0,-1 2 0,-3 1 0,2 1 0,-1 3 0,-2-2 0,-1 11 0,0-7 0,0 1 0,2-6 0,0-3 0,0 4 0,-2-4 0,3 2 0,-3-4 0,-1 2 0,3-4 0,-2 3 0</inkml:trace>
  <inkml:trace contextRef="#ctx0" brushRef="#br0" timeOffset="298254">4504 17946 24575,'0'16'0,"0"1"0,0-8 0,3 11 0,-2-14 0,2 8 0,-3-12 0,0 1 0</inkml:trace>
  <inkml:trace contextRef="#ctx0" brushRef="#br0" timeOffset="298470">4441 17831 24575,'5'-1'0,"8"-4"0,-9 1 0,8 0 0,-6-2 0,5 2 0,-1-1 0,0 1 0,-6 4 0,-1-1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1:59:05.8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25789 4867 24575,'3'-2'0,"-1"0"0,-1 3 0</inkml:trace>
  <inkml:trace contextRef="#ctx0" brushRef="#br0" timeOffset="548">26740 4558 24575,'5'0'0,"0"0"0,-2 1 0,4 2 0,8 1 0,-6-1 0,3-2 0</inkml:trace>
  <inkml:trace contextRef="#ctx0" brushRef="#br0" timeOffset="996">27702 4270 24575,'28'-11'0,"1"0"0,1 1 0,0-1 0,-4 2 0,-18 7 0,14-5 0</inkml:trace>
  <inkml:trace contextRef="#ctx0" brushRef="#br0" timeOffset="1466">28523 3814 24575,'28'-12'0,"-16"6"0,14-4 0,-1 1 0,-16 5 0,21-6 0</inkml:trace>
  <inkml:trace contextRef="#ctx0" brushRef="#br0" timeOffset="1847">29283 3352 24575,'26'-18'0,"-13"9"0,4-1 0,-2 0 0,-10 7 0,9-4 0</inkml:trace>
  <inkml:trace contextRef="#ctx0" brushRef="#br0" timeOffset="2131">29672 2953 24575,'0'0'0</inkml:trace>
  <inkml:trace contextRef="#ctx0" brushRef="#br0" timeOffset="2996">30056 2720 24575,'20'-7'0,"0"-1"0,-3 2 0,7-3 0,-3 1 0,-16 5 0,6-1 0</inkml:trace>
  <inkml:trace contextRef="#ctx0" brushRef="#br0" timeOffset="3265">30630 2466 24575,'8'-1'0,"6"-4"0,-5 3-1639,15-9 1,2 0-1639,-14 7 2184,13-9 1,8-4 0,-7 4-829,-5 4 1921,11-10 0,-3 1 0,-17 13 0,2-6 0</inkml:trace>
  <inkml:trace contextRef="#ctx0" brushRef="#br0" timeOffset="3464">31104 2185 24575,'6'-2'0,"11"-8"-3277,4-4 0,-3 1 2184,1 1 1,4-2 0,0 1 623,7-2 1,0 0 0,0-1 0,0 1 0,-7 3 0,1 1 0</inkml:trace>
  <inkml:trace contextRef="#ctx0" brushRef="#br0" timeOffset="3647">31531 1918 24575,'7'-5'0,"8"-9"0,-4 5 0,8-5 0,6-5 0,-4 4 0,-1 2 0,6-5 0,0 0 0</inkml:trace>
  <inkml:trace contextRef="#ctx0" brushRef="#br0" timeOffset="3847">31909 1646 24575,'0'0'0</inkml:trace>
  <inkml:trace contextRef="#ctx0" brushRef="#br0" timeOffset="6530">26777 4467 24575,'14'-3'0,"-4"-3"0,1 5 0,1-5-3277,14 3 0,-11 1 1777,12-4 1,1-1 1499,-6 2-1093,6-3 1,7-1 0,-5 1 750,1 1-143,2-2 1,-4 1 0,-22 8 0,-2-1 0</inkml:trace>
  <inkml:trace contextRef="#ctx0" brushRef="#br0" timeOffset="6780">27664 4179 24575,'17'-3'0,"-4"-3"0,-1 5 0,3-6 0,2-1-1639,3-3 1,2-1-1639,2 1 2887,4-4 0,-3 3 0,-17 9 1,14-7-1</inkml:trace>
  <inkml:trace contextRef="#ctx0" brushRef="#br0" timeOffset="7695">29540 2975 24575,'6'-1'0,"1"-1"0,-4 0 0,0 1 0</inkml:trace>
  <inkml:trace contextRef="#ctx0" brushRef="#br0" timeOffset="8355">29754 3046 24575,'4'0'0,"-2"0"0</inkml:trace>
  <inkml:trace contextRef="#ctx0" brushRef="#br0" timeOffset="8632">29894 3194 24575,'15'2'0,"-6"-2"0,15 8 0,-18-6 0,10 5 0,-15-7 0</inkml:trace>
  <inkml:trace contextRef="#ctx0" brushRef="#br0" timeOffset="8881">30167 3281 24575,'4'4'0,"1"0"0,0-4 0,3 6 0,-2-4 0,15 9 0,-2-4 0,0-1 0,-1 0 0,1-1 0,10 3 0,-2-2 0,-8-4 0,2 3 0</inkml:trace>
  <inkml:trace contextRef="#ctx0" brushRef="#br0" timeOffset="9079">30563 3399 24575,'8'0'0,"7"6"0,-7-5-1639,10 4 1,2 0-1639,-8-4 2621,9 2 1,-3 0-1,-12-2 1,5 2 0</inkml:trace>
  <inkml:trace contextRef="#ctx0" brushRef="#br0" timeOffset="9264">30880 3480 24575,'13'8'0,"5"5"-3277,17 1 0,-16-5 2184,5-2 1,5 1 0,-5-2-1564,-2 0 2707,12-1 1,-2 0 0,-20-1-1,5-4 1</inkml:trace>
  <inkml:trace contextRef="#ctx0" brushRef="#br0" timeOffset="9446">31367 3622 24575,'29'10'0,"-17"-6"-1093,11 4 1,6 3 0,-5-2-2185,-7-3 2621,16 6 1,-4-2-1,-23-9 1,5 3 0</inkml:trace>
  <inkml:trace contextRef="#ctx0" brushRef="#br0" timeOffset="9614">31685 3762 24575,'9'6'0,"-2"-2"0,8 3 0,6 0 0,5 5 0,-6-5 0,-9-3 0</inkml:trace>
  <inkml:trace contextRef="#ctx0" brushRef="#br0" timeOffset="9798">31915 3890 24575,'26'11'0,"-10"-3"-656,3 0 1,0 0-1,-9-2 1,2-1 0</inkml:trace>
  <inkml:trace contextRef="#ctx0" brushRef="#br0" timeOffset="9962">32150 4007 24575,'13'6'0,"14"3"0,-15-7 0,18 4 0,-25-5 0,4 0 0</inkml:trace>
  <inkml:trace contextRef="#ctx0" brushRef="#br0" timeOffset="24962">3673 13474 24575,'1'-3'0,"1"0"0</inkml:trace>
  <inkml:trace contextRef="#ctx0" brushRef="#br0" timeOffset="25780">4776 12099 24575,'9'-4'0,"-2"2"0</inkml:trace>
  <inkml:trace contextRef="#ctx0" brushRef="#br0" timeOffset="26264">5953 11877 24575,'25'-4'0,"0"-1"0,8-2 0,-20 5 0</inkml:trace>
  <inkml:trace contextRef="#ctx0" brushRef="#br0" timeOffset="28064">20479 8169 24575,'16'-3'0,"4"-3"0,-12 3 0,5-2 0,-9 4 0,0 0 0</inkml:trace>
  <inkml:trace contextRef="#ctx0" brushRef="#br0" timeOffset="30214">20633 8185 24575,'14'-6'0,"14"-8"0,-10 6-1639,9-3 1,-1-1-1639,-11 5 1638,13-6 1,1-1 918,-11 5-266,11-7 1,0 1 985,-12 6-1318,17-7 0,-2-1 1318,-20 12 101,12-6 1,8-4 0,-6 3-102,-3 1-432,6-1 0,7-4 0,-8 2 432,-7 4 0,9-4 0,8-3 0,-8 3 2066,-13 5-2066,7-2 0,10-5 0,-1 0 0,-8 4 2663,-6 0-2663,7-3 0,10-6 0,0 0 0,-10 5 0,-3 0 0,2-1 0,9-4 0,-1 0 0,-9 4 0,-3 2 0,3-2 0,7-7 0,1-1 0,-9 7 0,-3 2 0,1-1 0,6-6 0,0 0 0,-6 6 0,-1 2 0,0-1 0,2-3 0,-2 3 3276,-1 0-3038,9-10 0,-1 2 903,-11 11-1141,1-3 0,1-2-85,1 2 0,1-1 85,4-3 0,2-3 0,-3 6 0,1-1 0,3-1 0,-2 0-820,2 0 1,0-1 0,0 1 0,-2 2 561,-1 0 0,-2 3 0,2-2 258,0-1 0,2-1 0,0-1 0,-2 1-1075,-2 1 1,-1 0-1,1 0 1075,3-3 0,1 1 0,0-2-133,-2 2 0,2-1 0,-2 0 0,-4 4 133,-4 4 0,-1 0-409,8-6 1,4-3 0,-6 4 408,-5 4 0,12-9 0,0 0 0,-12 8 0,12-11 0,0 1 0,-14 12 39,7-7 1,5-5 0,-5 3-40,-2 5-224,3-6 0,5-4 0,-4 4 224,-5 4 0,4-3 0,6-6 0,-6 6 1971,-2 1-1971,5-4 0,7-5 0,-7 5 0,-2 2 0,2-1 0,5-6 0,-7 7 3056,-9 8-3056,7-6 0,6-6 0,-5 5 0,-7 5 0,6-3 0,4-6 0,-5 6 0,-5 5 0,4-3 0,4-5 0,-3 4 3276,-3 2-3047,2-2 0,5-4 0,-5 4 3047,-2 0-2191,1 0 1,4-4-1,-6 4-737,-5 4-348,8-6 0,6-4 0,-5 4 0,-3 1 0,4-2 0,6-5 0,-6 5 0,-5 3 0,3-2 0,5-4 0,-3 3-793,2-3 793,-4 4 0,4-4 0,-4 3 0,6-4 0,-2 1 0,5-4 0,-6 6 0,-5 5 0,1-1 0,7-6 0,-1 0 0,-6 6 0,-2 2 0,6-8 0,5-5 0,-2 1 0,-4 2 0,-1 1 0,1-1 0,2-2 0,-3 4 0,1-2 0,-4 6 0,-2 1 0,8-5 0,5-7 0,-5 7 0,-7 8 0,7-6 0,5-5 0,-6 5 0,-5 4 197,8-6 1,2-1-198,-13 9 0,-1 2 0,14-11 0,-7 2 0,-16 20 0,1-4 0</inkml:trace>
  <inkml:trace contextRef="#ctx0" brushRef="#br0" timeOffset="33746">21911 6339 24575,'-5'1'0,"0"2"0,-1 3 0,0 12 0,0-5-3277,1 21 0,4-24 2743,2 10 1,0-1 533,2-7 0,8 24 0,-6-27 0,11 10 0,-6-16 0,17 0 0,6-17 0,-4 3 0,-7-4 0,-2-1 0,-6 6 0,3-5 0,-1 0 0,-8 7-110,16-21 110,-20 22 0,8-20 0,-12 3 0,-4 6 0,0-1 0,-3-6 0,-3 8 0,-2 3 0,-4 2 0,1-1 3276,-6 4-236,14 7-1625,-5-1-1415,7 7 0,2 4 0,1-2 0,2 1 0</inkml:trace>
  <inkml:trace contextRef="#ctx0" brushRef="#br0" timeOffset="34196">22107 6126 24575,'10'36'0,"-4"-16"-1639,5 5 1,1-1-1639,-6-11 2302,5 6 1,1-2 974,-7-10 1719,11 8-1719,-3-12 0,11-14 0,-9 3-1639,4-9 1,-2-2 378,-8 7 2589,8-13 0,0 0-1329,-10 10-610,2-6 0,-2 0 610,-2 10-3277,-4-15 3044,1 19 3509,-4-8-3042,1 13 1451,-4-1-1685,2 3 0,-1 0 0,3 0 0</inkml:trace>
  <inkml:trace contextRef="#ctx0" brushRef="#br0" timeOffset="34714">22469 5998 24575,'3'5'0,"3"3"0,-2-5 0,6 3 0,-3-5 0,2 1 0,-1-4 0,2-4 0,-2-8 0,2 4-3277,-4-11 0,-5 16 3047,-1-11 230,-1 13 0,-5-5 0,-2 7 0,-1 0 0,-6 8 0,9-1 0,-5 12 0,1 2 0,5-7 0,-7 22-1327,10-8 1327,2-11-1639,2 5 1,0-1 818,-1-9-229,15 14 1049,-13-21 3178,21 7-3178,-16-11 1116,24-1-1116,-1-11 3276,-6 3-2669,6-8 0,-28 14 1,4-2-1</inkml:trace>
  <inkml:trace contextRef="#ctx0" brushRef="#br0" timeOffset="35117">22678 5949 24575,'8'12'0,"0"-1"0,-2-7 0,2 4 0,-3-5 0,-2-7 0,0-15 0,-3 0-3277,0-11 0,0 20 3047,0-12 230,1 12 0,5-9 0,9 5-746,-5 5 0,3 4 0,-12 5 0</inkml:trace>
  <inkml:trace contextRef="#ctx0" brushRef="#br0" timeOffset="35597">22830 5822 24575,'3'10'0,"6"22"0,-4-21 0,2 15 0,0-1 0,-4-16 0,5 14 0,0 0 0,-4-12 0,10 17 0,-9-20 0,0-3 0,-5-16 0,-5-20 0,0 0-1639,-1 2 1,0 0-1639,3 8 1638,-1-6 1,1 3 148,3 14 1490,0-12 0,0 7 0,6-3 0,5-11 0,-3 10 0,11-2 0,-15 18 819,9-6 0,-11 9 0,0 0 0</inkml:trace>
  <inkml:trace contextRef="#ctx0" brushRef="#br0" timeOffset="35829">22916 5842 24575,'11'0'0,"4"-4"0,-6 2 0,9-7 0,-11 5 0,11-6 0,-12 4 0,6-6 0,-6-2 0,-1-4 0,-2 6 0,-1 2 0</inkml:trace>
  <inkml:trace contextRef="#ctx0" brushRef="#br0" timeOffset="36063">23052 5637 24575,'7'23'0,"0"0"0,1-2 0,0-2 0,1 12 0,3-10 0,-12-51 0,2 23-820,-4-29 1,1 33 0,1-1 0</inkml:trace>
  <inkml:trace contextRef="#ctx0" brushRef="#br0" timeOffset="36446">23148 5528 24575,'14'-6'0,"4"-4"0,9-8 0,-11 3 0,0-2 0,-1 4 0,-1-1 0,-1-4 0,-4 1 0,-5 4 0,-1-1 0,-3 8 0</inkml:trace>
  <inkml:trace contextRef="#ctx0" brushRef="#br0" timeOffset="36713">23221 5331 22015,'2'30'0,"1"-1"0,-1 1 0,0 7 0,2-7 0,2 8 0,0 0 0,0-10 0,0 0 0,1 3 0,2 6 0,-2-8 1237,-1-13-1237,4 11 0,-2-3 0,-4-14 431,7 14-431,-8-17 219,1-2-219,0-2 0,-2-3 0,-1 0 0</inkml:trace>
  <inkml:trace contextRef="#ctx0" brushRef="#br0" timeOffset="44362">3509 12025 24575,'0'0'0</inkml:trace>
  <inkml:trace contextRef="#ctx0" brushRef="#br0" timeOffset="45463">4547 11748 24575,'0'0'0</inkml:trace>
  <inkml:trace contextRef="#ctx0" brushRef="#br0" timeOffset="46229">5977 12166 24575,'0'0'0</inkml:trace>
  <inkml:trace contextRef="#ctx0" brushRef="#br0" timeOffset="46697">7080 12220 24575,'35'-5'0,"-17"2"0,2 2 0,-2 1 0,-12 0 0,12 0 0</inkml:trace>
  <inkml:trace contextRef="#ctx0" brushRef="#br0" timeOffset="47015">8350 12344 24575,'29'4'0,"-13"-3"0,12 4 0,-1 0 0,-13-4 0,17 5 0</inkml:trace>
  <inkml:trace contextRef="#ctx0" brushRef="#br0" timeOffset="47264">9699 12499 24575,'27'6'0,"-9"0"0,1-2 0,0-1 0,10 4 0,1 0 0,-8-2 0,8 0 0,7 1 0,-2-1-1639,-8 0 1,2 0 1628,4-1 0,6 0 1,0 0-1,-7-1 0,-8 1 1,-1 0-1,13 0 0,0 0 1</inkml:trace>
  <inkml:trace contextRef="#ctx0" brushRef="#br0" timeOffset="47480">11283 12711 24575,'32'2'0,"0"-1"0,-12-1 0,2 1 0,7 0 0,5 1 0,0-1-1093,-2-1 1,1-1 0,3-1 688,-6 0 1,5 0-1,1-1 1,0 1 0,-1-1-1,-2 1-416,2-1 1,-2 1 0,0 0 0,0-1 585,0-1 1,3 0-1,-1-1 1,-4 1-1,-6 1 1,8-1 0,-6-1-1</inkml:trace>
  <inkml:trace contextRef="#ctx0" brushRef="#br0" timeOffset="47697">14028 12706 24575,'33'8'0,"-1"0"0,0 0 0,-8-2 0,2 0 0,6 1 0,7 1 0,-1 0 0,-8-2-3277,0 0 3184,-6-2 0,9 1 1,5 2-1,1-1 1,-3 0-1,-7-1-1234,5 2 0,1-1 1327,-10-1 0,6 0 0,4 1 0,3 0 0,-1 0 0,-2 0 0,-3-1 0,-6 0-1093,1 1 1,-5-1 0,4 0 1045,7 1 0,7 2 0,1-1 0,-5-1 0,-11-1 0,-3-1 0,-1 0 0,1 0 0</inkml:trace>
  <inkml:trace contextRef="#ctx0" brushRef="#br0" timeOffset="49279">4680 11671 24575,'-4'9'0,"3"-2"0,-1 3 0,2 1 0,0 6 0,2-5 0,1 6 0,4-7 0,6 5 0,7-1 0,-8-6 0,18 5 0,-21-7-1639,10 1 1,-1-1-1639,-7-2 2798,8 1 0,1-1 479,-7-4 0,5 0 0,3-1 0,6-7 0,-4 1 0,4-10 0,-23 11 0,14-15 0,-13 16-3277,9-19 2745,-9 19 532,2-10 0,0-1 0,-6 6 0,5-19 0,-9 7 0,1-2 3276,-8-2-2015,-2 14-1261,1 0 0,-14 6 0,18 4-1639,-15 2 1,0 0 378,13-1 234,-23 5 1,-3 1 1025,10-5-785,-8 4 0,-8 2 1,6-1 784,-1-4 0,9 2 0,-8 2 0,1 0 0,7-1 2354,1 0-2354,0 1 0,-3 0 0,7 0 3276,10 0-3031,-2 0 521,22-6 1,-2-2 0,1 1 0</inkml:trace>
  <inkml:trace contextRef="#ctx0" brushRef="#br0" timeOffset="50313">4851 11554 24575,'6'-12'0,"-3"10"0,11-31 0,-4 17 0,1-7 0,2 0 0,-5 10 0,1-2 0,-2 7 0,-4 5 0,-3 3 0,6 0 0,-7-1 0,12-4 0,-8 3 0,10-8 0,-7 6 0,-11 3 0,-4 6 0,-7 4 0,7 2 0,7-8 0,12-2 0,5-9 0,0 3 0,5-6 0,-15 8 0,5 0 0,-13 3 0,-3 10 0,-1-2 0,-8 22 0,9-16 0,-1 7 0,5-16 0</inkml:trace>
  <inkml:trace contextRef="#ctx0" brushRef="#br0" timeOffset="50931">5978 12211 24575,'0'0'0</inkml:trace>
  <inkml:trace contextRef="#ctx0" brushRef="#br0" timeOffset="57013">21034 13025 24575,'-10'4'0,"4"-3"0,-10 7 0,10-7 0,-5 3 0,11-4 0,6-4 0,-16 7 0,12-6 0,-15 7 0,14-5 0,0 0 0,1 0 0</inkml:trace>
  <inkml:trace contextRef="#ctx0" brushRef="#br0" timeOffset="62962">12391 6341 24575,'15'2'0,"0"-1"0,7-1 0,6-1 0,7-4 0,2-2-735,-7 4 1,0-2 734,2-1 0,2-1 0,-8 0 477,-3 1-477,9-1 0,-1 0 243,-20 5-243,10-4 0,1 1 0,-14 4 0,14-3 0,-17 4 0,2 0 0</inkml:trace>
  <inkml:trace contextRef="#ctx0" brushRef="#br0" timeOffset="63380">14761 6251 24575,'14'-1'0,"5"-1"0,0-1 0,-2-1 0,6 1 0,6-2 0,-6 2 0,-6 0 0,7-1 0,7-1 0,-6 1 0,-8 1 0,10-2 0,-3-1 0,-15 4 0,5-2 0</inkml:trace>
  <inkml:trace contextRef="#ctx0" brushRef="#br0" timeOffset="69146">4558 10082 24575,'-4'10'0,"-2"2"0,2 4 0,-2-5 0,-2 17 0,5-8 0,3 14 0,2-13-1639,6-3 1,0-1-1639,-3-8 2436,8 12 1,1 1 840,-6-11 0,5 8 0,4-1 0,5-4 0,-1 2 0,10-8 0,-23-6-3277,25-2 2498,-24-2 1684,14-4 1,1-1-906,-6 0-840,7-4 0,6-4 0,-6 3 840,-3 1 0,7-3 0,6-5 0,-9 4 0,-9 3 0,12-4 0,-2 0 3276,-16 5-2847,16-8 2082,-22 13-2511,15-20 0,-14 15 1638,4-7 0,0-3 1638,2-9-3044,1-1-3509,-4-2 0,-8 25 1561,-2-15 1716,-1 18-256,-7-17 256,6 15-3277,-23-19 2594,19 19 683,-17-8 0,-1 3 0,15 7 973,-22-9-973,12 8 0,2 2 192,4 0-192,-15-3 0,1 0 3276,19 6-2015,-26-3-1261,29 4 3276,-8 1 0,12 5-3044,1 1-232,1 17 0,0-14 0,0 16 0,0-23 0,0 4 0</inkml:trace>
  <inkml:trace contextRef="#ctx0" brushRef="#br0" timeOffset="69646">5076 9920 24575,'21'-8'0,"0"-1"0,0 1 0,11-10 0,-1-2 0,-15 8-1093,4-1 1,6-4 0,-6 4-2185,-6 3 1638,8-7 1,0 1 1419,-12 10 2136,14-16-1917,-15 15 0,0-1 0,-6 2 0,-2 6 0,-1-1 0</inkml:trace>
  <inkml:trace contextRef="#ctx0" brushRef="#br0" timeOffset="71131">6364 10668 24575,'7'0'0,"3"0"0,4 2 0,4 2 0,4 3 0,1-1 0,3 0 0,-1 0 0,-2 2 0,-1-1 0,6 0 0,-1 0 0</inkml:trace>
  <inkml:trace contextRef="#ctx0" brushRef="#br0" timeOffset="71347">7568 10953 24575,'6'2'0,"5"1"0,-4-3 0,15 5 0,-14-4 0,15 5 0,4 0 0,-4-3-469,9 4 1,8 1 0,-7-1 0,-5-1 0,6 1 0,-1 0 0</inkml:trace>
  <inkml:trace contextRef="#ctx0" brushRef="#br0" timeOffset="71547">8913 11178 24575,'16'0'0,"4"0"0,-2 0 0,-7 0 0,21 3 0,5 1 0,0 0-547,-13 0 1,4 1 0,-4-1 0,7 0 0,-3 1 0</inkml:trace>
  <inkml:trace contextRef="#ctx0" brushRef="#br0" timeOffset="71764">10350 11372 24575,'22'5'0,"-11"-1"-1639,9 0 1,1-1-1639,-10 0 2184,13 4 1,9 1 0,-4 0-2185,5-2 3069,-9 1 0,2 2 0,-4-2 1,-4-4-1,-8 2 0</inkml:trace>
  <inkml:trace contextRef="#ctx0" brushRef="#br0" timeOffset="72015">14122 11968 22024,'37'5'0,"0"0"0,1 0 0,-1 0 0,0 0 0,-1 1 0,0-2 0,-3 1 0,-4 0 0,4 1 0,-8 0 1233,-12-2-1233,19 6 0,-24-8 0,17 7 0,-17-7-820,12 5 1,-15-6 0,3 2 0</inkml:trace>
  <inkml:trace contextRef="#ctx0" brushRef="#br0" timeOffset="75729">4497 9977 24575,'-2'21'0,"-2"9"0,1-5 0,0-6 0,-1 2 0,1 1 0,0 0 0,-1 8 0,-1 0 0,1-5 0,0 1 0,0 13 0,2-4 0,0-13 0,1 5 0,1 7 0,1-5-915,2 0 915,-2 0 0,0 6 0,0-7 224,2-1-224,-2-2 0,1 5 0,-1-7 0,0-6 0,1 8 0,0 7 0,-1-7 0,0-3 0,-1 6 0,1 7 0,-1-5 0,0-4 0,1 4 0,-1 8 0,1-4-752,-1-11 0,0 1 752,0 8 0,1 6 0,-1-1 0,-1-1 0,-1 0 0,1-3-1639,0 1 1,0-1 461,-2 2 0,0 0 1177,0-3 0,1 0-1639,-2 4 1,0 2 1333,2-11 0,0 1 1,0 1-549,-1 8 0,-1 0 0,1-5 853,1-12 0,0 0 38,0 11 1,-1 4 0,0 0-39,2-5 0,-1-1 0,1-1 0,0 3 0,0 1 0,1-2 0,-1 4 0,1-2 0,0-6 0,0 3 0,0 1 0,0 9 0,0 0 0,0-9 0,0 5 0,-1-9 0,0 9 0,0 2 0,-1-1 0,1-8 1124,1-3 1,-1-1-1125,-1 4 0,-1 6 0,0 1 0,0-1 0,1-8 0,1-6 0,0-1 0,-2 8 0,-1 7 0,0-2 0,1-9 0,2-6 0,-1 7 0,-1 9 0,1 1 0,0-7 0,1 7 0,2-5 0,0 7 0,1 4 0,1-3 0,0-6 0,0-1 0,1-1 0,0 1 922,1 6 0,0 0 0,0 1-922,-1-2 0,0 2 0,0-3 0,-1-7 0,0 3 0,-2 1 0,0 6 0,-1-6 0,-2-1 0,-1 4 0,0 8 0,0-8 0,-2-1 0,0-1 0,0 6 0,1-7 0,3-10 0,-1 10 0,-2 7 0,1-6 0,-1-6 0,2 2 0,0 7 0,0-6 3276,-3-3-2775,3-2 1,0 4 0,0-1-502,-2 4 0,0-2 132,0 4 1,1 1-133,-1-1 0,0 3 0,2-7 0,-1 4 0,1-7 0,0 6 0,1 0 0,-1-6 0,1-7 0,1 0 0,-1 7 0,1 5 0,-1 1 0,1-7 0,-2 11 0,2-5 0,0 5 0,0-7 1427,0-6-1427,0 3 0,-2 7 0,0-8 0,0-4 0,-2 13 0,0 4 0,2-13 0,1 0 0,2 12 0,0-1 1054,-1-14 1,0 0-1055,7 6 0,1-5 0,-4-14 0,4 13 0,0 1 0,-4-11-1639,2 13 1,-1 0-1006,-2-14 2160,4 9 1,0 1 483,-2-8 0,4 5 0,0-1 0,-4-5-1639,8 2 1,1 0 698,-9-8 533,11 6 1,1 1 406,-8-6 0,11 3 0,0 0 0,-10-5-656,13 1 0,-1-1 656,-13-5 0,17 3 0,0-1 0,-13-2-555,10 0 0,7 1 1,-7-1 554,-7 0 0,15 0 0,10 0 0,-8-1 0,-8-1 440,5 0 0,6-2 0,-6-3-440,-11-4 0,-2-2 0,6 1 0,-3-1 0,-4-8 0,-4-1 2994,-3 5-2994,0-9 0,2-2 0,-1 5 0,0 1 0,-1-1 0,0-1 0,1 2 0,1-2 0,-1 0 318,3-9 0,0 1-318,0 0 0,1-2 0,-4 10 0,1-3 0,0 0 0,-1 0 0,1-6 0,-1 1 0,0 1 0,0 7 0,0 2 0,0-3 0,-1-3 0,1-4 0,-2 2 0,-2 6 1,1-6-1,1 0 0,2-7 0,-3 7 0,-4 1 0,3 2 0,3-5 0,-3 4 0,-2-1-1068,1-4 0,1-8 0,0 6 1068,-3 11 0,0-1 0,1-3 0,0-6 0,1-3 0,-1 3 0,0 7 806,-1 5 0,0 0-806,2-6 0,1-9 0,1-4 0,1 0 0,-2 4 0,0 9 0,-1 5 0,0-1 0,-1-1 0,3-7 0,0-4 0,0-2 0,0 1 0,-1 5 0,-1 8 0,0 3 0,0 0 0,0-5 0,1-9 0,0-4 0,0 0 0,0 4 0,-2 8 0,0 5 0,0 0 0,0-8 0,2-9 0,-1-2 0,0 2 0,-1 9 0,-2 10 0,0-1 0,1-7 0,2-9 0,0-3 0,-1 4 0,-1 8 0,1-8 0,-2 8 0,2-8 0,1-3 0,-2 2 0,0 9 0,-2 9 0,-1 0 0,2-12 0,0-9 0,0 1 0,-1 9 0,-1-5 0,1 7 0,0-7 0,0 0 0,0 6 0,-1 7 0,1 0 0,0-7 0,0-6 0,0 0 0,-1 7 0,1 7 0,0 0 0,1-9 0,-1-8 0,2 1 0,-2 9 0,3-2 0,-2 2 0,0-10 0,1-4 0,-1 3 0,0 9 0,-1 6 0,1 0 0,-1-2 0,1-7 0,0-3 0,0-2 0,1 1 0,-1 3 0,1-2 0,0 3 0,1 0 0,-1-1 313,-1 4 1,1 0-1,-1 0 1,0-1-1,1-1-313,0-5 0,1-3 0,0 0 0,-1 3 0,0 7 0,-2 1 0,0 1 0,1 1 0,0-7 0,0-4 0,0 1 0,0 4 0,-1 7 0,-1 4 0,1-1 0,0-6 0,0-8 0,0-5 0,1 0 0,-1 3 0,-1 8 0,1-1 0,-1 0 0,0 5 0,0-5 0,1-4 0,-1-1 0,0 1 0,0 4 0,1 6 0,-1-5 0,0 1 0,0 3 0,-1-7 0,1-3 0,0 1 0,0 3 0,1 6 0,-1 2 0,1 0 0,0-4 0,-1-7 0,0-3 0,0 2 0,0 8 0,1 3 0,0 1 0,-2-8 0,-1-6 0,0 1 0,1 9 0,-1 5 0,-1-6 0,-2-6 0,1 6 0,3 7-1037,-3-1 1,-1-6-1,2 6 1037,1 6 0,-4-10 0,-1 3 0,6 16 773,-6-11-773,0 4 0,2 9 1847,-11-19-1847,-1 8 0,2 2 0,-14-4 0,22 17 2880,-20-9-2880,21 11-3277,-25-3 2566,23 4-623,-13 3 1,0 0 1333,12-2 134,-23 6-1,-6 3-133,9 0-451,-1-1 1,-7 1-1,6-1 451,-3 3 0,2-3 0,-5 2 0,6-3 2048,-1-1-2048,6 2 0,-5 1 0,7-2 3144,1 1-3144,-5 5 0,3 1 3276,16-8-2899,-17 10 1,-1 1-378,11-8 0,-4 2 0,-5 4 0,5-4 0,1-1-539,-4 2 1,-4 3-1,4-3 539,0-1 0,-8 5 0,0-1 0,12-6-1639,-3 3 1,3-2 971,10-7 651,-18 15 16,22-14 3276,-8 10-2617,9-7-659,-2 0 0,-1 3 0,4-6 0,-11 12 0,11-12 0,-11 8 0,-1 0 0,5-6 893,-9 7 0,-1 2-893,-4 0 0,2 3 0,-1 5 0,22-17-589,-11 12 0,11-15 0,-3 4 0</inkml:trace>
  <inkml:trace contextRef="#ctx0" brushRef="#br0" timeOffset="76579">6068 9647 24575,'22'-13'0,"1"0"0,-1 0 0,-1-1 0,4-3 0,3-2 0,2-2 0,1-1 0,0 0 0,0 1 0,-2 0 0,-2 3-547,3-2 1,-2 2 0,-2 1 0,2-1 0,3-2 0,4-2 382,-11 7 0,2-2 0,2-1 0,2-1 0,2-1 0,1-1 1,2-1-1,0-1 0,1 0 0,1 0 0,-1 1 0,0-1 1,-1 1-1,0 0 0,-2 1 0,-1 1 0,-2 2 0,-2 0 1,-3 3-1,-2 1-383,10-6 1,-6 4 0,-2 2 0,-1 0 0,3-2 0,4-2 327,-6 3 1,1 0-1,2-2 1,2-1-1,1 0 1,1-1-1,1-1 1,0 0-1,1 0 1,0 0 0,1 0-1,-2 0 1,1 0-1,-2 1 1,0 1 128,0-1 1,1 0 0,1 0 0,0-1 0,0 1 0,-1 0 0,1 0 0,-1 0 0,-1 1 0,0 0 0,-2 1 0,-1 0 0,-1 1 0,-1 0 89,6-3 0,-4 2 0,-2 0 0,-1 2 0,2-2 0,1 0 0,5-3-136,-7 4 1,4-2 0,3-1 0,2-2-1,2 0 1,1-2 0,0 1 0,0 0 0,-2 1-1,-1 1 1,-3 1 0,-3 2 0,-3 2-1,-5 2 1,-5 4 135,3-3 0,-3 2 0,7-4 0,6-3 0,-3 0 0,-8 7 0,-10 4 0,17-9 0</inkml:trace>
  <inkml:trace contextRef="#ctx0" brushRef="#br0" timeOffset="82181">23334 7314 24575,'13'0'0,"3"0"0,5 0 0,-2-3 0,1-1 0,6 0-820,-3 1 1,8-2 0,1 0 0,-3 1-274,-5 1 1,-1 1 0,6 0 794,-5 1 0,7 0 0,3 0 0,4 0 0,2 0 0,1 0 0,0 0 0,-2 0 1,-2 0-1,-4 0 0,-5 1 134,5-1 0,-6 1 0,0-1 1,7 1 163,-6 0 0,7 0 0,3 0 0,4 0 0,2 0 0,0 0 0,0 0 0,-2 1 0,-3-1 0,-4 0 0,-5 0 0,-7 0 0,4 0 0,0 1 0,-2-1 0,7 0 0,5 0 0,4 0 0,0 0 0,0 1 0,-3-1 0,-6 0 0,-6 0 0,4 0 0,1 0 0,-5 0 0,7 0 0,5 0 0,1 0 0,1 0 0,-3 0 0,-6 0 0,-7 0 0,-3 0 0,-1 0 0,8 0 0,9 0 0,3 0 0,-3 0 0,-9 0 0,-8 1 0,-1 0 0,7 0 0,6 0 0,-1 0 0,-4 0 0,-4 2 0,0 0 0,4 1 0,6 0 0,1 1 0,-1 0 0,-6-1-1285,-3-1 0,0 1 1285,1 0 0,3 0 0,2 2 0,2-2 0,0 0 0,2 1 0,1-1 0,-2-1 0,-3 0-103,-4 0 0,-3 0 1,3 0-1,4 0 1,5 2-1,1-1 1,-4 0-1,-8-1 1,3-1-1</inkml:trace>
  <inkml:trace contextRef="#ctx0" brushRef="#br0" timeOffset="82596">27600 7350 24575,'28'-10'0,"-12"6"0,9-4 0,7-4 0,-6 2-3277,1 1 3132,-4 3 1,8-2 0,4-1 0,1 0 0,-3 1 0,-8 1-1495,-1 2 1,-1-1 948,7 0 0,6-2 1,3-1-1,-3 1 690,0 0 0,-1 0 0,-1 0 0,-5 2 611,-3 0 1,0 1-612,4-2 0,8-2 0,1-1 0,-4 2 0,-10 3 0,-5 1 0,12-4 0,-4 1 0,-22 6 0,6-1 0</inkml:trace>
  <inkml:trace contextRef="#ctx0" brushRef="#br0" timeOffset="85930">25788 8136 24575,'12'-6'0,"10"-2"0,-17 5 0,18-3 0,-7 1 0,0 0 0,8 1 0,-17 0-3277,24 0 0,-23 2 2279,13-1 1,2 2 997,-10 0 0,12 0 0,3-1 0,-8 2 0,0 0 0,2-1 0,1 1-1639,7 0 1,-3 1 963,-9-1 2313,5 2 0,1-1-962,-7 1-676,8 1 1765,-7-1-1765,-1-1 0,6-1 0,5 0 1638,-9 0 0,1 0 1638,9 0-3044,-1 0-232,-13 0 0,-13 0 0,1 0 0</inkml:trace>
  <inkml:trace contextRef="#ctx0" brushRef="#br0" timeOffset="88945">29222 8086 24575,'15'-1'0,"1"0"0,-6 0-3277,9 0 0,-14-1 628,26-3 2649,-19 3-1262,10-1 1,1 1 1261,-9 1 0,9-2 0,2-1 0,1 3 0,7-3 0,4 2 0,-27 2-2629,25-1 2629,-28 1 0,13 0 0,1 0 0,-12 0-1015,16-1 1,-1 0 1014,-15 1 549,15-1 1,3-1-550,-12 0 1263,15 1 1,5-1-1264,-8 1 0,-1 0 0,2 1 0,0-1 0,0 1 0,2 0 0,-6 0 3276,0 0-3094,-1 0 1,6 1 0,-3 1-183,-4 0 0,-1 0 1638,2-1 0,1 1-416,4 1 0,-5 0 1868,-14-2-3090,17 1 0,1 1 124,-17-1-124,12 1 0,1-1 0,-13 0 0,7-1 0,-10-1 0,-4 0 0</inkml:trace>
  <inkml:trace contextRef="#ctx0" brushRef="#br0" timeOffset="91082">23284 8668 24575,'12'0'0,"19"2"0,-10-2 0,6 1 0,6 0 0,-6 0-1031,-2-1 1031,0 0 0,10 0 0,0 0 0,-8 0 0,6-1 0,-7 1 0,7-1 0,2 0 0,-4 0-1093,-1 1 1,-2 0 0,-1 0-1,-1-1 1,-1 1 0,3-1 827,5 1 0,5-1 1,1 0-1,-2 0 0,-6 1 190,-3-1 0,2 1 75,-3-1 0,6 1 0,5-1 0,2 1 0,1-1 0,-2 1 0,-3-1 0,3 1 0,-1-1 0,-2 1 0,0 0 0,1-1 0,-3 1 0,0 0 0,0 0 0,1 0 0,2 0 0,-3 0 0,4-1 0,1 1 0,0 0 0,-3-1 0,-5 1 0,-6 0 0,-2 0 0,-1 0 0,6 0 0,8 0 0,3-1 0,0 2 0,-4 0-820,-5 2 1,-1 1 0,-2 0 0,1-1 650,6 0 0,0-2 1,4 2 168,-6 0 0,5 2 0,3 0 0,0 0 0,-1 0 0,-4-1 0,-7 0-702,5-1 0,0 0 702,-6-1 0,6 1 0,5 1 0,4 0 0,0 0 0,0 0 0,-2 0 0,-4-1 0,-7-1 313,7 0 1,-6 0 0,6-1-314,-8 1 0,4 0 0,4 1 0,2-1 0,1 1 0,-1 0 0,-2 0 0,-3-1 0,-4 1 0,11 1 0,-7 0 0,5 0 0,-7-2 0,4 0 0,2 0 0,1 0 0,-2 0 0,-3 1 0,-6-1 0,8 3 0,-1-1 0,-3-1 0,7 0 0,1-1 0,-2 0 0,-9 0 0,-7 0 0,-1-1 0,11 2 0,8 1 0,-1-1 0,-9 0 0,3 0 0,-5-1 0,7-1 0,2 1 0,-6-1-784,0-1 0,-1 0 784,8 0 0,0 0 0,1-2 0,-7 1 2778,-19 0-2778,14-2 0,1 1 0,-8 2 0,12-1 0,6 0 0,-11 2 0,0 0 0,0 0 890,4-1 1,1 1-891,4 0 0,3 0 0,-9-1 3042,-7 0-3042,11 0 0,-3 0 3276,-20 0-10,21-1-3266,-26 1 0,7-2 730,-8 2-730,10-5 0,-9 3 0,27-15 0,-22 15 0,11-8 0,0 0 0,-12 6 0,8-5 0,0 0 0,-10 5 0,16-16 0,-9 5 0,-2 0 0,4-11 0,-6 3-3277,4-8 0,-6 9 0,3-3 1787,-10 19 1490,6-8 0,-5 12 0,4-1 0,-4 3 0,1 0 0</inkml:trace>
  <inkml:trace contextRef="#ctx0" brushRef="#br0" timeOffset="101379">25485 13538 24575,'9'-2'0,"16"-1"0,-13 1 0,12-2 0,0 1 0,-14 2 0,18-3 0,1-1 0,-15 3 0,17-2 0,5 0 0,-14 2 0,0-1-1093,3 2 1,2-1 0,-3 1-547,-3 0 1,-2-1 1523,7 2 0,-2-1 115,7 1 0,-3-2 0,-5 3 0,0 1 0,9 1-1639,-4 1 1,1-1 378,3 0 1260,-8-1 0,-4-1 0,-12-1-449,23 0 449,-24 0-2885,22 0 2885,-23 0 1150,12 0 1,2 0-1151,-6 0 1638,8 0 0,3 0-888,8 0-124,-4 0-626,-2 0 3276,-22 0-222,6 0-1682,-6 0-1372,7 0 0,-6 0 0,8 0 0,-5 0 0,2 0 0,-2 0 0,-4 0 0,-2 0 0,-2 0 0</inkml:trace>
  <inkml:trace contextRef="#ctx0" brushRef="#br0" timeOffset="103998">30272 13553 24575,'10'-3'0,"8"1"0,-5-1-3277,17 0 0,-22 3 1328,21-4 1949,-8 2 0,0-2-2818,13 0 2818,-26 4 0,27-5 0,-2 5 3276,-6-1-2646,-3 0 1,-3 0-631,-13 1 0,25-2 0,-25 2 0,19-1 0,-20 1-1192,12-3 1192,-12 2-796,10-1 796,-10 1 0,11 0 0,3 1 0,-7 0 3276,12-1-753,-16-1-2106,2 0 1,-6 1-1,-5 1 1</inkml:trace>
  <inkml:trace contextRef="#ctx0" brushRef="#br0" timeOffset="104878">24935 14240 24575,'0'0'0</inkml:trace>
  <inkml:trace contextRef="#ctx0" brushRef="#br0" timeOffset="113812">16335 6602 24575,'9'-5'0,"-4"2"0,13-7 0,-10 7-1639,13-11 1,1-2-1639,-7 7 2184,3-5 1,6-4 0,-6 3-2185,-5 3 3154,6-5 1,5-4-1,-5 3 123,-5 2-293,10-7 0,8-4 0,-7 4 293,-8 6-432,2 1 1,7-4 0,0-1 0,-6 6 431,-1-2 0,2 3 0,3-4 0,-5 4 0,-8 3 2180,15-11-2180,-20 13 3259,8-3-3259,-6 2 3276,4 3-2695,-7 3 238,4 0 0,-7 4 0,-1 0 0</inkml:trace>
  <inkml:trace contextRef="#ctx0" brushRef="#br0" timeOffset="126047">22795 6703 24575,'2'28'0,"1"5"0,1-3 0,-1-14 0,1 12 0,1 9 0,-1-8 0,1-6 0,-1 6 0,2 6 0,-1-3 0,-3-11 0,1 0 0,1 4 0,0 0 0,-3 9 0,1-29 0,1-7 0,0-6 0,4-23 0,-4 21 0,1-10 0</inkml:trace>
  <inkml:trace contextRef="#ctx0" brushRef="#br0" timeOffset="127495">22935 6572 24575,'26'-6'0,"0"0"0,-1 2 0,6 0 0,1 0 0,0 1 0,-3 0-1093,2-2 1,-2 1 0,5 0 682,-6 1 0,3 0 1,3-1-1,3 0 1,0 1-1,0 0 0,-1 0 1,-1 1-60,0 0 1,-1 2 0,0 0 0,0 0 0,0 0 0,-1-1 0,1 1 160,2-2 1,0 0 0,-1-1 0,1 1-1,2 0 1,3 0 307,-9 1 0,3 1 0,3 0 0,1 0 0,0 0 0,1 0 0,-2 0 0,-2 0 0,-2 1 0,-3-1 0,-5 0-155,9 0 1,-8 0-1,8 0 155,-7 0 0,7 0 0,4 0 0,3 0 0,1 0 0,0 0 0,-2 0 0,-4 0 0,-5 0 0,-7 0 0,7 0 0,-1 0 0,-6 0 0,7 0 0,5 0 0,3 0 0,2 0 0,1 1 0,-3-1 0,-2-1 0,-5 1 0,-6 0 0,1-1 0,-5 0 0,5 0 0,1 0 0,6 1 0,5-1 0,4 0 0,0-1 0,-2 1 0,-3 0 0,-5 0 0,-8 0 0,3-2 0,0 1 0,0 0 0,9 0 0,5 0 0,1 0 0,-2 0 0,-5 1 0,-9-1 0,-5 1 0,-1 0 0,7 0 0,6 0 0,3 1 0,-2-1 0,-9 0 0,-5 1 0,-3-1 0,5 1 0,0 0 0,0 0 0,-16 0 2165,8 1-2165,-9 3 3276,6-1-1348,-7 6 1348,-2-5-1782,-3 25-1494,-1-19 0,-5 19 0,-1 2 0,3-17 0,-7 20 0,-2 0 0,5-18 0,-6 14 0,-1 3 0,4-11 0,-1-2 0,1 3 0,0 0 0,-4 8 0,1-3 0,5-10 0,-2 10 0,0-2 0,5-15 0,-4 15 0,1-1 0,4-16 0,-4 11 0,-2-1 0,6-13 0,-7 13 0,8-16 0,1 3 0,1 0 0,-2 2 0,-2 2 0,0-2 0,-7 2 0,-4-2 0,-2-3 0,-2-1 0,-13 3 0,8-7 0,-4-2 0,5 1-1038,-7-1 1038,2 0 0,-8-2 0,-2 0 0,7 0-996,7 2 0,-2 0 996,-2 1 0,-8-1 0,-2 0 0,3 0 0,6 1 0,2-1 0,1 2 0,-5 0 0,-7 1 0,1 0 0,9 0 0,-1-1 0,3 1 0,-7 1 0,1 0 0,6-1 0,-5-1 0,4 2 0,-7 0 0,-3 1 0,4-1 0,0-2 0,1 1 0,-4-1-469,8 1 1,-5-1 0,-2 1 0,0 0 0,0 0 0,2 0 0,4-1-158,-1 1 0,4-1 0,0 0 1,-5-1 625,-1 1 0,-6 0 0,-3-1 0,0 1 0,2-1 0,6 1 0,9 0-448,5-1 0,1 1 448,-7-1 0,-9 1 0,-5-1 0,0 0 0,5 0 0,8 1 0,6 0 0,1 0 0,-9 0 0,-6 0 0,-2 1 0,7 0 0,3 1 0,3 0 0,-1 1 0,-1 0 287,-2 0 1,2 0-288,4-2 0,1 0 1296,-10 2-1296,2-3 0,3 0 0,14 0 3276,-25 0-289,25 0-2987,-1 0 1572,3 1-1572,-2 4 0,3-3 0,-12 8 0,15-7-3277,-24 7 0,23-7 2469,-27 6 808,22-7 0,-6 3 0,-1 0 0,-9-1-2249,3 2 2249,6-3 3276,4-1-1168,-10-2-1391,6 1-717,-7-1 0,1 0-1302,12 0 1302,-6 0 0,-3 0-3023,-7 0 3023,10 2 0,0-1 0,0 1 0,10 0 0,-6 2 0,9-2 1051,2 1-1051,-6 0 3276,3-1 0,-13 0-3044,14-1-232,-21 0 0,11-2 0,-1 0 0,6 0 0</inkml:trace>
  <inkml:trace contextRef="#ctx0" brushRef="#br0" timeOffset="128161">22968 7273 24575,'27'5'0,"0"-3"0,2 0 0,4-1 0,1-1-722,-3 1 1,1-1 721,-1 0 0,2-2 0,-7 2 469,-2-1-469,1 0 0,5-1 0,-7 1-1439,-9 0 1439,11 0 0,1 0-850,-5-1 850,-2 2-1639,4-1 1,-1 0-360,-7 1 1998,9 0 0,4 0 0,1 1 0,-2 0 282,-7-1 0,1 0-282,6 1 0,6 0 0,-1 0 0,-7-1 0,0 1 0,-1-1 0,10 0 0,4 0 0,-2 0 0,-8 0-171,-6 0 0,1-1 171,5 1 0,7-1 0,3 0 0,-1 0 0,-5 1 0,-4-1 0,-3 1 0,1 0 0,4 0 0,1 0 0,-1 0 0,5 0 0,-7 1 3276,-17 2-1901,8 0 0,3 0-1375,-3 2 0,0 0 0,-1-1 0,1 0-1093,7 0 1,2-1 0,-5-1-1657,-2 1 1656,3-2 1,6 0 0,-8-1 695,-10 0 1066,23 0-669,-12-2 0,-14 2 0,27-4 0,-27 3 0,8-2 0,-13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01:30.5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1334 3902 24575,'12'-1'0,"-6"0"0,15-1 0,-14 1 0,26-3 0,2 3 0,-4-1-1639,2 1 1,-4 2-1639,-13-1 3162,15 0 0,4 0 115,-13 0 0,-1 0 0,2 0 0,2 0-1639,9-2 1,-4-1 378,-15 2 568,16-3 1,1 0 691,-16 3 1638,15-3 0,6 0-1444,-7 3 1,-1 0-502,-7 0 1,3-1 306,5 0 0,7 1 0,0 0 0,-8 0 1638,-9-2 0,2 1-1602,5 0 1,10 1 0,4 0 0,1 1 0,-5-1-1,-7-1-36,-4 0 0,0 0 0,2 1 0,6 0 0,5 0 0,-1 0 0,-5 1 0,-9-1 0,6 0 0,-3 1 0,8-1 0,-1 1 0,-9-1 2547,-5 2-2547,3-1 0,6 1 0,-3-1 0,10 0 0,-15 0 0,0 0 138,2 0 0,-3 0-138,-2 0-3277,1 0 2663,-8 0 1733,3 0-1119,-6 0 0,17 0 0,-18 0 0,18 0 0,-17 0 0,16 1 0,-16 0 0,5 0 0,-10-1 0,-1 0 0</inkml:trace>
  <inkml:trace contextRef="#ctx0" brushRef="#br0" timeOffset="3484">14082 3434 24575,'33'-11'0,"0"0"0,1 1 0,-1-1 0,-10 4 0,2-1 0,-4 0 0,5-2 0,4-1 0,5-3 0,2 0 0,1-1 0,1 0 0,-1 0 0,-2 1 0,-3 1 0,-4 1 0,-5 3-1093,9-4 1,-8 3 0,9-4 899,-13 5 0,4-1 0,4-2 1,4-2-1,2-1 0,1-1 0,3 0 1,0-1-1,0 1 0,1-1 0,-2 0 1,-1 1-1,-1 1 0,-4 1 0,-2 2 1,-3 1-1,-5 1-627,8-3 1,-7 4 0,-1 0 0,8-4 725,-7 3 1,4-2 0,3-1 0,3-1 0,3-2 0,1 0 0,2-1 0,0-1 0,0 1 0,-1 0-1,-1 1 1,-1 0 0,-3 2 0,-4 0 0,-3 3 0,-4 1 203,13-5 0,-8 3 1,5-3-111,-5 2 0,5-2 0,3-2 0,3-1 0,-1 0 0,0 0 0,-4 2 0,-4 2 0,-6 2 0,5-2 0,-5 1 0,11-6 0,-4 1 0,-16 10 0</inkml:trace>
  <inkml:trace contextRef="#ctx0" brushRef="#br0" timeOffset="7233">10084 5018 24575,'22'0'0,"0"0"0,12-1 0,-4 0 0,-13 0 0,10-1 0,4 0 0,-7 1 0,-2 0 0,14-1 0,-4 1 0,-4 1 0,-13 0-1639,17 0 1,0 0-1639,-14 0 3122,15-1 0,6 0 155,-6 2 0,-1-1 0,-5-1 0,1 1 0,4 0 0,3 0 0,-9 1 0,-12-1 0,10-1 0,8 0 0,-7 1 0,-6 3 0,8-3 0,8 1 0,-1 0-1093,-6 1 1,-2 1 0,1 0 962,4-1 1,0-1-1,-2 1 1,7 1-1,-6-1 1,-8-1-1</inkml:trace>
  <inkml:trace contextRef="#ctx0" brushRef="#br0" timeOffset="10367">17510 5024 24575,'14'0'0,"11"0"0,-4 0 0,-1-1 0,3 0 0,-1 1 0,-1 0 0,13-1 0,0-2 0,-4 1 0,-18 1 0,21-1 0,8-1 0,-16 2 0,1 0 0,0 1-1009,2-1 0,1 0 1,3 1 1008,1-1 0,5 0 0,1 0 0,-3 0 0,-5 0 0,4 1 0,0-1 0,-4 1 0,8 0 0,4-1 0,-1 0 0,-4 1 0,-9 0-1639,-3 0 1,-1 0 1297,1 0 0,5 0 0,2 0 0,0 0 0,-3 0 341,3 0 0,-2 0 0,0 0-232,0 0 1,0 0 0,0 0 231,2 0 0,1 0 0,-5 0 0,-3 0 0,-6 0 0,-9 0 0,-9 0 0,-1 0 0</inkml:trace>
  <inkml:trace contextRef="#ctx0" brushRef="#br0" timeOffset="19549">1997 7144 24575,'13'0'0,"3"0"0,-6 0 0,15 1 0,-1 0 0,0 0 0,-2-1 0,1 0 0,-3 0 0,0 0-1639,14 1 1,0-1-1,-14 1 1,0-1-1,17 1 1,-4-1 148,-21 0 478,12 0 1,7 0 0,-7 0 1011,-9 0-677,12 0 1,8 0 0,-8 0 676,-11 0 276,8 0 0,8-1 0,-6 0-276,-3 1 0,4-2 0,6 1 0,-6-1 0,-2 1 0,6 0 0,6-1 0,-7 1 2372,-12 1-2372,13 0 0,10 0 0,-8 0 0,-8 0 0,3 1 0,8-1 0,-9 1 3276,-7-1-3107,16 0 0,-1 0 1073,-21 0-1242,8 0 0,3 0 0,-4 0 0,-1 0 0,5 0-1639,13 0 1,-1 0 965,-17-2-233,7 1 0,8 1 1,-6 0 905,1-2 27,-5 2 0,8 0 0,2 0 0,-3 0-27,-2 1 0,-1-1 0,0 1 0,2-1 0,2 0 0,0 0 0,4 1 0,1 0 0,-7 0 0,-2 2 0,-1-3 0,6 1 0,-8 0 0,-7 1 0,11-1 0,8-1 0,-7 1 0,-4-1 0,-2 0 0,6-2 0,2 1 0,-3 0 0,0 0 0,-2-1 0,1 1 0,1-2 0,0 0 0,1 0 0,6 1 0,1-1 0,-8 1 0,-1-1 0,1 1 0,6-1 0,-8 2 0,-9 1 0,4-1 0,10 0 0,0 0 0,-9 1 2770,-5-1-2770,5 1 0,10 0 0,-1-1 0,-9 1 3276,-7 0-2988,12 0 1,9 0 0,-9 0-289,-10 0 0,18 0 0,0 0 0,-22 0-1639,20 0 1,-1 0 1569,-22 0-771,10 1 1,9 0 0,-7 0 839,-6 0-734,11 0 1,9 0 0,-8 0 733,-7-1 0,7 0 0,7 0 0,-7 0 2200,-7 0-2200,0 0 0,6-1 0,-6 1 3276,-4-1-3270,10 1 1,-3-1 3269,-17 1-3031,15 0 0,2 0-245,-13-1 1638,13 0 0,5 1 0,-6 0 0,0-1-1522,1 1 0,1 0-116,-1 0 0,2 1 0,-5-1 0,4 1 0,6-1 0,-2 1 0,-19-1 0,14 0 0,-1 0 0,-13 0 0,7 0 0,2 0 0,2 0 0,-1 0 0,3 0 0,-20 0 0,9 0 0,-9 0 0,2 0 0,-3 0 0,-1 0 0,3 0 0,-2 0 0,0 0 0,-2 0 0</inkml:trace>
  <inkml:trace contextRef="#ctx0" brushRef="#br0" timeOffset="20883">7180 6955 24575,'18'-1'0,"14"-3"0,-14 2 0,4 1 0,-2-1 0,-13 2 0,29-1 0,-26 1 0,8-1 0,4 0 0,0 1 0,1 0 0,-3 0 0,2 0 0,4 0 0,3 0 0,-1 0-1639,7 0 1,-1 0-1,-6 0 1,2 0 1561,4 0 0,4 1 1,-7-1-407,-4 0 483,-2 1 0,7-1 0,2 1 0,-3-1 0,-2 0 0,-2 0 0,1 0-339,2 0 0,1 0 1,1 0 338,-1 0 0,1-1 0,-1 1 0,-5-1 0,10 1 0,-9-1 0,7 0 0,-1-1 0,-8 1-1592,-2 1 1592,12-2 0,2 1 0,-18 1 0,1 1 0,16-1 0,2 1 0,-14-1 0,1 1 0,10-1 0,4 0 0,-7 0 9,0 0-9,2 0 0,7 0 0,-7 0 0,-15 0 0,0 0 0,12 0 0,5 0 0,-8 0 884,-8 0-884,6 0 0,7 0 0,-8 0 1727,-9 0-1727,10 0 0,8 0 0,-8 0 0,-10 0 0,11 1 0,9 0 0,-6 0 3276,2-1-2738,-5 2 1,6 0 0,1 1 0,-5-1-539,-8-2 0,2 0 0,9 2 0,9 1 0,-1 0 0,-9-1 0,3-1 0,-2 0 0,10 0 0,0 0 0,-11-1 0,1 0 0,-5 0 0,7 0 0,2 0 0,-3 0 0,-4 0 0,-3 0 0,2 0 0,1 0 0,2 0 0,0 0 0,5 0 0,1 0 0,-6 0 664,-1 0-664,3 0 0,-2 0 0,-14 0 0,14 0 0,-15-2 0,-6 0 0,9-2 0,-9 3 0,22-5 0,-2 4 0,-2-4 1160,7-1-1160,-22 4 0,1-3 0,-7 4 0</inkml:trace>
  <inkml:trace contextRef="#ctx0" brushRef="#br0" timeOffset="22817">10900 6338 24575,'6'19'0,"-1"6"0,2-4 0,0 0 0,0 7 0,-1-7 0,0 1 0,3 12 0,-2-1-1639,-1-6 1,-1-3-1639,-1-11 2338,0 10 1,-1 0 938,2-11 0,-1 7 0,-2 1 0,2 1 0,-1 7 0,-3-10 0,-6 5 0,-2-5 0,-2 0 0,-8 6 0,11-17 3276,-13 14-584,5-5-229,1-3-2463,-6 12 0,13-15 0,-4 5 0,3-3 0,2-3 0,-1 1 0,0 2 0,2-1 0,2-4 0,1 10 0,6 1 0,2 7 0,-1-6 0,0-1 0,-4-10 0,-3 2 0,0-3 0,-4-1 0,3-3 0,-2-1 0,5-1 0,-8-4 0,7 1 0,-9-2 0,8 0 0,-2 1 0,-4-5 0,6 3 0,-5-7 0,4 9 0,-1-2 0,1 5 0,1 3 0,5 18 0,-2-12 0,3 15 0,-4-10 0,3 8 0,-1-6 0,1 5 0,0-16 0,-1 0 0,-1-4 0,7-4 0,22-4-1027,-13 4 1027,17-4-3277,-14 5 110,-8-1 3167,16 0 0,-24 2 0,0 6 0,-9-1 687,-9 6-687,5-5 3276,-4 6 0,4-3-3218,1 0 0,4-4 0,4-2 0</inkml:trace>
  <inkml:trace contextRef="#ctx0" brushRef="#br0" timeOffset="25970">4177 15848 24575,'-24'0'0,"-11"0"0,11 0 0,-5 0 0,3 1 0,14-1 0,-15 2 0,-2-1 0,10-1-1639,-8 3 1,1 0-1639,8-2 1638,-5 3 1,2 0 148,10-1 1040,-8 1 0,0 0 450,10 0 0,-25 6 0,16-2 0,-3 2 3276,-4 2-2461,9 4 2461,0-6-1856,2 6 1,3 0 592,6-8-2013,-7 14 0,0 0 0,8-13 0,-3 13 0,1 1 0,4-10-1639,3 6 1,1 1-1639,-1-8 3162,6 8 0,3 1 115,8 8 0,-1 2-1639,0-8 1,0-3 378,-9-10 709,14 9 0,1 1 551,-8-8 0,15 5 0,1 0 0,-13-7 0,5-1 0,7 1 0,-7-3-72,-7-3 72,15 4 0,10 1 0,-7-2 3276,-8-2-3234,3 1 0,9 1 0,0 0 0,-9-1-42,0-1 0,-2-1 0,9 1 0,0 0 0,-9-2 0,-3-2 0,9 0 0,8 0 0,-8 0 0,-7-2 0,3 0 0,7-1 0,-3-2 0,-3-1 0,-3-1 781,4 2 1,1-1-782,3-6 0,-4-1 0,-6-4 0,8-1 0,-18 4 0,-2 1 0,-4 5-3277,16-17 2329,-19 19 586,8-7 1,1-1 361,-5 3-1332,9-6 0,-1-1 1332,-8 7 994,6-6 1,-1 0-995,-9 5 3276,8-15-2902,-13 5-374,1 7 0,-12-18 0,8 25 763,-7-10 1,-1 0-764,-2 0 0,-3-4 0,1 6 0,1 2 0,3 4-1639,-9-10 1,1 0 1528,11 11 110,-16-16 0,-4 4 0,7 9 0,-3 0 0,-10-5 0,-2 2-159,8 4 0,-1 2 159,0 2 0,-3 1 0,5 1 0,-4-1 0,-1 2 0,-7-1 0,8 2 540,9-1-540,-7 1 0,-2 0 1638,10 0 0,-1 1-1019,-15 0 0,-2 0-860,12-2 1,-1 1 240,0 2 0,-5 1 0,1 0 0,7 0 0,-5 2 0,1-1 0,-5 0 0,3 1 0,4 3 0,2 0 241,3-4 0,0 1-241,-5 6 0,4-1 0,12-3 1638,-10 8 0,-2 2-432,6-3 1,0 0-2027,-12 11 1,4-6 0,23-17 0</inkml:trace>
  <inkml:trace contextRef="#ctx0" brushRef="#br0" timeOffset="29515">4185 11066 24575,'-13'-5'0,"2"2"0,-3 0 0,6 3 0,-7-2 0,-2 2 0,1 0 0,-13 0-3277,-3 0 0,8 0 1638,-3 1 1,0 0 1521,10-1 115,-15 2 0,-3 2 2,12-1 0,1 0 0,-3 0 0,1 0-1639,-4 2 1,4-1 1427,10-3 1712,-23 6-1501,31-6 1495,-28 6-1495,25-5 4,-24 6-4,11-2 0,0-2 0,-4 4 0,19-6 3276,-11 5-1579,15-3 1579,-12 2-3059,7 0-217,1-1 1974,-6 5-1974,10-6-3277,-13 10 0,13-9 3047,-12 15 230,10-10 0,-4 14 0,4-1 0,4 5 0,-1-7 0,2 3 0,-3-4 3276,3-5 0,-3 10-3044,3-17-232,1 17 0,2-5 0,1 0-3277,3 7 0,-5-18 3047,9 14 230,-2-5 0,1-2-3277,4 12 2017,-9-22 1034,12 18 226,-11-16 3276,17 15-2127,-1-1-1149,-3-4 0,2-3 0,-2-1 0,-10-6 1638,13 5 0,2 1 1638,8 4-3244,-13-9 0,0 0-32,10 3 0,-3-1 506,-10-5-506,12 4 0,4-1 0,-7-4 0,-1-1 0,0 1 0,1-1 0,0 0 0,3-1 0,-3-1 0,1-2 0,-1 0 0,2 2 0,0-1 0,8-1 0,-4 0 0,-14 0 0,12 0 0,0 0 0,-15 0 0,13 0 0,1 0 0,-12 0-1639,12 0 1,-1 0-1639,-15 0 2386,16 0 1,0 0 890,-12 0-1639,10 0 1,0 0 892,-11 0-599,11-1 0,-2 1 1345,-15-1 633,17 0 1,0-1-634,-16 2-824,13-2 1,-1 0 823,-13 0 1068,10-2 1,-1 0-1069,-8 1 0,9-3 0,-1 0 0,-8 3-680,10-4 0,-1 0 680,-11 5 702,16-5 0,2 0-702,-13 4 184,11-4 0,2 0-184,-4-2 0,3-2 0,-4-3 0,-17 8 3276,8-5-2787,-11 7-489,7-6 0,-6 6 2330,2-11-2330,-4-4 0,0 0 0,0 0 0,-2-9 0,-1-3 0,-1 11 0,0 1 0,-4-16 0,0 5 0,0 4 0,3 16-99,-2-10 1,0 0 98,3 12 0,-9-19 0,4 8 0,-1 5 0,-4-15 0,9 23 3276,-12-26 0,2 10-3141,1-2 159,-6-5-294,2 10-3277,-6-4 0,7 9 1638,-1 3 1,1 2 148,7 4 497,-23-5 0,-4-1 993,8 1-594,5 5 0,-7-1 0,-1 1 0,8 0 594,-8-4 0,5 5 0,-8-1 0,0 1 0,10 1 2262,1 0-2262,-1 0 0,-8 0 0,-1 0 0,8 1 0,-2 0 0,2 1 0,-7 0 0,-2-1 0,5 1 242,-6 0 1,2 0-243,6 1 0,-1 0 0,1 1 0,0 0 0,0 0 0,5 1 2088,3 1-2088,-15 5 0,1 1 0,19-6 0,-7 4 0,3-1 0,17-5 0,0 0 0</inkml:trace>
  <inkml:trace contextRef="#ctx0" brushRef="#br0" timeOffset="31534">5196 16346 24575,'6'1'0,"8"7"0,-7-4 0,23 12 0,3-2 0,-3-2 0,2 1 0,4-1 0,-4-3 0,1-1-825,-9-1 0,2 0 0,2 1 825,2-1 0,5 1 0,-2-1 0,-4-1 0,-4 0 0,0-1 0,6 2 0,7 1 0,-1 0 0,-10-2 0,-3 0 0,1 0 0,10 0 0,0 0 0,-8-1 0,1 0 0,4-1 0,6 0 0,-8-1 589,-9 0-589,14-3 0,-1-1 0,-19-3 0,12-1 0,2 0 0,-9-1 0,-3 0 0,13-4 0,2 2 0,-1 0 0,-11 3 0,2 1 0,5 0 0,-2 0 0,-1 1 0,-1 0 943,2 1 0,0-1-943,1 1 0,-4-1 0,-6 0 0,1 1 0,-12-1 0,-7 3 0</inkml:trace>
  <inkml:trace contextRef="#ctx0" brushRef="#br0" timeOffset="32682">7234 15876 24575,'-14'-2'0,"-14"0"-1639,0-1 1,0 0-1639,-9 0 1638,1 1 1,3 0-1639,19 2 2909,-20 0 0,-1 0 368,18 0-16,-4 1 0,-7 2 0,3 0 16,0 1 0,2 0 0,-4 2 0,-2 0 0,4 0 0,-1 1 0,4-1 3263,-2 0-3263,-10 5 0,-2 1 0,14-3 0,0 0 1638,-1-1 0,-1 0-836,-2 4 0,2 0-802,5-1 0,-2 3-1135,2 7 1135,16-14 100,-5 18-100,10-2 0,-3-5 0,6 1 0,1-2 0,-2-8 0,7 8 0,2 1 0,-3-6 0,12 6 0,2 0 0,-7-5 0,17 3 0,0-3-221,-14-7 221,10 1 0,9 2 0,-6-3-622,-1-1 622,-5 0 0,7 2 0,4 0 0,-4-1-1093,4 1 1,-2-1 0,1 0 846,-9-1 1,1 0 0,1 1 0,2-2 245,2 1 0,3 0 0,1-1 0,-2 0 0,-6-1 1638,1 0 0,0-1-1619,1 1 1,6-1-1,-1 0 1,-5-3-1659,-2-3 1,-3-2 1363,4 5 0,0-3 471,-5-6 1,-5-3-197,-1-4 0,2-3 1638,-7 8 0,0-1-696,8-12 21,-3 6-963,-8-5 0,-3-1 0,-6 11 0,-4-20 0,-1 1 0,-2 16-1239,-10-16 1,-5 1 1238,2 14-1093,-4 1 1,-5-3 0,4 3 653,-4 2 439,0 5 0,-10-2 0,-4-1 0,1 1 0,9 3-1087,7 2 0,-2 1 1087,0 0 0,-8-2 0,-6-1 0,-4 0 0,-1-1 0,1 0 0,3 1 0,6 1 0,8 3 0,-5-2 0,2 1 0,-4-1 0,0 0 0,1 0 0,-1 1 0,0-1 0,0 0 0</inkml:trace>
  <inkml:trace contextRef="#ctx0" brushRef="#br0" timeOffset="34166">6568 9527 24575,'-14'11'0,"-4"7"0,7-4 0,-3 4 0,2-2 0,6-9 0,-6 9 0,-3 2 0,1 0 0,-1 2 0,0 11 0,6-3 0,2-4 0,0 2 0,2-1 0,3-13 0,-3 15 0,1 2 0,10 8 0,-4 0-1639,6-11 1,0-5-1639,-1-11 1638,4 10 1,-1-1 148,-6-11 598,11 15 1,2 1 891,-8-11-99,5 3 1,4 4-1,2-1 99,0-2 0,0-2 0,0 1 0,7 6 0,1 0 0,1-3 0,4 0 0,-1-3 0,-2-4 0,-1-2 0,-1-1 0,6 3 0,1 0 0,-1-3 0,1 0 0,-6-3 3276,-2-1-3199,-4-3 0,5 0 1,-4-1-78,4-3 84,6-1 0,-1-1-84,-7-2-1632,1-1 1,0 1 1631,-7-1 0,11-3 0,-2 0 0,-16 5-1241,18-8 0,-1 0 1241,-18 5 557,15-6 0,1-3-557,-3-10 0,-9 14 0,1-1 0,-2-8 0,-3 1 0,-6 8 0,3-16 0,-1 1 0,-4 16 1517,0-6 0,-1-3-1517,-1-12 0,-2 19 0,-3-20 0,0-1 3276,2 21-2646,-6-20 1,0-1-631,0 16 0,-3-9 0,0 1 0,3 11 0,-6-8 0,-2-2 0,2 8 0,1 0 0,1 0 0,-2 0 0,-14-11 0,2 4 0,15 15 0,-18-9 0,-2 1 0,11 11 0,-7 2 0,-7 0 0,6 2 0,2 0 0,-3 2 0,-1 0 0</inkml:trace>
  <inkml:trace contextRef="#ctx0" brushRef="#br0" timeOffset="35701">9814 15880 24575,'-17'-9'0,"-2"3"0,1 0 0,-3-2 0,-8 2 0,3 1 0,17 3 0,-17-1 0,1 1 0,16 0 0,-18 0 0,0 0 0,16 1 0,-18 0 0,-1 0 0,12 2 0,-12 1 0,-5 0 0,6 3 0,2 0 0,4-2 0,0 1 0,-4 1 0,-2 2 0,6-2 0,5 2 0,-10 3 0,1 2 0,11 3 0,-3 0 0,9 6 0,0-6 0,-4 12 0,3-8 0,1 10 0,10-5 0,0-4-3277,10 14 0,-6-26 1859,7 9 0,1 0 1418,-8-10 0,14 10 0,4 1 0,-11-10-115,17 9 0,6 2 115,-6-5 0,0-2 0,2 2 0,3 1-263,-2-3 0,2 0 0,-1-1 263,-3-3 0,0 0 0,-2-1 0,6 3 0,1 0 0,2-2 0,3 0 0,-10-2 3276,-7-3-2706,3 0 1,6 0 0,-3-2-571,-5-5 0,-2-1 1638,2 3 0,0-1-1507,2-5 0,-1-2-131,-2 2 0,0-1 0,-1 1 0,1-1-1639,14-4 1,-3 0-111,-5 1 2281,0-3 1,-2-6-533,-15 3 0,-3-1 0,6 0 0,-1 0 0,-5-7 0,-4 1 0,-1-3 0,-2 9 0,-2 0 0,-1-1 0,-11-8 0,-13 6 0,1-2-314,3 11 1,-4 0 0,3 1 313,-6-5 0,4 8 0,-8-3 0,-3 0 0,2 1 0,7 3-1114,8 1 1,-2 0 1113,-3 1 0,-9-3 0,-5-2 0,-4 1 0,1-1 0,1 1 0,5 1 0,8 3-1639,-5-1 1,-1 1 1627,8 1 1,-6-2-1,-6 0 1,-2-1-1,0 0 1,0 1-1,4 0 1,5 1 0,7 2-1,-2 0 1,2 1-1,-7-2 1,-1 1-1,0-1 1,0 1 0</inkml:trace>
  <inkml:trace contextRef="#ctx0" brushRef="#br0" timeOffset="36583">10374 9174 24575,'13'-25'0,"0"0"0,-1 0 0,-2 6 0,0 0 0,4-10 0,3-5 0,-4 8 0,-3 8 0,3-11 0,2-8 0,-2 8 0,-4 8 0,1-6 0,1-8 0,-2 7 0,-1 5 0,2-11 0,0 0 0,-3 12 0,5-9 0,-1 4 0,-5 15 0,9-17 0</inkml:trace>
  <inkml:trace contextRef="#ctx0" brushRef="#br0" timeOffset="39917">13081 15834 24575,'-5'-1'0,"-5"-2"0,5 1 0,-15-2 0,13 3-1639,-12-2 1,0-1-1639,8 2 1638,-22-6 1,-1-2-1639,21 8 3277,-11-3 1,-7 0-1,5 1 0,3 4-41,-11-1 0,-4-1 41,9 2 0,2 0 797,6-1 1,0 1-798,-1-1 0,1 2 3276,-11-1-2714,8 0 1,-1 0-563,5 0 0,-1 0 0,-6-2 0,-2 0 0,6 1 3218,3 0-3218,-7-2 0,-7-1 0,7 1 185,8 2-185,-19-1 0,3 0 3276,25 2-3019,-15 0 0,1 2-257,17 0 0,-13 3 0,1 2 0,15-2 0,-13 5 0,-1 2 0,8-3 0,-7 4 0,-1 3 0,-6 6-1639,9-5 1,1-1-1639,-3 4 0,0 12 1787,12-25 1205,-4 11 1,1 0 284,1-6 0,0 6 0,0 1 0,-2 8 0,3-5 0,1-4 3276,1 1-2297,2 5-2435,-3 0 1456,4-3 0,5 13 0,1-8 3276,2 11-910,4-8-2366,-5-20-1639,8 6 1,1 0-727,-1-6 2236,16 6 0,2-2 129,1-5-408,-4-1 1,5 0 0,2 0 407,-5-3 0,2-1 0,-1 0 0,-2 1-1093,-1-1 1,-1 0 0,0 1 1090,7-1 0,2-1 1,-2 1 1,-5 0 0,-1 1 0,1-2 633,3-1 1,1 0 0,4-1-634,-3 0 0,3 0 0,2 0 0,-1-1 0,-4 1 0,-5-1 0,-2 0 0,-1 0 0,2-2 0,7-2 0,1-1 0,0-2 0,-6 1-756,2-3 1,-3 1 755,-1-1 0,-1-1-490,2-3 0,-6 1 490,-10 5 1495,4-7 0,1-3-1495,-5 5 0,0-1 0,-3-1 0,1 0-1007,4-7 1,-2 1 1006,-5 8 1157,3-10 1,-1-1-1158,-5 7 0,1-7 0,-2 0 0,-2 4 1426,-5-3 1,-4-2-1427,-2 8 0,-2-1-1639,-9-11 1,-2 1 1259,9 12 0,-1 1 379,-14-10 0,-4 3 0,0 8 0,0 2 0,8-2 0,-3 0-674,-8 2 0,-5 1 0,9 3 674,11 4-156,-17-1 1,2 0 155,25 5 0,-13 0 695,18 3 0,2-2 0,1 2 0</inkml:trace>
  <inkml:trace contextRef="#ctx0" brushRef="#br0" timeOffset="40416">14357 16392 24575,'29'3'0,"0"0"0,0 0 0,-7 0 0,1 0 0,5-2 0,5-1 0,4 0 0,-1-1 0,-4-1-898,2 0 1,-2-1 0,1 1 897,1 0 0,2 0 0,0 0 0,-5 0 427,7-2 1,-5 0-428,-12 1 0,-5 1 0,-10 1 443,14-2-443,-17-1 0,2 3 0,-5-3 0</inkml:trace>
  <inkml:trace contextRef="#ctx0" brushRef="#br0" timeOffset="41599">13796 9022 24575,'11'-1'0,"10"-4"0,2-1 0,-7 3 0,13-5 0,-1 2 0,-18 3 0,20-6 0,-22 7-3277,16-5 0,-18 5 1328,8-1 1348,3-2 601,-9 3 0,14-3 0,3-1 0,8-5-172,-13 6 1,-1-1 171,11-6 0,-26 10 0,4-3 0</inkml:trace>
  <inkml:trace contextRef="#ctx0" brushRef="#br0" timeOffset="58934">26071 10387 24575,'20'-16'0,"-9"9"0,6-10 0,3-6 0,-3-3 0,0-2 0,-3 9 0,1-1 0,0-5 0,0-4 0,-3 3 0,0-6 0,-3 11 0,-1-1 0,-2 1 0,-3 2 0,-1-1 0,-1-1 0,-1 6 0,0 11 0,0-1 0,0 4 0</inkml:trace>
  <inkml:trace contextRef="#ctx0" brushRef="#br0" timeOffset="60951">20401 2372 24575,'-18'11'0,"-1"0"0,4-2 0,-6 2 0,-9 5 0,-2 0 0,8-2-1639,8-4 1,-3 1 1310,-1-2 0,-6 4 0,-5 1 1,-5 2-1,-2 1 0,-2 0 1,1 0-1,1-1 0,2 0 1,4-3-220,-3 2 1,3-1 0,2-2 0,-2 1 0,-2 1 0,-7 3 418,17-7 0,-3 1 0,-2 1 1,-1 0-1,-3 1 0,-1 1 1,-1 0-1,-1 1 0,-1 0 1,0 0-1,-1 0 0,0 0 1,1 0-1,-1 0 0,2 0 0,0 0 1,1-1-1,1-1 0,2 0 1,2-1-1,1-1 0,3 0-19,-13 4 0,5-2 0,3-1 1,2-1-1,0 0 0,-3 1 1,-3 2-1,-5 1 147,14-5 0,-2 1 0,-3 1 0,-1 1 0,-2 0 0,-2 1 0,-1 0 0,-1 1 0,-1 1 0,-1-1 0,0 1 0,-1 0 0,1 0 0,-1-1 0,1 1 0,0 0 0,1-1 0,1 0 0,1-1 0,2 0 0,1 0 0,2-2 0,2 0 0,2-1 0,2-1 0,3-1-368,-14 6 0,7-3 0,3-2 0,2 1 0,-4 0 0,-6 2 368,10-3 0,-3 1 0,-2 1 0,-3 0 0,0 1 0,-2 0 0,-1 1 0,-1 0 0,0 0 0,0 0 0,0-1 0,1 1 0,1-1 0,1 0 0,1-1 0,2 0 0,2-2-46,-11 5 1,2-1 0,2 0 0,0-1 0,3-1 0,0 0 0,1-1 0,1 0 45,-5 1 0,3-2 0,1 1 0,-2-1 0,-2 2 225,5-1 1,-3 1-1,-4 1 1,0 0-1,1 0 1,1-1-1,4-1 1,6-2-1,6-2-225,-11 2 0,-11 4 0,14-3 0,31-10 0</inkml:trace>
  <inkml:trace contextRef="#ctx0" brushRef="#br0" timeOffset="61518">16511 3728 24575,'7'27'0,"5"-6"0,1-1 0,0 8 0,11-1 0,5-3-1639,-12-13 1,0-2-1,2 5 1,0-1 1269,5-1 0,-5-2 369,-12-5 0,9 4 0,-22-4-3277,-17 9 2185,10-7 2506,-9 6 0,-1-1-1414,7-6 224,-8 4 0,-2 2-224,-7 0 0,4 0 0,7-7 0,3-2 0,12-1 3276,-25 1-2597,32-1 0,-10-1 0,12-1 0</inkml:trace>
  <inkml:trace contextRef="#ctx0" brushRef="#br0" timeOffset="62450">24672 1879 24575,'-13'32'0,"0"0"0,-1-6 0,-2 1 0,-1 2 0,-4 1 0,4-5 0,-1 0 0,-2 2 0,-1 1 0,-2 0 0,0 1 0,-2 0-298,4-4 0,-2 1 0,-2 1 0,-1 0 0,0 1 0,-1 0 0,1 0 0,0-1 1,0 0-1,2-2 0,1 0-171,-4 4 1,3-1 0,0-2 0,1 0 0,-1 1 0,-3 0 0,-2 3 233,6-8 1,-3 2 0,-2 2 0,-1 0 0,-2 1 0,0 1 0,-1-1 0,1 0 0,1-1 0,1-1 0,2-2 0,2-2 0,3-2 0,3-4-859,-9 8 1,6-6 0,-5 4 936,3-1 0,-7 3 0,-2 4 0,-2 0 1,0 0-1,4-3 0,4-3 0,7-6 156,3-1 0,4-4 0,-9 4 0,8-8 0,25-23 0,11-13 0,-4 4 0,2-4 0,2-2 0,-1 2 124,-1 1 1,-2 2 0,2-2-1,2-3-124,-4 8 0,1-3 0,3-2 0,0-1 0,1 0 0,-2 1 0,0 2 0,-2 2 0,-3 3 0,4-5 0,-4 4 0,3-2 0,2-2 0,1 1 0,-1-1 0,1 1 0,-1-1 0</inkml:trace>
  <inkml:trace contextRef="#ctx0" brushRef="#br0" timeOffset="62950">24383 2287 22523,'18'28'0,"0"1"0,0-1 0,0 0 0,0 1 0,3-1 0,3 1 0,1 0 0,0-1 0,-1 0 0,-2-2-820,0 2 1,-3-2 0,1 0 0,3 1 575,0-5 0,3 3 0,4 1 0,-1-1 1,-2-1-1,-3-5 0,-7-4 244,8 7 0,1-2 0,9 5 0,-1 0 0,-10-8 0,-10-7 0,13 8 0,-6-2 2025,-22-12-2025,1 0-1639,-17-1 1,-5-3 543,3 0 1095,-1-2 0,-8-2 0,-5-2 0,-3 0 0,2-1-547,1 1 1,-2-1 0,-1 0 0,0-1 0,0 0 0,1 1 505,-1-1 1,2 0 0,-1 1 0,-1-2 0,-3 0-110,7 2 1,-4-1-1,-3-1 1,-1 0 0,0 0-1,0 0 1,2 0 0,4 1-1,3 1 1,6 1 149,-10-3 0,0 0-290,7 2 0,-7-2 0,-5-1 1,0 0-1,3 1 0,5 1 0,9 2 290,-4-1 1014,-9-2 1,7 2-1015,26 7 3034,13 5-3034,22 4 3276,-14-2-2646,14-2 1,-3 0 2645,-15-2-2184,9-1 0,9-1 0,0-2-1015,0-2 0,0-1 1,-1 0-1024,-5 1 1,-1 1 0,3-1 945,2-1 0,4-2 0,2-1 0,-5 1 0,-7 2 0,2-3 0,11 0 0,0 0 0</inkml:trace>
  <inkml:trace contextRef="#ctx0" brushRef="#br0" timeOffset="63382">24935 2521 24575,'16'17'0,"0"0"0,5 3 0,3 3 0,-5-6 0,-3-1 0,7 6 0,6 6 0,-2-2-1639,-5-6 1,-1-1-1,4 6 1,-1 0 1505,-3-4 1,-5-6 132,-10-14 0,8-20 0,-11-1-1639,7-12 1,2 0 1363,-1 7 275,3 1 0,3-5 0,-2 6 0,-1 2 0,3-2 0,4-5 0,-5 7 3276,-6 7-3121,13-13 1,-1 2-156,-13 17 0,12-13 0,-19 21 0,-1-1 0</inkml:trace>
  <inkml:trace contextRef="#ctx0" brushRef="#br0" timeOffset="64067">25552 2002 24575,'11'28'0,"0"1"0,-1-1 0,2 3 0,0 3 0,0 0 0,0-3-1093,-1-3 1,0-2 0,1 4 899,-1 0 0,1 5 0,-1 0 0,0-3 0,-2-7 193,3 8 0,-1 0 0,3 5 0,-5-9 1306,-4-14-1306,4 9 0,0-4 0,-7-15 692,1 6-692,-2-14 0,-5-24 0,2 2 0,1-1 1122,-1 6 0,0 0-1122,1-6 0,0-3 0,2 8 0,0 9 0,6-14 0,2 2 0,-3 19 0,12-5 0,2 2 0,-5 9 0,17 6 0,5 5 0,-6 7 0,0 2-1093,-8-5 1,1 0 0,-2-1 455,4 5 0,-5-1 637,-6 3 0,-23-8 0,-20 11 0,11-10 0,-9 2 0,1-4 0,15-8 0,-16 8 0,0-1 3276,13-6-2639,-5 1 1,-1-1-638,11-5 0,-4-1 0,9-4 0,2 1 0,1-1 0</inkml:trace>
  <inkml:trace contextRef="#ctx0" brushRef="#br0" timeOffset="64484">26440 2393 24575,'-12'15'0,"0"0"0,-2 1-1639,6 3 1,2-1-1639,5-10 1157,-1 25 2120,5-24-2745,10 17 2745,-6-19-1501,10 1 1,2-1 1500,-9-6 0,12-1 0,8-2 0,-6 1 0,-3-1-491,3-3 0,7-3 0,0-1 0,-7 2 491,2-1 181,2-5 0,6-6 0,-7 4-181,-7 2 1148,2-6 1,-5-3-1149,-18-7 3276,5 7-3196,-21 1 0,-5 3-80,8 10 1638,-17-6 0,-2 2 223,6 12-1861,8-2 0,0 2-454,2 13 1,14-7 0,-2 3 0</inkml:trace>
  <inkml:trace contextRef="#ctx0" brushRef="#br0" timeOffset="64851">26815 1732 24575,'0'24'0,"1"2"0,0 0 0,0-8 0,2 7 0,2 6 0,-1-5-1195,1 2 1195,4 4 0,2 8 0,-1-8 0,-1-1 0,1-6 0,3 8 0,0-1 0,-3-9 390,0-5-390,3 12 0,5 8 0,-5-10 198,-5-16-198,8 15 0,-1 0 0,-10-19 0,7 9 0,-12-14 0</inkml:trace>
  <inkml:trace contextRef="#ctx0" brushRef="#br0" timeOffset="65087">27586 2500 24575,'32'-19'0,"-8"5"0,5-2 0,2 0 0,1 2 0,2 0 0,2 0 0,-3 1-1093,0-3 1,-1 0 0,1 1 623,-4 3 1,4 0 0,-5 1 0,-9 4 0,-13 4 0,0-1 0</inkml:trace>
  <inkml:trace contextRef="#ctx0" brushRef="#br0" timeOffset="65966">28658 2059 24575,'23'25'0,"0"1"0,1-3 0,-8-1 0,1 6 0,-4-5 0,-4-4 0,6 12 0,-1 1 0,-8-15 0,1 2 0,-1-1 0,-5-10 0,4 10 0,-5-27-1639,-5-16 1,-1-3-1639,4 0 3162,-3 0 0,-2-6-978,2 0 1,1-3 0,0 6-168,-1-2 799,2 4 1,-2-8-1,1 1 1,2 11 460,3 10-473,1-5 0,0 2 473,3 11 3155,7-7-3155,-6 12 3276,7 5-2555,1 13 1,-2 4 924,0 0-1646,3 3 0,1 2 0,7 4 2360,-5-5-2360,4 2 0,0 1 0,-5 0 0,-3-9 0,-1 1 0,3 5 0,-5-11 0,0 0 0,-1-6 0,2-14 0,2-7 0,0 2 0,-5 0 0</inkml:trace>
  <inkml:trace contextRef="#ctx0" brushRef="#br0" timeOffset="66366">29214 2058 24575,'2'23'0,"0"0"0,2 7 0,0-4 0,-3-14 0,7 10 0,1-2 0,-5-12 0,17 19 0,-6-22 0,0 4 0,8-13 0,-9-9 0,-1-2 0,9-6-1639,-1-8 1,-3 1-1639,-8 12 1638,0-15 1,-3 2 148,-5 17 1490,-1-22 0,-13 8 0,6 15 0,-14-10 0,-3 2 3276,8 12-2646,-12-4 1,-1 2 2645,13 9 0,-21 4-3044,27 13-232,11 18-411,2-14 411,6-1 0,-1-4 0,-6-13 0,3 8 0</inkml:trace>
  <inkml:trace contextRef="#ctx0" brushRef="#br0" timeOffset="67034">29819 2055 24575,'20'21'0,"1"-1"0,-1 0 0,-6-5 0,1 0 0,10 10 0,4 4 0,-7-7 0,-8-8 0,2 5 0,4 5 0,-5-5 0,-5-6 0,2 5 0,-1 1 0,-6-10 0,-2-1 0,-9-41 0,1 10 0,0 1 0,-1-4 0,1 1 0,1-1 0,0 1 0,-1-1 0,0 1 0,4-4 0,1 4 0,1 11 0,9-10 0,7-1 0,1 13 0,1 2 0,-1-7 0,2 2 0,3 7 0,-4 5 0,-9 4 0,3 2 0,-6 14-1639,4 15 1,0 5-1,-4-16 1,0 2 1580,0 3 1,1 4-1,0 1 1,-1-6-1550,-1-1 1,0-3 1606,0 6 0,0-3 0,4 2 0,-6-24 0,-1 4 0,-2-6 0</inkml:trace>
  <inkml:trace contextRef="#ctx0" brushRef="#br0" timeOffset="67450">30490 2167 24575,'12'19'0,"9"-2"0,14-9 0,-14-8 0,0-1 0,12-4 0,1-11 0,-27 10 0,8-11 0,-17 3 0,3 2-3277,-20-9 0,13 15 2707,-11-3 0,0 1 570,6 5 0,-25-4 0,16 14-1639,1 2 1,2 3 679,0 2 959,0 17 0,3 0 0,11-17-302,-6 19 1,2-1 301,8-19 0,3 9 0,5 0 0,16 1 3276,-3-2-2946,0-11 1,-1-2-331,-8-7 487,14 4 1,-22-5 0,-1 0 0</inkml:trace>
  <inkml:trace contextRef="#ctx0" brushRef="#br0" timeOffset="67783">31031 2184 24575,'-9'22'0,"0"-1"0,0 1-1639,3 3 1,1-2-1639,5-14 1638,2 10 1,0 1 1070,-1-11-448,7 8 0,1 1 1016,-5-10-320,24 15 320,-18-18 0,8 1 0,0 0 0,-7-4-924,14-3 1,-1-1 923,-15 0 0,20-7 0,1-1 0,-19 6-358,11-6 1,-3-1 0,-14 10 0,5-6 0</inkml:trace>
  <inkml:trace contextRef="#ctx0" brushRef="#br0" timeOffset="68015">31334 2358 24575,'7'24'0,"1"-1"0,-3-2 0,4 4 0,-1-3 0,-6-13 0,6 6 0,-7-12 0,1-8 0,-4-28 0,2 20 0,-4-20 0,-2 1-3277,3 21 2621,-3-9 1,1 4-1,4 13 1,-1 1 0</inkml:trace>
  <inkml:trace contextRef="#ctx0" brushRef="#br0" timeOffset="68450">31614 2122 24575,'30'-4'0,"-15"1"-1093,10-3 1,9-3 0,-7 1-2185,-4 0 2184,7-1 1,6-2 0,-8 1-488,-11 1 1580,5-1 0,-1 0 0,-12 4-409,-1-20 1,-6 22-1,-1-13 1</inkml:trace>
  <inkml:trace contextRef="#ctx0" brushRef="#br0" timeOffset="68734">31708 1720 24575,'7'30'0,"-1"-1"0,0 1 0,1-1 0,0 5 0,0 0 0,-2-3 0,1 4 0,0-1 0,-2-9-3213,0 1 3213,0 1 0,2 10 0,1 5 0,-1-3 0,0-7 0,-2-6 0,2 1 0,0 0 0,1 6 0,1 2 0,0-2 0,0-6 505,2 4 1,0-3-506,4 5 0,0-2 0,0-2 527,-6-18-527,-8-8 0,6-3 0,-5 2 0,3-2 0</inkml:trace>
  <inkml:trace contextRef="#ctx0" brushRef="#br0" timeOffset="69484">32139 2314 24575,'-16'12'0,"6"-3"0,-12 18 0,11-1 0,0-5 0,5 13 0,6-27 0,7 23 0,3-19 0,2 4 0,7-6 0,4-11 0,10-8 0,-7 2 0,-9-3 0,-2-2 0,-9-7 0,6-3 0,-17-11 0,-4 14 0,0-2 0,9 42 0,3 10 0,-1-13 0,4 11 0,2 9 0,-1-11 0,-1-16 0,4 12 0,1-2 0,-6-16 0,10 13 0,-6-13 0,-1 0 0,-2-2 0,-5-2 0</inkml:trace>
  <inkml:trace contextRef="#ctx0" brushRef="#br0" timeOffset="76034">15553 16712 24575,'7'-13'0,"14"-16"0,-8 12 0,14-8 0,0 3 0,-11 12-656,7-7 1,-1 2-1,-14 10 1,2-3 0</inkml:trace>
  <inkml:trace contextRef="#ctx0" brushRef="#br0" timeOffset="81749">15186 8560 24575,'-11'3'0,"4"1"0,-8 1 0,1 5 0,-4-2 0,-7 10 0,6 3-1639,1-3 1,0 0-1639,0 6 3099,-3 1 0,-2 1 178,8-9 0,1 1 0,-2 2 0,0 1-1639,-2 5 1,2-3 420,8-12-285,0 11 0,2-1 1503,3-13 0,0 18 0,1 1 0,2-15-658,1 11 1,3 9-1,-1-8 658,1-8 0,4 9 0,2 7 0,0-6 0,2-3 0,2 1 0,4 5 0,-3-5 0,0-1 0,6 0 0,5 5 0,-5-7 0,-2-2 0,4-4 0,8 4 0,1-1 0,-7-2 0,-8-3 0,1-2 0,6 0 0,7 1 0,3 0 0,-4-1 0,-6-2 0,5 3 0,-4-6 0,8 0 0,3 0 0,-2-1 0,-8-2 0,-6-2 0,0 0 0,10-1 0,8 1 0,-1-1 0,-8 0 0,5-4 566,-2-2 0,5-3 1,-2 0-567,0-5 0,-3 1 0,3 1 0,0 0 0,-1-4 0,0-3 0,-9 4 2870,-8 7-2870,5-8 0,5-7 0,-7 5 0,-9 2 0,0-4 0,1-6 0,-2 4 0,-3 3 0,-2-6 0,0-7 0,-1 8 0,-2 8-847,-1-10 1,-1-7-1,-1 8 847,1 10-677,-5-12 1,-2-9 0,2 9 676,1 10 255,-5-8 1,-4-8 0,2 7-256,-3 5 710,1 1 0,-3-3 0,-3 2-710,-2 6 0,-2 2 0,2 0 0,2-4 0,-3 0 0,-6 5 0,-7 0 0,1 1 0,9 3 3276,-2 1-3214,-4 0 1,-9-1-1,9 5-62,9 5 0,-13-1 0,18 8 0,11-7 0,-2 3 0,7-4 0</inkml:trace>
  <inkml:trace contextRef="#ctx0" brushRef="#br0" timeOffset="82283">15861 8723 24575,'11'-2'0,"3"-2"0,-1-2 0,-5 0 0,9-7 0,-5-1 0,2-3 0,4-5 0,2-1-685,-1 2 0,1-2 685,-1 2 0,3-2 0,-1 1 0,-3 4-3277,6-4 2333,-6 5 1,2-3 0,0 2 943,-2 3 0,-1 3-48,7-8 48,-3 5 0,4-1 0,-2 1 0,-2 3 0,0 1 0,7-3 0,-1 1 0,3 2 0,-13 6 0,-12 5 0,-4 0 0</inkml:trace>
  <inkml:trace contextRef="#ctx0" brushRef="#br0" timeOffset="84648">26143 11588 24575,'0'0'0</inkml:trace>
  <inkml:trace contextRef="#ctx0" brushRef="#br0" timeOffset="86351">26670 11458 24575,'23'4'0,"-4"-1"0,1-1 0,12 3 0,-4-3 0,1 0 0,-5-1 0,-2 0 0,-3 0 0,1-1 0,12 1 0,-3-2 0,-13 1 0,6 1 0,8-1 0,0-1 0,6 1 0,1-1-476,-10 1 1,0 0 0,2 0 475,0-1 0,3 1 0,-2 0 0,-6-1 0,9 1 0,-5-1 0,7 0 0,0-1 0,-9 0 0,2-1 0,-2 1 0,8-1 0,0 1 0,-9 0 0,-3 0 0,5 0 0,6 1 0,-8-1 0,-13 2 0,21-2 0,1 0 0,-17 0-1639,16 1 1,1 0-1397,-16 0 1396,19 0 1,-2 2 1332,-23-1 306,7 0 0,4 0 0,0 0 0,2 0 0,8-1 0,1 0-101,-5 1 1,2 0 100,1 0 0,3-1 0,-8 0 3276,-8 0-2696,18 0 1,0 0 2695,-21 0-1638,13-2 0,0 1-1555,-12 0-83,8-1 0,-1 0 0,-8 1-1639,10 0 1,-1 0-1639,-12 2 3196,23-2 119,-15 2 1,1 0-39,12 0 0,3 0 0,-6 0 0,2-1 0,1 1-1093,2 0 1,0 0 0,-4-1 499,-2 1 0,-2-1 593,5 1 0,-1 0 0,-11-1 0,0 1 0,-2-1 0,1 1 0,16 0 0,-4-1 0,-15 1-493,7 0 1,7 0 0,-6 0 492,0-2 0,7 2 0,-2 0 0,-14-1-2495,19 1 2495,-28 0 2278,28 0-2278,-26 0-1367,27 1 1367,-24 1 0,11 1 0,0 1 0,-11 0 2947,19 3-2947,2-1-1385,-13-4 0,1-1 1385,-2 1 0,0 0 1360,5-2 0,-5 0-1360,-12 0 3276,9 0-2170,-7 0-1106,-2 0 0,5 0 3276,-4 0-1,0 0-3100,-5 0 1,-2 0-1,-2 0 1</inkml:trace>
  <inkml:trace contextRef="#ctx0" brushRef="#br0" timeOffset="87449">22855 12120 24575,'21'-1'0,"0"0"0,-5 1 0,14-1 0,11 1 0,-7 0-2902,2 0 2902,-10-1 0,7 0 0,3 0 0,-3 0 0,-7 1 0,-4-1 0,-1 1 0,7-1 0,7-1 0,2 0 0,-3 0 0,-9 1 0,5 0 0,0-1 0,8-1 0,1 0 0,-9 0 0,3 0 0,-5 1 0,7-2 0,0 0 0,-8 1 0,4 1 0,-6-1 0,8 0 0,0 0 0,-5 0-840,-7 1 0,2 0 840,4 1 0,7-1 0,3 1 0,-2-1 0,-5 1-1160,6-1 0,2 1 1160,-8 0 0,7 1 0,4 1 0,1-1 0,-1 1 0,-5-1 0,-6 1 0,4-1 0,1 0 0,-10 1 0,6-1 0,5 0 0,2 0 0,2 0 0,1 0 0,-2 1 0,-3-1 0,-4 0 0,-6 0 0,5-1 0,-7 1 0,7 0 0,-5 0 0,6-1 0,3 1 0,3 0 0,0-1 0,0 1 0,-2 0 0,-4 0 0,-4-1-1093,9 1 1,-6-1 0,1 1 786,-1 0 1,2 0 0,0 0 0,-4-1 305,12 0 0,-10-1 721,-15 2-721,9-1 0,-2 0 839,-14 1-839,9 0 0,2 0 2632,8 0-2632,-5 0 0,1 0 0,-1 0 0,-2 0 0,13 0 0,-14 1 0,-12 2 106,0-1 0,-2 1 0,-4-3 0</inkml:trace>
  <inkml:trace contextRef="#ctx0" brushRef="#br0" timeOffset="88351">23355 15867 24575,'0'0'0</inkml:trace>
  <inkml:trace contextRef="#ctx0" brushRef="#br0" timeOffset="89650">15179 12714 24575,'9'10'0,"-2"-2"-3277,10 17 0,-11-16 0,7 12 3648,3 8 1,2 4-372,-2-7 0,0 1-857,-3-3 0,0 1 0,0-2 857,0-2 0,-2-3 0,9 9 0,1-2 0,0 4 0,-5-12 0,-11-25 0,-1 7 0,0-9 0</inkml:trace>
  <inkml:trace contextRef="#ctx0" brushRef="#br0" timeOffset="89901">15410 12784 24575,'-23'14'0,"1"-1"0,-1 0 0,3-1 0,1 0 0,-14 9 0,5-2 0,18-10 0,-15 11 0,2 0 0,19-12 0,-9 10 0,2 0 0,10-12 0,-2 21 0,4-23 0,1 7 0</inkml:trace>
  <inkml:trace contextRef="#ctx0" brushRef="#br0" timeOffset="102631">16839 17187 24575,'11'0'0,"9"-8"0,2-1 0,-2 3 0,9-6 0,8-4 0,-7 3-1925,-9 4 1925,7-1 0,9-4 0,2 0 0,-8 2 0,-10 5 0,0 0 0,10-4 0,8-2 0,-1 0 0,-7 2 0,-13 5 0,0 0 0,8-4 0,5-3 0,-1 1 0,-7 2 0,1-2 0,2-1 0,7-5 0,-8 5 0,-6 2 0,2-3 0,7-5 0,0-2 0,-7 5 0,2-3 0,-3 4 0,8-4 0,2-2 0,-2 1 0,-6 6 0,7-6 0,-6 6 0,5-2 0,1 0 0,-8 4 620,1 1-620,5-3 0,-3 3-1439,-18 8 1439,8-4 0,-12 7 0,-2-2 0</inkml:trace>
  <inkml:trace contextRef="#ctx0" brushRef="#br0" timeOffset="103332">18032 16580 24575,'14'28'0,"-8"-15"0,11 7 0,3-2 0,-5-11-1639,10 7 1,1 0-1639,-11-9 1638,5 1 1,-1 0-1639,-13-5 5064,9 1-1787,-13-8 0,-12-16 0,-8-10 0,0 3 0,-4 3 0,17 22 3276,0 0-2015,25 4-1261,-5 0 0,6 1 0,0-1 0,-7 1-1484,6 2 1,-2 1 1483,-11-3 0,10 10 0,-30 4 0,6-4 0,-8 3 0,-1-1 0,9-6 3276,-15 14-1237,17-18 1237,5 2-2116,10-11-1160,14-2 0,-6-1 0,0 1 0,-2 1 0,-6 1 0,7-4 0,-16 9 0</inkml:trace>
  <inkml:trace contextRef="#ctx0" brushRef="#br0" timeOffset="105365">11814 17213 24575,'7'0'0,"10"-8"0,-9 4 0,8-7 0,3-5 0,0-2 0,0-1 0,-2 3 0,2-2 0,3-3 0,2-2 0,-5 4 0,-3 0 0,2 1 0,5-3 0,-5 5 0,-2 1 0,7-6 0,3-1 0,-5 7 0,-1 1 0,10-9 0,0 1 0,-11 8 0,0 1 0,9-8 0,-6 3 0,-14 11 0,17-17 0,-22 21 0,4-6 0</inkml:trace>
  <inkml:trace contextRef="#ctx0" brushRef="#br0" timeOffset="106117">12392 16725 24575,'4'2'0,"1"-2"0,-6 1 0,-14 6 0,8-4 0,-11 5 0,6 0 0,4-6 0,-8 7 0,16-8 0,11-4 0,-1 0 0,13-8 0,-16 7 0,4-2 0,10 19 0,-9-5 0,13 4 0,0 0 0,-6-5 0,9-1 0,0-1 0,-12-2 0,3 2 0,-35 2 0,2-4-1639,-6 0 1,1-1-1639,10-2 2648,-23-1 629,24-1 0,-12-1 0,16 0-3277,15-15 2149,-6 12 1128,15-11 0,-18 15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03:21.3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1429 3850 24575,'36'8'0,"0"-1"0,-2 0 0,-5-1 0,-6-2 0,6 0 0,-6-3 0,14 3-691,-19-4 0,2 1 691,6 1 0,0 0 0,10-1 0,-9 0 0,4 0 0,-5 0 0,7-1 0,1 0 0,6 0 0,-6 0 0,2 1-1093,-3 0 1,6 0 0,-6-1-2185,0 2 2999,-4 0 0,9 0 0,0 0 0,-9-1-676,4 0 954,-8 1 0,5-1 0,2 0 0,-2 0-214,-2 0 0,-2-1 0,0-1 214,2 1 0,-1 0 0,0 0 116,0 0 1,0 0-1,-2 0-116,10 1 0,-7-2 0,-14 0 1638,5 0 0,0-1 132,-1-2 1506,-3 1-2559,1 2 539,-6 1-1256,7 0 0,-7 0 0,0 0 0,-6 0 0,-3 0 0</inkml:trace>
  <inkml:trace contextRef="#ctx0" brushRef="#br0" timeOffset="7513">4715 4936 24575,'18'-2'0,"-4"2"0,13-2 0,-10 2 0,17 0 0,-1 0 0,-13 0 0,0-1-902,0 1 1,-1 0 901,6-2 0,-5 2 0,-1 0 0,1 0 217,3 0 1,1 0-218,10 0 0,0 2-1639,-8-1 1,-4 1-1416,-7 0 2250,13 0 0,2 0 804,2 1-1584,3-1 1,1-1 1583,-16 1 0,0 0 0,9-2 0,4 1 0,-6-1-2652,0 0 2652,4 0 0,1 0 1289,-5 0 0,-1 0-1289,-4 0 0,1 0 571,5 0 0,-1 0-571,-1 0 0,-6 0 3062,-12 0-3062,16 0 0,1 0 0,-9 0 0,15-1 0,2-1 0,-14 1-669,4 0 0,6 0 0,-6 1 669,-3 0-1639,12 0 1,0 0 1560,-16 0-777,9 0 1,-1 0 854,-16 0 2508,16 0-2508,-9 0 0,-7 0 1586,12 0-1586,-15 0 3276,3 0-2961,-5 0 0,-1 0 0,-1 0 1</inkml:trace>
  <inkml:trace contextRef="#ctx0" brushRef="#br0" timeOffset="7881">6714 5075 24575,'7'-24'0,"1"1"0,3-12 0,-9 29 0</inkml:trace>
  <inkml:trace contextRef="#ctx0" brushRef="#br0" timeOffset="8533">7305 3966 24575,'-6'9'0,"-5"10"0,-3 0 0,3-3 0,0-1 0,-5 7 0,3-7 0,0 0 0,-7 8-822,2-4 822,0 2 0,3-7 0,6-3 0,-12 10 0,14-12 0,-3 2 0,7-8 0,1-4 0,2 0 0</inkml:trace>
  <inkml:trace contextRef="#ctx0" brushRef="#br0" timeOffset="9396">7046 4141 24575,'21'23'0,"-7"-9"0,11 12 0,-13-16 0,11 9 0,-7-4 0,-2-2 0,-4-3 0,-5-6 0,-3 0 0,1-1 0,-4-3 0,-1-5 0,-2 1 0,-5-3 0,0 5 0,-17-1 0,3 6 0,-2-2 0,1 6 0,14-5 0,-7 4 0,7-2 0,2-3 0,4 3 0,5-5 0,6-1 0,6-4 0,6-4 0,-6 3 0,-1 2 0,-11 5 0,1 0 0</inkml:trace>
  <inkml:trace contextRef="#ctx0" brushRef="#br0" timeOffset="10446">10946 1347 24575,'0'13'0,"1"10"0,0-12 0,2 13 0,1 2 0,2-7 0,4 13 0,5 4 0,-2-14 0,4 0 0,0 0-1093,4 4 1,2 2 0,-1-2-1,-3-3 1,-1-1 0,3-1 442,8 4 0,2-1 1,-5-4 1740,0-1-1091,-3-5 0,7 2 0,2 0 0,-1-3 0,-3-2 0,0-2 0,1-1 0,-2 1-439,4 3 1,0 0-1,3-2 439,-2-4 0,5-2 0,2-1 0,-1-1 0,-4-1 0,-8 0 0,-6-2 0,-1-3 0,6 0 0,6-2 0,4-2 0,1 0 0,-3-1 0,-7-1 0,7-8 0,-4-4 0,-4 4 0,3-4 0,1 0 0,-1 0 0,-4 3 0,-3 3 0,-2 1 0,-1-3 0,1-4 0,1-5 0,0-2 0,-2 2 0,-4 5 0,-2 2 0,-1 1 0,0-5 0,2-6 0,-1 0 0,-3 6 0,0-8 0,-5 7 0,-1-3 0,-2 6 3276,-3 4-2422,1-6 1,-1 0-1675,-4 10 1,2 3 0,0 2 0</inkml:trace>
  <inkml:trace contextRef="#ctx0" brushRef="#br0" timeOffset="17797">3968 7499 24575,'-27'4'0,"13"-3"0,-6 4 0,2 0 0,8-2-1639,-18 2 1,-2 1-1639,17-3 1638,-10 0 1,-2 1 2966,-8 0-1328,13-1 0,-2 1 0,-8 0 0,1 0 723,-2 0-723,1 0 0,8 2 0,6 0-1639,-8 2 1,0 1 708,11-2 930,-6 0 0,0 0 3276,-5 6-2345,-3 1-931,-4 6 0,16-9 0,4 5 0,7-11-3277,-6 20 2347,5-18 930,-3 16 666,-5-2-666,2 10 0,0-9 0,2 0 0,-2 7 3276,3 7-2015,10-7-1261,-1-4 0,6-3 0,3-1 0,4 5 3276,2 0-1638,-2-8 0,-1-2-1406,-6-8-232,4 6 0,1 2 0,12 5 0,-3-7 0,1 0-1402,7 6 1402,-10-11 0,1-1 0,5-1 0,3 0 0,6 0 0,5 0 0,-8 0 0,3 0 0,1 0 0,-4 0-1093,-5-3 1,-2 0 0,1 0 693,3 2 1,1-1 0,0 1 398,0-2 0,0 0 0,-4-1 0,-6 1 0,2 0 0,6 0 0,9 0 0,4 0 0,1 0 0,-5 0 0,-8-2-1639,-6 0 1,0-1 1325,3 1 1,6 1 0,3 0 0,-1-1 0,-3 0 312,1-2 0,-3 0 0,-1 0-325,3 0 0,0 0 325,1-2 0,4 0 0,-1-1 0,-6 1 670,8-2-670,-11-1 0,4-1 0,-5 0 0,-4-1 0,7 0 0,-1 0 0,-7 1 0,5 0 0,0-1 0,-2 1 0,3 0 0,1-1 2996,4-2-2996,-3 0 0,0-1 0,4-5 1638,-7 3 0,-1 0-505,-2-5-520,-6 3 0,0-2-613,5-8 0,-2-3 0,-6 5 0,-9 6 0,0-6 0,-4-9 0,-2 4 0,0 5 0,0-1 0,-1 4 0,-1 1 0,2-1 0,0 0 0,-6-15 0,6 16-3277,-6-9 1831,5 16 1446,-6-9 0,3 8 0,-1 0 0,-3-10 0,7 12 0,-6-8 3276,2 4 0,-2 1-3160,-2-1 0,-2 0-116,-7-5 0,-2-1 0,0 8 0,1 1 0,0 2 0,-10-3 0,0 1 0,9 3 0,-1 3 0,-5 0 0,5 1-2064,4 1 2064,-10 0 0,-6 0 0,2 1 0,-2-1 0,7 1 0,0 0 0,0 0-1093,2 0 1,0 0 0,0 0-320,-8-1 1,0 0 1411,5 1 0,3 0-275,6-1 0,-1 0 275,-5 1 0,-3 0 0,5 0 0,-2-1 0,-4 2 0,3 0 950,17 1-950,-8 0 0,0 0 0,4 5 0,-3-2 3276,-12 10-253,1 7-3023,0-2 0,9-2 0,-2 1 0,3-5 0,0-1-3277,-11 11 2549,1-5 503,0-1 225,7-5 0,-8 4 0,19-9 0</inkml:trace>
  <inkml:trace contextRef="#ctx0" brushRef="#br0" timeOffset="19729">6199 8195 24575,'11'-10'0,"-1"1"0,2 1 0,4-3 0,13-8 0,-6 5 0,2-2 0,5 0 0,3 3 0,2 0-1562,-6 1 1,2 0 1561,-1 3 0,4 0 0,0 0 0,-5 3-1136,-6 1 0,2 2 1136,0-1 0,7 0 0,5 0 0,2-1 0,0 1 0,0 0 0,-4 1-547,-1 1 1,-1 0 0,0 1 0,-1 0 0,1 0 0,0-1 300,0 0 0,0-1 1,1 1-1,0-1 0,0 0 1,0 0-1,-1 1 246,6 0 0,3 1 0,0 0 0,-3 0 0,-5 0 0,-6-1-151,-2-1 0,-3 1 151,7 1 0,6 0 0,-2 1 0,-10 0-1500,-6-1 1500,6 0 0,3 2-821,-4 1 1,-3 0 820,-4-1 0,8 2 0,6 2 0,-7-2 0,-10-1 102,12 3 1,-1-1-103,-19-4 0,7 1 0,-11-1 0</inkml:trace>
  <inkml:trace contextRef="#ctx0" brushRef="#br0" timeOffset="20485">7987 7933 24575,'-3'9'0,"0"1"0,3-1 0,0 5 0,0 9 0,0-6 0,0 2 0,1-9 0,1-2 0,1-2 0,-1-3 0,-1-6 0,-5-18 0,2 5 0,-8-16 0,5 17 0,-3-7 0,5 14 0,-1 0 0,16 5 0,8 1 0,12 0 0,-5 2 0,-10 2 0,-12 1 0,-12 11-3277,-6 11 0,2-6 3047,-5 8 230,4-11 0,-2 0 0,3 1 0,2-10 0,6-2 0,4-5 0,0 3 3276,5-7-2457,-3 1 0,0-1 0,-3 2 0</inkml:trace>
  <inkml:trace contextRef="#ctx0" brushRef="#br0" timeOffset="31346">18763 7546 24575,'-12'3'0,"-4"0"0,10-3 0,-16 0 0,12 0 0,-18 0 0,9 0 0,1 0 0,-4 0 0,10 0 0,-16 0-3277,0 0 0,9 0 3047,-3 0-79,9 1 309,2 0-3277,-21 0 2119,20-1 577,-16 0 0,-3 0 581,1 0 0,-2 0 0,-7 0 0,5 0 0,12 0 0,0 0 0,-7 0 0,-8 0 0,2 0 0,7 0-671,0 0 671,1 0 0,-5-1 0,5 0 0,-7 0 0,15 0 0,0 0 0,-8 0 0,2 1 0,9 0 1598,-7 0 0,1 0-1598,5 0 769,-5 1 1,-3 2-770,0 2 0,1 1 0,1-1 0,0 1 1638,-1 1 0,1 1-341,4-2 1,2 0 821,0 1-2119,-18 7 0,27-8 0,-17 7 0,21-7 636,-17 7-636,4 2 0,2-4-3277,-8 13 0,20-18 2575,-12 23 702,12-15 0,-1 6 0,2 4 0,3-4 0,2 1 0,2 4 0,1-2 0,-1-4 0,1-1-1639,10 3 1,0-3 535,-7-7 2741,11 8 0,5 1-1086,-9-9 0,1 0-552,2 3 0,2 1 0,8 2 0,3 0 0,2-1 0,0-1-302,-6-3 0,2-1 302,-4 0 0,4 1 0,1 0 0,-1-2-820,0-2 1,1-2 0,-1-1 0,-1 1 518,6 4 0,-1 1 0,2-1 301,0-2 0,3-2 0,-1 0 0,-8-1 3276,6 2-3070,-4-4 1,6 0 0,-7 0-207,6 3-694,-11-5 1,5-1-1,-3 1 694,-7-1 0,1 0 0,3 0 0,3-2 0,0 0 0,1-2 0,0-1 0,0 0 0,-3 2 0,0 1 0,1-1 0,8-4 0,1 0 0,-3 0 0,-4 3 0,-2-1 0,9-2 0,-1-2-314,-10 2 0,-2 0 314,8-4 0,0-7 0,-20 10-1816,13-16 1816,-18 18 1585,9-14-1585,-3 1 1466,-5 9-1466,5-11 0,-1 1 3276,-7 11-2434,4-7 1,2-2 2433,-2-7-2423,2-4-853,-3 3 0,-1 2 0,-6 19 0,2-8 0,-4-1 0,-4-7 0,1 0 0,-7-9 0,5 11-3277,-8-11 298,9 17-298,-17-17 2923,17 23 354,-17-13 0,-1 9 0,6 2 0,-7 1 0,-8-2 0,4 2-548,7 3 1,-2 0 547,-3-1 0,-5 0 0,-1 0 0,4 1 0,-1 1 0,2 2 0,0-1 0,-2 1 0,2 0 1638,4 1 0,2 0-1418,1 0 1,2 1 0,0 0 0,15 0 0</inkml:trace>
  <inkml:trace contextRef="#ctx0" brushRef="#br0" timeOffset="34347">3351 9534 24575,'12'0'0,"-5"0"-3277,17 1 0,-16-1 2117,14 1 1,6 0 1159,4-1 0,2 0 0,0 0 0,3 0-666,-7 0 1,3 0 0,-1 0 0,-5 0 665,-5 0 0,-1 0 0,14 0 0,5 0 0,-9 0 0,-9 0 0,16 0 0,-2 0 3276,-20 0-2698,12 0 0,-2 0-260,-14 0-318,18 0 0,1 0 3276,-16 0-2184,14 0 0,10 1 0,-9 0-1578,-10-1 486,7 1 0,11 1 0,1-1 0,-10 0 0,2-2 0,2 2 0,7 1 0,-9-1 0,-11-2 0,4 1 0,0 1 0,-5-1 0,10 0 0,-9 0 0,-8 0 0,0 0 0,-2 0 718,1 0-718,3 0 0,-1 0 0,-3 0 0,-3 0 0</inkml:trace>
  <inkml:trace contextRef="#ctx0" brushRef="#br0" timeOffset="35464">4933 9267 24575,'0'7'0,"0"16"0,0-3 0,0 8-3277,0 4 0,0-19 1328,1 17 1949,2-6 0,1-1 1719,0 8-1719,1-14 0,-2-1 0,0-5 3276,-1-6 0,-1-2-3044,1-3-232,5-14 0,-2-5 0,0 1 0,-2-1 0,-1-6 0,-4-8 0,-2 21 0,-4-16 0,1 10 0,6 2 0,16 13 0,-4 7 0,7 3 0,3 1-3277,10 1 0,-2 1 3047,0-2 230,-19-3 0,-1-1 0,6 3 0,-7-2 0,0 0 0,-6 0 3276,-10 2 0,-1-1-3044,-17 7-232,5-1 0,-4 1 0,6-3 0,14-5 0,2-2 0,10-7 0,2 1 0,4-9 0,-4 8 0,1-6 0,-9 8 0,1-1 0,-12 7 0,-4 8 0,4-5 0,-2 3 0</inkml:trace>
  <inkml:trace contextRef="#ctx0" brushRef="#br0" timeOffset="37415">9099 8773 24575,'-18'0'0,"8"0"0,-26-1 0,15 1 0,0-1 0,1 0 0,-1 0-1639,-17 0 1,4 1-1639,14-1 1643,-14 1 1,2 0 1633,17 0-948,-9 0 1,0 0 947,12 1-1452,-8 0 1,1 1 1451,10 2 2903,-18 0-2903,1 3-617,8-1 0,-1-1 617,-10 4 0,-5 3 920,12-3-920,-2-1 0,2 0 0,1 1 0,3-2 0,-6 4 0,1 0 0,13-4 0,-21 10 0,13 1 0,0 1 0,5 2 0,1-1 0,1-1 0,2 9-498,0-9 498,5-2 1638,-3 1 0,1 1-975,2 6-663,-2 1-3277,6 4 2615,0-22 3938,3 18-2613,-2-16 1142,9 22-1805,-1-16 0,1 1 0,6 6 0,1 0 0,-6-7 0,1 0-1639,9 6 1,-2-4 378,-10-10 1260,14 9 0,-1 0 0,-13-12 0,21 14 0,-10-9 0,-8-3-1517,11 3 0,0 1 1517,-13-5 0,21 5 0,0 0 0,-18-6 418,14 4 0,11 1 1,-5-1-419,-12-4 0,0-1 0,4 2 0,5 0 0,0 1 0,-3-2 0,2 0 0,0-2 0,1 0 0,4 1 0,-4-1 0,-6-1 0,2 0 0,8-1 0,4 1 0,1-3-815,-6-2 0,1-2 0,-2 0 815,-4 4 0,-1 0 0,0-1 0,6-3 0,0-2 0,-6 1 2096,-4 1-2096,5-2 0,0 0 0,4-2 0,-1 2 0,-3 1 3276,-9 2-3173,12-5 1,-1 0 1875,-16 6-1979,9-6 0,0-2 1638,-7 1 0,-1-3-249,1-2 1,0-3-1390,5-6 0,-1-2 0,-8 9 0,-3 0 459,0-4 1,-3 0-460,-3 0 0,-3-4 0,-6 4 0,0 8 0,-11-18 0,5 11-596,2 2 1,-2 0 595,-4-5 0,3 6 0,0 0 0,-2 1-1639,-4-5 1,1 2-594,10 9 2232,-19-14-1222,9 10 1222,2 5-1639,-13-5 1,0 2 1091,8 4 547,-5 3 0,-11 0 0,-1 0 0,6 1-427,4 0 0,-2 1 427,4 0 0,-5 1 0,-3-1 0,-3 0 0,0 1 0,0-1 0,3 1 0,-1 0 0,1 0 0,0 1 0,0-1 0,1 1 0,-1-1 140,1 0 0,-1 0 0,1 0 0,-1 0 0,1 0 0,1 0-140,-7 1 0,-1 0 0,1 1 0,4-1 0,7 1 0,3 0 0,2 0 0,-4 2 0,-3 2 0,3 1-983,0 4 0,1 2 983,-2-4 0,0 1 0,4 4 0,5-1 90,7-3 0,0 0 0,3-3 0</inkml:trace>
  <inkml:trace contextRef="#ctx0" brushRef="#br0" timeOffset="41079">13438 8886 24575,'-12'0'0,"-5"0"0,-11 0 0,7-1 0,-10 0 0,11-2-1639,-2 3 1,-1 0-1639,2-1 2184,-7 1 1,-8 0 0,5 1 1003,-3-1 89,2 0 0,-7-1 0,5 1 0,11 0 0,1 0 0,-7-1 0,-4 1 0,4-1-373,7 1 0,0 0 373,-11 2 0,2-1 0,10 0 0,2 3 3276,6-1-1691,0 1 1691,-5 4-2196,0 0-1080,-9 8 0,9-5 0,-4 5 0,11-7 1449,-5 8-1449,9-6 0,-5 7 0,8-5 0,-3 7 0,3-10 0,1 11 0,0-6 0,3 1 0,1 16 0,4-8 0,2 3 0,3-1 0,-4-15 0,10 13 0,2 4 0,4-3-1639,-8-7 1,-2-1-1639,-2-6 1638,6 4 1,0-1 148,-11-7 1121,13 8 1,2-1 368,-10-8 0,11 6 0,5 0 0,-2-3 0,0-2 0,3 2 0,2 0 1065,1-2 1,4 1-1,-2-1-1065,-5-2 0,0 0 0,-1 0 1638,9 2 0,-1 0-1548,1-2 1,-3 0-91,-12-2 0,-2 0 0,7-1 0,3 0 0,-1 1 0,3 0 0,0-1-1093,4-1 1,-1-1 0,0 1 674,3 0 1,-1 0 417,-8-1 0,2-1 0,-1-1-430,-2-1 0,0 0 1,3-2 429,0 0 0,4-1 0,-1 0 0,0 0-187,-4 1 0,0 1 0,0-1 0,0 0 187,6-1 0,2-1 0,-2 1 0,-5 0 0,1-2 0,-2 1 0,-4 3 0,2 1 0,-1-1-1023,8-2 0,-2 0 1023,5 2 0,0 0 3276,-22-1-3145,5-4-131,-1 1 1372,0-9-1372,-9 7 2037,3-11-2037,-2-5 0,-3 9 0,-3-4 3276,-4 6 0,-7-17-3044,2 6-232,-3 4 0,-1 0 0,-5-3 0,1 5 0,-3-1 0,-3-4 0,1 1-2008,-7-4 2008,9 8 0,-1 1 0,-3 0 0,5 7 0,0 0-587,-8-7 587,1 6 0,1 7 0,-14-4 664,7 3-664,9 3 0,-2 1 0,-12 1 0,0-5 0,5 5 0,-6 2 0,6-1 0,-9-4 0,12 4 0,-8 1 0,-2 0 0,-1 0 0,3 1-820,0-1 1,3 0 0,-1 0 0,-1 0 245,3 0 1,-2 0-1,0 0 1,-1 0 0,1 0 573,-2 0 0,-2 0 0,1 0 0,2 0 0,6 0 86,2 0 1,2 0-87,-14 0 0,-3 0 0,10 0-617,15 0 617,-11 0 0,-2 1 0,10 4 0,1-2 825,-12 10-825,4 2 0,3-3 0,3-2 0,3 0 0,7-6 238,-20 9-238,22-9 0,-8 0 0,12-2 0</inkml:trace>
  <inkml:trace contextRef="#ctx0" brushRef="#br0" timeOffset="43680">18709 8902 24575,'-17'0'0,"7"0"0,-12-1 0,-4-1 0,7 0 0,-12-1 0,2 1 0,15 1 0,-24-3 0,1 1 0,24 2 0,-16-1 0,1 1 0,18 1 0,-27-1 0,25 0 0,-5 0 0,6 1 0,-5 1 0,-2 1 0,-2-1 0,-7 2-1639,-4-1 1,1 0-1639,12-2 1638,-11 1 1,2 1 148,15-2 1490,-25 3 0,12 1 0,-8 5 0,2-5 0,2 9 0,10-9 0,-9 8 0,10-5 0,0 0 0,1 1 0,1 0 0,-15 10 0,9-6 0,-10 8 0,11-6 3276,-6 7-2015,15-7-1261,-1 2 3276,1 1 0,3 2-3044,2 3-232,-2-4 0,7 5 0,1-5 0,1 0 0,1 8 0,-1-5 0,6 6 0,-5-8 0,9 2 0,-9-14 0,14 15 0,-7-12 0,5 5 0,2 1 0,9 4 0,2 5 0,-10-13 0,0 0 0,10 7-491,-6-4 491,3-1 0,-8-6 0,4-1 0,1 0 0,4 0 0,8 2 0,3-2 0,-9-4 0,0 0-235,3 1 0,1 0 235,-4-1 0,1 0 0,-1 0-1093,0-1 1,0 0 0,-1 0 33,10 2 1,0-1 1058,-5-1 0,1-1 0,-5 0 346,5-1-346,-1-1 0,1-2 0,-11-1 0,-2 0 0,5 1 0,1 0-1639,5-1 1,-4 1 122,-7 3 1099,9-2 1,0 0 416,-11-1 1309,6 0 0,0-1-1309,-8 0 0,13-6 0,-10 0 0,1-3 0,7-6 0,-15 10 387,5-2 0,1 0-387,-7 5 0,16-11 0,-18 11-3277,4-5 3043,-8 6 234,5-15 0,-3-3 3276,0 3-2229,-1-5-1047,-4 6 0,0 4 0,2-15 0,-2 21-3277,2-25 2664,-2 25 613,-2-19 3276,-7 1-2015,-7-6-1261,8 13 0,-3 0-722,-4-1 1,-1 2 721,-4-5-278,-7 1 0,-2 1 278,9 7 0,0 1 0,-2-1 0,-2 0 0,3 2 0,-10-5 0,3 7 819,23 9 0,2 2 0,2 0 0</inkml:trace>
  <inkml:trace contextRef="#ctx0" brushRef="#br0" timeOffset="46162">4855 10100 24575,'-9'-2'0,"-8"0"0,-5-3 0,5 2-1639,-6 0 1,2-1-1639,12 4 1638,-15-2 1,-2 0 1226,9 0 1381,-8 0 0,-4-1-969,4 1 0,0-1 0,4 2 0,-1-1 0,-12 0 0,4 0 0,11 0 0,-15 0 0,-5-1 0,11 0 0,0 0 0,-1 0 0,-2 0 0,-6-1 0,2-1 0,12 1 0,2 0 1638,-2 1 0,-1 0-261,-3 0 0,-1-1-3016,7 3 1,0-1 406,-12 0 1232,1-1 0,5 3 0,-3 2 0,1-1 0,8 1 0,3 1 0,9 0 0,-25 3 0,24-4 0,-24 7 0,23-8 3276,-17 10 0,6-4-3044,9 0-232,-17 9 0,18-9 0,-18 15 0,17-13 0,-3 5 0,-1 0 0,3 1 0,-4 1 0,-1 1 0,-2 2 0,5-4 0,-1 1 0,-2 0 0,1 0 0,4-2 0,1-1-1639,-4 4 1,3-1 668,6-6-2307,-5 15 1177,10-18 2100,-6 15 0,6-3 0,-2 9 0,0-1 0,1 5 0,2-15-3277,0 10 2958,2-15-816,5 23 1135,-4-27 3034,4 18-3034,2-9 0,2 0-1517,4 1 0,0-1 1517,-1-1 0,13 10 2132,-3-6-2132,-1-2 1638,7 3 0,3 1-1547,-3-5 0,1-1-91,1 3 0,3 0-1093,-7-6 1,2 0 0,-2-2 884,-6-2 1,2 0 207,11 2 0,5 1 0,-5-3 0,-15-3 0,1-1 0,9 2 0,8 1 0,0-1 0,-8-2 0,8 1 0,-9-2 0,7 0 0,2 1 0,-2-1 0,-4-1 0,-2 0 0,0-1 0,0 1 0,3-1 0,0 1 0,1-1 0,4 2 0,2 0 0,-1-2-96,-5-1 1,-1-2 0,2-1 95,0 0 0,2-2 0,1 1 0,-3 0 0,4 1 0,-3 0 0,3-2 0,-3-2 0,3-2 0,0 0 0,-4 0 0,-8 2-1084,1-2 1084,1 0 0,6-3 0,-2-1 0,1-2 0,0-1-53,-6 2 1,2 0 0,-2 0 52,-2 2 0,-1-1 0,0 1 0,12-5 0,-5 1 2143,-9 1-2143,4 0-997,-9 1 1,-2 0 996,-6 4 552,4-7 0,0-1-552,-6 4 0,4-4 0,0-1 0,-4 4 0,2-6 0,-2 0 0,-3 10 0,4-18 674,-7 7-674,-1 3 3276,-7-17-2379,-6 11-897,0 4 0,-7 3 0,13 11-1639,-11-1 1,-1 0 1172,8 2 466,-9-1 0,-4 0 1507,-3 0 1,-4 1-1508,2 1 0,-6 0 0,0 0 0,2 0-1093,0 1 1,2-1 0,-3 1 1015,7 0 1,-3 0 0,-1 0 0,0 0 0,1 1 76,-5 0 0,1 0 0,0 0 0,2-1-248,2 1 1,2-1 0,0 0 0,0 1-1,-2-1 1,-1 1 0,2-1 0,3 1-1,3-1 1,0 0 0</inkml:trace>
  <inkml:trace contextRef="#ctx0" brushRef="#br0" timeOffset="48430">8491 10348 24575,'-6'0'0,"1"0"0,-2 3 0,1-1 0,-4 6 0,3-5 0,-5 9 0,1-4 0,2 3 0,-3 2 0,6-1 0,-4 6 0,4-7 0,-2 8 0,2-7 0,2 2 0,0-3 0,1-2 0,0 4 0,-1-3 0,-2 8 0,4-10 0,-1 11 0,5-3 0,0-4 0,2 5 0,2-9 0,-2 3 0,4 1 0,-4-4 0,8 7 0,-8-6 0,10 8 0,-7-8 0,11 10 0,-2-1 0,-2-6 0,0 1 0,-2-5 0,5 1 0,8 8 0,-2-6 0,6 3 0,-9-6 0,16 2 0,-21-6 0,12 0 0,-1-1-979,-12-2 979,7 0 0,3 2-38,-4-2 0,0 1 38,1-1 0,2 0 0,4 1 0,1 0 0,1-2 0,-2 0 0,5 2 0,-3-2 0,2 0 0,5 1 0,0 0-662,-8-1 0,0 0 662,-1 0 0,2-1 0,-4 0 0,-6-1 0,0 0 0,17-4 0,2-2 0,-12 3 0,0 1 0,0-2 0,0 1 0,-1-1 0,0 0 0,1 0 0,1 0 0,-5 1 0,6-3 0,-6 2 0,-3 0 908,-11 5-908,14-7 74,-15 6-74,1-7 1397,1 0-1397,-1-5 0,-1 1 0,2-10 0,-5 12-3277,6-20 0,-9 24 3047,5-23 230,-6 20-3277,1-15 2017,-1 14 959,-2-18 301,-1 16 0,-5-19 0,3 18 0,-7-13 0,8 17 0,-5-6 0,2 7 3276,2 2-2165,-8-9-1111,0 1 0,2 3 451,-10-4-451,4 9 0,-3-3 0,-10-1 0,7 2 0,-1-1 0,-1 1 0,-5-3 0,-4 0 0,2 0 0,4 2 0,-5-1 0,0 1 3276,11 5-1638,-13-4 0,1 1-3082,17 4 1444,-8-1 0,-2 0 0,-8 1 0,14 3 0,-2 1 0,-10-1 0,0 2 0,13-1 0,-1 1 0,-15 2 0,-1 2-205,10 0 1,-1 2 204,3-2 0,-2 1 0,2 1 0,-2 0 0,2 2 0,0 1 0,3 1-3277,-3 9 1557,5-5 1720,6 2 0,5-3 0,1-1 298,1 4-298,4-5 0,8 4 0,-2-9-3277,17 14 2017,-14-17 1260,15 7 0,0-6 0,-8-3-553,10 0 1,-20-2-1,3 0 1</inkml:trace>
  <inkml:trace contextRef="#ctx0" brushRef="#br0" timeOffset="50985">13112 10284 24575,'-8'3'0,"-1"0"0,-8 1 0,-19 5 0,13-4-1639,-2 1 1,2-1-1639,12-3 2262,-21 8 1015,23-6 0,-14 11 0,2 3 0,6 0 0,4-2 0,1-1 0,5-3-3277,-5 22 2277,8-25 4276,-1 23-2275,5-22-216,2 18-785,4-9-3277,3 5 2017,-3-11 4536,8 6-2015,1-5-1261,1 1-1639,-1-3 1,0-1 378,-8-6 882,12 5 0,2 0 378,-10-4 0,10 1 0,0 0 0,-10-3-1392,15 3 1,1-1 1391,-17-2 569,23 1 0,3 0-569,-13-2-611,4 0 0,6-1 1,-4-1 610,3 1 0,-11 0 0,4 0 0,-2-1 595,2-1 0,-2 0-595,-2 1 0,3 0 0,2-1 0,4-1 0,-5 1 0,8 0 0,-2-2 0,6 0 0,-7-1 592,-6 0-592,-1 2 0,5-1 0,-2 0 0,-2-1 0,0 1 0,2 0 0,2 0 1066,-4 0 0,1 0 0,-1 0-1066,6-1 0,-3 0 0,-7 1 0,-2 0 2023,16-3-2023,-20 2 3276,0-3-644,5-2-5909,-1-10 2242,-6 8 1206,6-15-171,-14 7 0,1 2 0,-2-12 0,-5 22 0,0-10 0,-3 0 0,1 8 0,-7-23 0,-4 7 3276,4 2-499,-1-1-2777,-1 8 0,-2-7 0,-6 1 0,6 7 0,1 3 0,-5 4-411,7 0 411,-13-2 0,4 4 0,-5 0 0,-4-1 0,-4 0 0,-3-1-547,6 2 1,-3-1 0,-3 0 0,1 0 0,0 0 0,2 1 16,1 0 0,3 1 0,0 0 0,-2-1 0,-3 1 530,2 0 0,-4 0 0,-1 0 0,-3-1 0,0 1 0,0 0 0,0 0 0,2 1 0,2 0-469,-2 1 1,2 1 0,1 0 0,0 1 0,0-1 0,0 1 0,0-1 301,-1-1 1,0 0-1,-1 1 1,1-1-1,0 0 1,1 1 0,1 1 80,-2 0 0,0 0 0,0 1 0,3 1 0,3 0 0,6 0 86,-1 3 0,6 1 179,-12 3-179,7 6 0,17-9 0,-15 12 0,12-12 2650,-18 5-2650,21-10 0,-8 1 0,12-1 0</inkml:trace>
  <inkml:trace contextRef="#ctx0" brushRef="#br0" timeOffset="53584">17747 10392 24575,'3'-11'0,"3"-4"0,4 5 0,10-11 0,-9 14 0,7-4 0,1 1 0,-2 5 0,8-2 0,1 0 0,2 4 0,7-1 0,-16 3 0,-8 0 0,-4-1 0,-5 2 0,-2-1 0</inkml:trace>
  <inkml:trace contextRef="#ctx0" brushRef="#br0" timeOffset="54202">18023 10263 24575,'0'12'0,"1"-3"0,1 1 0,0-6 0,-6-10 0,-3-3 0,-3-2 0,2 4 0,4 4 0,9 1 0,18 0 0,3-2-1309,3 4 1,1 0 1308,4 1-227,-6 0 0,-2 0 227,-3 0 0,-4 1 0,-17 0 0,-2 1 0,-7 3 2550,3-1-2550,-4 0 521,4-2-521,3-3 0,2 0 0</inkml:trace>
  <inkml:trace contextRef="#ctx0" brushRef="#br0" timeOffset="60352">24503 2072 14054,'28'20'0,"0"-1"0,0 1 0,0-1 0,-1 2 0,0 0 0,-1 0 0,0-1 0,-3-2 0,0-1 0,0 0 0,1 2 0,2 4 0,3 2 0,0 1 0,-3-2 0,-5-6 0,-5-6 0,1 0 0,7 6 0,8 7 0,3 1 0,-3-2 0,-6-7 0,-7-5 0,0-2 0,6 5 0,5 3 0,0 0 0,-4-4 625,-4-2 1,-2-3-626,0 3 0,-1-2 2494,5-7-2494,-19-16 0,0 4 0,-2-5 0</inkml:trace>
  <inkml:trace contextRef="#ctx0" brushRef="#br0" timeOffset="60917">25428 2560 24575,'-3'9'0,"-3"7"0,2-7 0,-8 21 0,6-18 0,-4 18 0,5-16 0,-3 5 0,6-9 0,-2 1 0,11-19-3277,0-5 0,3-1 3047,-3-1 230,-4 8 0,-1-2 0,0 2 0,0 4 0,1 1 3276,-1 4 0,-1-1-3044,-1 4-232,-1 1 0,-2 6 0,1-3 0,-5 8 0,4-9 0,-1 5 0,1-7 0,2 1 0,0-3 0,1-1 0,0-1 0,0-1 0</inkml:trace>
  <inkml:trace contextRef="#ctx0" brushRef="#br0" timeOffset="63346">27218 3431 24575,'0'10'0,"0"3"0,0-3 0,4 10 0,-2-14 0,11 20 0,-7-18-1639,6 8 1,0-1-1639,-4-7 2590,9 6 1,0 0 686,-6-7-1639,8 3 1,1 0 757,-9-5 881,24 6 0,-21-12 0,6 4 0,0-14 0,-13 6 711,12-17-711,-11 11 0,5-15 0,-8 16-3016,5-16 3016,-9 20 3016,6-15-3016,-5-1 0,-3-2 0,-3-3 0,-6 3 0,-1 12-2981,-9-7 2981,12 11 3034,-10-3-3034,8 6 3276,0 1-2015,-10 1-1261,5 5 0,-1 1 3276,0 3 0,8 2-3044,-9 5-232,2 1 0,3-3 0,2 2 0,9-11 0,-1 4 0</inkml:trace>
  <inkml:trace contextRef="#ctx0" brushRef="#br0" timeOffset="63680">27802 3577 24575,'7'0'0,"6"0"0,-4 0 0,25-3 0,-16 1 0,7 1 0,6 1 0,-5 1-846,2-1 846,6 3 0,7 1 0,-10 0-3277,-10 2 1638,6-2 1,3 1-1,-8 1 1,-2-1 1040,3 1-12,5 1 0,-2-1 0,-17-3 1,6 1-1</inkml:trace>
  <inkml:trace contextRef="#ctx0" brushRef="#br0" timeOffset="64297">28425 3401 24575,'6'29'0,"-4"-18"0,6 20 0,-2-10 0,1 0 0,1 3 0,0 1 0,2 9 0,-1-1 0,-1-11 0,-1-1 0,-4 13 0,-12-13 0,1-1-1639,-8-5 1,-2-2-1639,6-5 3162,-10 3 0,-4-1 115,-2 1 0,-1 0 0,19-7-3277,35-13 2017,-7 4 1260,10-9 2938,-3 3-2938,-9 3-1639,7-2 1,-2 2 908,-9 4 663,13-6 67,-21 10 3276,13 1-2579,-6 1-697,21 1 0,-6-8-729,-1 1 1,-10-3 0,-11 4 0</inkml:trace>
  <inkml:trace contextRef="#ctx0" brushRef="#br0" timeOffset="64745">28713 3569 24575,'-2'8'0,"0"8"0,7 4 0,-2-2 0,8 11 0,-6-20 0,11 13 0,-1-10 0,9-1 0,-4-6 0,3-9 0,-9-1 0,9-10 0,-11 7-1639,2-7 1,0 0-1639,-8 6 1328,11-14 3668,-11-4-1719,-8-1 0,-3 5 0,-3 0 0,-8-2 0,-2 11 0,1 3 0,3 5 0,-20-1 0,14 10 0,-6-1 0,7 8 0,12-5 0,2 4 0,13 0 0,-5-4 0,5 0 0</inkml:trace>
  <inkml:trace contextRef="#ctx0" brushRef="#br0" timeOffset="65145">29029 3517 24575,'0'13'0,"-3"7"0,1 4 0,-1 10 0,4-4 0,7 0 0,-2-19 0,13 7 0,-12-13 0,15 2 0,-8-14 0,4-10 0,-5 2 0,-5-3 0,-1 0 0,2-10 0,-2 6 0,0-1 0,-1-9-3277,-3-2 0,-3 22 2457,-10-7 1,8 16 0,-7-4 0</inkml:trace>
  <inkml:trace contextRef="#ctx0" brushRef="#br0" timeOffset="65734">29311 3446 24575,'-7'9'0,"0"-1"-3277,1 10 0,3-10 1328,0 9 1949,2 2 1719,0-8-1719,2 12 0,5-4 0,0-3 0,5 16 0,-4-17 0,5 5 0,-2-10 0,10-4 0,-5-3 3276,17-12 0,-5-11-3044,-2 0-3509,-4-11 0,-16 18 3047,-4-22 230,-3 14-375,-2-6 375,0 10 0,-5 3 0,-2 1 0,-14-2 0,7 9 3276,-15 3 0,9 7-3265,2-3 1,8 3 0,12-4 0</inkml:trace>
  <inkml:trace contextRef="#ctx0" brushRef="#br0" timeOffset="66547">26730 3307 24575,'3'25'0,"-1"0"0,-1-4 0,1 10 0,1 4-1639,-3-5 1,0-3-1,0-5 1,0 3 818,-2 6 1,0 7 0,0-1 0,0-6 74,1-10 0,0-1 745,-2 12 0,0 6 0,1-5 44,1-8 0,1-4-44,-1 8 1017,2-4 0,2-3-1017,4-10 0,1 2 0,1-13 0,14-22 0,-11 10 0,6-15 0,5-10 0,-5 6 0,-3 5 0,0-3 0,4-10 0,0 0 0,-4 9-2122,-2-5 2122,-2 7 0,3-5 0,-5 6 0,-3 6 0,-3 1 0</inkml:trace>
  <inkml:trace contextRef="#ctx0" brushRef="#br0" timeOffset="67063">27108 3031 24575,'28'-1'0,"1"-1"0,-1 1 0,0-1 0,3 2 0,5-1 0,3 0 0,1 0 0,1 1 0,-2-1 0,-2 1 0,-5-1-820,1 0 1,-5-1 0,1 1 0,9 0 655,-14 1 0,2-1 0,3 1 0,3-1 0,3 1 0,1 0 1,2-1-1,1 1 0,2 0 0,0-1 0,0 1 0,1 0 1,-1-1-1,-1 1 0,0 0 0,-2 0 0,-1-1 0,-2 1 1,-3 0-1,-2-1-201,10 1 1,-4-1 0,-3 1 0,-1 0 0,-1-1 0,1 1 0,2-1 0,3 0 0,5 0 232,-14 1 1,2-1 0,3 0 0,1 1 0,2-1 0,1 0 0,1 0 0,1 0 0,2 0 0,-1 0 0,2 0 0,-1 0 0,1-1 0,-1 1-1,0 0 1,0 0 0,-1 0 0,-1 0 0,-1 0 0,-2 0 0,0 0 0,-3 0 0,-1 0 0,-2 0 0,-2 0-25,16 0 0,-6 0 0,-3 0 0,-3 0 1,1 0-1,1 0 0,2 0 0,6 0 156,-11-1 0,4 1 0,2 0 0,2-1 0,2 1 0,2-1 0,0 0 0,0 1 0,1-1 0,-1 0 0,-1 0 0,-1 1 0,-2-1 0,-2 1 0,-3 0 0,-3 0 0,-4 0 0,-3 0-677,16 0 1,-10 1 0,6 0 676,-7-1 0,6 0 0,5 1 0,1-1 0,0 0 0,-1 0 0,-5 1 0,-5-1 0,-9 1 1966,11 0-1966,-6-1 0,0 2 0,-6 2 3002,-3 0-3002,-9 5 3276,-1 16-2669,-3-1 0,-1 0 1914,5 13-2521,-6-13 0,-1 6 0,0-4 0,0 5 0,0 3 0,1 2 0,-1-1 0,2-2-656,1 1 1,0-2-1,2 1 1,-1-1 0,-1 3 332,-1 0 1,-2 2-1,0 0 1,0 1-1,2 0 1,3 0 322,2-2 0,3 3 0,2 0 0,0-1 0,0-2 0,-1-4 0,-3-6-1639,2 3 1,1-1 1619,0 1 1,3 7 0,1 1 0,0-2 0,-2-6-221,4 2 1,-2-5 238,1 4 0,0-1 0,-2-4 0,-1-1 0,3 9 1830,-16-19-1830,-1 0 0,-19 5 0,9-13 0,-14 0 0,-14 0 0,-2 1 0,8-2-136,12-3 0,-1 0 136,-3 1 0,-6 1 0,-3 0 0,-2-1 0,0 0-351,5-1 1,-2 0 0,-1 0 0,0-1 0,-1 0 0,1 0 0,1 1 350,-1-1 0,3 0 0,-1 1 0,0-1 0,-4 0 0,-5 0-113,12-1 0,-2 1 0,-3-1 1,-2 0-1,-2 1 0,-2-1 1,-1 0-1,0 0 0,-1 0 1,0-1-1,0 1 0,1 0 1,1 0-1,1 0 0,1 0 1,3 0-1,2 0 0,3 0 113,-11 0 0,5 0 0,4 0 0,0 0 0,-1 0 0,-4-1 0,-6 0 0,14 0 0,-2 0 0,-2 0 0,-3-1 0,-2 0 0,-2 1 0,-1-2 0,-1 1 0,-2 0 0,0-1 0,0 0 0,-1 1 0,1-1 0,0 0 0,0 1 0,1-1 0,2 1 0,1-1 0,2 1 0,1 0 0,3 0 0,3 0 0,2 1 0,3 0 0,-18-2 0,9 1 0,4 0 0,-3 0 0,-7-1 0,13 1 0,-3 0 0,-2-1 0,-3 0 0,0 1 0,-2-2 0,-1 1 0,-1 0 0,1 0 0,-1 0 0,1 0 0,1 0 0,1 0 0,2 1 0,2 0 0,-10-1 0,2 1 0,-1 0 0,2 0 0,1 1 0,1-1 0,2 1 0,2 0 0,1-1 72,-1 1 0,5 1 0,1-1 0,-2 0 0,-6 0-72,5-1 0,-5 0 0,-4-1 0,-2 0 0,-2 0 0,0 0 0,0-1 0,1 1 0,4 0 0,3 0 0,5 1 0,6 1 0,-12-2 0,3 1 0,2-1 0,-7-2 0,-1 0 0,4 1 0,10 1 1942,1 1-1942,-4-1 0,13 4 792,13 0 1,1 0-1,3 0 1</inkml:trace>
  <inkml:trace contextRef="#ctx0" brushRef="#br0" timeOffset="67701">27032 2401 24575,'11'32'0,"-6"-15"0,6 10 0,5 4 0,7-4 0,2-1-1316,-7-1 1,2 0 1315,6-4 0,3 0 0,-4-5 837,3-1-837,6-3 0,1-3 0,-14-9 0,0-2 216,2 2 1,0-2-217,-1-7 0,-4-5 0,-7-4 0,-3-1 0,8-8 0,-10-4 0,-3 3 0,-2 14 0,-7-19 0,-2-2 0,0 16-1639,-9-12 1,-1 1 1388,2 10 805,-7-1 0,-3 2-555,8 11 0,1 1 0,-2-2 0,1 1 0,-10 4 0,24 7 0,-3 0 0,7 12 0,-2-10 0,2 6 0</inkml:trace>
  <inkml:trace contextRef="#ctx0" brushRef="#br0" timeOffset="67946">28020 2527 24575,'13'-5'0,"12"-6"0,1 3-656,2-2 1,0 0-1,2 1 1,6-2 0</inkml:trace>
  <inkml:trace contextRef="#ctx0" brushRef="#br0" timeOffset="68529">28565 2081 24575,'5'27'0,"-1"-1"0,1 0 0,1 2 0,1 2 0,0 0 0,-1-4-1228,1 4 0,0 1 1228,3 0 0,2 6 0,0-1 0,-2-7-2312,-1 5 2312,0-9 0,1 3 0,-1-3 0,0 7 488,-4-13 1,1 0-489,1 8 0,1 1 0,-2-5 0,-1-1 0,3 11 0,-4-3 0,-5-22 0,-9 9 0,-2-11 0,-10 9 0,5-10 0,-5 2 0,11-5 1101,-1-1-1101,9-1-3277,28-3 2379,-18 1 455,20-2 1,2-2 442,-9 0 0,5-3 0,0 1 0,-8 1-1639,0-3 1,-1 0 698,-8 6 709,11-13 231,-15 12 0,1-2 0,-4 3 0</inkml:trace>
  <inkml:trace contextRef="#ctx0" brushRef="#br0" timeOffset="68935">28927 2451 24575,'-6'31'0,"6"1"0,-3-1 0,8-9 0,3-2 0,1-5 0,2 0 0,4-1 0,14-4-577,-8-3 577,8-7 0,-9-10 0,2-1-1639,-2-5 1,-2 0-1639,-2 2 3257,-2-1 1,-3-1-431,-2-2 450,-3-6 0,-3 3 0,-3 0 0,-10-15 0,-1 1 0,0 18 0,-1 3 373,-3 3-373,0 1 0,-2 1 0,-15 3 0,2 0 819,8 8 0,16 0 0,4 1 0</inkml:trace>
  <inkml:trace contextRef="#ctx0" brushRef="#br0" timeOffset="69312">29209 2353 24575,'-3'6'0,"0"6"0,1 2 0,1 0 0,3 5 0,0-11 0,8 9 0,-4-7 0,16 4 0,9-5 0,-10-1 0,7-11 0,-2-3 0,-12-1-1639,10-7 1,-2-1-1639,-13 4 2575,3-10 1,-2-2 701,-8 1 0,-1-3 0,-1 1 0,-4 1 0,-7 0 0,-3 1 0,-10-1 0,11 9 0,-2 1 0,-13 0 0,9 15 0,6-2 0,2 4 0</inkml:trace>
  <inkml:trace contextRef="#ctx0" brushRef="#br0" timeOffset="69846">26678 2426 24575,'6'30'0,"-1"-5"0,-1 4 0,0 7 0,0-1-1639,0-7 1,-1-1 658,-1 0 0,-1 0 980,-1 9-527,-1-10 0,-1 0 527,2-4 0,0 0 328,-2 0 0,1-4-328,1-10 0,4-6 0,3-12 0,2-10 0,2-7 0,0 2-48,-2 7 1,-1-1 47,2-11 0,2-10 0,-1 2 0,-3 8 0,1 2 0,-2-8 0,-1 1 0</inkml:trace>
  <inkml:trace contextRef="#ctx0" brushRef="#br0" timeOffset="70412">26898 1993 21600,'36'-3'0,"-1"0"0,1 1 0,0-1 0,0 0 0,0 0 0,0 0 0,0 1 0,-1-1 0,1 0 0,0 0 0,0 0 0,0 1 0,0-1 0,1-1 0,-4 1 0,-3 0 0,0 0 0,2-1 0,6 1-235,-10 1 1,4 0 0,1 0 0,2 0 0,1 0 0,1 0 0,1 0 0,0 0 0,1 0 0,-1 0 0,0-1 0,-1 1 0,-1 0 0,-1 0-64,3 0 0,0-1 0,-1 1 0,-1-1 0,1 1 0,-1-1 0,0 1 0,0-1 1,0 1-1,0-1 0,1 0 24,-2 0 1,0 0 0,1 0 0,-1 0 0,0 0 0,1-1 0,-1 1 0,1 0 0,0 0 0,-1 0 0,1 0 0,-1 0 187,1 0 0,1 0 1,0 0-1,0 1 1,0-1-1,0 1 1,-1-1-1,0 0 1,0 1-1,-1-1 1,-1 0-1,0 1 1,2-1 1,0-1 0,0 1 0,-1-1 0,-1 1 0,-1-1 0,-1 1 0,-2 0-1,-2 1 85,9-1 0,-4 0 0,-1 1 0,2-1-131,2 1 1,1 0 0,1 0 0,0 0 130,-1 0 0,2 0 0,0 1 0,-3-1 0,-5 1 1330,6 1-1,-4 1-1329,3-1 0,-8 5 0,-22 14 0,-6-6 3276,0 15-2575,1 2-701,2 1 0,-1-3 0,-1 0 0,4 1 0,-2-7 0,-1 1 56,2-4 1,-1 0-57,2 3 0,0 2 0,0 8 0,1-1 0,-2-8 0,0-2-327,0 6 0,-1-3 327,-2 3 0,-10 8 0,-6-13 0,-3-4 0,0-2 0,-5 0 0,1-3 0,-7 4 0,-3 1 0,4-3-940,3-4 0,2-2 1,-5 1 939,0 1 0,-4 1 0,-4 2 0,0-1 0,1-1 0,2-2 0,3-3 0,1 0 0,1-2 0,-2 0 0,-2 0 0,2-1 0,-3 0 0,-2 1 0,-1-2 0,0 1 0,2-1 0,2 0 0,3-1 0,-4 0 0,4-1 0,1 0 0,-3-1 0,0 1 0,-2 0 0,-2-1 0,0 0 0,1-1 0,1-1 0,-2-2 0,1-2 0,0-1 0,-1 0 0,0 0-352,1 1 0,0 0 1,0 0-1,-2 0 0,0-1 1,-3-1 351,8 2 0,-1-1 0,-3 0 0,0-1 0,-1 0 0,1 0 0,0 0 0,1 0 0,3 1 0,1 0-175,-7-2 1,4 0 0,1 1 0,-1-1 0,-3 0 174,3 1 0,-5-1 0,-1 0 0,-2-1 0,2 1 0,3 1 0,4 0 0,7 2 0,-4-2 0,2 1 0,-7-1 0,-6 0 0,1 0 0,11 3 0,7 2 1847,8 7-1847,2 10 0,8-6 0,-3 5 0</inkml:trace>
  <inkml:trace contextRef="#ctx0" brushRef="#br0" timeOffset="71096">24288 5216 24575,'10'33'0,"-3"-10"0,0 2 0,0 5 0,-1-4-1764,2 6 1764,-4-3 0,-1 7 0,0 1 0,-1-9-3277,0 1 3271,-1 2 1,0 6-1,-2-4 6,0-7 0,-1-2 0,1-2 0,-1 0 0,0 16 0,0-4 0,1-14 0,1 10 1134,1-31-1134,2-27 0,0 16 0,-1-16 0</inkml:trace>
  <inkml:trace contextRef="#ctx0" brushRef="#br0" timeOffset="71450">24285 5103 24575,'19'-11'0,"11"-1"0,2 2 0,-7 4-820,3 2 1,8-1 0,1 1 0,-7 2-2458,6 0 2457,-4 2 1,9 0 0,-1 1 0,-10 0 2147,-5 2-1328,13 2 0,-4 2 0,-24-3 1719,-3 13-1719,-7-6 0,-6 7 0,-2 4 0,-6 8 0,0 0-1639,4-8 1,0-1 1008,-2 4 0,-1-1 3328,-10 1-2698,8-11-1639,-11 4 1,-1 0 987,8-8 651,-10-2 0,-3-1 0,0-3 0,-5-3 0,10-8 0,25 2-401,-2-26 401,4 21 0,0-13 0,0 20 0</inkml:trace>
  <inkml:trace contextRef="#ctx0" brushRef="#br0" timeOffset="71847">24943 5100 24575,'6'37'0,"-1"-16"0,-2 0 0,0-1 0,2 4 0,-2 11 0,2-18 0,2-26 0,4-7 0,0-2 0,4-14 0,0 13 0,5-2 0,-1 4 0,-3 5 0,0 1 0,6-6 0,0 0 0,5 4 0,-20 15 0,0 7 0,-1 25 0,-2 1 0,0-4 0,-2-10 0</inkml:trace>
  <inkml:trace contextRef="#ctx0" brushRef="#br0" timeOffset="72263">25296 5173 24575,'2'27'0,"0"-1"0,3-2 0,1-2 0,0-3 0,0-2-3277,13 7 0,-11-18 1328,6-1 1949,-1-6 0,-1-2 1719,10-12-1719,-12 1 0,9-11 0,-16-5 0,0 14 0,-21-15 0,13 25-228,-25-7 228,24 11 0,-17 6 0,14 10 0,-1-4 0,9 6 0,3-13 819,6 0 0,-5-1 0,3-2 0</inkml:trace>
  <inkml:trace contextRef="#ctx0" brushRef="#br0" timeOffset="72749">25634 4857 24575,'-2'17'0,"0"4"0,1-1 0,-1-4 0,1 19 0,-1 0-3277,0-22 2925,1 9 1,1 2 1267,1-5-916,2-5 0,1 6 0,3-15 0,8-9 0,10-18 0,-3 5 1532,-2-2 0,2 2-1532,9 2-1639,-4 11 1,0 3-1639,3 1 1638,-2 23 1,-4 3 148,-16-11 742,9 18 1,-3 2 747,-13-17 0,0 5 0,-2 1 0,-9-6 0,0-2 0,-8-3 0,12-12 2097,-24 5-2097,22-5 1904,-20 3-1904,11-3 0,-1-1 0,1-4 0,5 0 0,10-4 819,-6-2 0,7 5 0,-4-1 0</inkml:trace>
  <inkml:trace contextRef="#ctx0" brushRef="#br0" timeOffset="73081">26280 5095 24575,'23'3'0,"0"0"0,-1 2 0,3-4 0,7-2 0,-3 0-1304,-11 0 1,2-1 1303,5 2 0,6-1 0,0 0 0,-5 0 0,-7 0 0,0 1 0,16 0 0,-8 0-820,-23 0 1,3 0 0,-8 0 0</inkml:trace>
  <inkml:trace contextRef="#ctx0" brushRef="#br0" timeOffset="73297">26485 5399 24575,'12'-9'0,"-3"1"0,10-7 0,-11 10-3277,24-9 0,-24 12 0,23-5 3481,-4 7-204,-10 0 0,3 0 0,13 1 0,-1 0 0,0 0 0,4 2 0</inkml:trace>
  <inkml:trace contextRef="#ctx0" brushRef="#br0" timeOffset="73968">28220 5151 24575,'0'17'0,"0"-10"0,10 28 0,-5-23-1639,8 11 1,2 0-1639,-6-10 1638,8 7 1,0 0-1639,-10-13 3334,12 6 1,0-1-58,-10-9-1240,13 3 0,0-2 1240,-13-5 0,19-1 1804,-3-6-1804,0-1 1638,-1 2 0,1-3-1590,-9 0 1,0-1-49,12-9 2275,-17-12-2275,-19 8 0,-2-4 1638,-1 13 0,-4 1 1257,-15-5-2895,1 1 0,-3 6 1850,15 9-1850,-7 0 0,9 3 0,0 0 0,4 1 0,8 0 0,-1 0 0</inkml:trace>
  <inkml:trace contextRef="#ctx0" brushRef="#br0" timeOffset="74414">28863 5226 24575,'23'4'0,"0"-3"0,-3 1 0,2 0-1639,6-1 1,0-2-1639,9 1 2184,-9 0 1,4 0 0,-6 0 1328,-6 0-236,8 0 0,1 0 1863,-9 0-1863,7 0 0,-1 0 0,-1 0 0,3 0-656,-5 0 1,-3 0-1,-10 0 1,1 0 0</inkml:trace>
  <inkml:trace contextRef="#ctx0" brushRef="#br0" timeOffset="75013">29731 5068 24575,'5'28'0,"-4"-17"0,2 15 0,1 0 0,-2-12 0,0 8 0,0-1 0,0-11 0,-1 13 0,-1-16 0,0 1 0,-1-35 0,-2 3 0,1-2 0,-1-1 0,-5-5 0,1 9 0,-1 2 0,-3-4 0,-2 2 0,-1 19 0,12 6 0,-8 1 0</inkml:trace>
  <inkml:trace contextRef="#ctx0" brushRef="#br0" timeOffset="75664">27890 5134 24575,'7'28'0,"-6"-15"-1639,4 15 1,-1 0-1639,-4-15 1638,1 21 1,-2 1 588,-2-14 2051,1 11 0,0 1-1001,-1-6 0,3 3 0,3-26 3276,1-7-2041,2-14 1,2-5-2875,-2 1 1,0 0 1450,2 1 1,-1 0 187,3-15-820,-4 11 1,-4 15 0,2-10 0</inkml:trace>
  <inkml:trace contextRef="#ctx0" brushRef="#br0" timeOffset="76380">28097 4907 24575,'31'-9'0,"-4"4"0,6-1 0,-1 0 0,-4 0 0,1 1 0,0 0-1093,2 0 1,0 0 0,0 0 4,-5-1 0,0 1 1,-3 0 1087,2 2 0,0 1-1639,8-1 1,0 1 940,-8-1 1,0 2 697,-2 2 0,-1 1 275,0 1 0,-1 0-275,-1-1 0,3 1-813,2 0 0,6 0 0,-1 1 0,-3-2 813,-4 1 0,2 0 0,3-1 0,6 0 0,2-1 0,-2 1 0,-6-1 221,1 1 0,-1-1-221,9 0 0,4-1 0,-7 1 1638,-12-1 0,-4 0-1443,2 0 1386,-5 7-1581,2 8 0,2 4 0,-7-4 0,0-1 0,0-1-1451,0 5 1,-1-2 1450,-4-9 0,11 20 0,0 2 0,-5-11 0,1 1-208,1 4 0,2 0 208,4-1 0,0-2 0,-4-5 0,1-1 0,5 4 0,0-2 0,2 1 0,5 4 0,-18-11 0,2 0 3276,5 3-2221,-11-7-1055,2 1 3276,-13-7-76,-12-1-3200,3-3 0,-3 1 0,11 0 0</inkml:trace>
  <inkml:trace contextRef="#ctx0" brushRef="#br0" timeOffset="77313">29256 4925 24575,'27'3'0,"0"0"0,0 0 0,-8-2 0,1 1 0,6 1 0,4 1 0,-2 0-1639,0-3 1,0 0-1,-1 1 1,2 0 545,0-1 1,2-1 0,-3 1-389,-1-2 1,-1 0 1480,-1 1 0,0 0 1009,-1-1 0,-4 0-1009,-13 1 0,11 16 0,-12-7 0,2 13 0,2 6 0,1-2 0,-1 1 0,1 1 0,0 0-1608,3 5 1,-1-4 1607,-3-9-219,2 1 0,0-3 219,-8-9 2998,14 18-2998,-15-24 108,4 9-108,-6 1 3276,-13 7-2015,-14 7-1261,3-10 0,-9-6 0,0-3 0,13-4-855,-6 0 1,-8 1 0,6-1 854,-5 2-1093,7-1 1,-4 0 0,4-1 681,-7 1 411,3 1 0,-6 2 0,8-2-859,4-1 859,-2 0 0,-4 2 0,0 0 0,2 1 0,-1 0 0,2-3 0,-1 0 0,-2 0 0,1 2 0,-1 2 0,-2 0 0,-3-2 0,3-1 0,-3-2 0,-2 0 0,-1 0 0,2-1 0,1 2 0,0 0 0,1 0 0,2 1 0,-3-1 0,-1-1-146,3-1 0,-2 0 0,-2-1 0,-1 0 0,1-1 0,1 1 1,2-1-1,4 1 146,-3-1 0,4 1 0,0-1 0,-5 0 0,2-1 0,-3-1 0,-4 0 0,-2 0 0,0-1 0,0 1 0,1-1 0,3 1 0,4 0 0,-8 0 0,5 1 0,0-1 0,-4 1-166,6-1 1,-4-1 0,-2 1-1,-1-1 1,0 1 0,3-1 0,3 1-1,5 1 166,-5 0 0,6 0 0,2 1 837,-10-2 1,13 2-838,22 1 2858,5-2-2858,-1-2 3276,6 2-3027,-4-1 1,4 1-1,-6 0 1</inkml:trace>
  <inkml:trace contextRef="#ctx0" brushRef="#br0" timeOffset="78547">17338 1533 24575,'-17'3'0,"-2"2"0,-3 2 0,1 0 0,-1 0 0,2-1 0,-1 1 0,-8 4 0,5-1 0,14-4 0,-17 14 0,41 0 0,-7-8 0,21 4 0,2-4-503,-11-7 503,4-1 0,9 1 0,4-1 0,-3-1-820,-4-2 1,0-1 0,0-1 0,0 2-1,1 0 1,0 0 0,0 1 0,0 0 803,3-1 0,2 0 0,-3 0 1,-7 2-937,6 10 952,0-1 0,-23 12 0,-8-14-3277,-3 26 2444,3-28-578,-7 28 1411,4-28 0,-7 16 0,6-18 388,-19 10-388,12-10 0,-25 3 0,23-6 0,-7-1 0,1-2 0,10-1 1710,-15 0-1710,20-3 0,-1-3 0,4 4 0,1-1 0</inkml:trace>
  <inkml:trace contextRef="#ctx0" brushRef="#br0" timeOffset="78929">17969 1631 24575,'-6'28'0,"2"-8"0,0 17 0,14-2 0,-3-3 0,8-8 0,3-3 0,1-8 0,2-3 0,9 4 0,1-2 0,-8-4 0,0-2 0,7-6 0,-2-1 0,-11-1 0,2-5 0,-3-1-1289,-10 4 1289,6-8 0,-9-6 0,-2 8-710,0-10 0,-3 15 1,1 2-1</inkml:trace>
  <inkml:trace contextRef="#ctx0" brushRef="#br0" timeOffset="79317">18343 1599 24575,'-2'29'0,"-1"-13"-3277,17 18 0,-10-28 1638,13 10 1,1 1 1350,-5-9 288,7 3 0,1-1 0,-10-4 1924,10-1-1924,-6-5 0,-7-1 0,18-8 0,-11-11 3276,0 6-1820,-4-5 497,-9 0-1953,-7-8-1639,-2 8 1,-1 2-1369,-4-8 3007,-3 11-736,5 11 736,5 1 951,-7 1-951,7 14 0,0-2 0,5 20 0,10-11 0,-3-1 0,4-9 0,-9-10 0</inkml:trace>
  <inkml:trace contextRef="#ctx0" brushRef="#br0" timeOffset="79664">18729 1638 24575,'23'22'0,"4"1"0,-7-8 0,5 1 0,-14-10 0,0 1 0,-7-7 0,-1 1 0,-2-9 0,-1-1-3277,-1-25 0,-1 20 1638,3-16 1,1 1 148,-1 17 1490,2-6 0,0-2 0,6-6 0,0 11 0,2-12 0,-5 19 0,-5 7 0</inkml:trace>
  <inkml:trace contextRef="#ctx0" brushRef="#br0" timeOffset="80179">19206 1490 24575,'-7'12'0,"-9"15"0,-8-1 0,12-8 0,-1-2 0,-11 6 0,14-10 0,9-10 0,2 1 0,14 3 0,-7-5 0,22 5 0,3 0-3277,-16-5 1824,9 4 0,3 0 1453,-5-3 0,-1-1 0,1 2 0,9 1 0,-1 1 0,-19-4 0,11 4 0,-22-3 0,-1 0 0,-1-1 0,-1 1 0</inkml:trace>
  <inkml:trace contextRef="#ctx0" brushRef="#br0" timeOffset="80532">19584 1613 24575,'20'-6'0,"0"0"0,5-3-1639,7 0 1,0 1-1639,-11 2 1878,7-1 1,0 0 1398,-15 6 458,16-6 0,-22 7 1,-1 0-1</inkml:trace>
  <inkml:trace contextRef="#ctx0" brushRef="#br0" timeOffset="81112">20020 1351 24575,'14'34'0,"0"-1"0,-5-12 0,0 2 0,4 7 0,1 5 0,-3-7 0,-2 0 0,4 0 0,3 6 0,-3-6-1066,-1-2 1066,-1-4 0,3 3 0,-1-4 349,2 1-349,-1-1 0,-1-4 0,-5-9 177,3 5-177,-6-26 0,-3 2 0,-1-9 0,1 0 0,-1 5-1639,-3-14 1,-1 0-1329,0 17 2967,-1-9 0,0 3 0,3 15 0,-1-4 0</inkml:trace>
  <inkml:trace contextRef="#ctx0" brushRef="#br0" timeOffset="81546">20173 1358 24575,'15'-14'0,"0"1"0,-1-3 0,17 3 0,3 2 0,-4 4-1639,7 1 1,-1 0-1639,-13 4 1328,7 2 1949,-28 2 0,4 10 0,-6-5 0,1 25 0,0-23 0,-1 20 0,-2-22 1719,-8 9-1719,2-9 0,-11 9 0,6-7 0,-15 4 0,2-7 0,1-1 819,5-5 0,16 0 0,2 0 0</inkml:trace>
  <inkml:trace contextRef="#ctx0" brushRef="#br0" timeOffset="81998">20585 1328 24575,'23'20'0,"2"6"0,-9-11 0,6 7 0,-13-13 0,3 4 0,-8-29 0,2-8 0,-2 2 0,-1-1 0,3-10 0,3 2 0,-5 24-3277,8-11 0,-7 14 3047,7-7 230,8 0 0,-5 1 0,5-1 0,-12 6 0</inkml:trace>
  <inkml:trace contextRef="#ctx0" brushRef="#br0" timeOffset="82529">20926 1221 24575,'-4'4'0,"1"4"0,3-2 0,2 10 0,-1-10 0,7 10 0,-3-11 0,10 7 0,-5-5 0,2-2 0,1-3-3277,3-9 0,-5 4 3047,9-10 230,2-3 0,1 0 0,-3 2 0,0 0 0,-5 2 0,12-14 0,-24 19 0,3-10 0,-11 8 0,-12-4 0,9 5 0,-14-2 0,10 12 0,0-4 0,-10 20 0,15-13 0,-5 10 0,-1-1 0,6-7 3276,-11 18 0,14-20-3044,5 7-232,15-18 0,-4 6 0,5-9 0,-1-2 0,-10 8 0,13-9 0</inkml:trace>
  <inkml:trace contextRef="#ctx0" brushRef="#br0" timeOffset="83102">21120 905 24575,'10'21'0,"0"-4"0,0 1 0,-1 3 0,3 2 0,1 0 0,-2-4 0,1 3 0,1-2 0,-2-7 0,8 13 0,-13-19 0,3-7 0,6-7 0,2 3 0,3 1 0,10 2 0,-3 5 0,-1 2 0,-8 2 0,13 13 0,-26-12 0,6 8 0,-11-8 0,0 2 0,-11 0 0,2-4 0,-20 6-3277,-4-12 0,8 5 2571,-1-6 0,0 0 706,10 0-279,-6-1 1,1-1 278,8 0 0,-1-3 0,18-1 0,0 3 0,2-2 0,-3 4 0</inkml:trace>
  <inkml:trace contextRef="#ctx0" brushRef="#br0" timeOffset="83384">21572 1254 24575,'15'7'0,"-2"-1"0</inkml:trace>
  <inkml:trace contextRef="#ctx0" brushRef="#br0" timeOffset="83596">21733 1273 24575,'0'0'0</inkml:trace>
  <inkml:trace contextRef="#ctx0" brushRef="#br0" timeOffset="84979">16881 1589 24575,'-2'24'0,"2"11"0,2-21 0,1 6 0,0 3 0,0-3 0,1-1 0,-1 0 0,0 2 0,3 8 0,0-1-841,2 7 841,3 0 0,1-1 207,-2-3-207,0-7 0,3 2 0,-2-4 0,2-3 0,4 5 0,2-1 0,3-7 0,0-3 0,1-1 0,-9-8-3277,18 10 0,-19-11 1638,16 8 1,0-1 782,-15-5 856,10 2 0,5 2 0,-5-5 0,2-1 0,1-1 0,2-2 0,0 1-469,-3 1 1,-1 0-1,3 0 469,2-3 0,4 0 0,-1 0 0,-5-1 0,0 0 0,1-1 0,1 1 0,7 0 0,3 0 0,-3 0 0,-6 0 0,2-2 0,0 1 0,-3 1 0,8 1 0,4-1 0,-1 1 0,-5 1 0,-7-1 0,-5 0 0,-1 0 0,8 1 0,6 0 0,-2 1 0,-11-1 0,-12 1 2843,16 6-2843,-24-5 0,19 12 0,-17-9 0,14 4-607,0-4 607,-7-2-1049,7-1 0,0 0 1049,-7 0 0,10-2 720,-8 1-720,-6 1 3276,20 2-2287,-8 0-989,5 1 0,-9-2 783,-3 3-783,-7-5 0,1 4 0,-4-5 0</inkml:trace>
  <inkml:trace contextRef="#ctx0" brushRef="#br0" timeOffset="97645">25442 2569 24575,'-5'6'0,"0"-2"0,-2 13 0,-3 2 0,0 2 0,3-3 0,1 1 0,-7 6-1060,4 2 1060,0-6 0,2-7 0,1 2 0,-2 3 0,4-9 0,1-4 0,5-7 0,7-3 0,10-16 0,0 6-1639,-4-5 1,-2 0-809,-3 6 1959,1-8 0,-1-1 488,-4 7 0,-1-4 0,0-2 0,-2-2 0,-1-3 0,-2 11 3276,4 9-251,6 17-1566,-2-5-1459,8 13 0,3 8 0,-9-11 0,1 0 0,8 14 0,-7-9 0,-2-2 0,-3-6 0,11 19 0,-13-20 0,2 2 0,-8-10-3277,-25 10 0,17-9 1638,-18 3 1,-1 0 148,17-5 1490,-21 4 0,0 3 0,1-2 0,10-2 0,4-2 0,9-3 0,35-15 3276,-5 5-2646,1-4 1,-2 0-631,-12 8 0,15-14 0,-18 16 3276,-1-11 0,-3 9-3044,-4-2-232,-4 11 0,2-2 0,-3 6 0,8-8 0,1 0 0,8-11 0,-3 2 0,2-14 0,-5 9 0,-3-5 0,-2 9 0,-1 4 0,-4 10 0,-4 13 0,2-5 0,-1 9 0,5-19 0,3-2 0,1-8 0,0-1 0,0 1 0,-1 3 0,-4 12 0,-2 2 0,-4 13 0,4-11 0,0 4 0,0-8 0,0 3 0,-1-2 0,2-2 0,5-8 0,0-8 0,4 5 0,-3-6 0,3 3 0,-2 2 0,0-9 0,-2 7 0,0-2 0,-2 10 0,2 2 0,-4 11 0,3-6 0,-2 5 0,5-9 0,3 2 0,3-4 0,5 1 0,-2 1 0,-2-1 0,-2 1 0,2-1 0,8-2 0,-2 1 0,5 1 0,-11-2 0,0 1 0,-3-9 0,-1 3 0,-1-8 0,0 8 0,-3 1 0,-8 10 0,1 1 0,-11 7 0,7-4 0,-1 0 0,-4 2 0,7-2 0,-5 0 0,5-5 0,4-3 0,0 1 0,2-3 0,2 2 0,10-4 0,-4 2 0,12-3 0,-12 3 0,-1-2 0</inkml:trace>
  <inkml:trace contextRef="#ctx0" brushRef="#br0" timeOffset="98930">27062 1045 24575,'0'12'0,"6"6"-3277,8 15 0,-6-13 0,8 5 3903,-5-13-626,0-3 1814,20 9-1814,-5-13 0,-2 3 0,6-11 0,-21 0 0,21-14 0,-21 10-808,7-8 1,-1 0 807,-9 4 0,7-5 0,-1 0 0,-8 7-3277,7-19 2753,-11 21 524,1-10 0,-2-2 0,-6-3 0,-1 4 0,0 0 0,-7-4 3276,-12-1-2751,2 15-525,3 0 0,-9 4 0,21 4 2222,-14 3-2222,11 3 3276,0 1 0,6 6-3218,7-5 0,0 1 0,0-4 0</inkml:trace>
  <inkml:trace contextRef="#ctx0" brushRef="#br0" timeOffset="99247">27647 1015 24575,'7'0'0,"7"0"0,7-1 0,3-1 0,0 1 0,2 0-1093,7-1 1,5 0 0,-3 0-547,-5 0 1,1 1 545,3 0 1,2 0 0,-6 1 2420,-1 0-1328,2-1 0,-2 3 0,-17 2 252,14-1 1,-21 1 0,-1-4 0</inkml:trace>
  <inkml:trace contextRef="#ctx0" brushRef="#br0" timeOffset="99946">28439 796 24575,'1'12'0,"2"1"0,1-1 0,1 0 0,-3-8 0,5 3 0,-6-3 0,10 4 0,-8-3-3277,18 23 0,-14-20 3047,10 20-2614,-11-4 2844,-1-6 0,-2 7 0,0-1 0,-3-7 0,-1 5 0,-4 1 0,-11 3 0,3 0 0,-1-10 0,-3-2 0,-10 1 3276,3 1-1177,-10 0-2099,27-12 3276,-9 2-2299,20-3-977,24-6 0,2 0-1639,2-5 1,0 0-1639,-4 1 3162,-1-2 0,1 0-571,-8 3 1,-2 1 685,2 0 0,0 0-312,4-4 0,-2 1 312,-5 6 0,2-4 0,-4-1 3276,-1 0-2646,7-13 0,-12 12 0,1-4 0</inkml:trace>
  <inkml:trace contextRef="#ctx0" brushRef="#br0" timeOffset="100362">28807 947 24575,'2'37'0,"-1"-15"0,8 11 0,-3-22 0,7 8 0,-5-10 0,6-2 0,11-11-1593,-12 4 1593,11-11 0,2-10 0,-11 6-1639,8-6 1,-1 1-1341,-11 7 2513,6-6 1,-4-1 465,-10 10 0,5-21 0,-10 21-3277,-12-14 2678,9 17 1208,-23-15-609,20 19 0,-18-9 0,18 12 3276,-6-3-2375,11 4 103,-1 2-1004,7 9 0,2-1 0,-2 0 0,2-6 0</inkml:trace>
  <inkml:trace contextRef="#ctx0" brushRef="#br0" timeOffset="100813">29239 818 24575,'-11'19'0,"3"-6"0,3 5 0,2 4 0,5 13 0,-2-17 0,1 1 0,4 3 0,3-2 0,4-5 0,2-2 0,2-2 0,1-2 0,12 6-1639,-7-22 1,-1-6-1639,-9 4 2336,8-13 0,-1-4 941,-8 5-1639,2-4 1,-2 0 925,-6 6-621,0-4 0,-1 1 1334,-3 12 1083,-1-13 1,0 2-1084,-1 12 1036,-6-21-1036,3 24 3276,-4-5-2298,-2 14-978,-4 12 0,4-8 278,3 11 1,2 2-279,4-3 0,-1 19 0,8-15 0,-3-8 0,3-5 0</inkml:trace>
  <inkml:trace contextRef="#ctx0" brushRef="#br0" timeOffset="101180">29644 761 24575,'-7'12'0,"0"9"0,2 0 0,2 7 0,3-13-3277,4 16 0,-3-22 1328,6 15 3527,1-16-1578,-1-2 0,20-2 0,-9-13 0,0-4 0,1 5 0,0-1 0,8-12 0,-2-5 0,-7 2 0,-3-3 0,0-3 0,-2 1 1638,-3 5 0,-3 1 0,-8-3 0,-2 5-1265,0 12-373,-12-15 0,11 22 0,-16-5 0,12 7 0,-16 6 0,18-5 0,-5 5 0</inkml:trace>
  <inkml:trace contextRef="#ctx0" brushRef="#br0" timeOffset="101862">26900 880 24575,'2'15'0,"0"13"0,-1-7 0,-1 0 0,1 9 0,-2-4 0,-1 6 0,0-7-1513,1-3 1513,-5 5 0,-2 8 0,-1 2 0,1-8 0,4-10 0,-1 0 0,-4 12 0,-2 6 0,4-9 492,3-8-492,3 1 250,6-19-250,9-17-820,6-12 1,-5 3 0,-4 2 0</inkml:trace>
  <inkml:trace contextRef="#ctx0" brushRef="#br0" timeOffset="102596">27023 865 24575,'27'-10'0,"0"-1"0,0 0 0,0 0 0,-1 1 0,-2 0 0,3 0 0,2 0 0,4-2 0,0 0 0,-1 1 0,-5 2-1639,1-2 1,1 1 1475,-2 1 1,6-1 0,3-2 0,1 1 0,-5 1 0,-6 2 162,-3 1 0,1 0 0,2-1 0,7-1 0,4-1 0,0 0 0,-3 1 0,-8 3 0,-2 0 0,-1 1 0,4-1 0,6-1 0,3-1 0,-3 1 0,-8 2-3277,9-1 1929,-1 0 0,5 1 1348,-6 2 0,4 2 0,5-1-263,-13 2 0,2-1 0,3 0 0,1 1 0,1-1 0,0 1 0,1-1 1,-2 1 262,1-1 0,-1 1 0,0-1 0,1 0 0,0 0 0,1 1 0,2-1 0,2-1-208,-7 1 0,3 0 0,1 0 0,2 0 1,0-1-1,1 1 0,0-1 0,0 0 1,-1 1-1,-1-1 0,-1 1 0,-2-1 1,-3 1 207,7-1 0,-3 1 0,-3 0 0,-1-1 0,2 1 0,2-1 0,6 0-76,-14 1 1,4-1-1,2 1 1,1-1 0,2 0-1,2 0 1,0 0 0,1 0-1,0 0 1,0 0 0,0 0-1,-2 0 1,0 0 0,-1 0-1,-3 0 1,-1 1 0,-3-1-1,-2 0 76,12 0 0,-6-1 0,-3 1 0,0 0 0,3-1 0,7 1 0,-13 1 0,4-1 0,2 1 0,3 0 0,2-1 0,1 1 0,2-1 0,1 1 0,0-1 0,1 1 0,-2 0 0,0-1 0,-1 1 0,-2 0 0,-2 0 0,-2-1 0,-4 1 0,-3 0 0,-4 1 0,14-2 0,-9 1 0,-2-1 0,10 1 0,-10 1 0,5-1 0,4 1 0,3-1 0,2 0 0,1 1 0,2 0 0,-1-1 0,-1 1 0,-1-1 0,-3 1 0,-4 0 0,-3 0 0,-6 0 0,14 0 0,-9 0 0,6 0 0,-6 1 0,7 0 0,4-1 0,1 1 0,0 0 0,-4 0 0,-5 0 0,-8-1 0,1 1 0,-5 1 1014,16-2 1,-11 3-1015,-26 0 3034,1 1-3034,-5 4 0,-5 10 0,-1 4 0,0 10 0,0 5 0,3-5 0,0 4 0,1 0 0,-1-1 0,0 0 0,0-1 0,2 2 0,2 0 0,1 3 0,2-1 0,0-5 1220,3 4 0,1-5-1220,-1-1 0,1-4 0,3 7 0,-14-32 0,-6 4 0,-17-4 0,-11-2 0,4 1-1639,16 0 1,-4 0 1600,6-1 0,-6 1 1,-5-1-1,-4 0 0,-4 0 1,-2 1-1,-2-1 0,-1 0 1,0 0-1,1 0 1,1 0-1,2 0 0,3 0 1,4 0-1,5 1 38,-9-1 0,8 0 0,2 0 0,-3 0 0,-8 0 0,12-1 0,-3 1 0,-3 0 0,-1 0 0,-3 0 0,0 0 0,-3 0 0,0-1 0,-2 1 0,0 0 0,-1-1 0,0 1 0,0-1 0,0 0 0,0 1 0,1-1 0,1 0 0,1 0-86,2-1 0,0 1 0,-1-1 0,1 1 0,0-1 0,-1 0 0,1 0 1,0 0-1,-1 0 0,0 0 0,1 0 0,-1 0 0,0 0 0,0 0 1,0-1-1,0 1 0,-1 0 0,1 0 0,-1 0 86,2 0 0,-1 0 0,1 0 0,-1 0 0,0 0 0,-1 0 0,1-1 0,0 1 0,-1 0 0,0 0 0,1 0 0,-1 0 0,0 0 0,1 0 0,-1 0 0,1-1 0,-1 1 0,1 0 0,0 0 0,0-1 0,0 1-102,-1 0 1,0-1-1,0 1 1,0-1-1,0 1 1,-1-1 0,1 1-1,0-1 1,0 1-1,0-1 1,0 1 0,1-1-1,-1 1 1,1-1-1,1 0 1,-1 1-1,1-1 1,1 1 0,0-1-1,0 1 102,-4-1 0,1 0 0,-1 1 0,1-1 0,0 0 0,0 1 0,1-1 0,1 0 0,0 0 0,0 1 0,2-1 0,0 0 0,1 0 0,1 0 0,1 0 0,-11-1 0,3-1 0,1 1 0,2-1 0,0 0 0,1 1 0,0-1 0,0 1 0,-1 0 0,0 1 0,1 0 0,0 0 0,0-1 0,0 1 0,-1 0 0,0-1 0,-1 0 0,-2 0 0,1 0 0,1 0 0,2 0 0,3 1 0,5 0 88,-4 0 1,6 1 0,2 0-89,-1 0 0,9 1 2161,14 1-2161,-2 0 3231,12-1-3231,12-5 0,-10 3 0,7-3 0</inkml:trace>
  <inkml:trace contextRef="#ctx0" brushRef="#br0" timeOffset="103367">31006 1194 24575,'5'16'0,"-3"-7"0,13 23 0,-9-19 0,5 10 0,0 1 0,-3-8-1639,5 16 1,0-1-1639,-7-16 1638,2 5 1,2 4 2071,-2 2 0,2 0-433,0 1 0,2 3 0,1 1 0,2 3 0,-2-3 0,-1-2 0,1-4 0,5 2 0,-3-5 0,-6-14 1783,10 1-1783,-8-12 0,0 4 0,2-10 0,-4 3 3276,3-3 0,-2-3-2646,-3 4-630,-1-10 0,-2 6 0,0-1 0,-1 7 0</inkml:trace>
  <inkml:trace contextRef="#ctx0" brushRef="#br0" timeOffset="103645">31374 1638 24575,'0'14'0,"0"-3"0,-2-3 0,0-1 0,-1 1 0,0 2 0,-3 9 0,4-5 0,-5 0 0,3-7 0,-1-7 0,2 0 0,2 0 0</inkml:trace>
  <inkml:trace contextRef="#ctx0" brushRef="#br0" timeOffset="104929">31706 1917 24575,'-3'-15'0,"2"2"0,0 11 0,1 2 0,9 13 0,5 16 0,-4-9 0,1 0 0,-2-2 0,0 0 0,-1 2 0,0-2 0,-3-5 0,-1 14 0,-2-16 0,-1 2 0,-1-11 0,2-18 0,-3-4 0,0-1-911,1-5 911,-1 5 0,-1 0 0,0 4 0,-1 2 0,1-12 0,5 8 0,0 4 0,2-1 0,4 10 0,2-6 0,0 5 911,-1 2-911,-2 13 0,0-2 0,12 20 0,-9-12 0,11 15 0,-16-20 0,8 11 0,-13-14 0,5 9 0,-6-4 0,0-1 0,0 1 0,0-5 0,0-1 0,0-3 0,0 0 0</inkml:trace>
  <inkml:trace contextRef="#ctx0" brushRef="#br0" timeOffset="105331">32034 1946 24575,'-5'15'0,"1"7"0,4-12 0,0 13 0,7-4 0,-3-5 0,7 3 0,-7-14 0,2-1-3277,10-20 0,-10 11 3047,12-18 230,-8 6 0,-6-8 0,4 5 0,-19-9 0,3 23 0,-12-9 0,10 13 0,-8 3 0,14 2 0,-9 2 0,5 7 0,-1-2 0,-1 8 0,6-9 3276,1 5 0,7-8-3218,3 0 0,-1-3 0,-1-1 0</inkml:trace>
  <inkml:trace contextRef="#ctx0" brushRef="#br0" timeOffset="105700">32116 1927 24575,'6'1'0,"3"4"0,-2 0 0,1 3 0,-1 2 0,-5-3 0,4 2 0,-4-6 0,1 0 0,-2-1 0,2-1 0,-2-1 0,5-10 0,1-2 0,2-1 0,-4 1 0,-3 9 0,-1-1 0,1 3 0,5 1 0,-4 0 0,2 0 0</inkml:trace>
  <inkml:trace contextRef="#ctx0" brushRef="#br0" timeOffset="107078">32327 1929 24575,'10'-11'0,"-4"5"0,16-11 0,-12 12 0,11-7 0,-8 30 0,-3 10 0,-5-7 0,-1 0 0,-1 11 0,-2-9 0,-1-18 0,0-5 0,0-12 0,3-17 0,-1 9 0,9-11 0,-4 21 0,11-9 0,-10 13 0,8-3 0,-6 13-3277,3 8 0,-4-5 3047,0 8 230,-2-8 0,-3-1 0,3 1 0,-4-3 0,0-4 3276,7-3 0,-1-1-3044,8-5-232,-6 3-3277,8-5 0,-12 6 3047,7-1 230,-11 3 0,2 2 0,2 11 0,-3-4 0,3 14 0,5-7 0,-1-2 3276,15-1 0,7-8-3765,-11 0 489,6-2 0,-20 0 0,-1 0 0,0-2 0,-4-1 0,2-5 0,-3 1 721,2-5-721,-4 3 0,2 0 0,-4 3 0,-1 3 0,0 3 0,-5 0 0,4 3 0,0 1 0,2 7 0,2-4 0,0 4 0,2-6 0,-2-3 0,3-1 0,-1 0 0,1-1 0,1 0 0,0 0 0,-1-1 0,-3 0 0,-9 4 0,-3 4 0,-1 1 0,-1 2 0,9-3 0,3-1 0,4-2-3277,16 0 0,-11-3 3047,13-1 230,-11-4 0,3-3 0,3-8 0,-8 6 0,3-6 0,-7 7 0,0 3 0,-1 0 0</inkml:trace>
  <inkml:trace contextRef="#ctx0" brushRef="#br0" timeOffset="107365">32979 1755 24575,'0'20'0,"0"0"0,0 7 0,0-3 0,0-4 0,2 16 0,2-10 0,1-5 0,4 8 0,-2-11 0,-1-2 0,1 4 0,0-15 0,-1 5 0,6-10-3277,9-17 0,-9 12 3047,7-15 82,-13 12 0,-4 4 0,3-2 1</inkml:trace>
  <inkml:trace contextRef="#ctx0" brushRef="#br0" timeOffset="107679">33134 1949 24575,'3'18'0,"-1"-5"0,2 0 0,1-11 0,3-3 0,-3-2 0,4-9 0,-7 5 0,0-4 0,-4 5 0,-7 7 0,2-2 0,-3 5 0,3 9 0,3-5 0,-4 17 0,9-15 0,1 1 0,15-11-820,-3-6 1,1 2 0,-8-2 0</inkml:trace>
  <inkml:trace contextRef="#ctx0" brushRef="#br0" timeOffset="107868">33267 1953 24575,'11'29'0,"-7"-16"0,11 19 0,-12-29 0,3 8 0,-9-10 0,-8-1 0,4-1 0,-3 0 0</inkml:trace>
  <inkml:trace contextRef="#ctx0" brushRef="#br0" timeOffset="112161">31122 2653 24575,'11'-2'0,"11"-3"0,0-2 0,1 0 0,12-2-1639,-4-1 1,-2 2-1605,-8 5 4194,2-4 0,0 0-951,-6 5 0,4-4 0,-14 4 0</inkml:trace>
  <inkml:trace contextRef="#ctx0" brushRef="#br0" timeOffset="112682">31497 2455 24575,'-7'36'0,"3"-17"0,2-1 0,2-1 0,2 4 0,0-1 0,-1-7 0,4 8 0,0 0 0,-1-5 0,2-2 0,-9-30 0,2 6 0,-6-15 0,1 5 0,2 7 0,-6-22 0,7 23 0,-1-7 0,4 14 0,4-1 0,29 1 0,-10 2 0,11 0 0,2 3 0,-13 2 0,-1 1-1378,1-1 0,-1-1 1378,5 6 0,-27 5 0,-1-6-3277,-17 18 683,11-17 2594,-16 12-618,4-12 618,-2 4 0,2-4 0,0-1 0,2 2-2554,-10 3 2554,21-9 0,-3 2 0,7-4 0</inkml:trace>
  <inkml:trace contextRef="#ctx0" brushRef="#br0" timeOffset="117879">32128 3038 24575,'-9'0'0,"-2"4"0,-2-2 0,-1 7 0,-1 0 0,-6 12 0,5-4-3277,-6 13 0,15-20 1696,-5 8 1,1-1 1580,5-9-461,-7 10 1,1 1 460,9-9-1631,-6 7 1,1 0 1630,6-7 0,-5 8 3261,8-5-3261,1-6 0,8 15 0,-4-13-1469,18 16 1469,-16-19 63,8 7 0,0-1-63,-6-6 1638,6 3 0,1 2-704,0-2-934,2 0 0,-2-3 0,-10-2 819,3-2 0,-6 3 0,-2-5 0</inkml:trace>
  <inkml:trace contextRef="#ctx0" brushRef="#br0" timeOffset="118312">32223 3163 24575,'8'12'0,"8"18"-3277,-6-13 0,6 11 3602,-9-9 0,-1 1-325,0-1 0,0 0 646,1 3 1,-1 0-647,2 0 0,-2-5 0,-5-10 0,5 9 819,-6-15 0,0 1 0,0-5 0</inkml:trace>
  <inkml:trace contextRef="#ctx0" brushRef="#br0" timeOffset="118802">32240 3238 24575,'4'-14'0,"-1"-3"0,0 12 0,-2-8 0,6 9 0,9-3 0,4 4 0,2 2 0,7-2 0,-4 5 0,-2 1 0,-6 2 0,4 4 0,-8 3 0,-7-5 0,-9 7 0,0-10 0,-6 2 0,-2 0 0,3-5 0,-11 9 0,7-8 0,-2 4 0,6-4 0,-4 3 0,6-2 0,-6 1 0,8-1 0,0-3 0,4 2 0</inkml:trace>
  <inkml:trace contextRef="#ctx0" brushRef="#br0" timeOffset="119230">32486 3182 24575,'7'3'0,"2"7"0,0 5 0,-1-1 0,4 8 0,-7-9 0,2 4 0,1 2 0,2 6 0,-2-1 0,-1-1 0,0-2 0,0 10 0,-5-22 0,0 1 0,-2-7 0,-2-3 0,-1-1 0</inkml:trace>
  <inkml:trace contextRef="#ctx0" brushRef="#br0" timeOffset="119745">32522 3241 24575,'3'-8'0,"7"-10"0,-3 8 0,7-12 0,-8 14-3277,4-6 0,-7 11 3047,3-2 230,-1 3 0,5 3 0,0 0 0,14 4 0,-8-1-3277,9 6 2017,-14-7 4536,8 8-2015,-14-10-1261,7 6 0,-9-5 0,-4 3 0,-1-3 0,-9 4 0,5-3 0,-10 4 0,11-5 3276,-5 1 0,6-2-3044,0 0-232,-2 1 0,3 0 0,0 0 0,1-1 0</inkml:trace>
  <inkml:trace contextRef="#ctx0" brushRef="#br0" timeOffset="120662">32025 3609 24575,'-13'7'0,"-2"3"0,5-5 0,-5 11 0,10-12 0,-8 18 0,9-13 0,-10 18 0,9-15 0,-10 15 0,13-18 0,-4 10 0,6-10 0,1 0 0,2-3 0,9-4 0,-4-2 0,5 0 0,-9 0 0,-2 0 0</inkml:trace>
  <inkml:trace contextRef="#ctx0" brushRef="#br0" timeOffset="121137">32277 3866 24575,'16'-6'0,"-9"3"0,7-2 0,-4 2 0,-1 3-3277,20-2 0,-19 2 2789,12 0 1,-19 0 0,1 0 0</inkml:trace>
  <inkml:trace contextRef="#ctx0" brushRef="#br0" timeOffset="121346">32599 3847 24575,'10'0'0,"-5"0"0,-1 0 0</inkml:trace>
  <inkml:trace contextRef="#ctx0" brushRef="#br0" timeOffset="121563">32770 3778 24575,'12'-14'0,"2"-9"-3277,-2 3 0,0-5 3150,-9 22 0,-2-2 0,1 4 1</inkml:trace>
  <inkml:trace contextRef="#ctx0" brushRef="#br0" timeOffset="121997">32712 2887 24575,'0'0'0</inkml:trace>
  <inkml:trace contextRef="#ctx0" brushRef="#br0" timeOffset="124728">30797 5711 24575,'17'-9'0,"1"0"0,13-5 0,1 0 0,-6 2 0,1 0-1093,3-1 1,3 1 0,-5 1-2185,6 0 2184,-8 4 1,3-2 0,-5 3 2420,1 1-1328,7-2 0,-2 1 1719,-16 4-1719,18 0 0,-27 2 0,5 1 0,-8-1 0,-2 2 0</inkml:trace>
  <inkml:trace contextRef="#ctx0" brushRef="#br0" timeOffset="125219">31267 5553 24575,'9'10'0,"-1"1"0,1 8 0,3 8 0,-7-13 0,3 5 0,-5-11 0,0-3 0,3 7 0,-1-10 0,1 5 0,0-6 0,1 0 0,-2-2 0,-1-4 0,-2 0 0,-4-10 0,-5 1 0,-1 0 0,-5 3 0,7 8 0,0 7 0,5-1 0,1 4 0,8-2 0,0-3 0,11 1 0,-8-3 0,-1 0 0,-7 0 0</inkml:trace>
  <inkml:trace contextRef="#ctx0" brushRef="#br0" timeOffset="129046">33001 1745 24575,'9'-5'0,"5"-6"0,-4 4-3277,16-19 0,-18 19 0,8-12 3931,-3 6-654,-4 2 0,9-13 0,-10 15 1811,2-8-1811,-8 13 0,1-2 0,-3 4 0</inkml:trace>
  <inkml:trace contextRef="#ctx0" brushRef="#br0" timeOffset="129518">33235 3069 24575,'20'-26'0,"1"0"0,-7 6 0,1 1 0,5-8 0,-1 3 0,-5 5 0,-1 2 0,0 2 0,-6 7 0,6-6 0,-10 11 0,-1 1 0</inkml:trace>
  <inkml:trace contextRef="#ctx0" brushRef="#br0" timeOffset="129929">33364 3832 24575,'22'-15'0,"3"-4"0,-13 9 0,0-2 0,0-2 0,-1-4 0,0 4-3277,10-12 0,-15 17 2621,8-8 1,-1 1-1,-9 10 1,13-13 0</inkml:trace>
  <inkml:trace contextRef="#ctx0" brushRef="#br0" timeOffset="138414">32149 4093 24575,'4'-4'0,"4"0"0,-2 1 0,8-1 0,-2-4 0,4 1 0,-4-2 0,0 2-3277,5-2 0,-7 4 3047,8-4-408,-10 7 1,-2-2 0,-1 3 0</inkml:trace>
  <inkml:trace contextRef="#ctx0" brushRef="#br0" timeOffset="140911">32007 4680 24575,'-5'0'0,"-12"0"0,11 0 0,-27 0 0,25 0-3277,-24 1 0,26 1 1328,-13 4 1949,1 21 0,6-13-1409,0 16 0,3 1 1409,7-16-148,0 13 1,2 0 147,4-13 0,7 13 0,-6-19 0,13 0 0,-13-7 3276,10 2-2161,-10-5-674,1 1-441,2-9 3276,1-5 0,6-6-3218,-6-1 0,-2 10 0,-6 4 0</inkml:trace>
  <inkml:trace contextRef="#ctx0" brushRef="#br0" timeOffset="142200">31835 4696 24575,'-7'12'0,"-3"7"0,2 0 0,1-2 0,5 0 0,2-12 0,5 14 0,1-10 0,15 15 0,4-8 0,0-2 0,8-1 0,-9-11 0,1 1 0,-3-7 0,-14-2 0,2-7 0,2-16 0,-6 15 0,2-11 0,-3 1 0,-4 9 0,1-15 0,-2-4 0,-4 7 0,0 1 0,2 0 0,0 0 0,-4-8 0,-2 1-1639,4 14 1,0 0-1,-1 1 1,1-1 950,-1-3 1,0 3 687,3 13-609,-3-13 609,11 32-3277,9 16 2598,-5-6 679,6 9 1995,-3-3-1995,-8-13-1349,7 17 0,-1 0 1349,-5-12 0,2 5 0,-1 2-307,-1 1 307,-1-2 1638,-2-7 0,0-2-1459,0 1-179,2-2 0,-4-10 0,1-7 0</inkml:trace>
  <inkml:trace contextRef="#ctx0" brushRef="#br0" timeOffset="142651">32156 4751 24575,'21'-2'0,"-5"1"0,11-5 0,-3-4 0,-5 3 0,2-3 0,-6-1 0,0 1 0,-6 0 0,-13 10 0,-2 2 0,-7 8 0,7 0 0,-3 1 0,0 11 0,6-10 0,-2 22 0,8-21 0,3 17 0,12-15 0,-6-2 0,23-5 0,-27-6 0,13-1 0,-20-1 0</inkml:trace>
  <inkml:trace contextRef="#ctx0" brushRef="#br0" timeOffset="143080">32533 4901 24575,'9'6'0,"-5"-7"0,1-24 0,-9-11 0,2 1-1639,-1 11 1,-1 4-1639,3 9 3047,-6-19 230,6 17-1639,14-9 1,3-2 378,-2 3 1260,6 3 0,9-2 0,2-1 0,-6 5-352,-2 4 1,0 0 351,1 0 0,5-4 0,2 0 0,-2 1 0,-6 3 0,-3 3 0,-1 0 0,11-5 0,4-2 0,-8 5 0,-13 7 0,20-9 0,-30 13 0</inkml:trace>
  <inkml:trace contextRef="#ctx0" brushRef="#br0" timeOffset="143330">33052 4569 24575,'6'-4'0,"-1"1"0,2 1 0,-3 2 0,0 0 0,-2 0 0</inkml:trace>
  <inkml:trace contextRef="#ctx0" brushRef="#br0" timeOffset="143935">32179 5185 24575,'-22'21'0,"10"-12"0,-4 10 0,0 1 0,8-7 0,-3 5 0,0-1 0,8-7 0,-2 4 0,8-12 0,-1 0 0,7-6 0,-4-2 0,11-15 0,-9 9-3277,7-17 2457,-12 20 1,2-2 0,-4 9 0</inkml:trace>
  <inkml:trace contextRef="#ctx0" brushRef="#br0" timeOffset="144213">32148 4988 24575,'11'19'0,"4"5"0,-3-3 0,-2-4 0,0 0 0,-2-3-1639,3 9 1,0-1-1639,-5-10 0,8 19 3196,-1-2 81,-5-9-1115,3 3 1,1-1 1114,-4-6-184,11 10 184,-15-21 3276,7 5-2513,-3-10 437,3-2-1200,7-10 0,-7 3 0,1-2 0,-9 7 0</inkml:trace>
  <inkml:trace contextRef="#ctx0" brushRef="#br0" timeOffset="144434">32426 5251 24575,'5'20'0,"0"-7"0,2-6 0,1-7 0,2 0 0,7-3 0,6-5 0,-2 3 0,5-8 0,-14 8 0,2-5 0,-9 6 0,-3 0 0,-2 2 0</inkml:trace>
  <inkml:trace contextRef="#ctx0" brushRef="#br0" timeOffset="144713">32755 5187 24575,'7'-5'0,"-1"2"0,0 1 0,-1 2 0,14-7 0,-5 6 0,16-8 0,-18 9-820,4 0 1,-13 0 0,0 2 0</inkml:trace>
  <inkml:trace contextRef="#ctx0" brushRef="#br0" timeOffset="145546">32617 5686 24575,'7'17'0,"-4"-8"0,6 18 0,-4-6 0,5 9-1639,-1-5 1,-1 0-1639,0-2 2978,1 1 1,-1-2 298,-3-10 0,4 13 0,-3-10 0,-1-2 0,-1-1 3276,-2-6 0,-1-2-6553,-6-20 369,3 8 1269,-6-16 1,0 0 378,6 12 1260,-5-7 0,-1-3 0,-2-12-1517,3 10 0,-1 1 1517,2 3 0,0 1 0,-4-15 2601,5 13-2601,3 6 0,0-18 0,2 20 0,5-23 0,-4 27 0,8-21 0,-2 10 0,2 3 3276,0-1-2230,4 21-1046,2 15 0,-1 4 0,5 6 0,-1 0 0,-1 1 648,-5 0-648,0-1 0,-6-10 3276,-6-4 0,-6-1-3044,-1-3-232,-2 3 0,4-12 0,0 1 0,-1-3 0,0-2 0,-1 2 0,1-2 0,4 3 0,1 0 0</inkml:trace>
  <inkml:trace contextRef="#ctx0" brushRef="#br0" timeOffset="145979">32868 5637 24575,'8'0'0,"0"0"0,-2-2 0,0 2 0,-1-4 0,2 2 0,-3-4 0,1 1 0,-4-1 0,-1-1 0,-9 7 0,6-1 0,-11 11 0,11-6 0,-10 19 0,11-14 0,-5 14 0,7-13 0,5-1 0,-4-4 0,3-4 0</inkml:trace>
  <inkml:trace contextRef="#ctx0" brushRef="#br0" timeOffset="146328">32957 5607 24575,'8'0'0,"-3"0"0,1 0 0,0 3 0,-1 0 0,1 2 0,-3-3 0,0-6 0,-1-8 0,0 4 0,0-5 0,1 5 0,-1 1 0,1 0 0,-3 2 0,0 3 0,0 1 0</inkml:trace>
  <inkml:trace contextRef="#ctx0" brushRef="#br0" timeOffset="146900">33153 5515 24575,'-11'13'0,"4"-2"0,-2 12 0,7-9 0,-1 3 0,7-15 0,0-3 0,6-18-3277,-3-11 0,0 9 1638,-6-6 1,-3 1 1159,0 14 393,-2-13 0,-2 1 86,2 14 0,-4-6 0,12 35 0,5 13 0,1 0 1638,-4-8 0,1-2 38,1 3 1600,-1 1-2800,-3-15 1,-4-9 0,0-5-1</inkml:trace>
  <inkml:trace contextRef="#ctx0" brushRef="#br0" timeOffset="147080">33217 5495 24575,'0'0'0</inkml:trace>
  <inkml:trace contextRef="#ctx0" brushRef="#br0" timeOffset="147396">33350 5476 24575,'4'3'0,"-2"6"0,-2-6 0,0 4 0</inkml:trace>
  <inkml:trace contextRef="#ctx0" brushRef="#br0" timeOffset="147796">32820 6025 24575,'18'-9'0,"10"-11"0,-2 5-1639,0-5 1,-1 2-1639,-4 5 1638,-2-1 1,0 1 2731,-3 3-1093,-1-1 1752,2-1-1752,-11 5 0,-2 2 0,-4 4 0,-2 1 0</inkml:trace>
  <inkml:trace contextRef="#ctx0" brushRef="#br0" timeOffset="148478">32542 6452 24575,'11'0'0,"9"2"0,-2-2 0,3 0 0,-1-2 0,-5-1 0,20-3 0,-25-1 0,10-2 0,-2-3 0,-7 3 0,6-6 0,-14 7 0,7-12-3277,-1-11 0,-3 10 3047,7-13 230,-2 2 0,3 0 0,-8 13 0,0 2 0,0 2 0,-5 9 0</inkml:trace>
  <inkml:trace contextRef="#ctx0" brushRef="#br0" timeOffset="149678">32758 6198 24575,'-2'6'0,"1"4"0,1 3 0,0-2 0,0 8 0,0-11 0,0 16 0,2-8 0,-1 2 0,6-11 0,8-18 0,-5 3 0,13-14 0,-17 17 0,8-11 0,-11 14 0,8-13 0,-4-5-1251,0 6 1251,-2-7-639,-2 0 639,-2 4 0,0-15 0,-1 20 0,-3-4 0,2 14 0,0-3 0</inkml:trace>
  <inkml:trace contextRef="#ctx0" brushRef="#br0" timeOffset="151615">32860 6177 24575,'0'0'0</inkml:trace>
  <inkml:trace contextRef="#ctx0" brushRef="#br0" timeOffset="178463">29097 8696 24575,'35'0'0,"-10"0"0,-4 0 0,0 0 0,7 0 0,3 0 0,-1 0-3277,-2 0 1638,-4 0 1,1 0 1285,5 0 353,-13 0-1639,8 0 1,-1 0 419,-11 0 1219,7 0 0,2 1 0,5 0 0,2 0 3276,6 0-3069,-14 0-207,2 1 1136,14 0-1136,-10 1 0,0 0 0,7 1 0,-4-2 0,5 1 0,-7-2 0,-3 1 0,13 0 0,-2-1 0,-21-1 0,7 0 0</inkml:trace>
  <inkml:trace contextRef="#ctx0" brushRef="#br0" timeOffset="178829">30523 8713 24575,'0'0'0</inkml:trace>
  <inkml:trace contextRef="#ctx0" brushRef="#br0" timeOffset="180712">2240 4078 24575,'5'0'0,"2"0"0,4 2 0,9 10 0,-4-4-1639,1 4 1,0 1-1639,-7-6 2583,9 5 1,0 0 693,-8-6 0,6 4 0,2-1 0,7-3 0,0 1 0,7-5 0,-13-4 0,1-1 0,0-1 0,5-1 0,-4-1 0,-1-1 0,-5 2 0,3-2 0,-3 0 0,-7 3 1157,13-7-1157,-10 5 0,-2 0 0,4 0 0,-9 4 0,0-1 3276,0 0 0,-4 0-3044,5-2-232,-4 2 0,1 0 0,0 0 0,-1 1 0,-1 0 0</inkml:trace>
  <inkml:trace contextRef="#ctx0" brushRef="#br0" timeOffset="182346">2798 4085 24575,'0'10'0,"0"2"0,1 0 0,0 0 0,2-1 0,-3-5 0,3 4 0,-2-5 0,1 0 0,-1-11 0,-2-6 0,-1-1 0,1-1 0,2 11 0,1-2 0,13 5 0,-5 0 0,22 0 0,-19 0-1639,6 2 1,0 0-1639,-10-1 3047,17 5 230,-10-3 0,-2 2 0,-1 0 0,-8-1 0,-5-1 3276,0 0 0,-5 3-3044,1-1-232,-2 2 0,2-4 0,2-1 0,-1-1 0,3 2 0,-3-3 0,0 3 0,-2-3 0,1 3 0,-1 0 0,1 0 0,-3 3 0,3-2 0,-3 0 0,5-2 0,-3 1 0,0-3 0,2 1 0,0-2 0,-1-2 0,1 1 0,-4-5 0,0 4 0,1-1 0,-2 2 0,5 2 0,-2 0 0,1 3 0,-1-1 0,1 1 0,2-1 0</inkml:trace>
  <inkml:trace contextRef="#ctx0" brushRef="#br0" timeOffset="184330">2796 4169 24575,'1'5'0,"0"5"0,1-1 0,-1 0 0,0 4 0,-1-8 0,0 9 0,0-10 0,0 12 0,0-12 0,0 12 0,0-12 0,0 9 0,0-17 0,3-1 0,-1-5 0,1-5 0,0 11 0,-3-7 0,3 5 0,-1-2 0,1 5 0,0 2 0,0 1 0,3-2 0,-1 2 0,2-1 0,-3-1 0,3 2 0,2-4 0,3 2 0,-1-2 0,-3 3 0,0-2 0,3 1 0,-1-1 0,-4 2 0,-5 3 0,-3 2 0,-3 6 0,2-1 0,-1 0 0,1 0 0,1-6 0,-4 6 0,1-1 0,-3 4 0,3-3-3277,1 1 0,1-8 3047,2 1 230,2-2 0,5 0 0,-4 0 0,2-1 0</inkml:trace>
  <inkml:trace contextRef="#ctx0" brushRef="#br0" timeOffset="199062">8341 13507 24575,'11'-4'0,"4"0"0,4-4 0,-4 3 0,7-8 0,-9 1 0,2 0 0,-1-4 0,-8 10 0,11-12 0,-4 5 0,1-2 0,1 1 0,-10 3 0,9-8 0,-8 6 0,6-3 0,-4 10 0,2-1 0,2 1 0,-4 4 0,-3 1 0,-1 1 0</inkml:trace>
  <inkml:trace contextRef="#ctx0" brushRef="#br0" timeOffset="200401">8573 13297 24575,'10'2'0,"-4"0"0,7 3 0,-3 3 0,4-1 0,1 2 0,1-7 0,5 1 0,7-3 0,2 0 0,-10 0 0,-4-2 0,-19 2 0,-9 0 0,-1 2 0,-16 2 0,12 0 0,-9 0 0,12-1 0,1 0 0,5-2 0,5-12 0,2 6 0,1-12 0,0 11 0,-1-3 0,0 4 0,-3-2 0,2 4 0,-8-1 0,4 4 0,-12 3 0,10-3 0,2 3 0,16-6 0,2 1 0,7-1 0,-17-1 0,-7 2 0,-18-1 0,-3 4 0,4 0 0,9 4 0,11-3 0,4 1 0,4-1 0,10-4 0,-3 2 0,7-1 0,-11 1 0,0 0 0,-5 0 0,-2 1 0,5 5 0,-4-2 0,4 3 0,0 2 0,0-1 0,5 5 0,-5-5 0,0-4 0,-5-1 0,-1-3 0,-1 2 0</inkml:trace>
  <inkml:trace contextRef="#ctx0" brushRef="#br0" timeOffset="206011">8647 13293 24575,'19'17'0,"-8"-7"0,5 0 0,-12-7 0,-5 2 0,-4-2 0,-24 4 0,10-4 0,-6 1 0,15-4 0</inkml:trace>
  <inkml:trace contextRef="#ctx0" brushRef="#br0" timeOffset="224928">4937 15333 24575,'21'0'0,"10"0"-1639,-5 0 1,1 1-1639,4-1 2302,-1 2 1,0 0 974,3 3 0,-15-2 0,3-1 0,7 2 0,3 0 0,-6-2 0,1-1 0,-1 1 247,7 0 0,1-1-247,-4 1 0,5-1 0,-1 1 0,-7-2 0,-6 1 0,-1-1 0,9 1 0,6 0 0,-1 0 0,-7-1 0,3 0 0,4 1 0,8 0 0,-8-1 0,-5 0 0,0 0 0,7 0 0,0 0 0,-1 0 0,1 0 0,0 0 0,-4 0 0,0 0 0,1 0 0,1 0 0,3 1 0,-1-1 0,-3 1 0,-3-1 0,-3 0 0,1 0 0,2 1 0,1-1 0,-2 1 0,0-1 0,-2 0 0,-5 1 0,-2-1 0,10 1 0,-1 0 0,-1-1 0,-1 0 0,-3 0-1639,10 0 1,0 0 784,-17 0 589,14 0 1,1 0 264,-18 0 0,22-1 0,-24-1 3276,2 0-2684,-2-1 2684,0 3-767,13-1-2509,-3 1 0,0 0 3016,0-2-3016,-14 2 0,3-1 0,-9 1 0</inkml:trace>
  <inkml:trace contextRef="#ctx0" brushRef="#br0" timeOffset="226468">8004 15437 24575,'4'0'0,"4"-2"-3277,15 1 0,-13-1 1638,17-2 1,1 0-1639,-16 3 2861,13-1 1,10-1-1,-6 2 416,-2 1-508,-2 0 1,8-1 0,0 1 0,-8-1 507,8 1 221,0-1 1,6 0 0,-7 0-222,-3 1 1102,7-1 0,3 1-1102,-6 0 0,-3 1 0,-10-1 0,2 0 0,10 0 0,4 0 0,-6 0 0,0 1 0,-5-1 0,9-1 0,2 0 0,-2 1 0,-7-1 0,-5 2 0,0-1 0,9 0 0,10 0 0,3-1 0,-4 1 0,-10-1 756,2 1-756,-7 0 0,5 0 0,2 0 0,-3 0 463,-2 0 1,-1 0 0,1 0-464,1 1 0,1-1 0,0 0 0,-1 1 0,2-1 0,-1 0 0,1 0 0,-1 1 0,3 0 0,-3 0 0,-6 0 0,-2 0 0,9-1 0,8 1 0,-7-1 0,-7-1 0,9 1 0,8-1 0,-7 1 0,-1 0 0,1-1 0,7 1 0,-7-1 0,-15 1 0,0 0 0,14-1 0,5 0 0,-8 0 0,-8 1 0,9-2 0,2 1 0,-6 1 0,-1 0 0,3 0 0,1-1 0,2 1 0,-2 0 0,-8 1 0,-5-1 201,-6 1-201,-2 0 3276,-3-1-2942,2 0 1,-3 0-1,-1 0 1</inkml:trace>
  <inkml:trace contextRef="#ctx0" brushRef="#br0" timeOffset="227394">12016 14809 24575,'9'-14'0,"3"-4"0,0 0-1639,1 3 1,-1 0-1639,-5 3 2002,11-4 0,2 0 1275,-4 2 0,8 0 0,5-1 0,0 2 0,-1 2 220,-8 3 0,0 0-220,9-1 0,-1 1 0,-8 3 0,-1 1 0,-1 2 0,2-1 0,12-3 0,-1 2 0,-5 2 0,-2 0 0,-3-1 3276,-10 3-698,9-3-1884,-11 2-694,-2 0 529,2 1 0,-6 0 0,-1 0 0</inkml:trace>
  <inkml:trace contextRef="#ctx0" brushRef="#br0" timeOffset="228410">12544 14458 24575,'7'13'0,"10"12"-1639,-4-9 1,1-1-1639,5 9 1638,-1-8 1,-2-3-1639,-11-9 5064,17 10-1787,-16-9 0,3 0 0,-3-2 0,-4-10 3276,-5-8-2015,-6-10-1261,-1 5 0,-3-3 0,8 18 3276,-2-8 0,2 9-3044,4-4-232,17 1 0,-8 3 0,15-1 0,2 1 0,-7 0-1639,12 2 1,0 0-1639,-12 0 3162,4 1 0,-6 2 115,-15 2 0,2 2 0,-17 10 0,-9 8 0,3-1 0,5-7 0,1-2 0,1-1 0,-3 0 0,0-1 3276,6-4-1638,-6 4 0,1 0-1406,8-4-232,-7 5 0,13-9 0,6-5 0,3-1 0,6-6 0,-4 0 0,0 0 0,-7 4 0,-2 2 0,-3 3 0</inkml:trace>
  <inkml:trace contextRef="#ctx0" brushRef="#br0" timeOffset="229616">13089 15377 24575,'16'-1'0,"12"-2"0,-2 1 0,-1-2 0,2 1 0,-1 1 0,3 0-1093,-2-1 1,2 0 0,-1 0-547,2 1 1,0 0 545,2-1 1,3 1 0,-6 0 1661,5 1-569,-8 0 0,4 0 0,-3 0 0,7 1 0,-9 0 0,4-1 0,-4 1 0,0 0 0,7-1 0,7 1 0,-6-1 0,2 1 0,-3 1 0,7-1 0,-7 1 0,5 0 0,-4-1 0,5 1 0,-7 0 0,-2-1 0,3 0 0,7 1 0,-8 0 0,-7-1 0,2 1 0,5-1 0,-5 0 1822,-1 0-1822,-1 0 0,6 0 0,-7-1 0,-2 1 0,15-2 0,0-1 0,-13 3-1639,14-2 1,0 0 595,-13 2 1043,3-1 0,7 1 0,-5 0 3276,3 0-3215,-8 0 0,5 0 0,3 1 0,-1-1-61,0 1 0,0-1 0,1 1 0,-3-1-926,2 1 0,-1 0 1,1-1 925,2 1 0,1-1 0,1 1 0,-4-1 0,-2 0 0,-2 0 0,0 0 0,3 0 0,0 0 0,3 0 0,-3 0 0,4 0 0,1 0 0,-2 0 0,-4 0 0,0 0 0,-4-1 0,2 1 0,2-1 0,4 0 0,-2 0 0,-5 0-35,-5 0 1,-1 0 34,13-2 0,-2 0 0,-8 2 0,4 0 0,5 0 0,-6 0 3276,-8 1-3252,13 0 1,6 0-25,-12 0 0,1 0 0,1 0 0,0 0 0,1 0 0,1 0 0,6 0 0,1 0 0,-1 0-654,-4 0 1,-2 0-1,-2 0 654,-4 0 0,0 0 0,6 0 0,-2 0 0,0 0 0,8 0 3276,-17 0-2452,4 0-714,4 0-110,-3 0 0,-1 0 0,11 0 0,-18 0-1639,17 0 1,1 0 1001,-11 0 637,7 0 0,8 0 0,-8 0 2347,-9 0-2347,4 1 0,8 0 0,1 0 0,-7 0-656,4 0 1,7 2-1,-5-1 1,-21-2 0</inkml:trace>
  <inkml:trace contextRef="#ctx0" brushRef="#br0" timeOffset="230978">2226 15966 24575,'29'3'0,"-3"-2"0,9-1 0,3 1 0,0-1 0,-7 1-1093,-5 0 1,-4 0 0,7 0 794,-3-1 0,6 1 0,5-1 0,3 0 0,3 0 0,1 1 0,-1-1 0,-3 0 1,-2 0-1,-5 0 0,-6 0-795,4 0 1,-7 0 0,8 0 893,-8 0 1,6 0-1,5 0 1,3 0-1,2 1 1,3-1-1,1 0 1,1 1 0,-2-1-1,0 0 1,-3 1-1,-3-1 1,-4 0-1,-5 0-98,12 1 1,-8-1 0,0 0 0,8 0 296,-13 0 0,4 0 0,2 1 0,3-1 0,2 0 0,2 0 0,0 0 0,1 1 0,-1-1 0,0 0 0,-2 1 0,-2-1 0,-2 0 0,-2 1-317,7-1 1,-3 1 0,-2 0-1,-1 0 1,0 0 0,0-1 0,2 1 316,-2-1 0,2 0 0,0 0 0,0 0 0,0 0 0,-1 0 0,0 1 0,-2-1-50,4 2 0,1-1 0,-1 1 0,-2 0 0,-5-1 0,-4 1 50,-3-1 0,-1 0-25,6 1 0,3 0 0,-9 0 25,-13 0 2029,20-1-2029,-17-4 0,0 1 3034,0-3-3034,-6 2 0,-2 0 0,1 1 0,-4 1 0</inkml:trace>
  <inkml:trace contextRef="#ctx0" brushRef="#br0" timeOffset="231413">4930 15741 24575,'1'5'0,"2"5"0,4 11 0,-1-3-1639,1 1 1,1 0-1639,-4-7 2042,3 8 0,0-1 1235,-4-5 1791,4 22-1791,-5-13 0,-2-4 0,0 1 0,-6 1 0,5-8 0,-8 8 0,4-9 0,1-4 449,-3 9-449,8-9 0,-2 0 0,11-2-820,0-9 1,0 2 0,-3-1 0</inkml:trace>
  <inkml:trace contextRef="#ctx0" brushRef="#br0" timeOffset="232629">19439 15448 24575,'36'-3'0,"-14"1"-1639,10 1 1,0 1-1639,-13 0 2184,5 0 1,7 0 0,-7 0-536,-3 0 820,13 0 0,-2 0 808,-17 0-192,19-6 192,-29 5 3276,8-13-3202,-8 5 0,-2-1 0,0 3 0</inkml:trace>
  <inkml:trace contextRef="#ctx0" brushRef="#br0" timeOffset="233011">19929 15093 24575,'4'23'0,"-2"-13"0,4 13 0,0-2 0,2 7 0,0 3 0,2 0 0,0-11-3277,2 5 0,-3-11 1800,6 9 1477,-10-17 0,6 8 0,-9-11 0,1-1 0,-3-1 0</inkml:trace>
  <inkml:trace contextRef="#ctx0" brushRef="#br0" timeOffset="233699">19964 15424 24575,'-12'8'0,"-13"7"0,3-2 0,0 2 0,7-7 0,27-12 0,-6 0 0,22-10 0,-11 3 0,11-6 0,-4 1 0,-4 4 0,-6 0 0,-9 10 0,-4-2 0,-6 7 0,-3 0 0,-15 10-3277,1 6 0,2-6 3047,1 5 230,19-15 0,-2 3 0,23-4-3277,0-1 2017,2 0 1260,-7-1 3276,-11-1-2015,-6 3-1261,-2 2 0,-3 9 0,1-2 0,6 6 0,11 0 0,-7-7 0,9 4 0,-2-10 0,-7 0 0,5 0 0</inkml:trace>
  <inkml:trace contextRef="#ctx0" brushRef="#br0" timeOffset="241699">1364 4134 24575,'-18'12'0,"-7"6"0,-2 7 0,8-2 0,0 0 0,4-6 0,1 0 0,-2 4 0,1 3 0,2-4 0,2 1 0,-4 3 0,-4 6 0,4-6-3277,5-1 1638,-4 0 1,0 2 1174,2-1 1,2-2 1874,-2 2-1411,1 4 0,-1 8 0,2-7 0,2-2 0,2 1 0,0 6 0,2-6 0,3-2-1639,-1 8 1,0-1 142,3-11-100,4 8 0,2-1 1596,-3-17 1309,3 8 0,1 4-1309,7 7 0,-2-9 0,2 0 0,1 2 0,2-1-572,0-6 0,2 0 1,0-2 571,-1-3 0,2-2 0,2 1 0,4 0 0,0-1 0,2-2 0,0-2 0,0-1 0,6 5 0,0-2 0,-3-3 0,1-1 0,-5-1 0,5 0 0,5 1 0,-1 0 0,-14-3 0,2 2 0,1 0 2841,0-3-2841,-4 0 1638,-3 1 0,0-2 132,-4-2-1770,0 1 0,-11-1 0,-4 2 0</inkml:trace>
  <inkml:trace contextRef="#ctx0" brushRef="#br0" timeOffset="242445">1819 5256 24575,'-6'17'0,"-2"10"0,2-8 0,-1 17 0,7-29 0,-1 15 0,1-11 0,0 1 0,0-6 0,0-5 0,0-19 0,-7-5 0,0 4 0,-1 0 0,-6-8 0,1 7 0,0 1 0,-2-8 0,1 3 0,7 5 0,15 18 0,3-1 0,17 4 0,-3-1-1639,-3 1 1,0 0-1639,-1 1 1638,3-1 1,-1 0 922,-11 0 716,22 6 0,-23-5 0,5 7 0,-9-5 3276,-1 10-1633,-5-2-1643,1 0 3276,-11 7-924,2-12-2352,-20 15 0,3-9 0,3-1 0,1-2 0,7-7 0,-1 5 0,-5 0 0,-4 3 0,9-3 0,-3 0 0,30-11 0,-9 2-3277,28-8 0,-25 6 3047,17-5-102,-7 3 1,-7 1 0,4 0 0</inkml:trace>
  <inkml:trace contextRef="#ctx0" brushRef="#br0" timeOffset="250095">2756 4108 24575,'0'11'0,"1"4"0,1 4 0,0-2 0,-1-2 0,1-6 0,-2 0 0,1 0 0,1-1 0,-2-2 0,2 0 0,-1-4 0,2-3 0,3-4 0,-1 1 0,1-5 0,-3 7 0,2-5 0,-2-1 0,3 2 0,-1-7 0,1 6 0,2-9 0,-2 5 0,3-4 0,-2 5 0,3-1 0,-6 5 0,4 1 0,-3 4 0,3-1 0,0 2 0,1-1 0,-2 1 0,7 0 0,-7 0 0,11 0 0,-13 1 0,6-1 0,-9 3 0,6 2 0,-5-2 0,10 9 0,-9-8 0,9 8 0,-9-9 0,4 3 0,-7-3-3277,-4 9 0,2-7 3047,-4 9 230,-3-2 0,0 0 0,-2 0 0,3-4 0,-2-4 3276,0 1 0,-6 4-3044,3-2-232,-3 5 0,8-6 0,-1 1 0,7-5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07:41.8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25230 2252 24575,'34'-2'0,"-16"-1"0,14 1 0,2-1-2023,-7 2 2023,-1 0 0,8 0 0,1 0 0,-8 0-1604,-9 1 0,2 0 1604,5 0 0,8-1 0,5 1 0,3-1 0,0 0 0,-3 1 0,-5 0-820,-2-1 1,-4 1 0,1 0 0,6 0 736,-8 0 0,5 0 0,3 0 0,2 0 1,2-1-1,1 1 0,0 0 0,0 0 1,-2 0-1,-3 0 0,-2-1 0,-4 1-737,12 0 1,-7 0 0,1 0 0,8 0 795,-15 0 0,4 0 0,4 0 0,3 0 0,2 0 0,1 0 0,1 0 0,1 0 0,-1 0 0,-1 0 0,-2 0 0,-3 0 1,-2 0-1,-5 0 0,-3 0-519,6 0 1,-6 0-1,-2 0 1,7 0 542,-4 0 0,3 0 0,3 0 0,2 0 0,2 0 0,1 0 0,0 0 0,0 0 0,-1 0 0,-2 0 0,-2 0-135,4 1 1,-2-1-1,-1 1 1,0 0-1,0 0 1,-1 0 0,2 0-1,0 0 135,1 0 0,0 0 0,1 1 0,0-1 0,0 1 0,1 0 0,-1-1 0,0 1 0,-1-1 0,-2 0 0,0 0 0,-1 0 0,0 0 0,1 0 0,-1 0 0,1 0 0,1 0 0,0 0 0,0 1 0,2-1 0,2 1 0,0 0 0,1 0 0,-1 1 0,-1-1 0,-2 0 0,-2-1 0,-4 1 0,-4-1 172,11 1 0,-8 0 0,6-1-172,-7 0 0,6 0 0,3 0 0,3 0 0,1 0 0,0 0 0,-1 0 0,-3 0 0,-5 0 0,-5-1 0,6 1 0,-8 0 0,7 0 0,-2-1 0,7 0 0,4 0 0,2 0 0,-1 0 0,-2 0 0,-7 0 0,-7 0 0,-1 0 0,-1 0 0,3 0 0,7 0 0,6-1 0,2 1 0,-2 0 0,-4-1 0,-8 1 0,0 0 0,0 0 0,4-1 0,8 1 0,1-1 0,-2 1 0,-10 0 0,-8 0 0,-2 0 0,13 0 0,6 1 0,-8 1 2285,-7 0-2285,13 0 0,-1 1 3276,-16-1-3206,2-1 0,-3 1 749,-14-1 0,7 1 0,-11-1 0</inkml:trace>
  <inkml:trace contextRef="#ctx0" brushRef="#br0" timeOffset="3165">26549 2620 24575,'-9'15'0,"3"-4"0,-3 7 0,3-3 0,2 0 0,-1 4 0,4-6 0,0 7 0,1-7-3277,4 10 0,-3-16 2646,10 18 631,-8-16 0,13 17 0,1-5 0,-4-4 0,12 3 0,-18-16 3276,18 3 0,5-5-4915,-5-4 1,0-1-1236,9 2 1235,2-7 1,-3-1 378,-17 6 1260,5-2 0,2-2 0,6 0 0,-13 1 0,18-8 0,-25 9 0,2-7 0,-7 1 3276,-1-11-2015,-1 6 2015,-4-16 0,-5 13-3044,1-2-232,-14-6 0,11 16-3277,-16-17 0,17 18 3047,-12-9 230,14 15 0,-11-8 0,9 10 0,-14-4 0,8 6 0,-15-3 0,16 3 3276,-23 0-1638,17 3 0,0 1-1522,-1-1 0,0 1-116,-6 3 0,3 1 0,-3 2 0,7-2 0,0 0 0,-5 5 0,3-1 0,25-7 0,23-11 0,-6 3 0,2-4 0</inkml:trace>
  <inkml:trace contextRef="#ctx0" brushRef="#br0" timeOffset="4197">29559 2654 24575,'2'29'0,"-1"-10"0,-1-1 0,2 1 0,-1 1 0,0 1 0,3 12 0,-2 2 0,3-17 0,0 0 0,-1 6 0,3-6 0,-1 6 0,-3-19 0,1 3 0,-11-25 0,-2-11 0,-1-1-1639,2 7 1,2 1-1639,2 7 2614,-3-6 0,0 0 663,4 9 0,-3-6 0,-2-1 0,-8-7 0,2 2 0,-4 2 0,13 14 3276,-2 4-311,-16 12-2965,4-3 0,-3 4 0,-1 0 0,-1-2-1639,0 3 1,0-1-230,8-4 1868,-16 9-1599,17-7 1599,3-1 0,-9 6 0,16-26 0,-2 15 0,11-22 0,-2 17 0,0-2 0,-2 2 0</inkml:trace>
  <inkml:trace contextRef="#ctx0" brushRef="#br0" timeOffset="6368">26013 654 24575,'4'16'0,"-1"-8"-3277,2 23 0,-4-24 1638,1 13 1,1 1-1639,-2-13 3582,3 15 0,0 2-305,-2-12-1322,3 15 0,1 1 1322,-5-16 835,4 15 1,1 2-836,-3-9 1638,2 7 0,0 2-1546,-3-2 0,1-2 1451,3 10-1543,-3 0 0,-1-3 0,-1-16 0,1 17 0,-1 0 0,-1-18-117,3 17 0,0 2 117,1-13-1639,-2 9 1,0 0 1023,2-10 111,-1 9 1,0 0 503,3-7 1638,-1 8 0,0 3-1573,-2-12 1,-1 0-66,1 4 0,-1 0 0,-1 10-1149,-2-12 1,-2-4 1148,1-7 0,-3 11 0,1-1 0,1-13 1170,-2 22-1170,4-9 0,0-6 0,1 14 0,0-22 0,0 8 0,0-11 3276,0 2-2015,0 1 2015,0-2 0,0 5-3044,0-5-232,0 11 0,0-8 0,-1 16 0,0-12 0,0 3 0,-5-21 0,3-6 0,-4-8 0,5 8 0,1 4 0</inkml:trace>
  <inkml:trace contextRef="#ctx0" brushRef="#br0" timeOffset="7729">26030 699 24575,'7'-3'0,"0"0"0,-3 1 0,5-1 0,1 3 0,4-2 0,12 1 0,-1 0-474,10 1 1,4 0 473,-12 3 0,1 1 0,-1-1 0,-1-1 0,0-1 0,0 0 0,7 3 0,0 2 0,-6-3 0,-3-2 0,7 1 0,-3-1 0,-19-1 0,21 0 0,-13 0 0,8 0 0,-6 0 0,9 6 0,-18-4-3277,18 14 717,-18-11-717,16 16 2017,-20-15 707,17 16 553,-18-17-2851,12 18 2851,-14-18 0,5 8 2489,-2 4-2489,-2-4 1638,1 9 0,1 4-1291,2 6 0,0 0-821,-4-9 1,0-1 473,3 9 0,0 0 3276,0 3-2124,-3-9 0,1 2-1152,2 8 0,0 0 0,-3-10 0,0-1 0,0 7 0,0 0-1639,-1-9 1,-1-2-171,2 16 1809,-2 0 110,-2-3-110,0-14 0,0 1 0,2 7 0,-1 1 0,3 7 0,1 2 0,-1-23 1825,0 5-1825,0-1 0,-1-2 0,1 14 0,-2-10 0,1 13 0,0 3 0,-1-7 0,-1-9 0,1-1 0,0-4-3277,-1 18 2017,-1-24 1260,0 16 0,0-12 0,0 0 0,1 6 0,0-7 3276,0 2-2015,-1-3 2015,0 6 0,0 10-3044,1-9-232,1 7 0,0-8 0,1 2 0,-3-2 0,3-6 0,-4-9 0,-7-2 0,-9-7 0,4 4 0,-7-9 0,4-1 0,0-6-1093,4-4 1,-2-8 0,3 6-2185,-4-2 3248,6 2 0,-1-7 0,0 2 1,3 9-1,2 10 0,-2-11 0,1 0 1</inkml:trace>
  <inkml:trace contextRef="#ctx0" brushRef="#br0" timeOffset="8214">26418 749 24575,'-11'12'0,"1"-3"0,-12 14 0,1-4 0,1 1 0,-2 2 0,-1 2 0,0-1 0,1-2 0,2 1 0,1-1 0,3-1-3277,0 7 0,6-12 1328,3 3 1949,4-12 1719,7-2-1719,2-4 0,16-11 0,2-4 0,-2 0 0,-1 0 0,-3 2 0,6-5 0</inkml:trace>
  <inkml:trace contextRef="#ctx0" brushRef="#br0" timeOffset="8479">26493 861 24575,'-7'19'0,"0"1"0,-2 5 0,1-1 0,-3 9 0,-2-2 0,0 0 0,-2 2-703,-1-5 1,-1 0 702,4-7 0,1-2 0,0-1 0,1-1 0,-9 14 0,13-18 457,13-14-457,14-17 0,5-5 0,-8 8 0,1 0-820,3-3 1,4-3 0,1 1 0,-5 4-2218,7-5 3037,-6 7 0,3-2 0,-7 5 0,-11 8 0,10-6 0</inkml:trace>
  <inkml:trace contextRef="#ctx0" brushRef="#br0" timeOffset="8700">26697 1049 24575,'-11'24'0,"-1"0"0,0 0 0,3-4 0,-2 0 0,-4 3 0,-5 5 0,1-2 0,3-5-3277,-1 1 2632,0-4 1,-2 3-1,2-2 645,-6 5 0,0-2 0,6-3 0,0-1 0,6-6 1570,8 0-1570,20-22 0,8-7-1531,0 4 1531,-5 1 0,4-4 0,0 1 0,7 1 0,-1 1 0,-4 0 0,-1 0 0,3 0 0,-4 3 0,-11 5 0</inkml:trace>
  <inkml:trace contextRef="#ctx0" brushRef="#br0" timeOffset="8917">26980 1256 24575,'-12'29'0,"0"0"0,-5-2 0,0-1-1639,3-2 1,-1-2 1113,-2-5 1,-1-1 1853,-8 8-1329,11-10 0,-1 2 0,0 0 0,0 1 0,3 2 0,2-3 0,4-2 0,3 1 0,4-12 706,6-3-706,6 0 0,-5-2 0,4 1 0</inkml:trace>
  <inkml:trace contextRef="#ctx0" brushRef="#br0" timeOffset="9112">26788 1702 24575,'-22'30'0,"0"-1"0,5-6 0,0 0 0,4-6 0,1-2 0,-2 3 0,-1 4 0,3-3 0,0 0-1499,-7 10 1499,8-11 0,0 0 0,-7 6 0,6-5 0,-2-3 0,2 0 0,5-6 0,-3 1 0,8-9 0</inkml:trace>
  <inkml:trace contextRef="#ctx0" brushRef="#br0" timeOffset="9999">28979 1928 24575,'7'9'0,"3"13"0,-4-10-1639,1 9 1,-2-1-1639,-2-9 0,4 17 4605,-7 0-1328,2 4 954,-2 0-954,0-6 0,0-11 0,1-5 3276,0 7-147,3-13-3129,-4-1 0,2-2 1144,-5-12-1144,-2-8 0,1-1 0,1 0 0,3 14 0</inkml:trace>
  <inkml:trace contextRef="#ctx0" brushRef="#br0" timeOffset="10578">29009 1810 24575,'11'5'0,"1"2"0,1-3-3277,21 2 0,-18-4 2457,6-2 1,9 1 0,2-1 0,-5 0 470,-1 0 1,0 0 348,7 0 0,7 0 0,-1 0 0,-6 0 0,-8 0 0,0 0 0,4 0 0,4 0 0,-5 0 733,5 0-733,-13 0 0,-2 0 0,-2 0 0,-8 11 0,-2-4 3276,6 24-1259,-4 2-2017,-1 0 1190,-5-12 0,1 0-1190,1 15 0,-2-8 0,-1-9 0,-1 0 0,-3 1 0,2 0 0,0 0 0,-3 5 1061,3 2 0,0 1-1061,0 3 0,1-11 0,1-1 0,1-1 0,3-13 0,-2-6 0,0-6 0,-3-4 0,-6-4 0,-13-7 0,1 7-820,-4 1 1,13 10 0,4 2 0</inkml:trace>
  <inkml:trace contextRef="#ctx0" brushRef="#br0" timeOffset="10950">29359 1984 24575,'-5'5'0,"-1"0"0,0-1 0,-14 9 0,-11 6 0,2-2 0,5-3 0,3-1 0,8-4 0,-10 6 0,21-11 0,-7 2 0,13-10-820,-2 0 1,3-3 0,-1 3 0</inkml:trace>
  <inkml:trace contextRef="#ctx0" brushRef="#br0" timeOffset="11196">29390 1957 24575,'-14'14'0,"0"0"0,-6 3 0,-2 3 0,2-5 0,-1 1 0,-1 1 0,-4 4 0,3-2 0,7-6 0,2-1 0,-4 3 0,2-2 0,2 6 0,13-17 0,15-6 0,10-8 0,-5 0 0,4-2 0,-1 1-1639,-2 3 1,0 1 1616,3-4 0,1-1 1,-2 3-799,14-1 1,-10 0 0,-6 5 0</inkml:trace>
  <inkml:trace contextRef="#ctx0" brushRef="#br0" timeOffset="11380">29623 2002 24575,'-10'34'0,"5"-13"0,-1-4 0,6-13 0,-2 0 0,4-1 0,15 5 0,-10-6 0,11 4 0,-10-3 0,-2-1 0,2 1 0,-5-2 0</inkml:trace>
  <inkml:trace contextRef="#ctx0" brushRef="#br0" timeOffset="15214">31180 2637 24575,'24'2'0,"-12"-2"0,12 3 0,8 0 0,-8-1-1639,9 0 1,-2 0-1639,-13-2 3162,10 1 0,-1 0 115,-13-1 0,10-6 0,-17 5 0,-7-5 0</inkml:trace>
  <inkml:trace contextRef="#ctx0" brushRef="#br0" timeOffset="15514">31333 2457 24575,'0'27'0,"2"0"0,1 3 0,1 3 0,0 0-1639,0-5 1,-1-1 825,1 3 0,-1-2 813,-3 6 930,0 2-930,0 1 0,0-1 914,0-8-914,1-4 0,1 4 0,0-5 0,4-1 0,0 1 0,1 0 0,7 1 0,-2-13 2554,5 1-2554,-11-12 0,3 2 0,-8-2 0</inkml:trace>
  <inkml:trace contextRef="#ctx0" brushRef="#br0" timeOffset="15929">31493 2947 24575,'7'8'0,"1"0"0,6 1 0,-2-2 0,2-3 0,2-3 0,-3-1 0,9-4 0,-11-1 0,2-2 0,-7 0 0,-1-8 0,-3-3 0,-8-15 0,-1 11 0,-16-3 0,9 14 0,-17 2 0,10 8 0,-3 2 0,6 10 0,11 6-3277,1-4 1774,5 1 987,5-6 1,-3-5 0,3 4-1</inkml:trace>
  <inkml:trace contextRef="#ctx0" brushRef="#br0" timeOffset="16220">31639 2832 24575,'6'0'0,"6"0"-3277,21 0 0,-17 0 1638,4-1 1,2 0 1941,2-3-303,4 0-2387,8-3 2387,-22 4 0,4-4 0,-12 5 0,1-3 3276,-3-2-3035,-2 5 1,-2-4-1,0 4 1</inkml:trace>
  <inkml:trace contextRef="#ctx0" brushRef="#br0" timeOffset="16479">31758 2646 24575,'0'27'0,"-1"1"0,0-1 0,1 5 0,-1-2 0,1-5 0,1-2 0,2 9 0,0-10 0,3 8 0,-3-19 0,7 17 0,-6-15 0,11 9 0,0-16 0,-2 1 0,-2-7 0</inkml:trace>
  <inkml:trace contextRef="#ctx0" brushRef="#br0" timeOffset="16812">31944 2889 24575,'-8'5'0,"-7"9"0,10-9 0,-6 11 0,9-11 0,0 5 0,8-3 0,9 1 0,-2-3 0,10-3 0,-14-2 0,10-1 0,-11 1 0,6-2 0,-7 4 0,10-2 0,-10 1 0,4-1 0,-9 0 0</inkml:trace>
  <inkml:trace contextRef="#ctx0" brushRef="#br0" timeOffset="17047">32148 2737 24575,'-5'18'0,"-1"9"0,1-5 0,2-2 0,0 1 0,-2 11 0,2-3 0,1-5 0,2-18 0,-1 1 0,1-6 0,-2-1 0</inkml:trace>
  <inkml:trace contextRef="#ctx0" brushRef="#br0" timeOffset="18418">24925 961 24575,'7'30'0,"-3"-13"0,6-1 0,0 0 0,-2-9 0,7 8 0,3 0 0,8 0 0,0 2 0,9-6 0,-13-7 0,2-1 0,-6-2 0,-6-5 0,-3-1 0,0-2 0,-3 0 0,-6-14 0,1-1 0,0 1 0,-2 1 0,1-1 0,-1-3 0,-2 13 0,-2-3 0,-6 0 0,3 5 0,-12 1 0,5 5 0,-12 0 0,5 7 0,-4 3 0,8 2 0,-3 6 0,7-3 0,3-2 0,6-5 0</inkml:trace>
  <inkml:trace contextRef="#ctx0" brushRef="#br0" timeOffset="19033">24996 1189 24575,'-2'23'0,"-1"7"-3277,3-4 0,-2-5 0,2-3 4605,7-2-1328,-1-6-2818,14 15 2818,-11-16 0,7 1 0,8 1 0,0-6 0,-1 1 0,-1-1 0,1-3 0,1-2 0,-6-4 0,4-7 0,-3 0 0,3-12 0,-16 9 3276,5-15-2015,-7 3-1261,-1 7 0,-3-1 0,-5 8 0,-10-4 3276,8 2 0,-10 2-3044,2 6-232,-1 4 0,-18 1 0,15 3 0,-12 5 0,19-3 0,-2 1 0,9-3 0,4 0 0</inkml:trace>
  <inkml:trace contextRef="#ctx0" brushRef="#br0" timeOffset="19596">25404 1081 24575,'-12'12'0,"-2"1"0,8-6 0,-8 7 0,9-8 0,-7 7 0,7-1 0,-1 0 0,0 12 0,7 3 0,1-5 0,12 6 0,-2-19-1639,6 0 1,1-2-1639,-4-2 3047,19 3 230,-3-8 0,3 2 0,0-2 0,-11-3 0,-4 0 0,-9 2 0,19-8 0,-12 2 0,-4-4 0,7-7 0,-14 5 3276,-1-15 0,-9-5-3044,3 10-232,-10-3 0,-1 2-3277,7 15 2760,-17-21-927,2 13 1444,3 7-1639,-7-2 1,0 0-134,7 7 1772,-16-5-707,11 10 707,8-2 2157,-16 4-2157,21 0 1103,0 1-1103,11 0 0,-1-2 0,1 1 0</inkml:trace>
  <inkml:trace contextRef="#ctx0" brushRef="#br0" timeOffset="19946">26095 1006 24575,'-8'8'0,"-8"13"-1090,11-8 1090,-12 14 356,-4 1-356,7-12 0,1 0 0,-1 0 0,1 0 0,-1 3 0,2-3 0,1-2-3277,-7 17 134,9-20 3143,-2 8 0,6-10 370,-2 0-370,3 1-3277,-4-11 2962,4 3 0,0-5 0,2 3 0</inkml:trace>
  <inkml:trace contextRef="#ctx0" brushRef="#br0" timeOffset="20146">25774 1045 24575,'8'4'0,"6"7"-3277,5 9 0,-7-3 2621,2 0 1,-2-2-1,-9-8 1,8 8 0</inkml:trace>
  <inkml:trace contextRef="#ctx0" brushRef="#br0" timeOffset="20347">25919 1241 24575,'4'3'0,"-4"-1"0,-1-1 0,-2-1 0</inkml:trace>
  <inkml:trace contextRef="#ctx0" brushRef="#br0" timeOffset="22062">28673 1101 24575,'-7'4'0,"-8"8"0,8-4 0,-6 7 0,13-12 0,-2 1 0,5-2 0,2 5 0,-1-4 0,3 4 0,-3 0 0,3 2 0,3 14-1639,-3-5 1,-1 1-1639,1 7 3162,-2-7 0,0 0-3162,-2 4 2017,0-7 1260,2 15 0,-3-9 0,-1-2 0,-1 4 0,0-16 3276,-3 1-2015,1-3 2015,-8 0 0,0-1-3044,0 0-232,1-2 0,6-2 0,1 1 0,2-2 0,4 2 0,14-2 0,-5 0 0,16 0 0,-19 0 0,7 0 0,-13 0 0,0-5 0,3-11 0,-5 5 0,3-5 0,-5 13 0</inkml:trace>
  <inkml:trace contextRef="#ctx0" brushRef="#br0" timeOffset="22568">28839 1246 24575,'0'16'0,"0"10"0,2-3 0,-1-1 0,2 0 0,6 5 0,0 1 0,8-2 0,1-14-3277,7 2 0,-8-7 3047,4-4 230,-8-7 0,2 2 0,5-17 0,-4-11-671,-4 8 671,-4 5 0,-2-1 3276,1-4-567,-1-1-2709,2-9 0,-11 9 0,-10 2 0,-19 7 0,2 8 489,7 7 1,1 2-490,-3 2 0,2 2 491,12-1-491,9-6 0,1 1 0,0-1 0</inkml:trace>
  <inkml:trace contextRef="#ctx0" brushRef="#br0" timeOffset="22979">29332 1140 24575,'0'16'0,"0"5"0,0-2 0,-4 18 0,-2-18 0,0 0 0,1 1 0,-1 1-1639,-6 7 1,2-1-1639,3-9 1638,-2 2 1,1-3 148,6-10 1490,-9 12 0,10-17 0,-4-1 0,0-21 0,-3 5 0,2-4 0,1 12 0</inkml:trace>
  <inkml:trace contextRef="#ctx0" brushRef="#br0" timeOffset="23180">29137 1245 24575,'6'-1'0,"2"-2"0,-4 3 0,11 6 0,-3 2 0,5 3 0,1 1 0,0 2 0,5 0 0,-17-10 0</inkml:trace>
  <inkml:trace contextRef="#ctx0" brushRef="#br0" timeOffset="23362">29407 1401 24575,'4'2'0,"0"0"0,-3-2 0</inkml:trace>
  <inkml:trace contextRef="#ctx0" brushRef="#br0" timeOffset="24763">26677 3434 24575,'18'7'0,"-1"0"0,-2 2 0,3 1 0,2 3 0,0 0 0,10 9 0,-5-3 0,-1 0 0,-1-5 0,-1 4 0,4 0 0,-1-7 0,-2-1-1639,-6 0 1,-1-1 977,4-2 1,-1-2 570,8 0 90,-6-3-1639,11 1 1,1-2-316,-13-1 861,4-2 1,7-2 0,-7 0 871,-11 2-161,13-5 1,9-3-1,-7 1 382,-4 2-559,7-2 0,9-2 1,-8 2 558,-8 2 207,4 0 1,6-1 0,-6 2-208,-7 1 0,14-2 0,-1 0 0,-16 1-84,16-1 1,-1 0 83,-20 4 1163,7-3 1,2 1-1164,11 0 0,-15 0 0,10 1 0,7 0 0,-6 1 715,-1 0-715,-4 1 0,4-1 0,0 1 0,-2 0 0,0-1 0,-1 2 0,5-2 0,2 1 0,-5 1 0,5 0 0,4 0 0,-1-1 0,-3 2 0,-5-1 0,3 0 0,-1 2 0,3 0 0,9 1 0,1 1 0,-5 0 0,-11-1 0,-4 2 0,14 3 0,0 1 3276,-14 4-2718,3 10-558,-2-3 0,0 2 0,-11-15 3276,16 0-819,4-6-2457,-7 1 0,10-3 0,-3-6 0,-5 3 0,0-1 546,-8 1 1,-1 1-547,9-3 0,-1 1 0,-3 2 0,6-3-1150,2 2 1150,-18 1 0,-13 6 0,-13 1 0</inkml:trace>
  <inkml:trace contextRef="#ctx0" brushRef="#br0" timeOffset="25597">27468 3823 24575,'0'10'0,"0"6"0,0-5 0,0 6-3277,0 2 0,0-8 1638,-1 14 1,0 0 148,1-14 1490,-1 10 0,0 2 0,1 6 0,3 5 0,-2-10 0,2 0 0,4-1 0,2-1 0,2 10 0,0-12 0,1-2 0,6 0 0,-3-1 0,6-1 3276,7-7-2015,2-1 2015,-5-5 0,0-7-3044,-15-3-232,22-4 0,-11 7 0,1 1 0,9 0 0,1 0 0,-5 2 0,-2 1 0,1 0 0,-4 0 0,-10 0 0,-4-2 0,-14-1 0,1-2 0,-3-5 0,5 5 0,0-2 0</inkml:trace>
  <inkml:trace contextRef="#ctx0" brushRef="#br0" timeOffset="26817">27920 4191 24575,'4'12'0,"1"12"0,-3-6 0,-1 15 0,-1-18 0,0 11 0,1-14 0,0 7 0,2-12 0,-2 1 0,2-7 0,-1-4 0,6-16 0,-5 2 0,7-13 0,-8 13-3277,1-5 0,-4 12 3047,-1-4 230,-5 1 0,1 3 0,-6-7 0,8 11 0,4 2 0,8 6 0,1 2 0,16 3 0,-18-3 0,28 0-1814,-3 0 1814,5-2-592,-11 1 1,-1 0 591,-1-1 0,-1 2 0,-19-2 0,-7 8 3276,1-6-1252,-1 9 418,0-3-2442,0 3 0,-5 8 0,1-8-3277,-13 15 1809,11-19 1468,-12 11-1401,-5-7 1401,6-2-1639,-5 1 1,1 0 842,8-6 286,-6 5 1,2 0 509,13-8 3276,-9 10-2984,19-13 935,1-3-1227,0 1 3276,2-7-609,-2 2-128,-1-3-2539,-1-4 0,-4 6 0,1-11 0,0 5 0,1 3 0,0-5 0,3 4 0,3-5 0,-1 3 0,4 1 0,-7 8 0,2 0 0,-1 12 0,4 4 0,-2-1 0,5 0 0,13-13-2726,-11 4 2726,12-5-1712,-4-8 1712,-10 8 0,15-13 0,-20 14 0,0 0 0,-11 15 2462,-1-1-2462,-1 3 1976,9-13-1976,1-3 0,4-4 0,-5 5 0,0 3 0,0 7 0,-1 6 0,-1-3 0,0-1 0,1-10 0</inkml:trace>
  <inkml:trace contextRef="#ctx0" brushRef="#br0" timeOffset="34195">17473 2079 24575,'25'-9'0,"7"-3"0,-4 1-1639,6-2 1,-2-1-1639,-12 6 2184,5-2 1,5-2 0,-4 2-1169,-3 2 3219,10-3 0,4 0-958,-9 3 0,-2 1-1639,-4 2 1,-2-1 1628,1 1 1,2-1 1138,7 1 0,6 0-1129,-4 1 0,4 0 0,0-1 0,-1 1 349,-4 0 1,-1 0 0,5-1-350,-5 2 0,6-2 0,3 1 0,0-1 0,-1 1 0,-5 0 0,-5 1 0,3 1 0,-1 0 0,-3 0 0,6-1 0,3-1 0,1 0 0,-4 1 0,-5 1 4,9 2 1,-3 0-5,-3-1 0,0 0 0,-3 0 0,-7 1 0,-1 0 1638,-1 1 0,0 1-59,8 1-1579,-1 1 0,4 2 0,-21-3 1988,9 5-1988,-9-4 744,0 1 0,-2-4 0,-5-1 0</inkml:trace>
  <inkml:trace contextRef="#ctx0" brushRef="#br0" timeOffset="36880">19099 1784 24575,'3'20'0,"-1"-1"0,1 1 0,-1 6 0,-1 0 0,2-4 0,-2 0-1639,0 5 1,-2-4-1639,1-11 1328,0 19 1949,5-33 1719,-3 6-1719,4-19-3277,-2-14 2017,-2 14 1260,1-15 3276,-1 13-2015,2-6-1261,0 3 0,0 1 0,3 10 0,4-3 0,-1 5 0,4 0 0,5 2 3276,3 3 0,6 2-3044,-8 2-232,-4 9 0,1 5 0,0 7 0,-3-7 0,-7 2 0,-13-5 0,3-2 0,-21 8 0,17-13 0,-13 4 0,0-1-2845,12-4 2845,-17 7-1501,3-1 1501,10-7 0,-17 13 0,21-14 0,1 4 0,10-10 2603,2-1-2603,6-4 0,-6 4 1743,5-2-1743,-8 2 0,4 1 0,-4-4 0,1 4 0,0-7 0,0 5 0,-1-4 0,-1 2 0,1 2 0,1-2 0,1-2 0,1-1 0,-2 0 0,-1 5 0,-2 2 0,-2 2 0,2-2 0,-3 2 0,-1-4 0,-3 2 0,-2-4 0,2 5 0,1-1 0,4 2 0,1-8 0,1-2 0,0 0 0,0 2 0,-2 7 0,2 0 0,-1-2 0,-1 2 0,2 1 0,-3 4 0,1 2 0,1 2 0,-2 0 0,-2 6 0,3-7 0,-2 6 0,-1-3 0,3-4 0,-3 7 0,4-8 0,0-7 0,-1-9 0,0-3 0,1 1 0,1 4 0,1 2 0,1-3 0,1 1 0,0 3 0,0 6 0,1 3 0,5 2 0,0 1 0,0-1-3277,-3-2 0,-4 0 3047,1-1 230,1 1 0,0 1 0,0-1 0,-2 1 0,-2 8 3276,-2 0 0,1 4-3044,-2-1-232,1-5 0,-2 5 0,1-3 0,-1 0 0,1-5 0,0-3 0,-3-3 0,3 1 0,-4 0 0,5 0 0,-2-1 0,2 0 0,0 0 0</inkml:trace>
  <inkml:trace contextRef="#ctx0" brushRef="#br0" timeOffset="37812">19124 1814 24575,'13'5'0,"5"0"0,-12-3 0,11 5 0,-11-4 0,4 1 0,-3-1 0,3 0 0,-3 1 0,4 1 0,-7 0 0,2 4 0,-3 4 0,-1 2 0,-4 4 0,0-7 0,-4 3 0,-1-6 0,2 1 0,0-3 0,5-4 0,7-4 0,0 0 0,14-8 0,-5 5 0,-1-3 0,-7 5 0,-8 1 0</inkml:trace>
  <inkml:trace contextRef="#ctx0" brushRef="#br0" timeOffset="41034">29541 2762 24575,'5'17'0,"2"0"0,-3-1 0,1-1-3277,-1 1 0,-2-7 0,4 23 0,-4-24 4606,6 24-1329,-6-25 0,3 13 0,-5-14 3276,0 1-2242,0-19-1034,0-5 0,0-3 546,-4-16-546,3 19 0,-6-17 0,5 18 0,-6-10 0,4 15-3277,-3-12 2063,5 15 1214,-5-8 0,3 3 0,-5-5 0,5 7 3276,-1-1-2061,4 8-1076,-2-2-139,3 6 3276,-3-1 0,-3 4-3044,2-3-232,-10 4 0,-8 2 0,3 1 0,-14 4 0,20-5 0,-15 5 0,14-3 0,-2-2 0,6 1 0,5-5 0,0 1 0,-1 0 0,4-1 0,-1 1 0,3 0 0,0 0 0,1-1 0,5-3 0,2-3 0,6-4 0,-5 4 0,5-3 0,-5 4 0,3-2 0,0 0 0,-1 1 0,-3 0 0,0 1 0,-7 3 0,2 1 0,-3 0 0,3 0 0,0 4 0,3 3 0,4 4 0,1 5 0,-4-6 0,1 0 0,-5-4 0,5-1 0,-3 0 0,0-2 0,-4-3 0,-1 0 0</inkml:trace>
  <inkml:trace contextRef="#ctx0" brushRef="#br0" timeOffset="44895">29160 1910 24575,'-7'6'0,"0"10"0,0 1 0,2 1 0,1 2 0,4-10 0,-2 14 0,4 2 0,-2-6 0,3 5 0,-2-16 0,3 1 0,1 2 0,-2-7 0,2 3 0,0-5 0,0 1 0,9-1-820,-3-4 1,0 1 0,-5-3 0</inkml:trace>
  <inkml:trace contextRef="#ctx0" brushRef="#br0" timeOffset="45284">29324 2035 24575,'-10'23'0,"5"-13"0,-3 12 0,7-19 0,-1 7 0,2-4 0,6 4 0,3 4 0,3-4 0,11 3-3277,1-9 0,-4 0 3047,3-3 230,-2-2 0,9-4 0,-6 2 0,9-8 0,-24 9 0,13-8 0,-15 9 0,-1-3 0,-5 4 0</inkml:trace>
  <inkml:trace contextRef="#ctx0" brushRef="#br0" timeOffset="46562">26374 1143 24575,'-28'21'0,"10"-4"0,1 0-3277,-3 2 0,-3 9 2021,10-7 1256,2-7 808,1 2 0,2 2-808,1 4 0,4-2 0,12-4 0,16-12 3276,-9-1-2545,15-5-731,-11-4 0,0-4 0,2 0 0,1-1 0,3-1 0,1 0 722,0-3 0,-1-1-722,2-1 0,-1-1 0,-13 5 0,-12 10 0,-2 6-3277,-16 28 409,6-13 2868,-1 8 0,-2 7 0,2-7-1652,1-8 1652,3 4 0,-3 6 0,1-3-70,-3-3 1,0-2 69,-1 10 0,0 0 0,0-8 0,1 0 0,0 4 0,2-5 0,8-13 3276,-4 9-706,9-14-2570,15-8 0,-6 0 1297,10-6 1,5-1-1298,-3 1 0,1 1 0,0-1 0,1 1 0,8-1 0,-2 2 238,-13 6-238,1-1 0,-3 1 0,-11 3 0,5-2 0,-11 7 0,-6 11 0,0-1 0,-4 3 0,-1 1 0,-4 7 0,-3-1 0,10-9 0,6-12 0,2 0 0,1-1 0,8 4 0,-4-6 0,3 5 0</inkml:trace>
  <inkml:trace contextRef="#ctx0" brushRef="#br0" timeOffset="48180">20146 2358 24575,'17'0'0,"20"0"0,-19 0 0,4 0-656,3 0 1,5 0-1,3-1 1,1 1 0,-1-1-1,-1 1 1,0 0-1,1 0 1,-1 0 0,0 0 28,-2 0 0,-2-1 1,1 0-1,1 1 1,3 0 626,-1 1 0,4-1 0,3 1 0,1 1 0,0-1 0,-1 0 0,-4 0 0,-4 1 0,-7-1-1490,4 0 1,-1 0 1489,-3 0 0,6 0 0,3 0 0,3 0 0,0 1 0,0-1 0,-2 1 0,-2 1 0,0-1 0,0 2 0,-1-1 0,2 0 0,0 0 0,1 0-130,-2 0 1,1-1-1,0 1 1,1-1 0,1 0-1,0 1 1,0-1-1,0 1 1,0 0 129,-2-1 0,1 1 0,-1 0 0,1 0 0,0 0 0,0 0 0,0 0 0,0 0 0,0-1 0,1 1-221,1-1 1,1 0 0,1 1 0,0-1 0,0 0-1,-1-1 1,-1 1 0,-2-1 0,-2 1 0,-4-1 220,8 0 0,-5 0 0,-1 0 0,3-1-59,-1-1 1,4 0-1,2-1 1,-2 0 0,-3 0-1,-5 0 59,3 1 0,-1 0 0,-1-3 0,4-1 0,-2 0 0,-9 2 0,-8 1 442,17-6 1,-1 0-443,-16 4 1233,11-5 1,2 1-1234,2 0 0,5-3 3276,2 5-3173,-20-1 1,1 4-1,-10-1 1</inkml:trace>
  <inkml:trace contextRef="#ctx0" brushRef="#br0" timeOffset="49229">20202 1155 24575,'13'24'0,"-7"-13"0,3 11 0,-1 4 0,-2 4-717,1-1 1,2 3 716,-4-6 0,0 0 0,-1-2 0,1-3 0,0 0 0,1 9 0,-1 3 0,0-5 0,0 1 0,-1 6 0,1 3-1639,-3-13 1,-1-1-1639,1 12 2736,-1-17 0,1 0 2338,1 6-1797,2 8-352,-2-6 352,3-4 455,-4-12-455,2 0 0,2 5 0,-4-11 819,3 5 0,-5-7 0,0-1 0</inkml:trace>
  <inkml:trace contextRef="#ctx0" brushRef="#br0" timeOffset="49429">20367 1979 24575,'2'26'0,"-1"-16"0,-1 14 0,0-19 0,0 0 0,0-2 0,0-2 0</inkml:trace>
  <inkml:trace contextRef="#ctx0" brushRef="#br0" timeOffset="49929">20345 1908 24575,'3'16'0,"0"3"0,0-2 0,-1-4 0,-1 5 0,-1 6 0,0-7 0,0 15 0,-4-13 0,0 8-1639,-1-6 1,-1-2-1639,2 1 3047,-3 10 167,5-12 63,-2 2-3277,2 4 2038,-1-13 1239,3-1 0,0-4 0,0-2 3276,0 5-2036,-1-4-1177,0 2-63,0 0 3276,1-1-2457,-2 1 0,2-3 0,-1 0 0</inkml:trace>
  <inkml:trace contextRef="#ctx0" brushRef="#br0" timeOffset="50901">20238 1123 24575,'15'-1'0,"-3"0"0,12 0 0,-9 1-1639,6 1 1,0 1-1639,-5-2 1638,5 2 1,3-1 1219,4 0 1,1 0 418,-3 0 0,2 1-642,5 0 0,4-1 1,-5 1 641,-13 0 0,1 0 0,12 0 0,5 0 0,-5-1-95,-12 0 0,1-1 95,12 1 0,6-1 0,-4 0 0,-6-1 0,-2 0 0,4 0 0,-2 0 0,-4 0 0,-14 1 3276,-5 0-2739,-3 5 1319,3 5-1856,2 11 0,-1 0 0,-2 1 0,0-1 0,-3-4 0,1 1 0,0 2-25,-2 0 0,0 1 25,-1 14 0,0 1-1365,1-9 0,0-1 1365,-2 7 0,0-1 0,1-8 0,-1-2-226,0-3 0,0 1 226,1 6 0,0 3 0,0-3 0,0-3 0,-1 0 0,2 3 0,1 1 0,-1-3 3276,1 8-3010,-2-8 1,2 1 131,5 11-398,-6-16 0,-1 0 1638,4-1 0,-1-1-1216,-1 16-422,1-28 0,-1 13 805,0-9-805,-1 0 1636,1 7-1636,-1-6 0,0-2 0,-5 3 0,2-4 0,-4 1 0,-2-4 0,4-5 0,-2 0 0,5 0 0</inkml:trace>
  <inkml:trace contextRef="#ctx0" brushRef="#br0" timeOffset="51912">20661 1213 24575,'-14'14'0,"5"-5"-3277,-16 19 0,19-20 1638,-13 10 1,0 0-1360,11-10 3437,-13 10 1,0 0-440,13-10 0,-15 16 0,25-22 0,19-15 0,-8 4-183,7-5 1,5-4 0,-6 4 182,-5 5 385,8-5 0,7-3 1,-6 5-386,-6 5-3028,7 17 3028,-22-2 0,-11 15 0,-8 10 0,3-6 0,-2-2 942,2 1 1,-3 6 0,0-2-943,-2-1 0,2-2 0,2-3 0,2-1 1638,-2 1 0,7-6-487,12-14-1151,19-10 0,-3 0-1639,3 0 1,-1-1 508,-5 3 1130,18-5 3276,-23 7-2808,1 1-184,-1-1-284,-10 4 0,2 5 0,-8 19 0,-2-2 0,-1 0 0,-2 10 0,-1-10 0,-3 3 0,1-5 399,-4 2-399,-3 6 0,0 0 0,6-10 0,-7 9 0,15-19 0,4 5 0,20-1 3276,-9-7-461,19 8-2363,-2-7-452,-6-1 0,0 0 0,10 2 0,-8-1 0,-5-1 0,-12-3 0,11 17 0,-15 11-2250,-1-12 2250,-1 15 0,-5-15 0,0-1 0,-1 11-262,-3 5 1,0-1 261,1-5 0,-1 4 0,11-23 0,10-12 0,-6 2 0,9-7 0,-8-4 0,-3 6 0,2-3 0</inkml:trace>
  <inkml:trace contextRef="#ctx0" brushRef="#br0" timeOffset="53346">20188 685 24575,'-9'-3'0,"0"0"-3277,-10-2 0,10 3 817,-21-1 2460,22 3 0,-16 0 0,17 0 1789,-12 4-1789,13-1 0,-13 7 0,7 2 3276,-1 8 0,6 7-2603,7-11-673,7 13 0,-1-23 0,14 16 0,-1-14 0,8 0 0,-7-4 0,5-4 0,-2-2 0,-1 1 0,6-1 0,-19 2 0,12-1 0,-16 1 0,8-3 0,-3-2 0,2-6 0,-1 4 0,-1-8 0,-7 11 0,2-6 0,-5 12 0,0 8 0,-2 3 0,-1 15 0,3-14 0,-3 8 0,1-9-3277,-4 12 0,4-14 1638,-5 10 1,-1-1 148,3-10 1490,-10 23 0,6-15 0,-1-3 0,1 4 0,3-13 3276,1-3-2015,2-1 2015,-6-2 0,2 0-3044,-8 0-232,4 0-3277,-12-2 0,14 2 2669,-18-1 608,20 1 0,-10 0 0,14-6 0,0 5 0,3-5 0</inkml:trace>
  <inkml:trace contextRef="#ctx0" brushRef="#br0" timeOffset="54180">20523 630 24575,'-2'8'0,"-5"9"0,0 10 0,0-4 0,2-4 0,2-1 0,1-5 0,-1 6 0,1 2 0,-1 11-3277,1-3 3148,2-3 924,6-1-795,6 5 0,-3-9 0,0-1 0,7 7 0,3-7 0,-3-13 0,-1-1 0,4-5 0,-1-5 0,-1-1 2611,7-7-2611,-5-7 0,-7 8 0,3-12 0,-14 16 0,3-9 0,-4 10 0,-1 0 0,-2 5 0,-12 1-3277,-11 4 0,8-3 0,-16 9 1787,27-9 1490,-8 6 0,13-5 0,0 1 0,2 6 0,2-2 0,-2 1 0,2-4 0</inkml:trace>
  <inkml:trace contextRef="#ctx0" brushRef="#br0" timeOffset="55296">22135 2081 24575,'3'19'0,"0"0"0,2 9 0,-1 0 0,-2 1-1639,1-4 1,-1-1-1639,0 12 1638,-1-16 1,0 0 2966,0 8-1328,0 2 0,-1 3 1719,0-10-1719,0-13 0,0 2 0,-3-7 3276,-3-2 0,-5-2-3044,-2-3-232,2 0 0,4-2 0,5 3 0</inkml:trace>
  <inkml:trace contextRef="#ctx0" brushRef="#br0" timeOffset="56028">20704 2684 24575,'7'4'0,"4"5"0,-6-6 0,10 11 0,4 3 0,-7-4 0,8 2 0,-1-3 0,-12-8 0,18 4 0,3-1 0,-14-6 0,10 2 0,3 0 0,0-3 0,0 1 0,4-2 0,-15-9 0,9-15 0,-12 3 0,-7 0 0,-2-1 0,-4-9 0,-2-1 0,-7 2 0,-4 17 0,-1 2 0,-9 3 0,6 6-3277,-13-2 0,16 3 0,-15 1 1787,22 1 1490,-11 1 0,1 4 0,0-2 0,-1 3 0,4 0 0,11-3 0,-1 1 0</inkml:trace>
  <inkml:trace contextRef="#ctx0" brushRef="#br0" timeOffset="56862">22119 2140 24575,'12'-2'0,"7"1"0,1 0-1729,-8 2 1729,12-2 0,5 1 0,-1 1 0,0 0 0,4 0 0,1-1 0,-2 0 0,-1 1 0,7-1 559,-30 3-559,0 11 0,-7-6-1639,3 13 1,1 0-1290,-3-12 2928,6 26-275,-2-19 275,3 5 579,3 6-579,0 0 0,-3-12 0,-1 2 0,-4-9 3276,3-3 0,-2 9-2757,3-6-519,-3 4 0,0 0 0,-1-5 0,-8-1 0,5-5 0,-6-1 0</inkml:trace>
  <inkml:trace contextRef="#ctx0" brushRef="#br0" timeOffset="57533">22417 2661 24575,'13'13'0,"-5"-4"0,2 10 0,-5 1 0,0-5 0,-2 5 0,-3-13 0,1-1 0,-1-2 0,2-5 0,1-8 0,-1 0 0,4-15 0,-4 10 0,0-12 0,-2 14 0,-1-8 0,-2 10 0,-1 1 0,-3 4 0,0 4 0,-9 4 0,7-3 0,-6 4 0,-7 4-3277,-3 3 0,0-2 3047,5 2 230,12-7 0,0 0 0,0-1 0,4-1 0,0-12 0,3 1 0,-1-4 0,2 5 0,0 7 0</inkml:trace>
  <inkml:trace contextRef="#ctx0" brushRef="#br0" timeOffset="58528">22176 1655 24575,'14'27'0,"1"4"0,-9-16 0,0 6 0,-5-11 0,0 4 0,-1 1 0,-3 5 0,1 3 0,2 4 0,1-6 0,14 6 0,9-9 0,-6-2 0,4-6 0,-2-4 0,-10-4 0,9 2 0,2-1 0,-4-6 0,4 1 0,-10-4 0,-7-9 0,0 7 0,0-18 0,-2 4 0,-4 3 0,-1-4 0,0 14 0,-5-9 0,6 2 0,-2-6 0,4 8 0,0-2 0,0 12 0,0 1 0,-2 16 0,-1 2 0,0 8 0,-2 4 0,0-3 0,-1-1 0,2 1 0,1 0 0,-2-1 0,1-2 0,3 1 0,-1-1 0,2 11 0,6-7 0,-2 1 0,6-7 0,-6-10 0,3-4 0,6-10 0,-6 2 0,10-11 0,-2-1 0,-1-1-1639,3 1 1,-1 0-1639,-4 4 3047,14-12-590,-11 11 1,-6 1 0,2 1 0</inkml:trace>
  <inkml:trace contextRef="#ctx0" brushRef="#br0" timeOffset="58779">22717 1792 24575,'0'20'0,"-1"0"0,0-11 0,0 8 0,1-11 0,-1 13 0,0-15 0,-3 9 0,2-9 0,-5 0 0,4-2 0,-1-2 0</inkml:trace>
  <inkml:trace contextRef="#ctx0" brushRef="#br0" timeOffset="58979">22565 1812 24575,'11'-5'0,"1"-1"0,1 6 0,-3-2 0,9 8 0,3 15-3277,-3-10 2996,1 14 0,-18-22 0,1 3 0</inkml:trace>
  <inkml:trace contextRef="#ctx0" brushRef="#br0" timeOffset="59145">22846 2032 24575,'5'0'0,"0"0"0,-4-1 0,-9-17 0,6 13 0,-8-12 0</inkml:trace>
  <inkml:trace contextRef="#ctx0" brushRef="#br0" timeOffset="59817">21301 661 24575,'1'7'0,"2"1"0,-1 14 0,-2 6 0,0 9 0,-5-10 0,0 0 0,1-8 0,0 1-1639,-7 11 1,0-2-1639,2-2 2302,0-10 1,-1-1 2693,-1 2-1719,-8 3 0,8-1 0,-1-9 0,11-19 0,0-2 0,1-5 0,0 7 0</inkml:trace>
  <inkml:trace contextRef="#ctx0" brushRef="#br0" timeOffset="60062">21118 782 24575,'7'-3'0,"0"2"0,0-3 0,-2 4 0,4-3 0,0 4 0,3 1 0,14 7 0,-11-2 0,3 3 0,11 6 0,1 1 0,-13-8 0,-1 0 0,1 2 0,0 1 0</inkml:trace>
  <inkml:trace contextRef="#ctx0" brushRef="#br0" timeOffset="60269">21628 1002 24575,'0'0'0</inkml:trace>
  <inkml:trace contextRef="#ctx0" brushRef="#br0" timeOffset="61611">24557 1025 24575,'3'32'0,"-1"0"0,1-1 0,-1 1 0,1 2 0,-1-1 0,0-4-1639,1 0 1,-1 1 1487,-1-3 1,0 5 0,0 5 0,0 1 0,0-2 0,0-4-1,-1-7-1488,1-1 1,0-1 1243,0 2 1,-1 8-1,0 4 1,1 0-1,-1-2 1,0-5 394,0 1 0,0-3 0,0-1 505,0-1 0,0 0 0,0 0-505,1 6 0,0 1 0,0-7 0,1-1 0,2-6 0,4-16 379,-4-5 0,2 2 0,-5-3 0</inkml:trace>
  <inkml:trace contextRef="#ctx0" brushRef="#br0" timeOffset="62016">24276 2468 24575,'4'-3'0,"1"-1"0,1 2 0,-2 0 0,3-1 0,6-3 0,1 1 0,21-3-838,-16 5 838,7 2 0,11 0 0,2 1 0,-6 0-410,-3 2 0,-1 0 1,0-1-1,4-2 1,-1 1-1,-8 1 0,2 3 1</inkml:trace>
  <inkml:trace contextRef="#ctx0" brushRef="#br0" timeOffset="62616">30407 1619 24575,'-5'20'0,"1"1"0,-2 4 0,2 0 0,2 1 0,8 7-3277,-3-6 1146,5-6 2316,6-8-185,-6-9-3277,24 8 1500,-22-11 757,20-9 1,3-3 1019,-3-8-259,-7 4 1,8-5-1,2-3 1,-1 0-1,-6 4 259,3-3 0,1-2 0,-9 8 0,6-4 0,3-2 0,2-1 0,1-2 0,-1 2 0,-2 1 0,-4 3 0,-4 3-985,9-5 0,-1 0 985,-9 6 0,5-3 0,2-2 0,1-1 0,0 0 0,0 2 0,-4 2 0,8-3 0,-2 2 0,-1 1 0,-1 0 0,-3 1 0,-2 0 0,1 0 0,4-1-101,-3 2 0,4-1 1,2-1-1,1 0 1,0 0-1,-1 0 1,-3 2-1,-3 1 101,6-4 0,-4 3 0,4-2 0,-4 3 0,5-1 0,3-2 0,0 0 0,-1 2 0,-4 0 0,-5 3 0,7-3 0,-4 1 0,6-2 0,3-2 0,-9 6 0,-13 6 0</inkml:trace>
  <inkml:trace contextRef="#ctx0" brushRef="#br0" timeOffset="64077">28222 1214 24575,'0'24'0,"0"3"0,0 6 0,0 2 0,-2-14 0,0 1-1093,2 14 1,-1 5 0,0-6-2185,-2 0 2457,1-7 1,1 7 0,0 3 0,0-2-1,0-5 1,1 0 0,-1-1 0,0 1 727,0-1 0,0 1 0,0 0 0,1 3 261,-1-4 0,2 4 0,-1 0 1,1 1-1,0-3 0,0-2-169,1 7 0,1-3 0,-1 1 0,0-7 0,0 1 0,-1 0 0,1 0 0,1 9 0,-1-1 0,0-6 0,-2-3 0,0 2 0,0 6 0,0-7-2246,0-9 2246,0 5 0,0 3 0,-1-6 0,0-3 0,1 2 0,-1 6 0,1 8 0,-1-8 0,1-7 410,0 11 0,0 0-410,2-10 641,-2 0 1,1-3-1,-1-13 1</inkml:trace>
  <inkml:trace contextRef="#ctx0" brushRef="#br0" timeOffset="65333">28378 932 24575,'27'-2'0,"-1"1"0,7 2 0,1-1 0,-5 0 0,3 0 0,0 0 0,1 0-656,-4 0 1,1 1-1,1-1 1,1 0 0,3 0 245,-4 0 0,4 0 1,1 0-1,1 0 1,0 0-1,-2-1 0,-2 1 1,-5 0-332,10 0 0,-6 0 0,6 0 741,-11-1 0,6 0 0,2-1 0,3 1 0,0-1 0,-1 1 0,-2-1 0,-4 1 0,-6 0 0,5 0 0,-7 0 0,4 0 0,3-1 0,5-1 0,2 0 0,0 0 0,-3 0 0,-5 1 23,7 1 0,-6 0-23,-1-2 0,-3 0 1751,0 2-1751,-20 1 0,6 1 0,15 5 3276,-12-2-2735,9 4 0,-2 1 2081,-15-3-2622,16 9 0,-1 0 0,-16-7 0,7 5 0,3 2 0,1 13 0,-5-6 0,1 1-790,-3-6 1,0 1 789,1 6 0,-1-1 0,-1 11 0,-3-17 0,0 4 0,-1 10 0,0 6 0,-1-5 0,2 3 0,-4-7 0,0 8 0,0 1 0,-2-4-1639,0 3 1,-2 2 1479,2-10 0,-1 3 0,1 2 1,-1 1-1,1 0 159,0 2 0,0 1 0,1 1 0,-1 1 0,0-3 0,0-3 0,0 0 0,0-3 0,-1-1 0,1 4 0,2 1 0,0 5 0,0 2 0,1-3 0,-1-5 0,-1-9 0,1 1 0,2 0 0,1 5 0,-1-2-164,1-5 0,0 0 164,1 4 0,1 2 0,0 0 0,0 1-1054,0 0 1,0-2 1053,0 3 517,-1-4 1,-1 1-518,-2-8 0,0-1 0,3 17-1983,-3-7 1983,-3-21 0,-2 11 0,2-13 95,-6 19-95,4-16 1962,-13 25-1962,2-2-1064,1-5 1064,-1 4 0,4-19 0,4-1-3277,-13 7 2551,12-13-57,-17 5 783,15-7 0,-20 3 0,18-4-1049,-13 3 0,-1-1 1049,9-3 0,-7 2 0,-4 0 1152,1 1 0,-3 0-1152,-1-1 0,-3 1 0,-3-1 0,6 1 0,-2 0 0,-2 0 0,1-1 0,1 1 433,0-1 1,1 1 0,0-1 0,-4 0-434,2-1 0,-3 1 0,-1 0 0,-1-1 0,-1 0 0,1-1-361,4-1 1,0 0 0,-1-1 0,0 0 0,1 0 0,0 0 0,2 0 360,-3 1 0,1 0 0,1 0 0,0-1 0,-4 0 41,6 0 1,-2-1 0,-1 0 0,-1-1 0,0 0 0,0 1 0,1-1 0,0 0-42,-2 1 0,0-1 0,1 1 0,-1-1 0,1 1 0,0-1 0,0 1 0,-1 0 0,1-1 0,0 1 0,-1 0 0,1 0 0,0 0 0,0 0-311,-1 0 1,-1-1 0,0 1 0,1 0 0,0 0-1,3 1 1,3 0 310,-4 0 0,2 0 0,4 1 0,5 0 0,-4 5 1178,3-3-1178,2 5 3177,14-5-3177,5 3 0,2-5 0,0 0 0</inkml:trace>
  <inkml:trace contextRef="#ctx0" brushRef="#br0" timeOffset="66546">29983 3260 24575,'14'4'0,"9"12"0,-6-7 0,5 11 0,-3 2-2045,-11-9 2045,7 4 0,0 2 0,2 14 0,-2-11 0,-4 2 0,2 5 0,-2-4-1560,-2 2 1560,3 5 0,2 2 0,-8-15 0,0-2 0,2 1 0,2 0 0,5 7 0,2 3 0,-2-4 0,4 3 0,-1-4 0,5 4 0,-2-4-1639,0-3 1,-2-2 481,0 0 1,1 1 577,0-1 1,1 2-1,-3-5 579,-1-2-229,5 5 0,0-1 229,-4-8 0,1 2 0,-12-9 0,-5-1 0</inkml:trace>
  <inkml:trace contextRef="#ctx0" brushRef="#br0" timeOffset="66846">30683 4007 24575,'-1'3'0,"-1"0"0</inkml:trace>
  <inkml:trace contextRef="#ctx0" brushRef="#br0" timeOffset="69145">29379 4903 24575,'13'-9'0,"11"-4"0,-10 4 0,10 0 0,-16 8 0,10 5 0,-8-2 0,5 10 0,-1 1 0,-7-3 0,12 16 0,-1 4 0,-10-12-1639,8 14 1,-1 0-1639,-11-16 2280,4 10 0,-1 0 997,-6-14 0,2 7 0,-1 1 0,-5-3 0,1 1 0,-1-10 3276,3-14-642,0-4-4273,1-9 1,-1-1 769,0 2-770,0-16 1,-2 1 378,1 19-257,-1-20 0,0 1 1517,0 23 0,1-15 0,1-1 0,1 14 3034,1-9-3034,1 16 3276,4 20-2015,7 14 2015,-4-7-741,4 12-2535,-4-18 0,-2 2-1639,1-1 1,0-1-1547,-2-3 3134,1 6 1,1 0 50,-3-6 0,4 20 0,-5-16 646,-1 1-646,1-10 0,6-1 0,-4-6 0,7 3 0,-12-4 0,3 0 0</inkml:trace>
  <inkml:trace contextRef="#ctx0" brushRef="#br0" timeOffset="69534">29901 5032 24575,'6'32'0,"-1"-8"0,0 0 0,2-3 0,0 1 0,4 4 0,2 0 0,-4-8 0,2-1-3277,18 6 0,-19-18 3047,15-3 230,-12-10-1639,4-6 1,1-2 378,-5-2 1260,4-11 0,-2 0 0,-8 9 0,1-12 0,-6-4 0,-10 9 0,-3 1 763,7 3 1,-2 1-764,-8 0 0,-4 2 0,0 6 0,-2 3 0,-11-7 0,9 8 0,-4 0 0,3 4 0,1 6 0,2 2 1638,0-3 0,2 3-382,-12 13-4533,15 2 2836,0-2 0,1-1 0,12-9 0</inkml:trace>
  <inkml:trace contextRef="#ctx0" brushRef="#br0" timeOffset="69896">29111 4951 24575,'15'33'0,"1"1"0,0 0 0,-3-4 0,1 1 0,-1 0 0,-3-1 0,-3 0 0,-2-2 0,0 2-820,0-1 1,0 3 0,0-1 0,-1-2-274,0 1 1,-1-3 0,-2 2 27,-2 4 1,-1 0 0,0-4 2353,1-8 1,0-4-1290,2-6 0,2-37 0,2-15 0,0 19 0,-1 0 0,-1-14 0,1 1 0</inkml:trace>
  <inkml:trace contextRef="#ctx0" brushRef="#br0" timeOffset="70379">29507 4499 8191,'31'0'0,"0"0"0,0 0 0,0-2 0,3 0 0,3-1 0,1 0 0,3 0 0,0-1 0,-8 1 0,1 0 0,3 0 0,0-1 0,0 0 0,1 1 0,0-1 0,-1 0 0,-1 0 0,-2 1 0,1 0 0,-1-1 0,-1 1 0,-1 0 0,0 0 0,1-1 0,0 1 0,1-1 120,0 0 1,2-1 0,1 1 0,0-1 0,0 1 0,-1-1 0,-2 0 0,-2 0 0,-3 0-121,8-3 0,-3 0 0,-3 0 0,0 1-74,1 1 0,-1 0 0,-1 1 0,0-1 74,8-6 0,0 0 0,-8 7 2124,-1 14-2124,-20 16 0,-4-3 0,0 6 0,0 4 0,0 1 0,-1-1 0,1 3 0,-1 2 0,1 0 0,-1-1 0,0-2 0,1 3 0,0-2 0,0 0 0,0 3-63,-1-4 0,0 4 1,0 1-1,0 0 1,0-4-1,1-4 63,1 1 0,1-4 0,0 0 708,1 6 1,0 1 0,0 0-709,1-2 0,1 0 0,-1-3-1328,3 6 1,-1-5 1327,0-3 0,-4-2 3026,-11-16-3026,-23 4 2285,13-2-2285,-10-4 0,-10-1 0,-5-1 0,6-1-580,6-1 0,2-1 0,-5 1 580,0 0 0,-5 0 0,-5 1 0,-2 0 0,0 1 0,2-1 0,3-1 0,5 0 229,-6 1 1,7-2-1,-9 2-229,13-2 0,-4 0 0,-4 1 0,-4 0 0,-1 1 0,-1-1 0,0 0 0,1 0 0,3 0 0,2 0 0,5-1 0,6-1-1093,-8 2 1,8-2 0,-6 1 1072,2 0 1,-5 1-1,-4 0 1,-1 0-1,-1 0 1,2 0-1,4-1 1,5 0 19,-5-2 0,5 0 0,2 0 204,1 2 1,1 0-205,-14-1 0,12-4 0,26-2 0,10-13 0,-6 9 0,6-6 0</inkml:trace>
  <inkml:trace contextRef="#ctx0" brushRef="#br0" timeOffset="72963">29777 4517 24575,'-29'6'0,"6"-3"0,0 0 0,-13 5 0,10-4 0,-4-1 0,5 0-1084,-9 1 1084,5 0 0,-4 0 0,4 0 355,-4-3-355,2 4 0,-4 1 0,7-1-3277,6-3 3235,-5 2 1,-3 2-139,8-2 1,0 1 179,-2-2 0,0 1 0,-2 0 0,-2 1 0,2-2 0,-2 0 0,6-1-834,3-1 834,-9 1 0,-2 1 0,-3 0 0,11-1 0,-2 1 0,2 1 3276,16 4-3270,-14 21-6,20-10 206,3 3 1,2 1-207,6 10 0,2 0 793,-5-13 1,0-1-794,0 3 0,2-5 0,-4 1 0,-3-15 0,7 14 0,-4-9-820,10 11 1,-12-13 0,3 3 0</inkml:trace>
  <inkml:trace contextRef="#ctx0" brushRef="#br0" timeOffset="73817">29294 5659 24575,'33'11'0,"1"-1"0,-1 1 0,1-1 0,-1 1 0,-2-2 0,-3 0 0,1-1 0,3 1-469,-4-1 1,3 1 0,2 0 0,1 0 0,-1-1 0,-2 0 0,-3-1-352,4 1 1,-3-2 0,-1-1 0,0 1-1,6 0 1,0 1 0,-1-1 0,-5-1 266,2-1 1,-5 0 552,-1-1 0,-3-1 1824,-1-5-1824,-4 1 0,5-3 0,-16 2 3276,-16-3-921,-14-3 40,3 1-2395,-12-1 0,6 6 0,-7-2 0,2 4 0,-2 0 0,9 1 0,-1 0 0,2 0-1050,-3 0 1,0 1 1049,-5 1 0,2-1 0,0-1 0,5 1-1639,-2 0 1,2-1-814,10 1 2452,-13-1 0,26 0 454,8 0-454,14-6 0,5 0-1041,-1 2 1041,3-2 0,6-2 0,-3 5 0,1 0 0,-3 1 0,9-1 0,-5 0 0,9-1 0,-1 0 0,-11 2 0,-8 0 0,13-1 0,-2 0 3276,-22 1-1114,-3 2-2162,-5 2 0,-14 1 0,4 0 0,-15 2 0,-1 0 1242,11-3-1242,-7 3 0,-3-1-1786,-11-1 1786,12-2 0,-3 1 0,3-2 0,10 0 0,-7 0 0,18 0 0,-1 0 0</inkml:trace>
  <inkml:trace contextRef="#ctx0" brushRef="#br0" timeOffset="77435">18926 5247 24575,'8'0'0,"16"0"0,-3 0 0,4 1 0,3-1 0,3 0 0,0 0-1093,-7 1 1,0-1 0,3 1 806,4-1 0,5 1 0,1-1 0,-2 1 0,-7-1 286,-2 1 0,1-1 0,2 1 0,9 1 0,4-1 0,-1 1 0,-4 0 0,-9-1-939,-9 0 1,1 0 938,4 0 0,9 2 0,5 0 0,3 1 0,1-1 0,-3 1 0,-5-1 0,-8-1-818,2 0 0,1 0 818,-6 0 0,6 1 0,5 0 0,4 0 0,2 1 0,1 0 0,-1 0 0,-1-1 0,-4 0 0,-5 0 0,-5-1-1639,12 0 1,-1 0 1526,-8 0 0,5 1 0,4-1 0,1 1 0,1 0 0,-3-1 0,-3 0 112,0-1 0,-1 0 0,-2-1 0,-1 1 0,-1-1-267,1 0 0,-3 0 0,1 0 1,5 1 266,-1-1 0,6 0 0,3 1 0,1-1 0,1 0 0,-3 1 0,-3-1 0,-6 0 0,4 0 0,-6 0 0,7 0 0,-8 0 0,7 0 0,2 0 0,3-1 0,1 1 0,-2-1 0,-3 1 0,-4 0 0,-6 0-767,5-1 1,-1 1 766,1-1 0,5 1 0,3-1 0,0 1 0,-4-1 0,-4 1 0,-1 0 0,-1 0 0,0 0 155,0 0 1,-1 0 0,1 0 0,2 0-156,2 0 0,2 1 0,0-1 0,-1 0 0,-2 1 0,1-1 0,-3 0 0,0 0 0,1 0 0,-1 1 0,-5-1 3081,-3 0-3081,1 0 0,5 0 0,1 0 0,0 0 0,1 0 0,0 0 692,-5 0 0,1 0 0,2 0-692,6 0 0,5 0 0,-1-1 0,-4 1 0,2 0 0,-2 0 0,-6-1 0,2 1 0,-3-1 0,-1 1 0,-6 0 819,-9 0 0,-4 0 0,-5 0 0</inkml:trace>
  <inkml:trace contextRef="#ctx0" brushRef="#br0" timeOffset="82361">19001 5246 24575,'5'0'0,"-1"0"0,-1 0 0,4 0 0,-2 0 0,2 0 0,1 0 0,8 0 0,6 0 0,-3 0-3277,3 0 0,-15 0 3047,10 0 230,-4 0 0,-3 0 0,13 2 0,-2-2 0,3 3-3277,7-3 2017,-18 1 1260,18-1 0,-24 0 0,17 0 0,-9-1 0,1 1 0,14-6 0,-11 5 0,12-7 0,-15 5 0,14-3 0,-5 0 0,-3 4 0,0-4 3276,-1 2-2015,10-2 2015,-7 1-1638,-1 1 0,-3 0-1406,-9 3-232,9-5 0,2-1 0,7 0 0,-4-2 0,-6 2 0,-2 2 0,-7 3 0,20-11 0,-21 11 0,7-7 0,-1 1 0,4-2 0,11-4 0,-10 4 0,9-5 0,-5 4 0,-6 1 0,-1 0 0,8-3 0,-8 3 0,1 0 0,8-9-961,-5 7 961,1-6 0,-6 6 0,-1-1 0,-1 1 0,1-1 0,1-2 0,-2 2 0,1 0 0,5-7 0,-4 3 0,5-6 0,-17 19 0,11-13 0,-6 6 0,-1 0 961,9-13-961,-5 9 0,4-5 0,1 3 0,-5 4 0,8-4 0,-10 5-3277,9-5 0,-16 11 2961,16-13 316,-12 12 0,14-12 0,-3 5-1513,-6 2 1513,1 1 3276,-1 0-559,1-1-2717,9-3 0,-9 3 114,3 3-114,-6 2 0,0 1 0,7-4 0,-11 7-3277,17-9 2046,-16 10 1201,16-7 30,-14 7 0,13-4 0,-1 0 0,-2 2 0,5-2 0,-11 5-3277,13-5 2027,-15 3 4526,11-1-2025,-10 3-1251,2-1 30,7-1-30,-5-2 0,4 2 0,-4-1 3276,2 3 0,3 1-3044,-3 0-232,3 0 0,2 0 0,-11 0 0,7 2 0,0 0 0,-11-1 0,20 3 0,-7 1 0,7-3 0,3 4 0,-10-5 0,-6 4 0,-5-2 0,13 7 0,-7-2-1639,2 0 1,-1 1-1639,-7-3 2600,9 5 1,0-1 676,-9-3 0,6 3 0,1 0 0,5 6-361,-6-3 361,4-1 0,-11-2 0,0-5 0,14 15 0,-17-15 1090,19 15-1090,-17-11 0,15 12 0,-3-2 0,-7-4 394,9 6-394,-16-14 3276,15 13 0,-9-6-3044,4 1-232,0 4 0,1-1-477,-4-5 477,1 3 0,-1-2 0,3 2 0,0 0 0,-1 0 0,-3-6 0,-3 1 0,14 6 0,-13-5 0,12 3 0,-5 0 0,-5-7 0,14 11 0,-20-16 0,19 15 0,-15-12 477,10 8-477,3 2 0,-10-7 0,8 2 0,-8-5 0,0 1-3277,14 6 0,-17-5 3047,11 0 230,0 1 0,0-2 0,11 7 0,-16-8-3277,4 2 2017,-14-7 1260,14 6 0,-13-5 3276,9 5-2015,-4-4-1261,2 0 0,10 4 3276,-6-3 0,13 6-3044,-11-6-232,1 5 0,2-4 0,-12 0 0,16 2 0,-17-5 0,19 5 0,-17-3 0,20 0 0,-17 1 0,12 1 0,-5 2 0,-3-3 0,4 3 0,-16-7-3277,10 6 0,-10-6 3047,7 3 230,0-1-3277,8-1 2017,-6 1 1260,2 0 0,-5-1 0,-3-1 0,13 2 0,-13-3-1005,12 2 1005,-15-2 3276,9 0-2513,-2 1-763,2 1 0,0 0 0,-5-1 0,-3-1 3276,-1 0-513,4 0-515,-4-3-2248,1 1 0,-8-1 0,-5 1 0,-3 1 0,1 1 0,3-2 0</inkml:trace>
  <inkml:trace contextRef="#ctx0" brushRef="#br0" timeOffset="83062">21256 5243 24575,'-5'26'0,"0"5"0,3-10 0,1 10 0,1-24 0,3 17 0,-3-16 0,9 15 0,-6-12 0,4 4 0,-6-9 0,1 0 0,-2 2 0,0-4 0,0 2 0</inkml:trace>
  <inkml:trace contextRef="#ctx0" brushRef="#br0" timeOffset="83712">20900 5657 24575,'10'3'0,"3"10"0,-5 9 0,8 11 0,-6-6 0,7 0 0,-1-15 0,9 1 0,-8-6 0,10-4 0,-20-4 0,21-3 0,-17 2 0,20-5 0,-12-3 0,0 4 0,-11-12 0,-22-1 0,5 2 0,-4 1 0,-1 3 0,4 8 0,-17-12 0,16 14 0,-6 5 0,11 3 0,3 11 0,1-11 0,2 2 0</inkml:trace>
  <inkml:trace contextRef="#ctx0" brushRef="#br0" timeOffset="83995">21261 5837 24575,'12'31'0,"-7"-12"0,0 1 0,4 13 0,-4 2 0,-4-22 0,2 1 0,-2-8 0,8-20 0,-6 10 0,9-22 0,-6 16 0,0 1 0,-2 2 0</inkml:trace>
  <inkml:trace contextRef="#ctx0" brushRef="#br0" timeOffset="84494">21471 5677 24575,'0'13'0,"1"10"0,2-2 0,1 4 0,0-9 0,-2-7 0,2-1 0,-2-5 0,1-3 0,-6-16-3277,-2-6 0,0 2 2511,-6-14 766,8 23 0,-5-13 0,7 15 0,1 1 0,1 4 3276,0 1-33,7-5-6520,9-7 571,-5 6 1067,9-4 1,-1 1 378,-10 9 1260,10-9 0,-1 4 0,-16 12 0,5-3 0,-11 6 0,-1 0 0</inkml:trace>
  <inkml:trace contextRef="#ctx0" brushRef="#br0" timeOffset="84914">21465 5813 24575,'22'0'0,"-4"-3"0,15 1 0,-15-1-3277,18-3 0,-25 5 0,20-2 0,-25 4 5064,9 1-1787,-4 8-3034,-2 7 3034,0-3 3018,-3 11-3018,-7-17 3276,-5 14-2023,-20-5-1253,2-3 0,-1-4 0,-1-1 0,-2-5 0,2 1 0,1-1 0,5-4 0,-7-2 0,20-1 3276,1-12 0,3-4-3221,1 1 0,1 3 0,1 13 0</inkml:trace>
  <inkml:trace contextRef="#ctx0" brushRef="#br0" timeOffset="86244">21669 4769 24575,'-6'18'0,"4"-10"0,-7 17 0,7-15 0,-4 18 0,3-18 0,1 10 0,1-16 0,3 6 0,2-5 0,-1 0 0,0-2 0</inkml:trace>
  <inkml:trace contextRef="#ctx0" brushRef="#br0" timeOffset="87532">23221 5458 24575,'11'35'0,"-2"-3"0,-3-15 0,0 2 0,-4-14 0,5 13 0,-4-4 0,1-1 0,-3 4 0,-5-21 0,3 2 0,-6-19 0,5 7 0,-5-20 0,0 13 0,2-5 0,-4 7 0,0 9 0,-2 3 0,-16 0 0,1 11 0,-3-1 0,3 10 0,15-6 0,1 9 0,7-7 0,2 0 0,2-5 0,-5-6 0,5 1 0,-5-4 0</inkml:trace>
  <inkml:trace contextRef="#ctx0" brushRef="#br0" timeOffset="88513">18992 5475 24575,'-6'13'0,"4"-6"0,-8 12 0,4 2 0,-2-6 0,4 14 0,2-22 0,5 13 0,-1-14-3277,15 11 0,-11-12 2663,12 4 0,2 0 614,-2-2-169,12 1 0,6 2 169,0-2 0,-1-2 0,-4 0 0,1-1 0,6 1 0,-4-3 0,-7-14 0,2-11 0,-17 0 1638,-6 1 0,-3-2 1208,-6-7-1393,3 1-1453,-16-5 545,10 28-545,-24-16 0,23 18 0,-17-2 0,-10 3 0,15 3 0,-2 1 0,-14 3 0,0 0-3277,0 0 2033,16 1 1,2 0 756,1 3 487,6-6 0,-7 9 0,13-9 0,2 3 0</inkml:trace>
  <inkml:trace contextRef="#ctx0" brushRef="#br0" timeOffset="94596">24480 5321 24575,'13'-2'0,"-3"2"0,9-2 0,-8 2 0,8-1 0,-6 1 0,10-2 0,-1 1 0,-1 1 0,1-1 0,9 0 0,-5 1 0,1 0 0,-8 0 0,0 0 0,12 0 0,1 0-770,-13 0 1,0 0 769,5 0 0,-1 0 0,-2 0 0,-2 0 0,3 0-1639,6 0 1,-2 0-1360,-12 0 1929,18 0 0,2-1 1069,-10-4-189,3 3 0,5 1 1,0-1 188,-5 0 0,-1-2 0,-1 2-1104,9 0 0,-1 1 1104,-1-1 0,-3 1 0,8-1 3276,-14 1-2994,9 0 0,-1 1 2074,-15-1-2356,14 2 0,0 0 0,-13-1 0,9-1 0,4 0 0,-3 0 0,3 1-1093,-1-1 1,3 0 0,-1 0 685,2 0 0,2 1 407,0-1 0,3 1 0,-7 0 3276,-1 0-3023,6 0 0,0 0-253,-14 0-1639,3 0 1,-2 0 397,-7 0-1781,21 0 3022,-31 0 3022,15-1-3022,-2-1 36,-8 0-36,18 0 0,1 0 3276,-17 1-2856,11 0 0,7-1 1,-5 2-421,0 0 0,7 0 0,2 0 0,-13 0 0,-2 0 3276,13 0-506,-5 0-2770,-7-2 0,-7 0-1639,8 1 1,-1-1-1625,-7 0 3263,5 1 0,1 0-568,4-1 568,7 0-1639,-8 1 1,0-1 730,-1 2 908,15-1-162,-15 1 162,0 1 1638,1 1 0,1-1-852,11 1-786,-13 0 0,3-1 0,6-1 0,0 0 0,-7 0 0,0 0 277,-1 0 1,1 0-278,1 0 0,-5 0 3276,-12 0-161,14 0-2001,-10 0-1114,4 0 0,20 1 0,-15 0-1639,1-1 1,-1 1-1639,-11-1 2628,16 0 649,-21 0 0,3 0 0,-6 0 0</inkml:trace>
  <inkml:trace contextRef="#ctx0" brushRef="#br0" timeOffset="98263">24586 5301 24575,'11'-3'0,"-2"0"0,-1-1 0,-1 0 0,0-4 0,1-3 0,-3 1 0,2-2 0,-5 5 0,4-3 0,0-2 0,-1 4 0,1-5 0,-3 4 0,-1 1 0,-1-4 0,-1 8 0,4-13 0,-3 11 0,5-8 0,-3 1 0,2-7 0,2-9 0,-2 6 0,3-3 0,-5 6 0,1 6 0,0 0 0,-3 8 0,2 0 0,-1-7 0,4-1 0,-4 3 0,4-5 0,-3 5 0,0 3 0,4-13 0,-3 12 0,3-10 0,-3 6 0,-1 0 0,-2 4 0,1-3 0,-1 6 0,2-10 0,1 1 0,-3-3 0,2 3 0,-1 1 0,0 7 0,0-6 0,0 9 0,0-6 0,-1 0 0,0-3 0,1 3 0,3-9 0,-1 4 0,1 0 0,1-7 0,-2 16 0,1-13 0,3 1 0,-2 7 0,4-15 0,-3 11 0,-1-2 0,2-1 0,-3 6 0,3-2 0,-1 0 0,0 2 0,-4 6 0,4-5 0,4 0 0,1 1 0,3-2 0,4 1-645,-10 4 645,5-2 0,-7 6 0,2-1 0,-1 1 0,1 0 0,-5 1 0,4 1 0,-2 0 645,6 0-645,4 0 0,-3 1-3277,13 0 0,-19 0 0,20 1 1787,-23 1 1490,12 0 0,-10 0 0,-1 0 0,9 7 0,-9-5 3276,11 6-2015,-12-6 2015,9 3 0,-7-1-3044,2 1-232,1 4 0,4-1 0,-3 3 0,7 1 0,-8-5 0,2-1 0,-5-3 0,-3 0 0,4 2 0,-4 0 0,4 0 0,-3-1 0,6 3 0,1 4 0,-1-1 0,1 6 0,-4-6 0,1 3 0,-2-4 0,0-2 0,-1 5 0,1-5 0,1 9 0,-3-4 0,0 2 0,1 0 0,-3-5 0,2 4 0,-1-1 0,-1-2 0,2 2 0,0-2 0,-1-2 0,1 0 0,-1-3 0,1 0 0,3 5 0,-3-3 0,2 0 0,-1 3 0,-1-4 0,1 2 0,0-1 0,-4-2 0,7 3 0,-4 3 0,4-3 0,-2 4 0,2-7 0,-2 4 0,0-8 0,0 4 0,-2-6 0,2 7 0,-3-6 0,4 9 0,-3-9 0,3 8 0,2 0 0,-3-3 0,7 4 0,-4-3 0,0-1 0,1 0 0,-2-1 0,4 2 0,-3-1 0,8 3 0,-12-8 0,10 7 0,-10-7 0,5 4 0,-1-3 0,2 2 0,-1-2 0,3 1 0,-8-2 0,10 1 0,-9-3 0,14 6 0,-11-5 0,10 4 0,-9-3 0,6 3 0,-10-3 0,7 2 0,-8-4 0,6 1 0,-6-1 0,2 2 0,2 0 0,0 1 0,9-2 0,-1 2 0,-1-3 0,2 2 0,-7-2-3277,9 0 0,-11 0 0,19 0 1787,-21 0 1490,14 0 0,-7 0 0,-6 0 0,20 0 3276,-21 0-2015,14 0 2015,-12 0 0,2 1-3044,14 4-232,3 1 0,-2 1 0,7 0 0,-18-4 0,12 2 0,-13-3 0,10 0 0,-11-1 0,11 4 0,2-1-425,-8 2 425,8-1 0,-11-2 0,2 0 0,11 1 0,-14-2 0,12 3 0,-13-5 0,10 1 0,5 1-1057,-11-2 1057,9 1 402,5 2-402,2 1 0,-13-3 0,1 1 0,11 2 0,-14-2 0,7 1 0,-9-1 0,11-1 0,-11 1 0,19-2 0,-22 1-1639,8-1 1,0 0-1511,-13 2 2943,13-2 1,1 0 205,-11 3-3277,26 0 2393,-28-1 884,20 2 0,-19-4 3276,17 3-2391,-5 0-885,3 1 0,-6-1 1133,4 0-1133,-2-2 0,-5 1 3276,4 1 0,-5-2-3044,-3 1-232,3 0 0,-5-2 0,-2 0 0,2 1 0,6 1 0,2 2 0,-2-2 0,2 2 0,-15-3 0,0 0 0,-10 2 0,-1 0 0,1 1 0,-1-2 0,2 1 0,-2 1 0,-20 9-820,4-4 1,-1 2 0,12-7 0</inkml:trace>
  <inkml:trace contextRef="#ctx0" brushRef="#br0" timeOffset="101912">25128 5203 24575,'-2'13'0,"0"6"0,0-10 0,-3 20 0,3-19 0,-2 25 0,4-28 0,-2 12-3277,2-7 0,0-5 3047,0 12 230,2-12 0,-2 4 0,1-5 0,-1 0 0,0 0 3276,0-1 0,0 3-3044,3 3-232,0 2 0,1-1 0,0-1 0,-4-6 0,9 6 0,-6-6 0,10 6 0,-11-9 0,4 3 0</inkml:trace>
  <inkml:trace contextRef="#ctx0" brushRef="#br0" timeOffset="102596">24947 5721 24575,'11'13'0,"-3"-6"-3277,4 14 0,-7-15 1328,8 10 1949,-8-12 1719,6 3-1719,-3-4 0,3-1 0,1-2 0,8-10 0,-10 6 0,8-13 0,-3 0 0,-1-9 0,0 2 0,-9 1 0,-5 16 0,-1-5 0,-1 10 3276,-1-3 0,0 5-3044,-6-1-232,2 1 0,-3-2 0,6 2 0,2 0 0</inkml:trace>
  <inkml:trace contextRef="#ctx0" brushRef="#br0" timeOffset="102978">25241 5753 24575,'0'14'0,"0"10"0,0-10 0,0 11 0,0-7 0,0-5-3277,1 5 0,1-12 1328,1 5 1949,-1-5 1719,1 0-1719,-6-2 0,2-4 0,-2 2 0,2-2 0</inkml:trace>
  <inkml:trace contextRef="#ctx0" brushRef="#br0" timeOffset="103484">25309 5649 24575,'15'-5'0,"5"-2"0,-3 4 0,8-1 0,-9 7 0,0-1 0,-6 5 0,-5-3 0,-2 9 0,-1 3 0,-1-4 0,-1 7 0,0-6 0,0-3 0,-4 19 0,3-20 0,-9 15 0,13-20 0,-1 2 0,19-9 0,-3 2 0,18-4 0,-18 4 0,12-3 0,-20 3 0,-1 0 0,-8 1 0</inkml:trace>
  <inkml:trace contextRef="#ctx0" brushRef="#br0" timeOffset="104561">25086 4468 24575,'-1'19'0,"1"-7"0,-2-6 0</inkml:trace>
  <inkml:trace contextRef="#ctx0" brushRef="#br0" timeOffset="104763">25070 4756 24575,'2'5'0,"0"-1"0,-1 3 0,-1 11 0,2-7 0,-2 18 0,0-24 0,0 9 0</inkml:trace>
  <inkml:trace contextRef="#ctx0" brushRef="#br0" timeOffset="104929">25083 5010 24575,'1'8'0,"2"2"0,-3-6 0,2 6 0,-2-6 0,0 17 0,0-4 0,0 0 0,0-6 0</inkml:trace>
  <inkml:trace contextRef="#ctx0" brushRef="#br0" timeOffset="105080">25093 5311 24575,'0'5'0,"0"-1"0</inkml:trace>
  <inkml:trace contextRef="#ctx0" brushRef="#br0" timeOffset="106328">21218 4556 24575,'3'27'0,"-2"-16"0,1 10 0</inkml:trace>
  <inkml:trace contextRef="#ctx0" brushRef="#br0" timeOffset="106650">21208 4835 24575,'1'3'0,"-1"1"0,2-2 0,-2 11 0,0-8 0,2 14 0,1 1 0,-1-10 0,3 23 0,-3-16 0,-2-3 0,4 17 0,-2-10 0,1 3 0,1 1 0,-2-14 0,2 2 0,-3-7 0,-5 2-3277,-11 14 2457,6-11 1,-6 7 0,14-16 0</inkml:trace>
  <inkml:trace contextRef="#ctx0" brushRef="#br0" timeOffset="106811">21209 5266 24575,'2'6'0,"-1"-3"0,-1 0 0</inkml:trace>
  <inkml:trace contextRef="#ctx0" brushRef="#br0" timeOffset="109944">25076 4371 24575,'-9'7'0,"3"0"0,-8 6 0,9-5-3277,-12 13 0,13-14 1681,-6 9 0,-2 0 1596,4-4-1149,-5 8 0,0 0 1149,5-8-262,-3 6 0,0 0 262,6-7 3276,-11 18-3116,13-17 1,-2 0 0,5-8-1</inkml:trace>
  <inkml:trace contextRef="#ctx0" brushRef="#br0" timeOffset="110234">25110 4513 24575,'-14'25'0,"-1"1"0,1-2 0,-1 0-1639,2-3 1,0-1 1377,1-2 1,0 0 260,-4 1 0,1-1 0,-3 5 0,-2 1 0,2-2 1180,9-8-1180,25-13 242,-10 1-242,12-9 0,-1-2 0,-12 7 0,5-3 0</inkml:trace>
  <inkml:trace contextRef="#ctx0" brushRef="#br0" timeOffset="110469">25354 4734 24575,'-23'21'0,"0"0"0,5-5 0,-4 2 0,-5 4 0,4-4-1538,0 4 1538,-1-2 0,0 0 499,5 0-499,6-3 255,10-11-255,25-8 0,-16 2 0,17-5 0</inkml:trace>
  <inkml:trace contextRef="#ctx0" brushRef="#br0" timeOffset="110680">25459 4947 24575,'-15'17'0,"0"0"0,-2-1 0,0 1 0,-2 2 0,0-1 0,-2 2 0,1-1 0,-4 5 0,4-3 0,12-6 0,27-11 0,-12-1 0,11-2 0</inkml:trace>
  <inkml:trace contextRef="#ctx0" brushRef="#br0" timeOffset="110860">26008 5058 24575,'-5'7'0,"1"-3"0,4-3 0</inkml:trace>
  <inkml:trace contextRef="#ctx0" brushRef="#br0" timeOffset="113110">25618 4908 24575,'18'-8'0,"-1"-1"0,1 2 0,6-7 0,0 0 0,-3 3 0,3-1 0,-1 0 0,-5 3 0,14-6 0,1 1 0,-20 8 0,20-9 0,-2 0 0,-19 12 0,19-14 0,-27 16 0,2-3 0</inkml:trace>
  <inkml:trace contextRef="#ctx0" brushRef="#br0" timeOffset="118082">17823 999 24575,'22'-2'0,"-2"-1"0,1-1 0,2-1 0,1 2 0,3-1-820,6-1 1,7-1 0,0-1 0,-5 2-820,1-1 1,0 1 982,-7 1 1,4-1-1,1-1 1,0 1 0,-3 1-438,3 0 1,-1 0 0,0 1 969,3 0 1,0 0-1,3 0 123,-9 1 0,3 0 0,0-1 0,-1 2 0,-5 0 0,11 0 0,-3 2-132,0 0 1,3 1-1,-7 0 132,6 3-180,-12 1 1,4 3 0,1 0 179,4 2 0,1-1 0,-2 1 0,-4-2 0,0 0 0,0 1 0,1 0 0,2 2 0,-2-1 0,-5-1 0,-3 1 0,-3-1 0,2 0 0,-1 1 2682,2 9-2682,-14-13 3276,4 9-2217,-6-8-240,-1 3 0,-4-7 0,-1-2 0</inkml:trace>
  <inkml:trace contextRef="#ctx0" brushRef="#br0" timeOffset="118944">19387 1027 24575,'2'8'0,"-2"-3"0,1 4 0,-4 14 0,1-7 0,-4 17 0,4-22 0,-1 6 0,10-18 0,-1 2 0,9-15 0,-6 4 0,5-19 0,-8 9 0,1-2-3277,-5-4 0,-4 21 3047,2-21 230,3 17 0,-2-6 0,8 6 0,5 4 0,-4 1 0,8 2 0,7 2 0,-6 1 0,1 2 0,13-1 3276,-5 4 0,-28 14-3044,-2-8-1871,-4 7 1,-1 0-1639,2-6 3047,-8 9 230,2-6 0,-9 7 0,-2 4 0,4-8 0,12-12 0,18-10 3276,1-4 0,9 1-3044,-9-3-232,-6 9 0,-8 1 0,-4 4-3277,-7 5 0,8-6 3047,-5 2 230,6-4 0,-2 4 0,0 3 0,3 1 0,0-3 0,2-4 0</inkml:trace>
  <inkml:trace contextRef="#ctx0" brushRef="#br0" timeOffset="131413">24409 7632 24575,'26'-11'0,"3"-2"0,7-4 0,-11 5 0,4-1 0,1-2 0,-1 1 0,-2 1-1093,2 0 1,-2 1 0,1-2 272,3 0 1,3-3 0,0 1 0,-2 0-1,-3 3 1,-1 0 0,-1 0 0,0 0 774,4-2 1,-1 0-1,2-1 45,-5 2 0,3-1 0,0-1 0,-1 0 0,-3 3 635,-1 0 1,-2 2 0,-3 0-636,4-5 0,-4 3 0,-3 3 0,1 0 0,-11 5 0</inkml:trace>
  <inkml:trace contextRef="#ctx0" brushRef="#br0" timeOffset="146228">9699 1652 24575,'12'-2'0,"8"-2"0,-1-1 0,3-1 0,13-5 0,1 0-1411,-10 3 1,2-1 1410,1 0 0,4-2 0,0 0 0,-8 2 0,7-1 0,-2 1 0,9-3 0,0 0 0,-11 2 0,-4 1 0,-1 1 0,10-2 0,3-2 0,-2 0 0,-7 2-748,-6 0 1,1 0 747,2 0 0,6-2 0,4-1 0,1-1 0,-4 2 0,-6 1-1639,3-4 1,-1 2 1165,6-2 0,3 1 0,-3-1 473,-1-4 0,-3 2-1639,-9 7 1,-1-1 1377,6-3 1,-2-1-70,1-1 0,-24 14 0,3-2 0</inkml:trace>
  <inkml:trace contextRef="#ctx0" brushRef="#br0" timeOffset="146845">10605 1391 24575,'-5'21'0,"2"3"0,0-1 0,0-8 0,-3 17 0,-1-1-3277,2-20 3212,-2 6 1,1 3-3213,-2 12 1429,4-12 209,-2 13 1,0-1 957,5-15 681,-2 4 0,-1 1 0,-2 9 0,2-13 1168,-5 15-1168,-18-7 0,11-8 0,-4-6 0,-5 1 0,3-2 0,-12 0 0,6-5 0,-9 1 0,0-1 0,6-1 299,6-2 1,0-1-300,-2 0 0,-4 2 0,-1-1 0,3-1 0,1-1 0,2-1 0,1 0 0,-6 0 0,-2-1 0,-2-1 0,-2-1 0,6-1 0,-3-2 0,11 3 0,9-2 0,27-6 0,15 0 3276,-4-1-2497,3 4 0,-1 2-779,-8 4-448,18-2 0,1 0 448,-16 2 0,2 1 0,8-1 0,5 0 0,2 0 0,-3 0-656,0 0 1,1-1-1,0 1 1,0-1 0,-1 1 403,0 0 0,0 1 0,-1-1 0,1 1 0,0-1-355,5-1 0,2 1 0,0-1 1,-6 0-1,-9 2 607,0 0-326,2-1 0,-3 0 326,-16 2 2053,20-2-2053,-22 2 3198,9-4-3198,-13 3 3276,4-5-2767,-7 5 0,1-1 0,-2 1 1</inkml:trace>
  <inkml:trace contextRef="#ctx0" brushRef="#br0" timeOffset="147248">10926 1518 24575,'-5'23'0,"2"-4"0,2 4 0,1-11 0,2-3 0,6-1 0,6 0 0,-2-2 0,3 0 0,-12-3 0,2 3 0,-7 15 0,-1-6 0,-6 18 0,2-18 0,-11 9 0,10-14 0,-4 0 0,8-7 0,0-5 0,0-6 0,2 4 0,-1-4 0</inkml:trace>
  <inkml:trace contextRef="#ctx0" brushRef="#br0" timeOffset="147695">11173 1598 24575,'-6'13'0,"2"2"0,6-6 0,2 4 0,5-8 0,1 0 0,7-3 0,-10-2-1639,12-6 1,0-1-1639,-9 4 3162,8-6 0,1-2 115,0-4 0,-3-5 0,-4-11 0,-13 11 0,-24-8 0,3 17 0,-6-1 0,6 12 0,11 3 3276,-6 6 0,8 2-3044,-2 0-232,6 0 0,12-8 0,-1-2 0,9-4 0,-9 1 0,-1-1 0</inkml:trace>
  <inkml:trace contextRef="#ctx0" brushRef="#br0" timeOffset="148012">11349 1204 24575,'12'34'0,"1"1"0,-9-10 0,3 0 0,-2-2 0,0 0 0,-1-6 0,4 10 0,0-2-1483,-5-14 1483,4 10 0,0 2 360,2 6-360,1 4-3277,-2-4 2627,-1-12 650,-5-14 0,3-1 0,2-1 0,-3-1 0,2 0 0</inkml:trace>
  <inkml:trace contextRef="#ctx0" brushRef="#br0" timeOffset="148533">11629 1459 24575,'-1'-4'0,"-1"3"-3277,-12 7 0,8-3 0,-20 13 0,20-12 5064,-12 13-1787,9 1 0,2-2 0,3 5 3276,7-6-2015,9-1-1261,4-1 0,-1-3 0,7-9 0,-14-3 0,10-11 0,-12 9 0,6-11 0,-6 3 0,-1 0 0,1-9 0,-4 6 0,0 4 3276,-1 6 0,3 21-3044,2 6-232,6 4 0,-1-9-3277,6-6 0,-11-9 1820,17 2 1457,-17-5 0,13-1 0,-7-5 0,-4 4 0,1-2 0,-8 5 0</inkml:trace>
  <inkml:trace contextRef="#ctx0" brushRef="#br0" timeOffset="148811">11785 1335 24575,'18'0'0,"-9"1"0,8 0 0,14-1-1639,-11-3 1,0 0-1639,17-2 1328,-3-5 3492,-20 1-1543,2-1-3277,0-5 2076,-7 9 1201,-6-3 0,-4 3 0,0 3 0,-2-2 0</inkml:trace>
  <inkml:trace contextRef="#ctx0" brushRef="#br0" timeOffset="149096">11910 1142 24575,'7'21'0,"-1"4"-3277,3 10 0,-5-16 0,3 12 1787,0 2 1490,-4-8-719,0 0 1,1 5 0,-1-5 718,-2-2 34,0 5 1,1 6 0,0-7-35,0-7 0,1 7 0,2 0 0,1-10 3276,7-2-3215,-2-9 0,-5-5 0,0-2 0</inkml:trace>
  <inkml:trace contextRef="#ctx0" brushRef="#br0" timeOffset="149367">12173 1427 24575,'6'11'0,"3"12"0,1 2 0,-3 2 0,1-2 0,-7-13 0,4 4 0,-3-7 0,1 0 0,-3-11 0,-2-7 0,1 1 0,-1-2 0,2 8 0</inkml:trace>
  <inkml:trace contextRef="#ctx0" brushRef="#br0" timeOffset="149512">12194 1371 24575,'2'4'0,"-1"-2"0</inkml:trace>
  <inkml:trace contextRef="#ctx0" brushRef="#br0" timeOffset="150596">12368 1374 24575,'4'10'0,"1"12"0,-2-17-3277,2 28 0,-3-25 1174,3 24 2103,-4-23 1741,7 15-1741,-1-9 0,1-2 0,5-4 0,-2-12 3276,4 1 0,3-7-3109,-7 3 30,10-8-197,-2-2 0,5-13 0,-8 11 0,-6-17 0,-17 15 0,2-3 0,-14 4 0,7 16 0,-1-2 0,3 5 0,6 1 0,1 9 0,3-3 0,5 16 0,1-4 0,-1-2 0,1 2 0,0-9 0,-2-1 0,6 4 0,-2-6 0,0-2 0,4-8 0,-4-1 0,5-17 0,-4 4 0,-1-6 0,-4-3 0,-1 10 0,3-6 0,-1 14 0,5 4 0,5 16 0,-3-3 0,6 17 0,-11-2 0,1-8 0,-4 8 0,-1-12 0,3 1 0,-2-2 0,5-13 0,11-25 0,-7 5 0,2-1 0,1-2 0,0-6 0,1 5 0,-5 16 0,2 32-1022,-7-8 1022,6 14 0,-6-13 0,0 0 0,-1-1 0,7 2 0,-6-9 0,7 6 0,-6-10 1022,-5-8-1022,-6-6 0,0 2 0,-1 0 0</inkml:trace>
  <inkml:trace contextRef="#ctx0" brushRef="#br0" timeOffset="150830">12776 1238 24575,'7'-4'0,"-1"3"0,6-12 0,-3 6-1639,7-13 1,1-3-1639,-6 10 1638,4-8 1,2 0 1075,7 0 563,-2-3 977,-5 6 0,-2 1-977,-1-3 0,-3 2 0,-9 11 0,-4 5 0,1 2 0,1-1 0</inkml:trace>
  <inkml:trace contextRef="#ctx0" brushRef="#br0" timeOffset="154008">22257 1650 24575,'-24'10'0,"-1"-1"0,2 0 0,1-1 0,1 1 0,-1 0 0,-4 1 0,0 1 0,7-2 0,1 1 0,-8 2 0,0 1 0,-6 6 0,2 0 0,1-2 0,8-3 0,-2 2 0,4-2 0,0 7 0,4-9 0,-1 2-1639,6 4 1,1-1-1639,2-5 1638,-2 11 1,2-1 148,4-12 1490,-6 20 0,8-3 0,0-14 0,4 18 0,1 1 3276,-2-19-2646,8 20 1,2 1-631,-4-22 0,9 20 0,0-1 0,-7-17-1639,10 17 1,-1-1 378,-11-20 1260,2 5 0,2 2 0,8 6 0,-8-8 0,6 4 0,5 2 0,-5-8 0,-1 0 0,0 0 0,1-1 0,10 3 0,-3-3 0,-11-7 1474,14 4 0,2 0-1474,-11-4-252,14 3 1,7 1 251,-15-4 0,2-2 0,0-2 0,6-1 0,1-1 0,-1-1 0,-4 2 0,-1-1 0,-2-3 0,-1-4 0,0-3 0,-5-1-1639,-1-3 1,-4-1 1071,12-7 567,-14 8 0,-1 1 1205,9-4-1205,-7 3-1092,7-1 1,-1 2 1091,-12 4 0,21-10-1221,-4-3 1221,-9 8 1377,1-3 0,0-3-1377,-9 1 0,-2 1 1690,6-8-1690,-5 7 0,-3 0 3276,-2-14-2436,-3 10 0,-2-1-840,0-9 0,-2 1 0,0 9 0,-2 1 0,-7-7 0,-1 5 3276,4 11-3010,-5-2 1,-5-3 0,3 2-267,-5 0-401,-1 1 1,-7-2-1,1 1 401,5 4 0,1 1 0,-2 0 0,-6-2 0,-1 0 0,2 1 0,6 3 0,1 0 0,0 1 0,-2 1 0,0 1 0,5 2 1352,-1-1-1352,-5 2 0,2 2-2283,17 2 2283,-14 0-63,17 2 1,1-2-1,1 1 1</inkml:trace>
  <inkml:trace contextRef="#ctx0" brushRef="#br0" timeOffset="154447">22522 1717 24575,'7'-19'0,"0"0"0,-1 1 0,4-9 0,0-1 0,-3 12-1639,4-9 1,1 1-1639,-6 10 1849,4-6 1,-1 1 1427,-6 10 460,6-11 0,-8 16 0,1 2 1</inkml:trace>
  <inkml:trace contextRef="#ctx0" brushRef="#br0" timeOffset="155566">16459 768 24575,'1'37'0,"0"-11"0,2 9 0,2 3-479,-1-8 1,2 1 478,0-4 0,1 2 0,-1-3 157,0 0 0,-1 0-157,3 7 0,0-6 159,-4-15-159,6 24 0,-6-32 0,2 7 121,-4-9 0,-1-2 0,-1 0 0</inkml:trace>
  <inkml:trace contextRef="#ctx0" brushRef="#br0" timeOffset="155845">16103 939 24575,'13'-6'0,"9"-2"0,-10 1 0,11-3 0,7-3 0,-4 3-3277,-2-2 3147,0 0 1,6-2-1,-1 2 130,-4 2 0,-1 2 0,0 0 0,8-5 0,1 1 0,-7 3 0,4-1 0,-2 1 0,-3 1 425,-4 1 0,-1 1-425,11-5 0,-6 2 0,-17 6 0,11-5 0,-17 6 0,-1 1 0,-1 0 0</inkml:trace>
  <inkml:trace contextRef="#ctx0" brushRef="#br0" timeOffset="156095">16434 1006 24575,'19'-6'0,"0"1"0,8-2 0,-8 2 0,1-1-1639,3-1 1,0 1-1639,4 1 1677,1-4 0,-3 1 1600,-13 5 470,11-6 1,-18 7 0,-2 1 0</inkml:trace>
  <inkml:trace contextRef="#ctx0" brushRef="#br0" timeOffset="156527">16713 989 24575,'22'20'0,"-10"-10"0,1 5 0,-1 0 0,-5-7 0,9 15 0,-11-17 0,2 5 0,-5-7 0,2-5 0,4-19 0,-1 2 0,1-2 0,5-12 0,-2 9 0,1 2 0,-3 8 0,8-7 0,-9 10 0,0 3 0,-6 6 0,-1 1 0,-1 3 0</inkml:trace>
  <inkml:trace contextRef="#ctx0" brushRef="#br0" timeOffset="157117">17168 911 24575,'-7'0'0,"0"0"0,0 0 0,-2 4 0,-4 4 0,3 3-3277,-10 15 0,14-14 2042,-4 5 1,0-1 1234,9-9 0,-6 9 0,5-8 0,5-6 0,-3 4 3276,8-5-877,-1 0-2399,7-1 0,-3-2 0,10-8 0,-12 3 0,16-14 0,-16 11 3276,9-14-3204,-12 9-72,0 2 0,-4 9 0,0 10 0,3 12 0,4-2 0,-4-2 0,5-5 0,-5-8 0,6-3 0,0-4 0,-1 2 0,3-9 0,-11 11 0,4-5 0</inkml:trace>
  <inkml:trace contextRef="#ctx0" brushRef="#br0" timeOffset="157464">17287 854 24575,'19'17'0,"3"5"0,-14-12 0,14 14 0,-16-17 0,15 13 0,-13-14 0,9 2 0,-11-6 0,9-1 0,-6-6-3277,7-6 0,-7 1 3047,0-3-3047,-4-3 2017,-1 8 1260,3-26 0,-5 9 0,-1-6 0,-1 8 0,-3 16 0,3 5 0,-2 2 0</inkml:trace>
  <inkml:trace contextRef="#ctx0" brushRef="#br0" timeOffset="157929">17681 719 24575,'-9'0'0,"0"0"0,4 3 0,-9 8 0,4 10 0,-2 1 0,4 10 0,7-15 0,2 7 0,4-10 0,0-4 0,5-3 0,-6-7 0,9 0 0,-7 0 0,8-10 0,-4-2-3277,4-14 0,-6 13 3047,-1-6-3047,-5 3 2017,-1 7 501,-3-18 1,1 22-1,-2-6 1</inkml:trace>
  <inkml:trace contextRef="#ctx0" brushRef="#br0" timeOffset="158179">17659 572 24575,'20'21'0,"0"0"0,4 3 0,-5 5 0,-6-1 0,0-5 0,3 11 0,-9-20 0,-2-5 0,-4-5 0,9-3 0,4-9 0,-2 5 0,0-6 0</inkml:trace>
  <inkml:trace contextRef="#ctx0" brushRef="#br0" timeOffset="158561">17898 713 24575,'9'14'0,"3"-3"0,4-5 0,-4-4 0,4-1 0,-11-1 0,8-4 0,-7 1 0,4-5 0,-6 4 0,-2-2 0,-6 1 0,0 0 0,-10-1 0,4 2 0,-12 3 0,14 1 0,-8 3 0,1 10-3277,3 11 0,-1-6 3047,8 7-289,11-7 519,-1-3-3277,10 10 2189,-9-16-1831,19 6 2919,-19-12 2919,16 6-2919,-4-15-2687,2-2 2687,0 0 0,-6-4 0,-12 11 0,1-3 0</inkml:trace>
  <inkml:trace contextRef="#ctx0" brushRef="#br0" timeOffset="163185">13743 1478 24575,'20'0'0,"0"0"0,14 0 0,3-5 0,0-1-3277,-8 1 1974,3-2 0,3-2 1303,-1-1 0,-2 1 0,-15 4 0,2-1 0,5 0 0,7-2 0,4-1 0,1 0 0,-4 1 0,-7 1-1639,-2-1 1,0 1 1322,6-1 0,6-1 0,4 0 1,-1-1-1,-4 0 316,-4 0 0,-2-1 0,-2 1 0,2 0 0,5-2 0,1 0 0,3-1 0,-8 2 0,5 0 0,0-2 0,0 0 0,-2 2 0,-6 0-949,8-3 1,-1 0 948,-7 4 0,3-1 0,0 0 0,-1 0 0,2-2 0,-1 0 0,-1 1-694,5-2 0,2 0 694,-5 2 0,3-2 0,3 0 0,0-1 0,-4 3-116,-4 1 1,-3 2 0,1 0 0,3-1 115,3-1 0,3-1 0,3-1 0,-1 0 0,-2 1 0,-4 2-12,1 1 1,-4 1 0,3-1 11,-2 0 0,2-1 0,1 1 0,0-1 0,0 2 0,4-1 0,0 2 0,1-1 0,0 0 0,-3 0 0,0-1 0,2 0 0,0 0 0,2 0 0,-4 1 0,1 0 0,1 0 0,1-1 0,0 1 0,1-1 0,-1 0 0,-5 1 0,1 0 0,1 0 0,0-1 0,-1 1 0,-1 0 0,-1 0 0,-1 1 0,6-2 0,-2 0 0,-1 1 0,0 0 0,2-1 0,-5 2 0,2-1 0,1 0 0,0 0 0,-1 1 0,-1 0 0,-2 1-280,8-1 1,-2 2 0,-2 0-1,2 0 280,-2 0 0,1 0 0,0 0 0,1 1-143,1 0 1,3 1 0,0 0 0,-2 0 0,-6 1 142,3-1 0,-1 1 19,-2 1 0,3-1 0,4 1 1,0 0-1,-2 1-19,-4-1 0,-1 1 0,0 0 0,1 1 0,5-1 0,-6 0 0,3 0 0,3 0 0,1 0 0,1 0 0,1 0 0,-1 0 0,0 0 0,-1 0 0,-3 0 0,2 0 0,-2 0 0,-1 0 0,-1 0 0,1 0 0,1 0 0,1 0 0,3 0 0,-5 0 0,1 0 0,3 0 0,1 0 0,1 0 0,1 0 0,-1 0 0,0 0 0,-1 0 0,-1 0 0,-2 0 0,-3 0 0,-2 0 0,5 0 0,-4 0 0,-3 0 0,1 0 0,2 0 0,4 0 0,-6-1 0,3 1 0,2 0 0,3-1 0,1 1 0,1-1 0,1 1 0,-1-1 0,0 1 0,-1-1 0,-2 1 0,-2-1 0,-2 1 0,-4-1 0,12 1 0,-6 0 0,-3-1 0,2 1 0,6 0 0,-10-1 0,2 1 0,3-1 0,2 1 0,2-1 0,-1 0 0,1 1 0,-2-1 0,-1 0 0,-2 1 0,-3 0 0,-3-1 155,12 1 1,-7 0 0,-1 0 0,4 0-156,-3 0 0,2 0 0,1 0 0,2 0 0,-1 0 0,-2 0 0,-2 0 0,2 1 0,-2 0 0,-1 1 0,-1-1 0,0 0 0,5 0 0,0-1 0,-1 1 0,-1 0 0,5 1 0,-2 1 0,-3 1 0,-1 2 0,-3-1 1042,-3-2 0,1 1-1042,8 3 0,4 2 0,-7-2 0,-3-1 0,-2 1 0,8 2 0,1 1 0,-7-3 0,-10-2 0,0 0 0,8 2 0,6 3 0,0-1 0,-7-2 3276,5 1-3197,3 5 1,-4-1 492,-22-7-572,15 6 3248,-11 5-3248,-5-7-1639,6 13 1,-1 2 651,-5-10 987,2 3 0,-2 2-506,-1 5 506,-2-7-941,0 5 0,-1-1 941,-2-8 456,0 6 1,-2 0-457,-1-7 0,-1 23 0,1-23 0,0 7 0,0 0 0,1-11 0,0 17 455,0-13-455,0-2 3276,2 14-2141,-2-4-1135,1-4 379,1-2-379,-5-12 819,2 1 0,-2-3 0,2 0 0</inkml:trace>
  <inkml:trace contextRef="#ctx0" brushRef="#br0" timeOffset="163618">22007 1117 24575,'18'26'0,"-6"-10"0,-2 1 0,0 1 0,6 11 0,0-2 0,-1-2 0,-9-19 0,-1 1 0,-6-7 0,-5-10 0,-1-3 0,-4-7 0,8 10 0,0 3 0</inkml:trace>
  <inkml:trace contextRef="#ctx0" brushRef="#br0" timeOffset="165977">21999 1096 24575,'14'-5'0,"15"-1"-3277,-8-1 0,3 4 1328,-7-2 1949,-14 5 1719,6 5-1719,5 8 0,-6-3 0,14 18 0,-9-6 0,0 1 3276,-5 6 0,-9-10-3044,-1-3-232,-3 6 0,3-18 0,-1 7 0,9-21-3277,-2-2 0,2-4 3047,-2 1 230,-3 9 0,-3 2 0,-3 1 0,-14 11 0,-2 1 0,1 2 3276,6-2 0,12-10-3044,9-11-232,-2 2 0,7-10 0,-7 12 0,-2 0 0,-3 5 0,-4 2 0,1 1 0,-9 0 0,5-2 0,-6 2 0,7-3 0,0 0 0,0-3 0,1-1 0,-7-10-3277,2 2 0,0-1 3047,-5 2 230,11 8 0,-11-3 0,7 4 0,-3 2 0,3 2 0,5-1 0,4 2 3276,7-6 0,2 4-3044,6-6-232,-3 5 0,1-2 0,-9 6 0,0-1 0,-6 5 0,3 15 0,-2-4 0,2 12 0,2-18 0,1-3 0,-1-7 0,8-3 0,-2 1 0,3-1 0,-4 2 0,-6 1 0,3 0 0,1 0 0,7 0 0,-3 0 0,2 0 0,-8 1 0,1 2 0,-3 5 0,-2-1 0,2 3 0,-2-5 0,1 0 0,0-4 0,-3-1 0,-3 1 0,-5 0 0,-4-1 0,-1-6 0,4 3 0,3-4 0,-7 0 0,-1-2 0,-3-2 0,12 3 0,7 2 0,12 1 0,-3 2 0,13-4 0,11 4 0,-5-1 0,7 2 0,-25 2 0,-1 2-3277,-16 17 0,3-11 1638,-5 12 1,0 0 148,5-12 1239,-6 11 0,-1 1 251,5-10-2868,-14 17 2868,14-19 2868,-12 9-2868,26-25 3276,-7 5-2264,12-13-261,-4 2-751,-10 11 3276,1 0 0,-12 10-3044,4-4-232,-3 5 0,10-9 0,10-5 0,-2 0 0,2-3 0,-7 6 0,-3 2 0</inkml:trace>
  <inkml:trace contextRef="#ctx0" brushRef="#br0" timeOffset="168212">13159 2427 24575,'4'-16'0,"-3"1"0,-3 6 0,-6-6 0,-7-1 0,1 0 0,-12-8 0,13 13-1639,-12-7 1,1 0-1639,9 7 2110,-13-10 1,1 0 1166,16 10 0,-7-7 0,0-1 0,0-6 0,0 3 0,7-2 0,9 19 819,-1-8 0,3 11 0,-1-3 0</inkml:trace>
  <inkml:trace contextRef="#ctx0" brushRef="#br0" timeOffset="168845">12876 2081 24575,'6'37'0,"-4"-17"0,0 1 0,-1 0 0,-2-4 0,0 0 0,0-6 0,-2 0 0,2-4 0,-3 1 0,8-10 0,-2-3-1639,0-12 1,1-3-1639,0 6 3162,-2-6 0,-1-1-683,-4-4 798,0 4-1639,-2 2 1,-1 1 643,2 5 995,-11-7 0,16 17 3276,-5-4-2280,11 7-198,8 0-798,-1-2 3276,11-1 0,-12 0-3044,0 0-232,-4 3 0,-3 11 0,0-1 0,-1 12 0,-5-7 0,0 3 0,-9-1 0,5-8 0,-7 2 0,3-5 0,-6 2 0,3 0 0,-1-2 0,8-4 0,-3 0 0,9-1 0,4-1 0,-1-1 0,3 0 0</inkml:trace>
  <inkml:trace contextRef="#ctx0" brushRef="#br0" timeOffset="169678">12843 2160 24575,'0'8'0,"0"6"0,0-2 0,3-7 0,-1-4 0,3-20 0,-4 11 0,5-23 0,-5 20 0,3-8 0,-1 14 0,2 4 0,12 4 0,5 4 0,7 1 0,-9 1 0,-2-4 0,-15-1 0,-3-1 0,-7-2 0,1-1 0,3 0 0,4 0 0</inkml:trace>
  <inkml:trace contextRef="#ctx0" brushRef="#br0" timeOffset="171610">12843 2633 24575,'5'0'0,"2"-1"-3277,3-2 0,-3 1 0,11-2 0,-12 2 4238,18-4-961,-19 3-2761,27-9 2761,-24 8 812,15-5 0,3-2-812,-5 1 1592,11-3 1,5-1-1593,-14 4 0,1 0 0,-1 0 0,9-2 0,0-1-917,-3 2 1,1-1-1,-5 2 917,5-1 0,5-3 0,-2 2 0,-16 5 21,14-5 1,0 0-22,-17 9 140,6-3 0,1 1-140,-7 4 0,10 2 0,-15 3 3276,12 6-2612,-4 8-664,-1-4 0,3 12 0,-13-21 0,1 10 1802,-3-6-1802,-2 0 0,5 10 0,-6-2 0,5-2 0,-6 1 3276,1-16 0,-1-7-3044,0-4-232,0-2 0,0 8 0,0 2 0</inkml:trace>
  <inkml:trace contextRef="#ctx0" brushRef="#br0" timeOffset="172046">13633 2374 24575,'10'3'0,"4"-2"0,-3 3 0,2-4 0,9-1 0,11-1 0,-5-1 0,-4 1 0,-5 1 0,-11 1 0,13-2 0,-18 2 0,0 6 0,-7 14 0,-6 9 0,-3 1 0,-7-1 0,4-11 0,0-3 0,-1-1 0,11-8 0,3 1 0,6-6 0,10 1 0,-6-4 0,13-1 0,-9 0 0,2 0 0,-9 1 0</inkml:trace>
  <inkml:trace contextRef="#ctx0" brushRef="#br0" timeOffset="173762">14591 2426 24575,'7'0'0,"2"2"0,3 8 0,8 11 0,-6 0 0,-3-2 0,-2 1 0,1 11 0,-2-4 0,2 0 0,-9-21 0,2-6 0,-5-6-3277,-5-14 0,2 12 2032,-10-20 1245,9 20-537,-11-20 537,11 17-3277,-8-12 2532,9 14 4021,-5-8-2530,4 17 227,-4 2-973,2 5 579,-4 5-579,2-1 0,-4 4 0,4-5 3276,3 0 0,4-8-3218,1 0 0,0-2 0,1 0 0</inkml:trace>
  <inkml:trace contextRef="#ctx0" brushRef="#br0" timeOffset="174296">14612 2832 24575,'11'-5'0,"7"2"0,-7 2 0,26-2 0,-13-3 0,2 0 0,-3 2 0,3 0-504,-1-3 1,4-2 0,0 0-1,-1 0 504,-1 1 0,-1 0 0,1 0 0,2-3 0,1 0 0,-1 0 0,5-1 0,-7 1 484,-16 4-484,-3 1 0,-11 6 0,-1 0 0,3 0 0</inkml:trace>
  <inkml:trace contextRef="#ctx0" brushRef="#br0" timeOffset="175379">9619 2370 24575,'4'0'0,"4"0"0,-5 0 0,27 0 0,-7-1 0,5-2 0,-2 1-1327,3 0 0,3-1 1327,-2 0 0,4 0 0,3-1 0,0 0 0,-2 0-820,-1 0 1,0 0 0,-1 0 0,-1 1 267,-1-1 0,-2 1 1,2 0-1,1-1 552,0 1 0,4-1 0,2 0 0,-3 0 0,-3 1 0,-8 0-1899,10-1 1899,-12 2 0,7-1 0,7 0 0,2 0 0,3-1 0,-1 1 0,-3 0 0,-5 0 0,-7 1-1181,7-1 0,0 0 1181,-8 2 0,6-2 0,4 0 0,4 0 0,2 0 0,1 0 0,-1 0 0,-1 0 0,-4 0 0,-4 1 0,-6 0 0,5 0 0,-7 2 0,5-2 0,0 0 0,5 0 0,4-1 0,1 0 0,-3 0 0,-4 1 0,-8 0 0,12 2 0,-11-1 0,-5 0 0,-16 1 0,2 0 0</inkml:trace>
  <inkml:trace contextRef="#ctx0" brushRef="#br0" timeOffset="176212">11466 2146 24575,'25'27'0,"-8"-7"-1639,-3 5 1,-3-1-1639,-5-8 1638,3 4 1,1 2 2966,3 5-1328,-1-3 0,2 3 1719,-9-22-1719,-9-15 0,1 4 0,-13-20 0,8 16-3277,-10-18 2017,11 20 4536,-2-12-2015,9 14-1261,8-18 0,13 1 0,-6 5 0,3 3 0,0 2 0,-11 9 0,16-11 0,-14 11 0,-3 2 3276,2-1 0,-5 3-3044,2 0-232,0 10-3277,0 7 0,-4-2 3047,0 3 230,-8-5 0,4-6 0,-14 23 0,12-23 0,-11 17 0,7-12 0,0-1 0,-3 7 0,5-10 3276,2 2 0,4-7-3044,3 0-232,6-1 0,-3-1 0,7 1 0,5-2 0,2 0 0,5 0 0,-12 0 0,-4 0 0</inkml:trace>
  <inkml:trace contextRef="#ctx0" brushRef="#br0" timeOffset="205345">7593 5029 24575,'27'-2'0,"-3"-1"0,1 3-3277,9-5 0,-23 3 0,12-1 3071,8-1 206,-14 3 957,9-1 1,2-1-958,5 1 0,-3-2 0,-7 3 0,-2 1 0,-5 0 0,10 0 0,4 0 0,-5 0 0,-1 0 0,-1 0 0,1 0 0,9 0 0,0 0 0,-3 0 0,-2 0 0,-4 0 0,1 0 0,10 0 0,-5 0 3276,-15 0-1853,11 0 0,-2 0 577,-13 0-2000,13 0 0,0 0 0,-11 0 0,7 0 0,3 0 0,13 0 0,-6 0 0,-7 0 0,-4 0 0,-9 0 0,23 0 0,-11 3 0,0-1-1639,-2 1 1,-1 1-1639,-9-1 3047,25 1 230,-26-4 0,7 1 0,-17-2 0,0-1 0,-5 0 0,4-1 0</inkml:trace>
  <inkml:trace contextRef="#ctx0" brushRef="#br0" timeOffset="206228">7815 3953 24575,'15'15'0,"6"6"0,-2-4 0,1 1 0,4 6 0,-2-3 0,4 3 0,-5-4 0,-4-4 0,3 5 0,6 5 0,-6-6-3277,-6-9 1638,5 7 1,0 1-1639,2 0 310,-12-9 4034,8 6 0,1 3-1067,0 2 0,5 3 0,-6-4 0,-20-25 0,2 0 0,-5-5 0,3 3 0</inkml:trace>
  <inkml:trace contextRef="#ctx0" brushRef="#br0" timeOffset="206749">8184 4176 24575,'-12'14'0,"6"-8"0,-10 16 0,9-12 0,-5 10 0,5-9 0,0 6 0,3-11 0,1 4 0,14-9-1639,7-4 1,2-2-1639,2 0 1638,13-4 1,-2 0 148,-22 4 1490,7 0 0,1 1 0,2-3 0,-7 4 0,2-3 3276,-19 12-2015,-8 0-1261,-4 4 0,-1 1 0,3 1 0,-11 4 0,0 1 0,11-6 0,-4 2 0,2-2 0,10-5 0,0 0 0,5-5 0</inkml:trace>
  <inkml:trace contextRef="#ctx0" brushRef="#br0" timeOffset="208028">10310 5032 24575,'25'-3'0,"-6"0"0,0 0 0,17-1 0,-5-1 0,-2 0 0,-8 2 0,3-2 0,4-2 0,-5 1-1950,-9 3 1950,14-4 0,3 0 120,-11 3 0,-1 0-120,11-1 0,0 0 0,-8 0 0,2 1 0,3 0 0,2-1 0,1 2-1093,0 0 1,1 1 0,-2 0-379,6-1 1,3-1 1470,-9 2 0,5-1 0,3 1 0,-1-1 0,-4 1 0,-7 1-551,-5 0 1,1 0 550,5-1 0,9 0 0,5 0 0,-1 0 0,-3 1 0,-9 0 0,-3 0 0,-1 1 0,9 0 0,8-1 0,-1 1 0,-9-1 0,4 1 0,-7 1 0,5-1 0,-3 1-1598,-1 0 0,-2-1 1598,0 1 0,2 0 0,4 1 0,2-1 0,-2 0-1194,0-1 0,-1-1 1194,-6 2 0,0 0 0,0 0 0,16-3 0,-7-1 0,-15 3 282,5-3 0,0 0-282,-9 2 0,7-3 3186,-2 3-3186,-10-3 0,2 3 0,-6-1 0</inkml:trace>
  <inkml:trace contextRef="#ctx0" brushRef="#br0" timeOffset="208595">14227 4839 24575,'11'0'0,"13"0"0,-17 0 0,18 0 0,3 0 0,7-1 0,-6 1 0,4 0 0,1 0 0,0 0-820,-4-1 1,-1 0 0,2 0 0,2 0 350,-3 1 1,3 0 0,1 0 0,1 0 0,-1 0 0,-1 0 0,-4 0-284,1-1 1,-3 0-1,0 0 1,3 0 751,2 1 0,4 0 0,2 0 0,-1 0 0,-2 0 0,-4 0 0,4-1 0,-5 0 0,3 1 0,-2 0 0,3 0 0,-1 0 0,-4 0 0,-2 0 0,0 0 0,5 0 0,4-1 0,-2 2 0,-5 0 0,0 1 0,0-1 0,2-1 0,0 0 0,0 1 617,1 1 1,1 1 0,0-1-618,-2 0 0,-1 0 0,-1 0 0,0 0 0,0 1 0,5-1 0,2 0 0,-9-1 0,-14-1 0,8 0 0,2 0 1600,4 0-1600,-5 0 0,0 0 0,8 0 0,-3 0 0</inkml:trace>
  <inkml:trace contextRef="#ctx0" brushRef="#br0" timeOffset="211561">2168 6284 24575,'-31'0'0,"9"2"0,-2 0 0,-4-1 0,0 0 0,3 2 0,1 0 0,-5 1 0,3 0 0,9-2 0,-8 2 0,2 1-2380,16-3 2380,-17 1-368,13 1 368,2-3 0,-18 3 0,-1-1 0,3 0 0,0 2 0,-1 0 0,5 1 0,1 0 284,1-1 0,0 0-284,0 0 0,2 0 380,-5 8-380,-6 2 0,12-1 0,1 1 0,-7 2 0,8 16 0,3-7 0,3-3 0,4-3 0,1-1 0,3-9 0,1 9 0,0 0 0,0-9 0,3 10 0,2 0 0,3-7 900,2 8 0,2 1-900,0-6 0,1-2 0,-2 0 0,1 0-1639,5 4 1,0-4-1639,-6-6 1638,16 5 1,1 0 148,-15-7 1490,16 3 0,12 1 0,-6-2 0,-13-4 0,1-2-607,3 1 0,7 0 0,2 1 1,-2-1-1,-6-1 607,0-1 0,-2 0-369,2 0 1,4-1 0,1 1 0,-2-1 368,7 0 0,-1 0 0,0 0 0,-2 0 0,0 1 0,5 0 0,-10-1 0,4 0 0,3 0 0,0 0 0,-1 0 0,-2 0 0,-5 0 0,7 1 0,-4 0 0,2-1 0,-2 0 0,4-1 0,0 1 0,0-1 0,-2 0 0,-1 1 0,-2 0 0,-1 0 0,0 0 481,5-1 1,-1 0 0,4 0-482,-5 1 0,3 1 0,3-1 0,0 1 0,-1 0 0,-2 0 0,-4-1 0,-1 0 0,-1 0 0,1 0 0,4 1 0,-3-1 0,3 1 0,2 0 0,1-1 0,0 1 0,-2 0 0,-2 0 0,-3-1 0,5 0 0,-4 1 0,-1-1 0,2 0-30,-3 0 1,1 0 0,1 0-1,0 0 1,0 0 0,-1-1 29,1-2 0,0 0 0,-1-1 0,1 0 0,1 0 0,2 1 0,2-1 0,0 0 0,1 0 0,0 0 0,-1 0 0,-1-1 0,0 1 0,0-1 0,-1 0 0,0 0 0,0 1 0,-1-1 0,2 0 0,-1 0 0,-2 1 0,-2-1 0,-5 1 240,11-2 1,-4-1-241,-2 1 0,2-2 0,-5 2 2361,6 1-2361,-4-1 0,-1 0 0,-1 2 0,4-2-409,-6 1 0,-1-1 409,-3 1 1624,4-6 0,-2 0-1624,-11 0 309,1-2 1,1-1-310,-5-2 1091,-5 3-1091,1-7 0,-4 10 3276,-1-15-160,-1 6-3116,-6-11 0,1 13 1185,-4-7-1185,-6 5 0,2-3 0,0 7 0,-2 0 0,-11-10-495,4 6 495,2 5 0,-2 0-673,4 3 1,-1 0 672,-7-1 0,-6-2 0,-2 0 0,2 0-820,0 2 1,1 0 0,-1 1 0,0-1 94,0 1 1,-1 0 0,0 1 0,0 0-96,0 1 1,1 1 0,-2 0 0,-1 1 803,-1 1 1,-1 2-1,-1 0 1,1 0 0,0 0-559,6 0 1,2 0-1,-1 0 1,-1 1-1,-3-1 574,2 2 0,-4-1 0,-2 0 0,-1 1 0,0-1 0,1 1 0,1 0 0,2 1-254,0-1 1,2 1 0,1 0 0,1 0 0,-2 0 0,-1 1 253,-1-1 0,-2 1 0,-1 0 0,0 0 0,1 0 0,2 1 0,2-1 0,-6 0 0,4-1 0,0 1 0,-1 1 0,2-1 0,-2 2 0,0-1 0,3 0 0,5 1 0,0 0 0,2 1 0,-8 0 0,-2 1 0,6-1 2340,0 1-2340,-4 1 0,4-1 2320,19-3-2320,-26 6 3276,24-1-1904,0 1-1372,-4 8 0,10-9 0,1 2 0</inkml:trace>
  <inkml:trace contextRef="#ctx0" brushRef="#br0" timeOffset="213533">8092 6153 24575,'-6'1'0,"-8"5"0,8-3 0,-19 12 0,18-10 0,-21 17 0,10-3 0,-1-1 0,6-1 0,0 1 0,0 3 0,-2 3 0,2-2 0,8-13-3277,-9 19 0,9-17 2108,-1 8 0,1 1 1169,1-9 0,2 9 0,1 0 0,0-8-686,1 7 0,2 0 686,0-7-168,8 23 168,-1-21 3276,12 13-2425,-7-12 0,2-2-851,13 11 0,-7-9 0,-1-1 2733,1-1-2733,8 1 0,3 0 0,-13-8 0,2 1-820,6 1 1,7 2 0,1 0 0,-6-2 313,-5-2 1,0-1 505,2 1 0,6 1 0,-1 0 0,-5-2-783,-4-1 0,0-1 783,10 1 0,5 1 0,-1-2 0,-12-1 0,-1 0 0,2-1 0,7 0 0,5 1 0,-2-1 0,-5-1 0,-5 1 0,1-2 0,3 0 0,8-2 0,2-1 0,-3 1 0,-9 1-3277,9-2 3110,-12 1 0,6-1 1,2 0-1,-1-1 167,-3 2 0,0-1 0,0 0 0,2 1-528,0-1 1,2 1 0,0 0-1,0-1 1,-1 1 527,5-1 0,0-1 0,-1 1 0,3 0 0,-6 1 0,4 0 0,0 0 0,-1 1 0,-5 0 0,-7 0 0,8 2 214,-3-2 1,4 1-1,-2-1-214,-5 0 0,-3-1 0,-1 0 0,0 0 817,3-1 1,-2 1-818,0-3 2982,-6-3-2982,0 2 0,12-4 0,2 1 0,-10 1 0,6 1 0,10-1 0,2 0 0,-6 2-367,-1-1 1,0 1 366,-3 0 0,5-1 0,2-1 0,-1 0 0,-4 1 0,-1-1 0,-2 0 0,-1 1 0,-2 0 0,-1 0 0,-2 0 0,0-1 0,-5 0 1574,-6-4-1574,0 3 846,1-17-846,-12 1 0,2 5 0,-7-5 0,-12 8 0,11 6-309,-12-2 0,-7-3 0,1 4 309,7 4 0,-2 1-365,-7-2 1,-5-1 0,-1 1 0,6 2 0,7 2 0,1 1 0,-11 1 0,0 0 0</inkml:trace>
  <inkml:trace contextRef="#ctx0" brushRef="#br0" timeOffset="214462">9651 7897 24575,'5'0'0,"14"-4"-820,6-1 1,-3 0 0,-3 1 0</inkml:trace>
  <inkml:trace contextRef="#ctx0" brushRef="#br0" timeOffset="215546">12355 6349 24575,'-5'22'0,"4"11"-2395,0-10 2395,4 6 765,14-2-765,8 1 0,-2-3 0,3 0-119,-8-10 1,1-1 118,12 6 0,-3-3 0,-7-4 0,6-2 0,6 2 0,-7-2-2754,-6-2 2754,3 0 0,7 1 0,0-1 0,-2-1 0,0 0 0,1-1-276,4 1 0,2 0 0,2 0 276,-8-1 0,2 0 0,1 1 0,-2-1 0,-3-1-1093,2 0 1,-4-1 0,0 0 1003,0 0 0,0-1 0,0-1 89,12 0 0,-1-2 0,-11-2 0,0 0 0,1 0 0,3 1 0,1 0 0,1-1 0,5-2 0,0-2 0,0 0-1093,-4 1 1,-1-1 0,-1 1 1003,-3 0 0,0 0 0,2-1 89,6 0 0,4-1 0,0 1 0,-8 0 262,-5 2 0,-2-1-262,4 0 0,5-1 0,1-1 0,-3 1-703,2-2 0,-1-1 0,-2 2 703,-1-1 0,-1 0 0,-2 0 0,1-1 0,-2-1 790,-2-1 0,1-1-790,-2-1 0,3-1 0,-2 1 1313,4-1 0,0-1-1313,3-6 0,-4 2 0,-3 3 1066,-1-6-1066,-7 7 0,-1 1 3276,-5-3-791,1-1-1650,-14 5-835,0 8 0,-2-2 0,4 5 0</inkml:trace>
  <inkml:trace contextRef="#ctx0" brushRef="#br0" timeOffset="217617">17623 7527 24575,'-2'21'0,"1"-3"0,1 3 0,5 3 0,-1-9-1639,6 2 1,0 0-1639,-2-7 1638,8 9 1,0 0-1639,-9-12 5064,15 14-1787,-7-10 0,3 1 0,12 3 0,5 2 0,-2-1-563,-3 0 1,2 2 562,-5-6 0,5 3 0,3 0 0,1 1 0,-3-3 0,-5-1 471,-3-3 1,-3-2 0,4 2-472,1 1 0,5 1 0,4 2 0,2 1 0,0 0 0,-1-1 0,-4-1 0,-5-3 0,3 1 0,-6-1 0,7 0 0,-5-1 0,7 1 0,3 1 0,4 0 0,-1 1 0,0-1 0,-4-1 0,-5-2 0,-6-1 0,2-1 0,0 0 0,2 0 0,7 1 0,3 1 0,0-2 0,-3 0 0,-3-3 0,0-2 0,-2 0 0,-3 0-380,-2 1 1,-3-1-1,5 0 380,3-1 0,7 0 0,2 0 0,0 0 0,-4 0 0,-7 0 0,-3 0 0,-2 0 0,5-2 0,6-1 0,2-1 0,-4 1 0,-7 0 0,10-4 0,-5 1 0,5-3 0,-8 1 1165,-5 0-1165,2-10 0,-2-1 0,-12 6-710,3-17 0,-2-1 710,-6 13 0,-3-5 0,-2-8 0,0-1 0,0 8 3276,-2 1-3140,0-2 1,-1-8 0,-1-1-1,0 11-136,-3 3-949,-2-2 1,-1-4 0,0 6 948,0 6-100,-9-9 1,-6-1 99,1 12 0,-2 3 0,1 0 1474,-1-5 1,-3-1-1475,-3 7 0,-8-1 0,-2 1 0,2 2 0,8 1-1639,6 1 1,0 1 1627,-3 1 0,-6-1 1,-3 0-1,0 0 1,2 0 10,-2 1 0,0-1 0,1 1 0,-1 1 0,0 0 0,0 0 0,-1 0 0,2 0 0,-1 0 0,1-1 0,1 1 0,4 0 0,-2 0 0,1 1 0</inkml:trace>
  <inkml:trace contextRef="#ctx0" brushRef="#br0" timeOffset="220378">5552 8783 24575,'9'-8'0,"-1"0"0,10-1 0,-7 0-1639,19-3 1,1 0-1639,-13 4 2184,6-1 1,4-2 0,-8 3-398,-13 5 1025,11-3 0,0 0 465,-13 4 0,9-2 0,-11 4 3276,-3-3-3010,3 2 1,-1 0 0</inkml:trace>
  <inkml:trace contextRef="#ctx0" brushRef="#br0" timeOffset="221295">5430 8917 24575,'10'-8'0,"2"-4"0,-1 4 0,5-6 0,-3 5 0,7-10 0,2 0-1293,-4 2 1293,5-3 0,-2 7 0,-10 4-1639,10-5 1,1 0-1441,-12 7 2390,13-8 1,1 2 688,-11 7 0,7-5 0,4-2 0,-7 5 0,1 0 772,12-9-772,0 4 0,-3 2 0,-12 3 0,17-4 0,4 0 0,-12 4 0,0 2 1638,0-2 0,2 2-249,7-2 1,-3 3 809,-14 2-2199,7 0 0,-2-1 0,-12 2 0,8 0 0,-15 1 0,-3 3 0</inkml:trace>
  <inkml:trace contextRef="#ctx0" brushRef="#br0" timeOffset="221982">6157 8501 24575,'10'8'0,"3"1"0,-2 0 0,2-1 0,2 5 0,-7-7 0,4 1 0,-7-5 0,3 1 0,-5-6 0,-4-11 0,-6-5 0,2-3 0,-11-3 0,5 10 0,-2 2 0,22 12 0,7 7 0,3 3 0,12 3 0,-4 0 0,-3-2 0,-11-6 0,11 5 0,-26-2 0,-6 9 0,-3-3 0,-10 12 0,12-14 0,3 5 0,5-9 0,5 0 0,-2-5 0,1-1 0</inkml:trace>
  <inkml:trace contextRef="#ctx0" brushRef="#br0" timeOffset="225561">8854 10173 24575,'-25'8'0,"5"1"-1639,-3-1 1,1-1-1639,2 0 0,-5 2 4605,10-3-1328,-4 3 0,-7 5 0,9-5 1719,-5 9-1719,6-2 0,0 4-3277,0 8 2017,11-18 1260,-3 25 0,6-27 0,0 21 0,3-10 0,4 2 0,0-2 0,0-1 0,8 11 0,-4-12 0,1 0 0,7 9 0,-3-10 0,1-1 0,1 2 3276,10 7-2015,-1-5-1261,0-1 0,-4-3 0,0 0 3276,8 2-1638,-5-5 0,-1 0-1406,-2-2-232,10 1 0,-1-1-1209,-15-7 1209,11 5 0,3-1 0,8-4 0,-6 1 0,2-2 0,7-1 0,-7 0-3166,-2-1 3166,-3 1 0,7 0 0,-1-1 0,-6 0 0,0 0 0,1 0-1093,3 0 1,2-1 0,-1 1 406,-2 0 0,-1 0 0,0-1 686,2 1 0,-1-2 0,-5-1-3277,4-8 2987,5 3-752,-14-3 0,-4 1 1042,-11 4 275,13-5 1,1 1-276,-9 3 0,8-5 0,0-1 0,-9 4 0,3-8 0,0 0 0,-8 8 485,3-14 0,-2 0-485,-3 12 1638,-2-14 0,-2-3-1625,-7 1-13,-1-5 399,1 14 0,-2 1-399,-13-9 0,4 2 0,0 5 0,0 3 0,4 7 0,-16-6 0,-1 0 0,14 8 0,-11-3 0,-7-1 435,6 6 0,-2 1 1,-2 1-436,6 1 0,-2 0 0,1 0 0,-1 0-559,-7-1 0,0-1 0,0 1 559,1 2 0,2 1 0,9 0 0,14 0 0,-9 0 0</inkml:trace>
  <inkml:trace contextRef="#ctx0" brushRef="#br0" timeOffset="226747">13622 10177 24575,'-12'2'0,"-8"0"0,10-1 0,-12 1 0,-3 3 0,0-1 0,2-1 0,0 0 0,-12 1 0,15-2 0,1 1 0,-10 2 0,5 2-3277,2 2 0,9-3 3047,-4 5-359,-1 0 589,3-1 0,-1 3 0,-2 0 0,-8 12 0,10-9 0,0-1 0,-5 8-3277,2 6 2212,13-20 1724,-1 10 0,0 1-659,4-12 453,-6 21-453,8-2 0,-1-10-1639,2 13 1,3 0 1425,-1-16 213,-1 6 0,2 1 2571,10 5-2571,-8-10 0,8 9 0,0-1 0,-6-9-629,9 9 1,-1-3 628,-8-11-1148,13 10 1,0 0 1147,-10-13 1502,14 11 0,5 2-1502,-7-9 0,1-2 0,3 5 0,2-1 323,7-1 0,1-3-323,-4-3 0,-2-1 0,-4-1 0,0-1 0,9-1 0,-4 0 3276,-14-2-2508,20-6 0,0 0 2507,-22 3-3275,15-4 0,4-2 0,-7 4 0,2 0-1093,3-1 1,3 0 0,-2 0-218,2 0 0,-1-1 1310,4 0 0,3-2 0,-10 3 271,-12 4-271,8-5 0,-1-2 0,-10-2 0,-1 0 0,-10-1 0,0-3 1520,-4 1-1520,4-20 0,-5 0 0,-1 5 1638,-2 8 0,-2-1 0,-2 5 0,-1-1-1522,-4-6 0,0-1-116,3 7 0,-1 1 0,-9-6 0,-4 1 0,3 8 0,-1 1-1392,2 0 0,1 0 1392,-2 2 0,0 1-820,-6-1 1,13 5 0,-8-3 0</inkml:trace>
  <inkml:trace contextRef="#ctx0" brushRef="#br0" timeOffset="228433">18391 10166 24575,'-13'2'0,"-3"2"0,-11 1 0,5 2 0,0-3 0,0 1 0,3 0 0,-5-1 0,-1 2 0,-7 3 0,14-5 0,-1 1 0,0 2 0,2 0 0,-8 5 0,7-3 0,0 1 0,-5 3 0,-5 7 0,14-7 0,-2-1 0,1 10 0,11-16 0,-5 20 0,9-17 0,0 21 0,8-4 0,1-4 0,0-1 0,6 7 0,0-5 0,2 1 0,2-7 0,1 0-703,-3 2 0,2 0 703,8-1 0,4 0 0,-4-3 0,4 5 0,-7-10 0,8 2 0,3-1 0,-2 0 0,-8-3-1025,-7-2 0,0 0 1025,9 1 0,7 2 0,6 0 0,2 1 0,-3-2 0,-5-2-1093,2-2 1,-4-3 0,5 1 1078,-5 1 0,5 1 1,2 1-1,-1-1 1,-2 0-1,-4-2 14,1-1 0,-5-1 0,3 0 0,2-2 0,4-1 0,-2 0 0,-10 0 0,-2-4 0,14-3 0,-3-1 0,-22 5 0,8-24 0,-18 13 503,-3-4 1,-2-2-504,-4-1 0,-1 1 1767,-4-7-1767,-3-1 0,1 3 2719,9 19-2719,-5-10 0,-4-3-395,-2-1 0,-1 0 395,-2-1 0,0 1 0,0-2 0,-1 0 0,-8-1 0,1 6 0,6 6 0,-1 4 0,-5-2 0,5 3 0,1 0 0,-8 4 0,-7 2 0,7 1-2874,9 0 2874,-4 1 0,-7 1 0,-3 1 0,3 2 0,-1 1 0,-2 1 0,-2 0 0,1 0 0,-2-1 0,-2 1 0,1-1 0,1 1-298,3 0 0,1 0 0,0-1 0,0 1 0,2 0 0,-6 0 0,0 0 0,5-1 1,10-1-1,11 0 0</inkml:trace>
  <inkml:trace contextRef="#ctx0" brushRef="#br0" timeOffset="229761">19833 9218 24575,'19'-32'0,"1"0"0,0 2 0,-3 3 0,2-5 0,-3 6-1792,1-1 1792,-2 3 0,4-5 0,-4 5 579,0-4-579,0 2 0,0-1 0,-4 2 0,5-7 296,-5 10-296,-1 1-2508,-3 7 2508,3-3 0,0-6 0,-4 14 0,4-13 0,-8 19 0</inkml:trace>
  <inkml:trace contextRef="#ctx0" brushRef="#br0" timeOffset="233315">1723 12783 24575,'9'-3'0,"-4"2"0,2 0 0,-1 1 0,2 1 0,2-1 0,18-2 0,-6-5 0,2-1 0,5-3 0,0 0 0,-3 0 0,-1-1 0,1-3 0,-4 0 0,-4 2 0,-2 0 0,0 0 0,-2 3 0,9-15 0,-12 16-3277,15-18 0,-18 18 3047,8-8 230,1 0 0,6-12 0,-2 6 0,-2 0 0,-4 3-583,-10 11 583,14-19 3276,-5 4-57,0-2-3219,-3 8 0,-1 0 0,0-2 0,1 2 0,-1 6 0,-3 0 0,8-4 0,9-7-413,-7 9 413,9-9-480,-9 11 480,-1 1-1639,-1-1 1,-1 1-1284,-4 2 2922,10-7 0,-12 10 838,0 1-838,1-1 0,-6 4 0,-1 0 0</inkml:trace>
  <inkml:trace contextRef="#ctx0" brushRef="#br0" timeOffset="234228">2386 12085 24575,'26'22'0,"-8"-7"0,-3-3 0,-9-8 0,11 8 0,-4-3 0,1 5 0,8 4 0,-11-5 0,-1-5 0,-8-16 0,-3-4 0,-6-12 0,2 9 0,-4 0 0,7 12 0,13-3 0,2 1 0,10 1 0,1 0 0,-1-1 0,8 1 0,-1 1 0,-12 1 0,16 0 0,-24 5 0,-4 6 0,-3-2 0,-6 9 0,1-9 0,-10 15 0,-5-5 0,1 4 0,-5-1 0,14-12 0,11-2 0,4-7 0,15-5 0,0 1 0,-6-1 0,-14 5 0,-21 6-820,-1 1 1,2-1 0,12-3 0</inkml:trace>
  <inkml:trace contextRef="#ctx0" brushRef="#br0" timeOffset="236114">2930 10551 24575,'17'0'0,"6"0"0,-7 0-3277,12-2 0,-21 1 0,28-4 0,-26 3 3557,24-2 0,-29 3 1,7 0-1</inkml:trace>
  <inkml:trace contextRef="#ctx0" brushRef="#br0" timeOffset="242095">14544 10503 24575,'4'8'0,"1"2"0,0-2 0,-1-1 0,-1-2 0,1-4 0,4 0 0,6-1 0,1-3 0,10-4 0,-6-6 0,3-5 0,4-5-1093,-5 1 1,-1-2 0,1 1 2,-3 4 1,0 0 0,0-1 1089,6-8 0,0-2 0,-6 6 0,-1 2 0,6-9 0,-2 4 0,-14 16 0,5-4 0,0 0 0</inkml:trace>
  <inkml:trace contextRef="#ctx0" brushRef="#br0" timeOffset="243878">14580 11634 24575,'0'23'0,"0"0"0,0 2 0,0-2 0,0-11 0,0-1 0,1-5 0,22-16 0,-4-5 0,4-4 0,-2 2-907,-2 3 0,2-1 907,1-4 0,5-6 0,1-1 0,-2 1 0,-7 7-3277,4-7 2963,-6 8 0,5-4 0,0-1 0,-2 2 314,3-7 0,-2 1-1639,-1-2 1,-1-1 935,3 2 1,-2-1 257,-8 2 0,-6 4 445,-5 14 208,2-15 0,-3 19 0,0-1 0</inkml:trace>
  <inkml:trace contextRef="#ctx0" brushRef="#br0" timeOffset="251614">19334 10551 24575,'5'0'0,"2"0"0,3 0 0,-1 0 0,10 0 0,0-6 0,0 4 0,8-10 0,-7 4 0,-2-2 0,6-4 0,-13 6 0,4-2 0,2-1 0,-2 0 0,1-1 0,11-8 0,-10 7 0,-3 1 0,-6 4 0,6-6 0,-11 10 0,2-4 0,-5 6 0,2 1 0</inkml:trace>
  <inkml:trace contextRef="#ctx0" brushRef="#br0" timeOffset="255031">19079 9200 24575,'-14'16'0,"1"-2"0,-3 5 0,1-1 0,3-2 0,1 0 0,5-3 0,0-6 0,3 4 0,0 0 0,3 12 0,0-4 0,1 1 0,1-1 0,3-3 0,-1 4 0,2 1 0,10 12-1623,-5-6 1623,4 3 0,0-13 0,-6-4-1639,7 3 1,1-1-1331,-9-7 2969,17 13 0,5-2 0,0-3 0,-2-2 0,0-1 0,3 0 0,-9-6 0,-1-2 0,1-1 0,6-2 0,0-3 0,-12-1-1639,9-2 1,1-1 1463,-9 2 642,8-2 1,6-3 0,-4 2-468,1-2-97,0 0 0,5-2 0,-3 1 97,-8-2 0,-3 1 0,4 2 0,-1-2 0,-7-3 0,-4-1 0,-6-11 0,4 4 869,-7-4 0,-3 0-869,-2 5 0,-1-8 0,0 0 0,-2 7-1639,-3-7 1,-1 0 1165,4 13 182,-8-11 1,-2 0 290,5 12 0,-11-6 0,-2 0 0,9 8 0,-12 0 0,-10-1 0,4 2-208,6 5 0,-2 0 208,2 2 0,-5-1 0,-2 0 0,1 1 0,5 0 0,-1 0 0,-2 1 0,1 2 0,-7 0 0,-5 0 0,1 1 0,4-1 0,9 1 361,5 0 1,0 0-362,-5 0 0,-8-1 0,-2 1 0,3 0 0,11 1-561,2 4 1,-3-4 0,14 4 0</inkml:trace>
  <inkml:trace contextRef="#ctx0" brushRef="#br0" timeOffset="256628">1391 11448 24575,'1'13'0,"1"11"0,-2-10 0,0 9 0,0 0 0,0-9-1639,-1 16 1,0 1-1639,1-15 2311,-2 17 0,-1 2 966,2-12 0,-1 5 0,0-1 0,1-11-3277,0 18 2581,1-27 696,0 12-275,0-7 275,0-4 0,0 12 0,1-15 1099,0 9-1099,0-12 3276,0 1-3000,4-9 0,-3 3 1,2-4-1</inkml:trace>
  <inkml:trace contextRef="#ctx0" brushRef="#br0" timeOffset="257898">1572 11472 24575,'20'-3'0,"-1"0"0,9 1 0,3-5 0,5 0-1093,-7 2 1,1 1 0,5-1 549,-6 1 0,4 0 0,3-1 0,0 0 0,-1 1 0,-1 0-113,-3 1 1,-1 0-1,0 0 1,1 1 0,5-1 597,-8 1 1,2-1-1,3 1 1,1-1 0,1 1-1,1-1 1,0 1-1,1-1 1,-1 0 0,-1 0-1,0 0-144,2 0 1,-1 0-1,1 0 1,-1-1 0,0 1-1,1-1 1,-1 1 0,1-1-1,0 1 1,0-1 201,-2 1 0,0 0 0,1 1 0,-1-1 0,0 0 0,1 0 0,0 1 0,0-1 0,1 0 0,0-1 0,0 1-190,-2 0 0,0-1 0,1 1 0,2-1 1,-1 0-1,1 0 0,0 0 0,-1 0 1,0 0-1,-1 0 0,-1 0 0,-2 1 0,-2 0 1,-1 0 189,10-1 0,-4 1 0,-2 0 0,-1 0 0,3 0 0,4 0-79,-9 1 1,3-1 0,3 0 0,2 0-1,1 0 1,0 0 0,1 0 0,-1 0 0,-2 0-1,-1 0 1,-3 0 0,-3 1 0,-4 0 78,10-1 0,-6 0 0,-2 1 0,6-1-1,-6 1 0,1-1 0,3 1 0,1-1 0,2 0 0,-1 0 0,1 1 0,-1-1 0,-2 1 1,3 0 0,-1 0 0,-1 0 0,0 1 0,1-1 0,0 1 0,1-1 0,0 0 0,-2 0 0,1 0 0,0 0 0,1 0 0,0 0 0,1 0 0,-1 0 0,0 0 0,0 0 0,-1 0 0,2 1 0,0-1 0,-1 1 0,0-1 0,0 1 0,0 0 0,1-1 0,2 1 0,0 0 0,-5-1 0,2 1 0,3 0 0,0-1 0,1 1 0,1 0 0,-2-1 0,0 1 0,-2 0 0,-3-1 0,-3 1 0,-3 0 0,-5 0 0,8 0 0,-7 0 0,5-1 65,1 2 0,6-1 0,3 1 0,2 0 0,0 0 0,-3-1 0,-4 0-65,3-1 0,-3 0 0,-1-1 0,-2 1 0,5 1 0,-2 0 0,3-1 0,-6 1 0,3 0 0,2 0 0,-1 0 0,-4 0 0,-4 0 0,2-1 0,-1 1 0,7 1 0,4 0 0,-11 0 1940,-13 0-1940,13 0 3276,-24 1-3217,0 3-59,-15 32 0,6-22 0,-2 6 0,-1 3-288,-6 3 288,4-6-1069,-1 1 0,-4 4 0,3-5 1069,-1 2 0,-4 5 0,-4 5-427,4-6 1,-2 0 0,-2 2 426,-1-2 0,-1 2 0,-1 1 0,0-1 0,2 0 0,1 0 0,0 0 0,-1 0 0,-1-1 0,-2 1 0,2-2 0,4-4 0,2-2 0,4-2 1311,-2 0 0,2-2-1311,-1 5 0,3-1 3114,1 1-3114,5-3 3276,-2 1-1088,2-4 1088,3-9-2567,-2 3-709,2-3 0,-1 1 0,-3 3 0,-2-3 0,-20 12 0,5-8-1639,-6 1 1,-3-2 1341,13-4 1,-2-2 296,-8 0 0,-5 0 0,-4-1 0,1 0 0,7-1 0,0-2 0,0 1 0,-1 0 0,-1-1-547,-1 1 1,1 0 0,-2 0 0,-1 0 0,0-1 0,-2 1 267,3-1 1,-2 0 0,-1-1 0,-1 1 0,1-1 0,0 1 0,1-1 0,2 1-269,-1-1 1,3 0 0,1 1 0,0-1 0,-3 1 0,-3-1 509,6 1 0,-3-1 1,-1 1-1,-1 0 1,-2-1-1,0 1 1,-1 0-1,0-1 1,-1 1-1,1 0 0,1-1-153,2 1 1,0 0 0,0-1 0,-1 1-1,-1 0 1,1 0 0,0 0 0,0-1 0,0 1-1,1 0 1,0 0 0,2 0 0,0 0 189,-5-1 0,1 1 0,2 0 0,0 0 0,0 0 0,1 0 0,-1 1 0,-2-1 0,0 0-73,3 0 0,-1 0 1,0 0-1,-2 0 0,1 0 1,-1 0-1,0 0 1,0 0-1,1 0 0,0 0 1,1 0-1,1 0 73,-2-1 0,0 1 0,1 0 0,0-1 0,0 1 0,1-1 0,1 1 0,1 0 0,0-1 0,2 1 0,-8-1 0,3 0 0,3 1 0,-2-1 0,-3 0 0,-6 0 0,16 1 0,-3-1 0,-3 0 0,-2 1 0,-2-1 0,-2 1 0,0-1 0,-2 0 0,0 1 0,1-1 0,-1 0 0,1 1 0,1-1 0,2 0 0,1 1 0,3-1 0,2 0 0,4 1 0,2-1 0,-12 0 0,7 0 0,3 0 0,-2 0 0,-6 0 0,8 0 0,-4 0 0,-2 1 0,-2-1 0,-2 0 0,-1 0 0,-1 1 0,0-1 0,1 0 0,1 1 0,2 0 0,2 0 0,2 0 75,-7 0 0,3 1 0,1 0 0,1 0 0,1 0 0,1 0 0,-1 0-75,0 1 0,1-1 0,0 0 0,1 0 0,-2 1 0,0 0 0,-1-1 0,-3 1 0,-1 0 0,1 0 0,1 0 0,4 0 0,5 0 0,-12 3 0,7 1 0,9-1 0,5 0 2289,8 0-2289,-14 4 3276,18-7-3129,-11 5-147,1-2 0,-2 2 0,-6-1 0,-6 0 0,-6-1 0,-1 0 1497,4 0 0,-2 1-1497,5-3 0,-2 1 0,4-1 0,8 0 0,2-1 0,-18 3 3276,18 0 0,14-3-3226,-5 2-50,5 1 0,0-2 0,2 6-820,5-5 1,-2 2 0,1-5 0</inkml:trace>
  <inkml:trace contextRef="#ctx0" brushRef="#br0" timeOffset="263662">19126 5264 24575,'8'-1'0,"1"-2"0,-3 3 0,5-3 0,-4 2 0,8 0 0,0 1 0,-1 1 0,8 0 0,-4 2 0,-1-2 0,7 2 0,-17-1 0,20 2 0,-6 0 0,3 0 0,4 1 0,-8-1-3277,-5-2 953,-1 1 658,5 3 1666,-10-5 0,10 2 0,2 0 0,9-3 0,3 0-1639,-13 0 1,-2 0 538,-7 0 4376,16 0-3225,-20 0 1482,11 0-1533,-2-3 0,1 1 0,7-3 0,-11 1-3277,21-5 2017,-23 4 2061,8-2 0,-1 1-801,-11 4-7,23-10 7,-23 8 0,14-6 0,-5 2 3276,6-4-1226,6-2-2050,-10 4 3276,12-7-2167,-9 4-4386,-3 0 0,-4 5 3186,-4 0 91,-3 3 0,14-9 0,-5 3 0,-3 2 0,0 1 3276,-1 2 0,1-4-3168,0 1-108,2-2 0,-11 7-3277,7-6 0,-7 7 3047,5-4 230,-4 4 0,-1-2 0,8-4-3277,1-1 2017,-2 1 1260,0 2 3276,-1-2-2015,-2 1-4538,12-11 2017,-14 10 1260,5-3 0,-3 5 0,-4 0 0,9-7 0,-9 7 3276,6-7-2015,-5 5-1261,6-11 0,2-1 3276,-3 7 0,11-15-3663,-16 23 387,9-15-3277,-1 6 0,-6 6 1638,8-7 1,0 1 490,-8 7 1148,15-14 0,-8 5 277,-1 1-277,6-7 3276,-10 11-2015,1 2-1261,-7 7 3276,6-5 0,-5 3-3044,8-1-232,-6 0 0,6 0 0,-2-4 0,2 0 0,4-2 0,-10 5 0,15-7 0,-11 6 0,15-7 0,-12 5 0,7 2 0,-9 1 0,4 2 0,0-4 0,-3 3 0,8-4 0,-10 6 0,13-5 0,-10 6 0,7-3 0,-10 2 0,9 0 0,0-1 0,-3 1 0,9 0 0,-17 4 0,18-2 0,2 2 0,-2 0 0,8 0 0,-9 3 0,-9-2 0,2 2 0,-8 1 0,6-2-3277,5 7 0,-8-5 3047,-2 0 230,-3-1 0,0 5 0,2-4 0,-3 6 0,6-3 0,-2 0-3277,18 11 2017,-17-10 2898,6 3 0,-1 0-1336,-7-4-302,7 5 0,-1 0 0,-7-5 0,7 6 0,0-1 0,-9-7 0,21 17 0,-5-6 0,-5-4 0,1 0-1094,8 6 1094,2-1 3276,-12-6-1450,-1 1-1826,11 6 0,-15-8 0,18 11 0,-16-9 630,5 1 0,2 1-630,9 8 0,1-1 0,-15-9 0,-2-1 0,-1-2 0,12 11 0,0-5 1022,-6-3-1022,5 2 755,1-4-755,-7-1 0,0 0-683,12 6 683,4 1 0,-18-5 0,2-3 0,11 8 0,-18-8 0,6 0 0,0 1 0,-5 0 0,19 7 0,-13-7 0,14 8 0,-1-5 0,-3 3 0,-10-7 0,-2-1 0,-2 0 0,9 5 0,2 0 0,0-2 0,3 4 0,0 0 673,-2-5-673,-5 0 0,-2 0 0,-6-5 0,8 4 708,-15-7-708,0 0 0,-8 0 0,-3 3 0,-13-2 0,-1-2-820,-10-8 1,16 3 0,-3-2 0</inkml:trace>
  <inkml:trace contextRef="#ctx0" brushRef="#br0" timeOffset="264864">21199 4554 24575,'6'33'0,"-1"1"-3277,1 1 0,-3-8 0,3-5 3189,-5-10-1025,2 8 0,1 0 1113,-4-10-1381,2 12 1,-1 0 1380,-1-12-296,0 17 0,0 1 296,0-18 246,0 20 1,1 1-247,1-13 1355,2 7 1,1 1-1356,3 0 3276,2-4-2497,-4-8 40,-3-12 0,-3-1 0,1-1 0</inkml:trace>
  <inkml:trace contextRef="#ctx0" brushRef="#br0" timeOffset="265760">21184 4318 24575,'0'0'0</inkml:trace>
  <inkml:trace contextRef="#ctx0" brushRef="#br0" timeOffset="272750">15152 5442 24575,'8'-2'0,"3"-1"0,7 3 0,-4-1 0,17-1 0,-20 2-1639,8-1 1,0 0-1639,-10 1 1719,15 1 1,1 0 1557,-9-1 936,8 1 1,2 1-937,-3 0 0,0 0 0,0 0 0,0 0 0,8 1 0,-1 0 0,-4-1 0,6-1 0,-2-1 3276,-16 0-2160,10 0 0,2 0-1116,-5 0 0,0 0 0,10-1 0,4 1 0,-3 0 0,2-1 0,-1 1 0,-5 0 0,-1-1 0,-1 1 60,5 0 0,-2 0-60,3-1 0,-3 1 0,4-1 0,-2 0 0,2 1 0,-11 0 0,0 0 0,9 0 0,1 0 0,-10 0 0,0 0 0,11 0 0,4 0 0,-5 0 0,5 0 0,-6 0 0,9 0 0,0 0 0,-7 0-998,-6 0 1,0 0 997,6 0 0,8 0 0,0 0 0,-8 0 0,-4 0 0,-2 0 0,0 0 0,5 1 0,-1 0 0,-7 0 0,3 0 0,6 1 0,1 0-161,-13-1 0,0-1 161,8-1 0,1-1 0,-7 2 0,1-1 0,2-1 0,2-2 0,-5 1 0,2 2 340,4-4 1,-1 0-341,-11 3-820,0-2 1,-15 3 0,-1 3 0</inkml:trace>
  <inkml:trace contextRef="#ctx0" brushRef="#br0" timeOffset="275718">15312 5426 24575,'9'-5'0,"-2"2"0,-1 1 0,0 1 0,1 0 0,0-1 0,3-1 0,-2 0 0,11 1 0,-13 2 0,21 0 0,-18 0 0,20 0 0,-13 0 0,9-2 0,-11 2 0,0-2 0,-5 2 0,5 0 0,3 0 0,-1 0 0,6 0-3277,2 0 0,-6 0 3047,1 0 230,-8 0 0,-5 0 0,8 0 0,-2 0 0,-2 0 0,11 0 0,1 0 0,-3 0 0,10 0 0,-21 0-3277,21 0 2017,-21 0 1260,16-1 0,-5-1 0,1-1 0,3 1 0,-2-2 0,-11 3 3276,11-3-2015,-3 3 2015,1-1 0,1-1-3044,-6 1-232,12-2 0,3 0 0,-5 1 0,9-1 0,-23 3-3277,16-3 0,-18 4 3047,7-2 230,0 1 0,4-4 0,-1 3 0,12-5 0,-20 6 0,16-5 0,-18 6 0,13-3 0,-16 3 0,12 0 0,-14-1 3276,5 0 0,-6 0-3044,1-1-232,0 2 0,-1-3 0,1 3 0,3-3 0,-3 3 0,6-6 0,-4 5 0,5-5 0,-4 6 0,8-5 0,-9 3 0,5-2 0,-3 3 0,0-1 0,1 0 0,-2 1 0,-3 0 0,1-3 0,3 2 0,-1-2 0,6 2 0,-4-2 0,9 0 0,0-4 0,-5 5 0,2-3 0,-10 6 0,3-1 0,-4-1 0,3-1 0,-4 1 0,10-1 0,-9 2 0,8-3 0,-4 0 0,2-1 0,4-1 0,-5 1 0,0 2 0,-1-2 0,1 3 0,-1-2 0,4 1 0,-4-1 0,3 1 0,1-1 0,3-1 0,2-2 0,-2 3 0,1-2 0,4 1 0,-4 0 0,4 0 0,-11 4 0,3-5 0,-1 3 0,0-2 0,1-1 0,-4 3 0,4-3 0,-2 2 0,-1 0 0,5-6 0,-1 2 0,2-2 0,2-4 0,0-3 0,0 3 0,4-8 0,-5 7 0,0 3-3277,2-8 0,-9 16 3047,3-10 230,-2 5 0,0 0 0,7-9 0,-8 10 0,9-10 0,-8 10 0,6-10 0,-7 9 0,9-7 0,-12 10 0,8-6 0,0 3 0,1-3-3277,5 1 2017,-7 3 1260,2 1 0,-2 3 3276,-2-2-2015,7 1-1261,-14 4 0,14-1 0,3 5 0,-2-1 0,16 7 0,-20-4 3276,20 7 0,-19-2-3044,6-2-232,-7 3 0,-3-3 0,-1 2 0,5 5 0,-8-9 0,16 11 0,-6-3 0,2-3 0,-1 7 0,-11-11 0,4 6 0,-2 0 0,0 3 0,4 7 0,-3-5 0,4 10 0,-5-8 0,0-1 0,-2 0 0,-3-12 0,3 13 0,-3-10 0,3 16 0,-2-12-3277,4 14 0,-5-18 3047,3 8 230,-3-9 0,0 1 0,5 5 0,-4-6 0,1 0 3276,-1-3 0,-2 0-3044,1-1-232,1 5 0,0-2 0,1 6 0,-3-5 0,0 8 0,-1-11 0,-8 9 0,2-7 0,-3-3 0,5-1 0</inkml:trace>
  <inkml:trace contextRef="#ctx0" brushRef="#br0" timeOffset="276227">17542 5486 24575,'32'0'0,"-7"-1"0,-1-1 0,6 1 0,-1-2 0,1-1 0,-2 2 0,-2 0-2575,11-3 2575,-16 3 0,-2-1 820,-4 2-820,0-1 0,3 1 0,-12 1 424,3-2-424,-6 2 0,3-2 0,-1 2 1331,7 0-1331,8 0 0,-7 0 0,7 0 0,-12 0 0,-3-2 0,1 0 0,-6-2 0,0 3 0</inkml:trace>
  <inkml:trace contextRef="#ctx0" brushRef="#br0" timeOffset="278462">17581 5283 24575,'3'17'0,"4"10"0,-2-7 0,2 2 0,1-2 0,-3-8 0,2 8 0,1 1 0,5 10 0,-2-1 0,-5-10 0,0-2 0,-2-8 0,1 8 0,0 0 0,1-3 0,1 11 0,-4-14 0,-1-4 0,-1 1 0,1 7 0,2-5-820,-2 6 1,1-11 0,-3 1 0</inkml:trace>
  <inkml:trace contextRef="#ctx0" brushRef="#br0" timeOffset="286446">17376 5772 24575,'8'10'0,"10"10"-3277,-10-12 1172,9 7 2654,1-2-549,-7-8 0,19 12 0,-20-14 1089,14 3-1089,-11-6 0,1-3 0,-1-1 2756,-6-5-2756,2 1 0,-2-7 0,-3 6-3277,0-14 758,-4 15 757,-1-18 1762,-1 19 0,-10-16 0,-2 11 0,2-3 0,-3 7 0,10 4 0,-6 3 3276,4-1-2618,-6 5 1,10-2 0,-4 1 0</inkml:trace>
  <inkml:trace contextRef="#ctx0" brushRef="#br0" timeOffset="286826">17628 5819 24575,'8'13'0,"1"2"0,-6-8 0,2 7 0,-1-3 0,1 7 0,1-5 0,2 5 0,-3-10 0,4 5 0,-4-10 0,4 1 0,6-11 0,9-12 0,-1 2-820,1-4 1,-16 15 0,-4 3 0</inkml:trace>
  <inkml:trace contextRef="#ctx0" brushRef="#br0" timeOffset="287228">17817 5732 24575,'6'1'0,"7"3"0,-4-2 0,7-2 0,-7-1 0,2-5 0,-8 4 0,6-8 0,-4 4 0,2-9 0,-4 8 0,-1-9 0,-2 8 0,0-5 0,-2 2 0,-1 2 0,-3-5 0,-4 8 0,2-2 0,-3 11 0,3 9 0,3-5 0,1 4 0</inkml:trace>
  <inkml:trace contextRef="#ctx0" brushRef="#br0" timeOffset="287697">17871 5876 24575,'14'6'0,"7"3"0,-5-4 0,4 0 0,2-1 0,4-2 0,-2-1 0,0-2 0,6-4 0,-7-2 0,-5 0 0,-11-1 0,2-3 0,-4 4 0,-2-9 0,-1 11 0,-8-12-3277,-11 4 0,6 2 3047,-7-1-2577,-3 7 2807,11 0-393,-14 0 1,-3 0 392,4 3-175,-10 1 0,-4 2 175,0 3 0,0 2 0,12-3 0,0 0 0,-15 5 0,7-1 0,24-4 3276,-2 4-1720,47-1-2136,-16-4 1,17 2-1,-35-4 1</inkml:trace>
  <inkml:trace contextRef="#ctx0" brushRef="#br0" timeOffset="289810">24764 4526 24575,'1'-12'0,"1"-14"0,1 15 0,-2-10 0,0-9 0,0-1 0,0 4 0,1-1 0,0-1 0,0 0-1093,-1-4 1,1 0 0,0-3 1029,0 4 0,0-5 1,0 1-1,0 2 1,0 9-1,1-8 1,-1-1-1,0 1 0</inkml:trace>
  <inkml:trace contextRef="#ctx0" brushRef="#br0" timeOffset="291261">21887 4267 24575,'3'14'0,"0"6"0,-1-4 0,1 5 0,0-15 0,0 2 0,6-3 0,9-8 0,4-3 0,12-4-547,-13 1 1,5-2 0,3-3 0,3-2 0,0 0 0,1 0 154,-4 1 1,2-1-1,2-1 1,-1 0-1,1-1 1,0 1-1,-1 0 1,-2 1-156,4-2 1,-1 1 0,-1 1 0,0 0 0,0-1 0,2-1 373,-3 2 0,3-2 0,0 0 0,0 0 0,0 0 0,-1 1 0,-3 1 0,-2 1 173,8-4 0,-5 2 0,-1 1 0,-1 1-574,1-1 1,-2 2 0,2-3 573,3-1 0,3-4 0,-3 2 0,-9 6 0,-6 3 0,10-8 0</inkml:trace>
  <inkml:trace contextRef="#ctx0" brushRef="#br0" timeOffset="293677">25533 3980 24575,'11'22'0,"-7"-12"0,3 7 0,0 2 0,-2-6 0,8 22 0,-5-20 0,1 1 0,23-31 0,-14-3 0,3-9 0,1-4 0,2-2 0,-2 1 0,-2 6-1093,1 1 1,-1 2 0,5-5 818,-9 8 1,4-5 0,2-3 0,3-2 0,0-2 0,1 0 0,0-1 0,-1 1 0,-1 2 0,-2 3 0,-3 3 0,-3 4-820,4-6 1,-4 5 0,4-3 964,-3 4 1,3-4-1,2-1 1,1-2-1,1 0 1,1 0-1,0 0 1,0 1 127,2 0 0,1 0 0,1-1 0,1 1 0,-1 0 0,-1 2 0,-2 1 0,-2 2-228,5-3 0,-4 4 0,0 0 0,3-4 1,-4 3-1,4-4 0,3-2 0,-1 0 0,0 1 1,-3 2-1,-4 5 0,-6 7 0,6-1 0</inkml:trace>
  <inkml:trace contextRef="#ctx0" brushRef="#br0" timeOffset="294977">17895 4564 24575,'8'24'0,"-4"-14"0,0 11 0,0-1 0,-2-10-1639,4 12 1,0 0-1639,-3-11 2151,5 8 0,0 0 1126,-2-11 0,15 9 0,-13-14-1345,22-7 1,4-4 1344,-7-1 0,-8-1 0,8-6 0,3-2 0,3-3 0,0-1 0,-1 2 0,-5 2-662,2-2 1,-3 1 0,1 0 0,4-4 661,-9 5 0,3-2 0,2-2 0,1-1 0,2-1 0,-1-1 0,1 0 0,-1 0 0,-1 1 0,-2 1 0,-2 2 0,7-6 0,-2 1 0,-2 1 0,-1 0 0,0 1 0,1-1 0,0 0 0,0 0 0,0-1 0,-1 2 0,-2 0 0,-2 3 0,-1-3 0,1-1 0,0 1 0</inkml:trace>
  <inkml:trace contextRef="#ctx0" brushRef="#br0" timeOffset="300064">12791 10814 24575,'3'0'0,"0"0"0</inkml:trace>
  <inkml:trace contextRef="#ctx0" brushRef="#br0" timeOffset="300334">12966 11522 24575,'17'-31'0,"-4"8"0,-11 21 0</inkml:trace>
  <inkml:trace contextRef="#ctx0" brushRef="#br0" timeOffset="312630">9890 15594 24575,'8'23'0,"3"12"0,-6-10-1639,-1 0 1,-1-1-1639,-1-10 1638,-1 19 1,-2 0-1639,1-18 4170,-1 9 1,-1 4-894,-1-4 0,0-2 0,-2 8-1012,-1 2 1,-1 8 0,-1-4 1011,-1-8 0,-1 1 0,1 3 0,-1 6 0,-1 1 0,1-6 1052,-2 0 1,0 0-1053,2-3 0,0 5 0,0-1 0,2-6 0,2-7 0,1 1 0,0 5 0,0 5 0,1 0 0,2-4 0,3-5 0,2 0 0,0 4 0,1 5 0,1 0 0,3-3 0,4-2 0,2-2 0,0-2 0,1 11 0,0-3 0,2-6 0,3-3 0,1-5 0,2-3 0,-5 1 0,1 0 0,3 0 0,3 1 0,-1 0 0,1 1 0,-1-2 1638,-7-5 0,1 0-1238,3 0 1,-2-2 32,-6-3-433,11 3 3276,2-4-241,-8-1-3035,3-2 0,-13-2 0,-11-1 0</inkml:trace>
  <inkml:trace contextRef="#ctx0" brushRef="#br0" timeOffset="313657">10285 17115 24575,'-19'20'0,"0"4"0,4-7 0,-1 6 0,10-10 0,-1-2 0,7-2 0,0-19 0,2 5-3277,0-24 0,-1 20 1007,1-20 2270,0 23 0,0-13 0,-1 15 0,1-2 0,-1 5 3276,18 1-779,11 2-4136,0 3 1,0 1 1182,5-1 456,-10 2 0,-2-1-697,-3-1 697,-1 2 0,3-1 0,-15-2 0,-7 4 0,-17 8 0,4-3 1638,-4 0 0,-3 0-57,3-4 1,-3 0-1582,-9 4 0,-1 0 226,6-2 0,0-1-226,-6 0 0,0 1-1639,7 0 1,1 0-1639,-9-1 3242,2 6 35,26-14 0,4-1 0,12-3 0,7-8 0,0 2 0,-2-3 0,-1-2 0,-3 4 0,2-2 0,-1 0 0,-4 4 395,6-5-395,-11 5 3276,1 3 0,-5 2-3044,1 5-232,0-3 0,9-3 0,-5 1 0,2-1 0,-6 3 0</inkml:trace>
  <inkml:trace contextRef="#ctx0" brushRef="#br0" timeOffset="321311">22145 7805 24575,'10'0'0,"3"-2"0,2 2 0,14-2 0,-10 2 0,-1 0 0,2 0 0,-1 2 0,0 1 0,8-2 0,0 0 0,-7 2 0,1 0-1639,9-1 1,-4 0-1639,-10 0 1638,7 1 1,0-2 148,-14 0 1490,18 0 0,-5-1 0,-6 0 0,6 0 0,5 0 0,3 1 0,0 0 0,-4-1 0,2 0 0,2 0 0,1 1 0,-2-1 0,-1 0 0,-3-1 1638,1 1 0,-2 0-1008,-3-1 1,-4 0-631,-11 1 0,3 0 0,-8 0 0</inkml:trace>
  <inkml:trace contextRef="#ctx0" brushRef="#br0" timeOffset="328746">22085 8377 24575,'6'0'0,"8"1"0,5 2 0,14 1 0,-9-1 0,9-2 0,-11-1 0,0 0 0,11 2 0,-5-1 0,2 0 0,-8-1 0,2 0-1093,8 1 1,3 0 0,-5-1-335,-10-1 0,0 1 1427,13 0 0,6 0 0,-4 1-1639,-1-1 1,-2 0 900,6 0 0,-2 0 738,-10 0 0,-4 0-3179,3 2 3179,-11-2-2125,21 3 2125,-29-2 1833,15 3-1833,0-1 0,2 1 0,3 0 0,2-1 0,-1 0 1078,3 1 1,3 0-1079,-2-1 0,6 1 0,2 0 0,-2 0 0,-7-2 1340,-2 1 1,-1-1-1341,3 1 0,6 1 0,3 0 0,-3 0 0,-8-2 0,-6-1 0,-2 0 0,10 2 0,4 1 0,-7-2 3276,-12-1-2199,15 1 0,0 0-1077,-17 0-1639,12-2 1,-1 0-515,-11 0 2153,18-2-290,-12 1 1,1 1 289,16-2-847,-5 1 1,5 1-1,-4-1 847,-10 1 0,2 0 0,8 1 0,8-1 0,-1 0 0,-8 1-1159,6-1 1159,-5 0 0,5 1 0,-6 0 3276,2 0-3258,-14 0 0,0 1-18,9 0 1675,-9 1-1675,-16-3 3276,6 0-770,16 0 108,-13 0-2614,20 0 0,-3 0 0,0 0 0,2 0 0,2 1 0,-6-1 0,-1 1-960,-3-1 1,-1 1 959,14-1 0,-22 1 0,0 0 0,5 0 0,-1-5 0,13 0 0,-11-1 0,-1 1 0,-1 0 0,-7 2 372,22-5-372,-21 4 1959,15 0-1959,-15-1 0,7-1 0,-8 2 0,9-1 0,-4-3 0,-1 4 0,4-3 0,-11 5 0,7-4 0,3 3 0,-1-3 0,14-2 0,-9 5 0,-2-4 0,-5 3 0,-6 1 0,-1-1-3277,11 1 0,-11 1 2999,18-2 278,-15 1 0,21-4 0,-18 4-1639,6 0 1,-1 0 394,-9 1 1244,17-1-507,-13 0 507,-4 0 3276,14-1-2282,-7 1-949,-2 1-45,1-1 0,1 1 0,-7 1-1639,12-3 1,1 0 1139,-12 2 499,7-2 0,3 0 0,-3 0 0,3 0 0,12 0 0,-4 0 3276,-7 1-2478,1 0-798,-4-1 0,-7 2 0,10-1 0,-2 0 0,-9 1 0,22-3 0,-7 1 0,9-3 0,-7 3 0,-7 1 0,-3-1 0,-10 2 0,20-1 0,-19 2-3277,21-1 2480,-22 1 797,19-2 3276,-5 2-2015,12 0-3005,-8 0 1744,2 0-405,-10-1 405,-5 0 0,16 0 0,-21 1 3276,19 0-833,-18 0-2443,15 0 0,3 0 0,-5 0 0,12 0 0,-16 0 2519,7 0-2519,8 0-29,-13 0 29,9 0 0,-7 0 0,7 0 0,8 0 0,-6 0 0,-12 0 0,0 0 0,-9 1 724,5 0-724,9 3 0,-9-3-1639,8 1 1,0 0-1639,-10-1 2512,14 1 0,-1 0 765,-15-1 0,26 3 0,-17-4 0,-2 2 0,-2-1 3276,2 2-413,11 1-918,-6-1-1945,1 0 0,-1-1 0,-8-1 0,6 1 0,0 0 0,-7-2 0,17 0 0,-16 2 0,3-2 0,3 3 0,-14-3 0,5 2 0,-10-2 0</inkml:trace>
  <inkml:trace contextRef="#ctx0" brushRef="#br0" timeOffset="336702">27288 6830 24575,'-11'0'0,"4"0"0,-5 2 0,-3 1 0,-13 2 0,3 1 0,4-2 0,1 1 0,0 0 0,-14 7 0,22-6 0,-2 2 0,26 8 0,-3-9 0,20 11 0,-16-12-3277,21 8 0,-23-9 2576,8 2 0,1 0 701,-10-1-644,20 7 644,-22-8-3277,21 18 2619,-21-16 658,14 12 175,-7-7-175,-8-5 760,7 4-760,-14-8 481,-2 0-481,-7 0 3276,3-1-1915,-18 4-1361,17-4 3276,-14 2-70,-5 1-3206,6-5 0,-11 4 0,-3 0 0,14-1 0,0 0 0,-4 0 0,1 1 0,-1 1 0,16-5 0,4 2 0,0-2 0</inkml:trace>
  <inkml:trace contextRef="#ctx0" brushRef="#br0" timeOffset="337314">27690 6993 24575,'22'-10'0,"0"0"0,6-2 0,1-3 0,-3-1 0,-12 6 0,5-3 0,-3 0 0,-14 8 0,8-15 0,-10 14 0,-7-12 0,-9 9 0,0-2 0,-13 3 0,20 7 0,-11 2 0,-1 3 0,3 2 0,-5 1 0,0 2 0,5 1-1639,-10 10 1,1 0-1639,12-9 2184,-4 5 1,-5 4 0,7-5-398,9-8 1490,-19 17 0,21-14-3034,10 4 3034,-4-3 1004,16 0 1,5-1-1005,-3-6 0,13 4 0,2-1 0,-12-4-319,12 0 0,-1-1 319,-13-1 1638,4 0 0,-1-1-1201,-8-3 976,2 0-1413,-6-9 0,-4 3 0,1-1 0,-5 6 0</inkml:trace>
  <inkml:trace contextRef="#ctx0" brushRef="#br0" timeOffset="337613">27949 6894 24575,'7'10'0,"4"6"0,-7-8 0,8 9 0,-8-11 0,14 12 0,-1-4 0,2 1 0,13-1 0,-11-12 0,2 2 0,-1-9 0,-13-6 0,1 3 0,-5-2 0</inkml:trace>
  <inkml:trace contextRef="#ctx0" brushRef="#br0" timeOffset="337864">28110 6873 24575,'-4'24'0,"1"0"0,0 1 0,-1-3 0,-4 2 0,-8 10 0,8-16-1639,-6 2 1,-1-1-1639,7-9 1638,-4 4 1,0 1 2966,4-7-1328,10-2 1719,9-11-1719,9-6 0,2-2 0,-1-2 0,9-4 0</inkml:trace>
  <inkml:trace contextRef="#ctx0" brushRef="#br0" timeOffset="338296">28331 6901 24575,'-6'23'0,"9"-3"0,1-1 0,0 0 0,15 13 0,-14-27 0,17 4 0,-10-4 0,19-2 0,-2-3 0,-6-1 0,-2-3 0,0-1 0,-8 0-1639,9-3 1,1-1-1639,-8 4 1638,2-8 1,-2 0 148,-8 7 1490,6-12 0,-13-6 0,0 15-1517,-10-17 0,-4 1 1517,2 13 0,-1-4 0,-2 0 3034,-19 6-3034,14 6 0,-1 0 1638,3 0 0,-2 1-1008,-10 6 1,4 2-631,11 2 0,-8 4 0,2 2 0,12-2-1639,-4 6 1,1 1 378,8-8 1260,-6 13 612,8-16 0,2-4 0,0 1 0</inkml:trace>
  <inkml:trace contextRef="#ctx0" brushRef="#br0" timeOffset="341280">27493 7292 24575,'34'1'0,"0"0"0,-8 1 0,1 0 0,1 1 0,7-2 0,3 1 0,-1-1-1093,0 3 1,0 0 0,-1-1-1,-9-2 1,0 1 0,0-1-1,7 1 1,2 1 0,-5-1 1679,-8-1 0,-1 0-587,6 1 0,3-1 0,-7 0 1740,-5 0-1740,9 0 0,0-1 0,-14 0 0,8 1 0,3-2 0,12-3 0,-2 3 0,-11-2 0,-3-1 0,0 2 0,-2-1 0,-11 1 0</inkml:trace>
  <inkml:trace contextRef="#ctx0" brushRef="#br0" timeOffset="345446">29004 7181 24575,'2'17'0,"2"14"0,0-10 0,0 6 0,2 2 0,-2-17 0,0 5 0,-1-12 0,2 4 0,-3-6 0,2 3 0,-4-6 0,-3-11 0,1 1 0,-7-17 0,5 14 0,-2-5 0,3 12 0,2 0 0,-2 3 0,1-3 0,-1 3 0,1-5 0,-2 2 0,3-2 0,-4 1 0,4 2 0,-2 0 0,3 1 0,0 0 0,0-5 0,4 1 0,-1 1 0,11-6 0,-4 10 0,3-4 0,0 3 0,-9 3 0,6-3 0,-6 3 0,3 0 0,-5 1 0,1 0 0</inkml:trace>
  <inkml:trace contextRef="#ctx0" brushRef="#br0" timeOffset="345764">28898 7314 24575,'21'3'0,"-10"-1"0,14 0 0,-15-4 0,12 0 0,-6 1 0,-4-1 0,2 2 0,-3 0 0,2 3 0,17 3 0,-12 0-656,1-2 1,0-1-1,-9-1 1,5-1 0</inkml:trace>
  <inkml:trace contextRef="#ctx0" brushRef="#br0" timeOffset="346080">29270 7373 24575,'17'-6'0,"1"0"0,-9 2 0,-1 1 0</inkml:trace>
  <inkml:trace contextRef="#ctx0" brushRef="#br0" timeOffset="346564">29477 7159 24575,'14'12'0,"-3"-3"0,8 12 0,-8-7 0,9 14 0,-11-15 0,11 17 0,-13-19 0,11 9 0,-13-12 0,3-3 0,-4-2 0,-1-3 0,11-10-3277,10-12 0,-6 6 3047,7-10 230,-5 1 0,-5 3 0,5-5 0,-13 21 0,-5 6 0,-2 5 0</inkml:trace>
  <inkml:trace contextRef="#ctx0" brushRef="#br0" timeOffset="348384">30496 6957 24575,'3'9'0,"1"7"0,5 17 0,-5-15 0,2 9 0,2 2 0,1 6 0,-4-15 0,1 1 0,0-1 0,1-3 0,-2-8 0,3-7 0,-2-28 0,-4 10 0,-1-15 0,-1 0 0,-2 11 0,-1-8 0,-3-3 0,0 9 0,0 2-2557,-4-11 2557,-3 0 0,11 27 0,20 14 0,-13-5 0,16 6 0,7 0 0,-2-5 0,0-1 0,-3 0 0,1 1 0,11-3 0,-5-1 0,-14 0 0,8-2 0,-19 0 2557,0 1-2557,2 15 0,-2 5 0,1-1 0,0 0 0,0 3 0,4 14 0,-8-31 0,2 14 0,2-9 0,-5-1 0,6 9 0,-2-2 0,0-1 0,5 4 0,-7-14 0,6 11 0,-6-11 0,1 5 0,-3-7 0,-1-1 0</inkml:trace>
  <inkml:trace contextRef="#ctx0" brushRef="#br0" timeOffset="348931">30631 7462 24575,'9'12'0,"4"11"0,-7-10-1639,1 5 1,0-1-1639,-4-8 1328,7 14 1949,-2-9 1719,2 4-1719,2 1 0,-4-8 0,-2-5 3276,0-6 0,10-2-3044,-4 0-232,15-4 0,-10-6 0,-1 1 0,-5-12 0,-9 0 0,-1 4 0,-1 1 0,3 19 0,7 9 0,-4-4 0,3 4 0</inkml:trace>
  <inkml:trace contextRef="#ctx0" brushRef="#br0" timeOffset="350429">31296 6966 24575,'5'31'0,"0"-9"0,1 0 0,3-4 0,0-2 0,-1 1 0,0 1 0,2 2 0,0-1 0,1 1 0,-4-5 0,-3 2 0,-17-6 0,3-1 0,-20 1 0,14-8 0,-4 0 0,-1 0 0,-6-1 0,3 1 0,17-5 0,16 0 0,11-6-3277,7-4 0,-9 5 3047,6-3-326,-10 7 556,-5-1 0,17 0 0,-10 2 0,1 0 0,-4 0 0,-10 1 3276,13-2-1660,3 5 0,2 0-1616,10-1 0,-10 2 0,-4-2 0,-7-1 0</inkml:trace>
  <inkml:trace contextRef="#ctx0" brushRef="#br0" timeOffset="350880">31563 7091 24575,'-4'12'0,"4"7"0,2-2 0,7 4 0,-2-11 0,5 0 0,1-8 0,-5 1 0,5-3 0,0-4-3277,3-9 0,-1 5 3047,0-6 230,-8 3 0,0-1 0,3-13-3277,-11-5 2017,2 6 1260,-10 0 3276,-6 10-2646,4 8-3907,-21-11 2226,20 14 1051,-17-5 0,20 8 3276,-9 5-2224,8 3-1052,4 0-820,0 1 1,6-6 0,-2-1 0</inkml:trace>
  <inkml:trace contextRef="#ctx0" brushRef="#br0" timeOffset="351899">31379 7500 24575,'-6'0'0,"0"0"0,-3 4 0,-7 4 0,6 1 0,-3 4 0,12-5 0,1 4 0,10 0 0,-2-3 0,15 2 0,-11-8 0,17 1 0,-14-4 0,9 0 0,-16-2 0,1 1 0,-9-5 0,-2-1 0,-10-11 0,-1 5 0,-8-6 0,14 16 0,9 16 0,8 12 0,1 1 0,-4 2 0,-6-19-3277,-1 16 0,-2-17 0,-8 23 1787,6-24 1490,-9 14 0,0-6 0,-2-1 0,-13 9 0,8-13 3276,3 1-2961,9-12 0,8 2 0,2-4 1</inkml:trace>
  <inkml:trace contextRef="#ctx0" brushRef="#br0" timeOffset="352370">31533 7654 24575,'8'23'0,"2"5"0,-4-9 0,2 0 0,-4-15 0,5 2 0,-5-3 0,18 2 0,-10-4 0,25 0 0,-23-3 0,14-3 0,-21-2 0,3-14 0,-11 8-1639,-5-9 1,-2 0-1639,2 8 1638,-9-13 1,0 2 148,8 18 1490,-11-21 0,-2 8 0,9 9 0,-8-5 0,-3 1 0,4 9 0,-8-5 3276,14 15-2015,6 11-1261,4 1 3276,0 10 0,13-5-3218,-1-4 0,1-6 0,-5-8 0</inkml:trace>
  <inkml:trace contextRef="#ctx0" brushRef="#br0" timeOffset="352620">31893 7625 24575,'7'5'0,"0"-1"0,-1 4 0,-3-3-3277,-4 8 0,0-8 0,-10 16 2747,7-15 530,-5 8 0,8-13 0,1 1 0</inkml:trace>
  <inkml:trace contextRef="#ctx0" brushRef="#br0" timeOffset="352982">31765 7615 24575,'22'17'0,"-2"0"0,1-3 0,3 1 0,3-2 0,0 1 0,0 2 0,-2-1 0,-5-7 0,0 0 0</inkml:trace>
  <inkml:trace contextRef="#ctx0" brushRef="#br0" timeOffset="353134">32094 7774 24575,'-9'-7'0,"3"1"0,5 6 0</inkml:trace>
  <inkml:trace contextRef="#ctx0" brushRef="#br0" timeOffset="354530">32296 6194 24575,'5'15'0,"8"20"0,-9-22-1639,5 16 1,0 1-1639,-2-13 2184,0 8 1,0 8 0,0-5-1562,0 3 2346,-3-6 0,0 6 1,1 1-1,-1-6 308,-1-7 0,0-1 0,1 14 0,-1 8 0,1-1 0,0-7-191,0-13 0,0 0 191,-1 6 0,0 8 0,0 2 0,0-1 0,1-5 1169,1 3 1,1-1-1170,-3-4 0,1 5 0,-1 2 0,1-3 0,-1-5 0,2 2 0,1-1 0,-1 0 0,0 5 0,0-1 0,0-7 0,2 3 0,-1-4 0,0 4 0,-1-4 0,2 1-413,0 4 1,0-2 412,-1-11 814,3 14 0,-1 1-814,-3-14-1387,5 16 1,1 0 1386,-5-17-302,2 7 0,2 6 0,-1-4 302,-1-2 0,1 6 0,2 6 0,-2-5 0,-1 2 0,-2-6 0,1 7 0,1-1 0,-2-7 1358,1 1-1358,-2 8 0,1 9 0,-2-10 0,1-13 1638,-2 12 0,-1-6-1346,-2-24-292,1-1 0,-2-9 0,1 0 0</inkml:trace>
  <inkml:trace contextRef="#ctx0" brushRef="#br0" timeOffset="355453">32533 6271 24575,'-7'4'0,"-3"4"0,-3 6 0,-9 8 0,6-7 0,1 0 0,1-1 0,8-7 0,-9 7 0,1-1 0,7-6 0,-22 16 0,9-4 0,3-6 0,-4 7 0,5 0 0,-3 5 0,0 5 0,4-3 0,7-9 0,-3 4 0,6-11 0,-4 11 0,3-12 0,-5 16 0,4-12 0,-1-1 0,7-11 0,-1-4 0,2-1 0</inkml:trace>
  <inkml:trace contextRef="#ctx0" brushRef="#br0" timeOffset="355919">32104 6594 24575,'-5'16'0,"2"-7"-3277,-13 18 0,11-21 1228,-14 20 2049,14-20 0,-8 15 0,11-15 1733,-2 4-1733,6-8 0,7-2 0,6-4 0,-4 0 0,5-5 0,-14 5 0,5 0 0,-7 2 0</inkml:trace>
  <inkml:trace contextRef="#ctx0" brushRef="#br0" timeOffset="356364">31951 7136 24575,'5'-1'0,"-2"-1"0,0-1 0,-3-1 0,2 2 0,-2-1 0</inkml:trace>
  <inkml:trace contextRef="#ctx0" brushRef="#br0" timeOffset="357197">32177 6673 24575,'15'0'0,"11"0"0,-18 0 0,22-1 0,-21 1 0,15-2 0,-1 6 0,-5-1-1639,13 6 1,-1 2-1639,-13-6 1876,17 9 0,-1-1 1401,-22-11 0,19 14 0,-25-14 0,0 4 0,0 5 3276,-1 4-1042,9 11-2234,-4-4 3276,10 7-2706,-8-11-570,2 1 0,-7-2 0,-3-6 0,-4 7 0,0-11 0,-2 1 0</inkml:trace>
  <inkml:trace contextRef="#ctx0" brushRef="#br0" timeOffset="357899">32830 6838 24575,'8'24'0,"-1"-4"0,0-1-1644,-2-5 1644,8 15 0,-7-11 0,1 1 0,3 16 0,-3-8 0,-3-4 0,1 1 0,0 5 0,-2-6 0,1-1 0,-1 0 0,3 7 0,-4-15 532,2 10-532,-3-16 272,0 7-272,-1-16 0,-1 2 0,-4-21 0,3 13 0,-4-12 0,-1-3 0,1 5 0,-1-5 0,-1-2 0,-2-6 0,3 7 0,3 8 0</inkml:trace>
  <inkml:trace contextRef="#ctx0" brushRef="#br0" timeOffset="358497">32837 6853 24575,'5'0'0,"15"-1"0,13-7 0,-3 1 0,0-2 0,-5 3 0,-2-2-1639,6-2 1,-4 1 1362,-6 2 1102,0 1-826,-9 4 0,15 2 0,-12 0 0,16 0 0,-15 5 0,9 1 0,-10 1 0,5 4 0,-14-1 0,8 14 0,-6-9-1639,-1 7 1,-2 0 858,0-9 641,-1 7 1,-1-1 138,-1-4 0,3 20 0,-3-9 0,3-5 0,0 2 0,2 14 0,0-11 0,1 0 0,-2-7 0,0 0 0,3 4 0,0-2 0,-1-3 0,-20-8 0,-12-12 3276,-3-4-1638,5 4 0,2 0-1543,13 1-95,-21-1 414,17 3-414,1 2 0,-4 1 0,11-1 0,0-2 0</inkml:trace>
  <inkml:trace contextRef="#ctx0" brushRef="#br0" timeOffset="360036">32944 7515 24575,'7'9'0,"1"2"0,0 4 0,0 5 0,-5-9-3277,1 20 0,-3-22 2915,0 10 1,0 0 361,0-6 0,3 23 0,-3-22-3277,6 22 2181,-6-27 757,4 18 339,-5-23 3276,2 6-2346,-2-12-4207,4-20 2665,-2 10 1987,3-13 0,0-2-1375,-2 11-1639,1-14 1,-1 0 1395,-3 12-790,-2-8 0,0 1 1033,1 14 2896,-9-19-2896,9 24 1236,-5-7-1236,6 9 3276,-3-1-1546,5 3-3240,18 1 1510,-10 0 48,13 2 0,4 2-48,3-1 0,8 3 0,-7-2 0,-20-3 0,5 1 0,-5-1 0,2 0 3276,4 0 0,-2 0-3044,5 0-232,-12 14-3277,-8 9 0,0-3 3047,-10 8-116,4-12 346,-6 2 0,-7 12 0,-1-6 0,6-7 0,0-1 0,-9 8 0,9-9 0,1-1 0,-3 3 0,0 3 0,9-8 0,6-5 0,8-8 3276,0-6 0,10-13-2698,-9 2-578,3-17 0,-8 12 0,0-5 0,-3 16 0,0 5 0,0 5 0</inkml:trace>
  <inkml:trace contextRef="#ctx0" brushRef="#br0" timeOffset="360398">33072 7387 24575,'10'26'0,"-6"-12"0,13 11 0,-12-18 0,15 10 0,-13-13 0,11 6 0,-13-9 0,7 1 0,-8-5 0,1-5 0,-4 2 0,-1-7 0,-3-2 0,-2-5 0,-1 6 0,1 1 0,2 11 0,3 1 0</inkml:trace>
  <inkml:trace contextRef="#ctx0" brushRef="#br0" timeOffset="372948">22188 10801 24575,'24'4'0,"3"-1"0,2 1 0,-5 0 0,1 0-1093,8 0 1,3-1 0,-4 0-2185,5 0 2457,-6-2 1,10 1 0,0-1 0,-8 0-820,-11-1 1,-1 0 1515,11 1 1,6-1-1,-1 1-170,-2-1 0,-2 0 0,-2 0 293,-6 0 0,2 0-256,1 0 1,7 0-1,3 1 1,3-1 0,0 0-1,-3 1 256,-4-1 0,0 0 0,-1 1 0,1-1 0,-1 1 0,0-1 0,-1 0 0,0 1 0,0-1 0,0 0 0,1 1 0,-1-1 0,5 1 0,2 0 0,0 0 0,-1 0 0,-5-1 0,-7 1 0,-2-1 0,-3 1 0,9 0 0,3 0 0,-8 1 2275,-6-2-2275,13 1 3276,-22-1-3245,-3 0 0,-4 0 1,3 0-1</inkml:trace>
  <inkml:trace contextRef="#ctx0" brushRef="#br0" timeOffset="373515">22791 10888 24575,'0'0'0</inkml:trace>
  <inkml:trace contextRef="#ctx0" brushRef="#br0" timeOffset="374316">22293 10928 24575,'-17'15'0,"6"-6"0,-9 11 0,15-15-3277,-15 22 0,16-21 0,-8 17 4605,4-5-1328,-1 13 0,4 2 0,6-4-2818,12-7 2818,-7-13-3034,21 11 3034,-20-13 3034,18 7-3034,6 5 0,-14-12 0,2 1 0,2 1 0,0 0 0,-2-2 0,-2-1 0,1-2 0,5 3 0,-15-3 3276,13 3-2015,-13-2 2015,15 4 0,-3-1-3218,11 1 0,-15-4 0,2-1 0</inkml:trace>
  <inkml:trace contextRef="#ctx0" brushRef="#br0" timeOffset="379031">14543 10717 24575,'8'-4'0,"-3"2"0,2-2 0,3 2 0,4-7 0,-1 3 0,2-6 0,-7 7 0,8-1 0,-10 3 0,2 1 0,-6 1 0</inkml:trace>
  <inkml:trace contextRef="#ctx0" brushRef="#br0" timeOffset="379467">14722 11293 24575,'13'-6'0,"9"-9"0,-8 1-1639,2 0 1,-1-1-1639,-3 2 0,6-7 3834,-3 2-557,-8 4-1247,3-3 1,-2 1 1246,-5 4-2886,5-20 2886,-7 25 668,2-11 0,-3 16 1,0-1-1</inkml:trace>
  <inkml:trace contextRef="#ctx0" brushRef="#br0" timeOffset="385419">23405 12453 24575,'28'-12'0,"-8"3"0,0-4 0,3-1 0,-3 0 0,0 0-1639,6-3 1,0 0-1,-8 5 1,-1 1-1,5-3 1,-4 3 148,-11 5 1162,24-15 328,-22 14 0,16-11 0,-17 13-2925,23-15 2925,-24 15 0,15-12 2925,5 2-2925,0-4 0,-9 8 0,0 0 0,1-3 3276,-9 7-2177,-6 5-609,5-7-490,-5 6 3276,7-10 0,-2 4-3044,0 0-232,1-1 0,-7 6 0,-1 1 0,-1 2 0</inkml:trace>
  <inkml:trace contextRef="#ctx0" brushRef="#br0" timeOffset="387281">23953 12030 24575,'3'13'0,"4"7"0,-3-8 0,9 14 0,-4-8-2621,-1-2 2621,-1-4 622,-4-5-622,0-6 0,2 6 0,-2-7 0,0 2 0,-1-22 0,-2 10 1999,-5-25-1999,-3 9 0,1 3 0,-2-3 0,6 17 0,3-5 0,13-2 0,-6 7 0,14-8 0,7 3 0,-9 7 0,0-1-999,13-5 999,-2 3 0,-22 8 0,-4 5 0,-2 6 0,-5 0 0,-9 17 0,7-17 0,-8 10 0,-2 1 0,1-2 0,-2 5 0,0 0 0,0-1 999,1 5-999,9-14 0,3-6 0,4-4 0,1-4 0,12-8 0,-5 0 0,14-12 0,-17 13 0,11-14 0,-15 17 0,5-7 0,-7 9 0,0 0 0,1 1 0,-5 5 0,-1 6 0,-6 4 0,2-3 0,-2 4 0,6-11 0,-2 7 0,5-9 0,-2-3 0,-2-7 0,-1-1 0,-5-4 0,5 7 0,3-2 0,9 6 0,7-3 0,-1 2 0,2 0 0,-7 2 0,-2 0 0,-10 2 0,3 2 0,-7 1 0,8-1 0,6-6 0,7-9 0,0 2 0,5-5 0,-7 6 0,-2 2 0,2 0 0,-8 4 0,-6 12 0,-4 5 0,-1 1 0,1 4 0,9-13 0,4 3 0,2-6 0,7 1 0,-5-2 0,10-2 0,-7 1 0,1-3 0,-11 9 0,0-1 0,-8 12-820,-2 8 1,2-11 0,-1 4 0</inkml:trace>
  <inkml:trace contextRef="#ctx0" brushRef="#br0" timeOffset="390863">22827 14293 24575,'6'1'0,"8"-1"0,-8 2 0,5-2 0,1 0 0,-6 0-3277,17 0 0,-16 0 1328,9 0 3668,-4 0-1719,0 0 0,18 0 0,-3 0-297,-2 0 297,-3 0 0,-7 0 0,2 0 0,14 1 0,-17-1 0,9 0 0,0 0 0,-12 0 0,8-1 0,4-1-387,5-1 1,2-1 386,2 2 0,2-1 0,3 0 0,0-1 0,-10 3 0,-1 1 0,-3 0 0,9 0-1639,-1 0 1,-1 0 732,-9 0-430,5-1 0,-2 0 1336,-12 1 2859,23-1-2859,-15 1 0,2 0 0,2 0 0,2 0 0,2 0-627,4 0 1,2 0 0,1 0 0,-1 0 626,1 0 0,-2 0 0,3 0 0,-1 0 0,2-1 0,0 1 0,-3 1 374,-4-1 1,-3 1 0,1-1-375,9 0 0,0 0 0,-1 1 0,-7 0 0,-15-1-581,8 0 0,1 0 581,-8 0 932,11 0 0,2 0-932,-8 0 1047,9 0 1,3 0-1048,-9 0 0,0 0 497,-1 0 1,-1 0-498,14 0 2109,-9-3-2109,-5 1 1902,8-3-1902,-15 3-3277,-2 0 1568,-6 1 4985,11-1-2922,-9 1-354,11-2 0,-7 2 0,0-1 0,-6 0 0,-5 2 0</inkml:trace>
  <inkml:trace contextRef="#ctx0" brushRef="#br0" timeOffset="396648">29734 2041 24575,'8'-2'0,"5"-4"0,-4 4 0,17-14 0,-10 6 0,0-1 0,-1 1 0,2-1 0,14-8 0,-2 0 0,-9 8 0,1-1 0,4-1 0,-3 1 0,-2-2 0,10-5 0,4-2 0,-8 0 0,-1 1-1058,-7 5 0,1-1 1058,3-2 0,-3 1 0,0-3 0,0 1 0,-3 2 0,1-3 0,-1 1 0,-1 0 0,-2 2 0,-1 0 0,5-7 0,-2 4 0,-7 6 0,7-10 0,-1 1-3277,-8 12 3061,3-5 1,1-1 1250,0-3-1035,-5 7-1639,4-4 1,-1 0-283,-5 7 1921,7-9 0,-5 9 0,3-1 2655,3-10-2655,5 0 0,-6 2 548,5-1-548,-10 10 3276,3-3 0,-5 7-3044,0-2-232,-3 5 0,0 0 0,0 1 0</inkml:trace>
  <inkml:trace contextRef="#ctx0" brushRef="#br0" timeOffset="396918">30565 1186 24575,'5'2'0,"1"2"0,-3 0 0,2 2 0,-4-4 0,-1 2 0,0-4 0,-1 3 0</inkml:trace>
  <inkml:trace contextRef="#ctx0" brushRef="#br0" timeOffset="403198">26007 274 24575,'12'9'0,"-7"-4"0,17 6 0,-1-2 0,3-2 0,9-1 0,-19-5 0,17 0 0,-14-2 0,3 0 0,1-1 0,-16 1 0,13-3 0,-12 3 0,7-3 0,-3 0 0,-1-3 0,-2 0 0,-2-6 0,-9 1-3277,-1-2 0,0 3 3047,-5 5 230,6 4 0,-8-1 0,-2 3 0,3-1 0,-2 2 0,8 2 3276,0-1 0,-2 2-3218,0 1 0,2-3 0,1 2 0</inkml:trace>
  <inkml:trace contextRef="#ctx0" brushRef="#br0" timeOffset="404065">26163 377 24575,'-6'0'0,"-1"2"0,2 1 0,1 2 0,2 1 0,1 0 0,1-1 0,0-1 0,0 2 0,4 5 0,-2-3 0,8 6 0,-7-10 0,19 13 0,-14-10-3277,21 10 0,-22-12 0,23 9 1787,-24-9 1384,12 3 1,1 0 105,-8-5 0,16 9 0,-18-10 0,10 5 0,-13-7 3276,8-3-2119,6-13-1157,-8 3 0,1-1 0,1-1 0,-6 4 0,12-14 0,-15 15 0,4-9 0,-8 13 3276,-1-8 0,-5 5-3201,1 1 397,-2 1-472,0 2 0,1 3 0,-12-5 0,9 6 0,-10-5 0,6 6 0,-2-3 0,-3 3 0,4 0 0,0 3 0,5 0 0,-1 2 0,5-2 0,0-2 0</inkml:trace>
  <inkml:trace contextRef="#ctx0" brushRef="#br0" timeOffset="404751">26470 371 24575,'0'7'0,"0"2"0,0 0 0,3 9 0,-1-10 0,12 25 0,-7-24 0,4 8 0,2 0 0,-3-8 0,4 1 0,3 1 0,15 3-3277,-7-3 1862,2-1-1862,-6-5 1325,-10-3 1906,8 1 1,0-1 45,-9-2 0,12-3 0,-14-6 0,-3 3 3110,2-8-3110,-2-2 3276,3 0 0,4-16-6553,-2 8 120,-2 1 3157,-4 6-194,-2 3 194,-2 3-3277,0-11 2081,-1 14 1196,-3-5 0,-2 7 3276,-4-1-2079,-11-5-1003,-2 3-194,-4-1 0,9 5 3276,5 2 0,9 3-3044,-1 1-232,-5 4 0,4-3 0,-12 6 0,12-7 0,-8 5 0,12-6 0,-1 2 0</inkml:trace>
  <inkml:trace contextRef="#ctx0" brushRef="#br0" timeOffset="407815">28764 567 24575,'9'-7'0,"-2"4"0,4-4 0,-1 3 0,2-4 0,3 2 0,-8 2-3277,11-3 0,-13 6 0,16-3 2808,-15 4 73,16 4 396,-15-1 0,14 8 0,-10-2 0,7 7 0,-10-7 0,2 3 3276,-3-5-1705,-2 1 1705,-1 4-1498,-2 1-1778,-2-4 795,-2 6-795,-2-5 0,0 2 0,-5 3 0,2-6 0,-5 6 0,5-6 0,-6-1 0,7-4 0,-7 2 0,7-3 0,-3 0 0,5 1 0,0-2 0,1 3 0,-1-2 0,-7 1 0,5-2 0,-5 1 0,10-3 0</inkml:trace>
  <inkml:trace contextRef="#ctx0" brushRef="#br0" timeOffset="408982">29053 543 24575,'3'5'0,"0"-1"0,-1-3 0,0 4 0,-1-1 0,1 3 0,0-2 0,-1-2 0,-2 6 0,-10-1 0,1 0 0,-1 0 0,5-7 0</inkml:trace>
  <inkml:trace contextRef="#ctx0" brushRef="#br0" timeOffset="409755">28828 607 24575,'7'-4'0,"0"0"0,4-3 0,7 0 0,2-1 0,1 3 0,3 1 0,-8 4 0,-1 3 0,-8-1 0,-1 8 0,-2-6 0,10 16 0,-5-6 0,4 6 0,-6-3 0,-3-2 0,-2 0 0,1-3 0,-4 3 0,-5-5 0,3-1 0,-5 6 0,4-8 0,1 2 0,1-4 0,11-4 0,0-1 0,22 1 0,-9 1 0,0 0 0,3 1 0,5 1 0,0 1 0,5-1 0,-2 0 0,-3 0 0,-13-2 0,3 0 0,-12-4 0,-10-1 0,-5-10 0,5 3 0,-4-1 0,4 7 0</inkml:trace>
  <inkml:trace contextRef="#ctx0" brushRef="#br0" timeOffset="410316">29273 559 24575,'-2'12'0,"1"-1"0,1 0 0,0 7-3277,7 10 0,-5-8 1328,9 2-869,-1-7 2818,-2-5-3034,19 15 3034,-20-20 0,14 9 0,-8-11 3034,2-4-3034,12-4 0,-15-1 0,6-4 0,-12 0 0,4 0 0,9-13 0,-11 11 0,11-13 0,-15 16 3276,3-7-2015,-5 6-1261,-1 1 3276,-5 2 0,-10 0-6553,-21 1 2,14 0 3275,-10 3 0,-2 3 0,0 4 0,10-3 0,0 0-3277,-6 8 2962,22-6 0,1 1 0,4-4 0</inkml:trace>
  <inkml:trace contextRef="#ctx0" brushRef="#br0" timeOffset="412836">29712 601 24575,'20'-5'0,"-6"2"0,6 2 0,4 1 0,-6 0 0,3 0 0,-1 0 0,-6 0-1639,8 0 1,0 0-1639,-10 0 2679,9 0 0,1 0 598,-8 0 0,10 0 0,4 0 0,-2 0 0,-2 0-583,-4 0 0,-1 0 583,7 0 0,-2 0 3276,2 0-1500,5 0-516,4 0-1260,-14 0 0,-6 0 0,-3-2 1804,-3 2-1804,12-2 0,-12 2 0,5 0 0</inkml:trace>
  <inkml:trace contextRef="#ctx0" brushRef="#br0" timeOffset="414149">30428 465 24575,'3'27'0,"0"0"0,0-6 0,0-3 0,3 13 0,-2-16 0,3 10 0,-4-11 0,2 5 0,-2-11 0,0-1 0,0-5 0,2-2 0,-3-1 0,3-4 0,-3-4 0,1 0 0,-1-8 0,-2 4 0,-2-9-3277,-2 2 0,1 5 3047,-1 3 230,3 8 0,0 0 0,3 1 0,21 7 0,-7-1 0,5 1 0,-1 1 0,-6-2 0,12 2 0,-21-2 3276,5 0 0,-8 0-3044,-2 3-232,-7 9 0,5-7 0,-8 8 0,5-7 0,-2-2 0,0 6 0,2-8 0,0 5 0,1-6 0,0 3 0,4-6 0,9-5 0,-3-2 0,7-2 0,-11 4 0,-1 3 0,-4 5 0,-4 5 0,1-2 0,0-4 0,3-7 0,2-5 0,-3 3 0,-2-8 0,-2-1 0,0-7 0,2 7 0,1 2 0,6 10 0,1 1 0,2 2 0,-3 1 0,-4 2 0,1-1 0,-3 1 0</inkml:trace>
  <inkml:trace contextRef="#ctx0" brushRef="#br0" timeOffset="415849">31339 347 24575,'-6'12'0,"3"-6"0,0 7 0,7-4 0,4 8 0,6 1 0,-2-2-3277,8 2 0,-14-13 0,21 13 1787,-20-16 1490,14 9 0,-4-9 0,-2 3 0,4-4 0,2 0 0,14-3 0,-2 0 3276,3-5-2015,-22 0 2015,1 0 0,-3-6-3044,-5-11-232,-5-13-1678,0 8 1678,-7-2 0,-6 10 0,-14-5 0,7 5 0,-1 9 0,1 4 0,10 5 0,-15-3 0,14 8 1678,-2 0-1678,5 4 0,3-4 0,2 1 0</inkml:trace>
  <inkml:trace contextRef="#ctx0" brushRef="#br0" timeOffset="416530">31453 483 24575,'0'10'0,"0"4"0,-1-10 0,-1 16 0,0-11 0,1 14 0,2-11 0,4 17 0,10-3 0,-8-2 0,8-6 0,2-2 0,-7-4 0,8 4 0,4 1 0,-6-6 0,-1-1 0,11 8 0,4-3 0,-19-14 0,2-2 0,4-4 0,-7-3 0,17-6 0,-12 4 0,11-7 0,-16 7 0,8-10 0,-8 2 0,-2 2 0,-4 0 0,-1 1 0,-4-14 0,-2-2 0,-2 5 0,-12 4 0,-11 12 0,3 0 0,4 6 0,2 1 0,3 2 0,-13 5 0,17 1 0,-10 4 0,15-3 0,-8 3 0,11-4 0,-4 0 0,7-4 0</inkml:trace>
  <inkml:trace contextRef="#ctx0" brushRef="#br0" timeOffset="417120">31840 435 24575,'-6'16'0,"0"10"0,4-13 0,0 23 0,2-28 0,1 11 0,0 2 0,1-10 0,1 9 0,4 1 0,6-1 0,0 3 0,11-3 0,-2-14 0,-2 3 0,5-9 0,-17-3 0,15-9 0,-5-15 0,1 7-1639,-7-4 1,-2 2-1639,-5 7 1638,3-8 1,0 0 148,-6 13 1245,2-11 1,-2 1 244,0 10 0,-9-21 0,-11 13 0,-1 3 0,2 5 0,0 3 0,2 4 0,-8 1 0,2 1 0,10 2 0,-16 1 0,26-2 0</inkml:trace>
  <inkml:trace contextRef="#ctx0" brushRef="#br0" timeOffset="418953">32813 349 24575,'0'22'0,"0"8"-1639,0-8 1,0 0-1639,-1 7 1638,1-4 1,0-3-1639,-2-11 5064,2 16-1787,0-9 0,0-6 0,2 19 0,3-11 0,-2 4 0,7-2 0,-9-15 3276,3-2-2015,-3-17 2015,1 0-1638,0-7 0,1-2-1406,-1 3-232,-1-5 0,-1-3 0,-6-10 0,2 6 0,-3 8 0,-3 1 0,-9 3 0,-2-7 0,1 11 0,10 8 0,6 7 0,1 1 0,1 4 0,-5 3-820,1-3 1,0 1 0,3-5 0</inkml:trace>
  <inkml:trace contextRef="#ctx0" brushRef="#br0" timeOffset="420482">31628 1448 24575,'9'11'0,"0"-1"0,0 1 0,-3-7 0,8 8 0,-4-6 0,2 2 0,3-2 0,2-2 0,16 2 0,-12-2 0,13 0 0,-20-6 0,3-1 0,-2-8 0,-1-19 0,-7 12 0,-1 0 0,1 0 0,-1 0-3277,-1-18 0,-5 28 3047,0-10 230,-14 3 0,-9-4-1639,5 7 1,-1 0 378,-6-1 395,-9 6 865,26 7 0,-17 2 0,20-2 0,-5 2 0</inkml:trace>
  <inkml:trace contextRef="#ctx0" brushRef="#br0" timeOffset="421098">31611 1608 24575,'-2'14'0,"0"-1"0,4 10 0,-2-11 0,8 18 0,7-12 0,-1 2 0,14 1 0,-9-14 0,2-1 0,6 2 0,1-1 0,-6-1 0,1-2 0,5 0 0,-4-2 0,-12 0 0,21-4 0,-25-1 0,16-9 0,-8-13 0,-2 11 0,-3-7 0,-2 2 0,-5 13 0,8-21 0,-10 23 0,-4-7 0,0 8-3277,-26-9 0,19 7 1638,-22-3 1,-2 2 148,16 3 575,-11 0 0,-8 1 1,7 1 914,5 1 0,-8 0 0,4 0 0,21 0 0,0 0 0</inkml:trace>
  <inkml:trace contextRef="#ctx0" brushRef="#br0" timeOffset="421631">32007 1500 24575,'0'21'0,"3"3"-1449,-1-3 1449,1 1-3277,5-4 0,-4-9 4003,15 22-726,-1-15 0,4 5 0,10-1 0,-6-12 493,-3 0-493,1-3 0,-14-22 0,0 8 0,-5-11 0,-3-1 0,1 5 1638,-1-8 0,-2-4 0,-4 9 0,0 0-1522,2 0 0,-1-1-116,-9-5 0,0 4 0,4 10 0,-16-15 0,6 19 0,5-1 0,-1 3 0</inkml:trace>
  <inkml:trace contextRef="#ctx0" brushRef="#br0" timeOffset="424216">32738 1341 24575,'-4'16'0,"0"-7"-3277,0 14 0,2-17 1188,-2 19 2089,3-18 1739,-2 17-1739,3 1 0,2 7 0,-1-5-3277,12 8 2057,-7-27 2858,5 8 0,1 0-847,-4-7-675,11 12-116,-4-12 0,1 1 0,-2-6 3276,-2-1 0,-4-3-2610,-2 0-666,10-7 0,-9 3 0,15-14 0,-13 9 0,12-18 0,-15 7 0,4-6 0,-12 1 0,-11-2-647,6 10 647,-8-7 0,8 3 0,-5-9 0,3 0 0,0 3 0,6 14 0,-2 1 0,-1 4 0,-1 2 647,-9 1-647,1 4 0,-4 1 0,-1 1 0,-3 2 0,3 0 0,1 1 0,3 0 0,-4 4 0,13-5 0,2 2 0,5-4 0</inkml:trace>
  <inkml:trace contextRef="#ctx0" brushRef="#br0" timeOffset="425098">33249 723 24575,'8'-5'0,"2"2"0,-2-2 0,3 2 0,0-7 0,-3 6 0,-2-2 0,-5 4 0,1 2 0</inkml:trace>
  <inkml:trace contextRef="#ctx0" brushRef="#br0" timeOffset="425482">33263 1340 24575,'-2'6'0,"1"-3"0,13-11 0,-6 1-1639,8-9 1,-1 0-1639,-5 7 1866,4-9 1,0-1 1410,-7 10 1836,9-16-1836,-12 17 0,0-1 0,-3 8 0,-2 1 0</inkml:trace>
  <inkml:trace contextRef="#ctx0" brushRef="#br0" timeOffset="448266">27563 600 24575,'-1'4'0,"-9"8"-3277,-5 9 0,2-7 0,-1 6 3557,-2-2-280,7-7-1189,-6 7 0,0 0 1189,6-7 0,-5 7 0,-4 2 0,4-4 0,0 0 0,-1 0 0,-1 1 0,-9 8 0,-1 0 0,7-9 0,0 0 1638,1-1 0,-1-1-1158,-5 4 0,1-2-2119,5-7 1,2-1 1287,-12 10 351,2-5 3276,23-9-2015,10-10-1261,1 1 0,17-14 0,-15 11 0,2-2 0</inkml:trace>
  <inkml:trace contextRef="#ctx0" brushRef="#br0" timeOffset="448898">27271 857 24575,'-1'16'0,"0"-5"0,-1 15 0,0-7 0,0-1 0,1 3 0,1-16 0,-2 9 0,3-10 0,-3-1 0,2-2 0,-5 0 0,-7 11 0,3 0 0,-2 2 0,5-5 0,6-6 0,-2 0 0,2-2 0,2-5 0,5-4 0,-2 3 0,4-6 0,-6 9 0,-1-3 0</inkml:trace>
  <inkml:trace contextRef="#ctx0" brushRef="#br0" timeOffset="450633">26584 18469 24575,'20'-3'0,"14"2"0,3 0-1639,-19 0 1,2 1 818,8-1 1,6 1 0,4 1 0,3-1 409,-10 0 0,2 0 1,1 0-1,3 0 1,1 0-1,2 0 0,2 0 1,2 0 270,-14 0 1,1 0 0,2 0 0,2 0 0,0 0 0,2 0 0,0 0 0,1 0 0,1 0 0,-1 0 0,1 0 0,0 0 0,0 0 0,-1 0 0,-1 0 0,0 0 0,-2 0 0,-1 0 0,-1 0 34,7 0 1,-2 0-1,-1 0 1,-1 0-1,0 0 1,-1 0-1,0 0 1,0 0-1,1 0 1,1 0-1,1 0 1,1 0 103,-5 0 0,2 0 0,0 0 0,2 0 0,1 0 0,1 0 0,-1 0 0,1 0 0,0 0 0,0 0 0,-1 0 0,-1 0 0,0 0 0,-2 0 0,-2 0 0,-1 0 0,-2 0 0,-2 0-321,11 0 0,-3 0 0,-4 0 0,-1 0 0,0 0 0,0 0 0,1 0 321,3 0 0,0 0 0,-1 0 0,1 0 0,1 0 0,1 0 0,1 0-11,-5 0 0,2 0 0,1 0 0,1-1 0,0 1 0,0 0 0,-1 0 0,-1 0 0,-1 1 0,-3-1 11,6 0 0,-2 0 0,-2 0 0,-1 1 0,0-1 0,-1 0 0,5 0 0,1 0 0,-2 0 0,-2 0 0,-4 0 0,1 1 0,-4-1 0,-9 1 2192,-11-1-2192,15-3 3276,-13 2-3276,4-3 1,-10 4 0,-3-2 0</inkml:trace>
  <inkml:trace contextRef="#ctx0" brushRef="#br0" timeOffset="451565">27154 18171 24575,'3'22'0,"1"0"0,-1-3 0,1-1-1639,0 3 1,0-2-1639,2 3 1328,-1-5 1949,-3-4 1719,5 9-1719,-7-20 0,1-7 0</inkml:trace>
  <inkml:trace contextRef="#ctx0" brushRef="#br0" timeOffset="452085">27090 18114 8191,'20'3'0,"-7"-2"0,9 1 0,1 1 0,-7-2 0,17 0 0,1 1 0,-16-2 1012,8 0 1,1 0-1013,1 0 0,7-3 3032,-9 2-3032,1-2 0,-18 2 3276,6-2-2019,-6-1-1257,11 1 0,-13 0-1516,20 3 1516,-22-1-389,24 6 389,-22-2-3277,19 15 2651,-20-12 2264,5 9 0,2 1-1592,-3-4-1432,2 7 1,-1 0 1385,-3-6 279,7 19-279,-14-12 3276,5 0-2239,-6 12-1037,0-15 0,0 5 675,0-11-675,0-17 0,0 3 0,0-7 0,0 9 0</inkml:trace>
  <inkml:trace contextRef="#ctx0" brushRef="#br0" timeOffset="452849">27418 18227 24575,'-14'10'0,"-2"5"0,2-2 0,0 0 0,-4 5-3277,-4 6 0,17-19 1328,-4 6 1949,15-13 0,-7 4 0,10-5 0</inkml:trace>
  <inkml:trace contextRef="#ctx0" brushRef="#br0" timeOffset="453047">27521 18213 24575,'0'20'0,"-3"10"0,1-19 0,-2 6 0,2-8 0,-1-7 0,-7-1 0,6-1 0,-6 0 0</inkml:trace>
  <inkml:trace contextRef="#ctx0" brushRef="#br0" timeOffset="453613">26909 17889 24575,'16'-2'0,"6"-2"0,3-1 0,6-4 0,1 0-528,-2 2 0,2 0 528,-5-1 0,2-2 0,-5 3 346,0 2-346,-2-2 0,-2 2 0,-13 4 0,9-4 175,-13 7-175,-2 2 0,-1 23 0,-8-2-753,4 4 753,-8-9 0,1-6 0,-2-1 0,-1 3 0,8-9 0,3-1 0,16-4-3277,11-1 1058,-6-1 2219,10-3-1054,-9 3 1054,-5-3-3277,22 3 2367,-26-2 910,18 2-439,-11 0 439,2 0 819,5 0 0,-15 0 0,-1 0 0</inkml:trace>
  <inkml:trace contextRef="#ctx0" brushRef="#br0" timeOffset="453899">27531 17833 24575,'2'18'0,"5"2"0,-6-2 0,6 2 0,3-5 0,2 3 0,1-3 0,-3-4 0,-3-9 0,0 0 0,5-1 0,6-14 0,-8 9 0,8-18 0,-4-4 0,-4 4 0,1-2 0,-9 15 0</inkml:trace>
  <inkml:trace contextRef="#ctx0" brushRef="#br0" timeOffset="454635">28892 18167 24575,'5'13'0,"1"3"0,-2-2 0,1 9 0,0-3 0,-1-4 0,0-2 0,-1-3 0,0-1 0,2 0 0,-2-2 0,0-6 0,0 3 0,-1-4 0,-1 1 0</inkml:trace>
  <inkml:trace contextRef="#ctx0" brushRef="#br0" timeOffset="455099">28898 18155 24575,'20'8'0,"12"2"0,-5-4-1093,-1-3 1,5 0 0,-5 0-2185,7-1 2457,-8-2 1,7 0 0,0-1 0,-4-1-820,-3 0 1,-2-1 1553,12-1 1,-1-1-85,-9 1 1,-6 1 168,-11 1 0,7 3 0,6 17 3108,-11-9-3108,13 14 3276,-7-8-1921,2 7 1921,-3-5-1261,-4 7-2015,-11-16 0,-1 15 0,-1-6 584,-2 2-584,2-10 0,-9-13 0,8 0 0,-7-4 0</inkml:trace>
  <inkml:trace contextRef="#ctx0" brushRef="#br0" timeOffset="455703">29148 18239 24575,'-12'14'0,"-12"10"-3277,1-4 0,0-1 0,9-5 4159,3-7-882,5-1 1780,-5 3-1780,10-7 0,8-5 0,5-4 1638,7-4 0,4-2 0,0 2 0,-1 0-2038,-2 0 1,0 1 399,-1 2 0,-3 1 0,-6 4 0,-4 4 0,-1 1 0,-10 10 0,3-2 0,10-3 1416,-2-3-1416,17-8 0,-12 3 0,1 7 0,-11 3 0,-1 2 0,-3 0 0,3-6 0,1-2 0,1-1 0,1-2 0,-1 0 0,-1 0 0</inkml:trace>
  <inkml:trace contextRef="#ctx0" brushRef="#br0" timeOffset="456302">28958 17931 24575,'6'-2'0,"10"-1"0,-9 3-1639,13-2 1,0 1-1639,-9 1 1638,8-1 1,2 2 1894,6 3-256,-5-2 0,10 4 0,-23-6 1861,-5 7-1861,-8-1-3277,-14 22 2325,11-13 2590,-6 9 0,1-1-1430,8-4 668,-10 14-876,14-21 0,0-2 0,14-6 3276,4-5-164,17-2-3112,-12-2 1195,1-1-1195,-17 4 0,-3 1 0,-2 1 0,-1 0 0</inkml:trace>
  <inkml:trace contextRef="#ctx0" brushRef="#br0" timeOffset="456630">29346 17984 24575,'-2'13'0,"1"-5"0,1 2 0,1-6 0,5 7 0,9 3 0,-5-2 0,22 5 0,-23-14 0,12 1 0,1-4 0,2-10 0,5 0 0,-10-20 0,-16 17 0,-1-7 0,-1-1 0,-5 7-820,-3-17 1,2 23 0,0-2 0</inkml:trace>
  <inkml:trace contextRef="#ctx0" brushRef="#br0" timeOffset="458447">29001 17618 24575,'5'0'0,"-2"-2"0,-3 2 0,-6 0 0,4 0 0,-4 2 0</inkml:trace>
  <inkml:trace contextRef="#ctx0" brushRef="#br0" timeOffset="458731">28004 17722 24575,'-15'5'0,"3"-1"0,10-4 0,10 0 0,-4 0 0,13-2 0,14-4 0,-1 1 0,1-2 0,-12 3 0,0 1 0,4-2 0,0 0 0</inkml:trace>
  <inkml:trace contextRef="#ctx0" brushRef="#br0" timeOffset="461447">30528 17647 24575,'32'-1'0,"-5"0"0,-2 0 0,8-1 0,1-1 0,-3 1-1639,3 0 1,4-1 1169,-9 1 1,6 0 0,4 0 0,1 0 0,-1 0 0,-3-1 0,-6 1 238,-2 0 0,-5-1 0,5 0 230,1 1 0,6 1 0,4-1 0,2 1 0,-1 0 0,-1 0 0,-6 0 0,-7-1 0,4 1 0,-3-1 0,1 1 0,6 0 0,1 0 0,-3 1 0,-10-1 0,-2 1 0,-3-2 518,-15 2 0,-1 0 1,-2 0-1</inkml:trace>
  <inkml:trace contextRef="#ctx0" brushRef="#br0" timeOffset="462154">31631 17510 24575,'0'10'0,"2"13"0,-2-5 0,3 2 0,-1 0 0,1 1 0,4 11 0,-2-18 0,5 5 0,-2-13 0,0 1 0,-3-7 0,-2-7 0,-1 3 0,-2-7 0,-6-1 0,-3-1 0,1 1 0,-6-3 0,5 8 0,-11-11 0,9 9 0,3 0 0,21-1 0,23 4 0,-1-2-1380,-8 6 0,0 1 1380,0 3-493,-7 0 1,-1 0 492,-4 2 0,-4 1 0,-21 11 0,2-8 0,-9 13 0,0-10 0,-6 4 0,6-4 0,0-1 0,-6 1 651,5 3 1,14-11-1,4-2 1</inkml:trace>
  <inkml:trace contextRef="#ctx0" brushRef="#br0" timeOffset="463698">26763 17672 24575,'-1'10'0,"-2"4"0,3 11 0,0-4-1639,3 0 1,2-1-1639,0-6 1638,5 9 1,2-1-1639,1-7 2958,6 9 1,1 0 318,1-4-744,-1-4 0,4 2 1,-4-3 743,-1-1 0,11 0 0,8 2 0,-5-4 1878,2-3-1878,-9-3 0,7 2 0,1 0 0,-6-2 0,-3-2 0,-1 0 0,9 0 0,5 0 0,-7 0 0,1 2 0,-3-4 0,5 0 0,-8-1 3161,-5 0-3161,5 0 0,6 0 0,-7 0 679,-7-1-679,1 0 0,2 0 3276,1-5-2340,-5 3-2575,4-5 1,0 0 667,-5 1-668,8-5 1,-2-1 1541,-11 7-246,9-5 1,7-1-1,-5 1 343,-7 3-563,12-3 1,8-3-1,-8 3 563,-12 3 359,7-2 0,7-2 0,-8 2-359,-9 0 0,8-2 0,-1 1 0,-13 2 2562,5-11-2562,-10 10 3276,-3-16-2721,-3 12-555,-1-1 2130,-6 3-2130,-3 0 0,-1 1 0,-4-2 0,-1-1 0,-6-3 0,2 2 1638,3 4 0,-1 1-1424,-4-3 1,-6-3 0,-1 1 0,2 1-215,-1 0 0,1 3 0,-3-1 0,6 1 0,-2 0 0,-1 0 0,1 1 0,2 0 0,-2 0 0,1 1 0,1 0 0,-5-1 0,0 0 0,4 2 0,8 3 0,1 0 0,-6-1 0,3 0 0,1 3 0,-3-1-763,4 4 763,3 2-1639,-5 1 1,0 0-739,6 1 738,-13 3 1,1 0 1134,17-4 1071,-5 1 0,-2 1-567,-2 2 0,8-3 0,-16 9 0,18-10 0,3 2 0,5-4 0</inkml:trace>
  <inkml:trace contextRef="#ctx0" brushRef="#br0" timeOffset="464614">25084 18148 24575,'8'-7'0,"3"0"0,-5 2 0,10-8-3277,3-1 0,-5 1 2122,4 2 0,0 2 1155,-7 2 0,12-4 0,2-1 0,9-4 0,-14 9 0,0-1 0,4 0 0,-3 0 0,-5 4 0,10-3 0,-2 0 3276,-12 3-2534,10-3 0,4-1-742,-4 3 0,2-1-1093,6-2 1,4-2 0,-3 2 998,-2 0 0,0 1 94,0 0 0,2-1 0,-5 2 0,4-2 0,-2 1 0,-1 1 0,8-2 0,-5 2 0,-3 1 231,-16 4-231,23-2 0,-13 3 0,2 0 0,13 2 0,2 0 1638,-2-1 0,3 2-1466,-2 0 1,2 1 0,-4 0-173,-9-1 0,-1 0 0,3 0 0,2 2 0,-4-2 0,10 1 0,-2 0 0,-22-2 0</inkml:trace>
  <inkml:trace contextRef="#ctx0" brushRef="#br0" timeOffset="465369">26397 17710 24575,'6'20'0,"0"-1"0,0 3 0,-1 1 0,1-5 0,-1 1 0,1 4 0,-1-2 0,0-3 0,1 3 0,-5-13 0,1-6 0,-2-15-3277,0-12 0,-2 7 3047,1-9 230,-7 10 0,4 6 0,-2-6 0,7 14 0,17 3 0,0 1-1639,4 1 1,0 1 378,-4-2 4536,16 5-2015,-21-3-1261,-3 0 0,1 0 0,-10 4 0,0-4 0,-1 10 3276,0-6 0,-8 15-6553,-8-2 2,4-2 3275,-6-1 0,7-7 0,3-2 0,-4 1 0,9-7 0,0 0 0,0 0 0,1-1 0,1-1 0</inkml:trace>
  <inkml:trace contextRef="#ctx0" brushRef="#br0" timeOffset="467113">26479 17831 24575,'0'11'0,"0"-4"0,0 7 0,0-6 0,0 2 0,0-2 0,0-5 0,0-1 0,0-7 0,4-3 0,6-12 0,-2 11 0,5-6 0,0 6 0,0 1 0,6-5 0,-9 8 0,8 0 0,-11 4 0,11 1 0,-10 1 0,5 5 0,-4-1 0,0 3 0,-5-2 0,-2 1 0,-2 3 0,-3 1 0,-3 1 0,-2-4 0,-3 4 0,-1-4 0,4-1 0,2-3 0,5-4 0</inkml:trace>
  <inkml:trace contextRef="#ctx0" brushRef="#br0" timeOffset="474452">26282 786 24575,'-5'3'0,"-5"5"-3277,-7 7 0,6-5 0,-7 5 4605,7-3-1328,3-1 1719,-3 2-1719,12-5 0,12-3 0,1-2 1638,6-2 0,4-1 0,-4-2 0,0 0-1406,16 1-232,-13-5 0,-3 1 0,-8 3 0,12-6 0,-21 8 0,-7 13 0,-7 2 0,-2 1 0,-2 8 0,-7 3 0,-1 0 0,8-9 0,-2 3 0,-1 0 0,5-1 0,1 6 0,7-10 0,2 3 0,4-11 0,5 2 0,5-7 0,13 1 0,7-6-1146,-8-2 0,2-2 1146,0-1 0,0-1 0,8-6 0,-1 1 0,2-2 0,-11 5 0,-1 0 0,-3 1 0,10-3 0,-9 4 0,-13 12 0,-11 8 0,-16 19 0,2-1-1639,1-4 1,0-1-1110,0-1 2748,2-1 0,-1-1 320,-4 3-320,8-8 0,-2 1-95,-4 8 0,0-1 95,-1 6 0,8-12 0,1-2 0,6-1 0,4-11 0,5 1 0,29-6 0,-20 2 0,6-3 0,3-3 346,5-5 1,2-2-347,2-1 0,0 0 0,-8 3 0,1 0 0,-2 0 0,6-3 0,-5 2 0,-10 6 201,0-2-201,-13 6-3277,-15 21 2186,7-14 1992,-13 17 1,0 3-902,5-8 91,1-2 0,-5 5 0,3-1-91,2 1 0,0-1-666,1-3 0,0-1 666,-5 15 3276,9-13-1815,0 2 1815,-1 1-3099,5-9 47,6-10-224,-1 0 2503,11-3-2503,1 2 0,18-4 0,-15 1 0,18-3 0,-26 3 0,8 2 0,-28 20 0,4-4 0,-6 3 0,-1 0 0,1-2 0,-7 4 0,-3 1 0,3-7 0,1 0 0,-2 3 0,0-1 0,5-7 0,3-1 0,6-2 0,6-4 0,3-1 0,-1 3 0,1-3 0,0 2 0,9-3 0,1-1 0,19-5 0,-4 3 0,-3-4 0,2 0 0,-2 1 0,-2-1 0,11-2 0,-9 0 0</inkml:trace>
  <inkml:trace contextRef="#ctx0" brushRef="#br0" timeOffset="475414">26366 1017 24575,'-7'24'0,"1"-1"0,-1 1 0,1 1 0,-1 1 0,1 3 0,-1 0 0,1-1-1639,-2 4 1,0-1 830,0 6 1,2-4 807,-1-9 1485,0 4-1485,2 7 0,3-22 794,18-8-794,2-16 0,2-5 0,-3 4 0,1-1-1639,10-8 1,-1 1-1003,-10 9 4388,5-3-1747,-21 15 0,1 6 0,-8 19 0,0 0 0,-1 1 0,-1 1 0,-1-5 0,1-1 0,0 4 0,1 0 0,-3 4 3276,8-7 0,11-11-3044,-2-2-232,16 0 0,0-10 0,-4 2 0,-3 1 0,-12 12 0,-2-7 0,1 11 0,-2-6 0,-1-6 0,0 12 0,0-14 0,0 4 0,0-8 0</inkml:trace>
  <inkml:trace contextRef="#ctx0" brushRef="#br0" timeOffset="477898">26364 1688 24575,'-3'15'0,"0"1"0,-3 10 0,3-12 0,-4 13 0,7-18 0,-4 6 0,3-7 0,0-1 0,1-3 0,0-2 0</inkml:trace>
  <inkml:trace contextRef="#ctx0" brushRef="#br0" timeOffset="490419">27465 17856 24575,'2'18'0,"1"-5"0,-3 3 0,1-10 0,2 8 0,1-1 0,-1-2 0,1 3 0,-1-8 0,1 1 0,7 0 0,-6-5 0,13 5 0,-13-6 0,14 9 0,-13-7 0,10 4 0,-6-4 0,-1-1 0,1 0 0,-2-1 0,5 1 0,4-3 0,0 0 0,-2-4 0,3-6 0,-2-7 0,0 3 0,1-13 0,-12 17 0,3-13 0,-7 16 0,1-6 0,-2 10 0,0-2 0,-3 0 0,1 2 0,-6-5 0,0 6 0,0-3 0,-3 3 0,5-1 0,-2 3 0,0 1 0,4 1 0,-1 1 0,2 1 0,-1-3 0,0 3 0,2-3 0,0 2 0</inkml:trace>
  <inkml:trace contextRef="#ctx0" brushRef="#br0" timeOffset="494505">28783 18795 24575,'34'-4'0,"1"0"0,-1 0 0,-4 1 0,2 1 0,1-1 0,2 1 0,3-1-365,-7 1 1,3 1 0,1-1 0,2 1 0,0-1 0,2 0 0,-1 0 0,1 0 0,-1-1 66,-3 1 0,0-2 0,1 1 0,0 0 0,0-1 0,1 0 0,-1 0 0,0 1 1,0-1-1,-2 1 0,0 0-67,2 0 1,0 1 0,-2 0 0,1 1 0,-1-1 0,-1 0 0,1-1 0,0 0 0,-1 0-29,5-2 0,2-1 0,0-1 0,0 0 1,-2 0-1,-2 0 0,-3 0 0,-5 1 41,4-1 1,-6 1-1,0-1 352,3-1 0,-1-1 0,-5 1 0,4-1 0,-23 6 0,9-3 0,-9 4 3196,12-4-3196,9-1 0,7-3 1020,-6 3 0,6-2 0,0-1-1020,-3 1 0,1-1 0,-2 1 937,0 1 0,-2 1 0,0-1-937,8-4 0,-6 0 0,-6-3 0,-7 1 0,4-2 0,-18 9 0,1 5 0,-2 1 0</inkml:trace>
  <inkml:trace contextRef="#ctx0" brushRef="#br0" timeOffset="494919">31031 18345 24575,'2'19'0,"-1"0"0,1 17 0,1-14 0,-3-4 0,3-4 0,-1-10 0,-2-3 0,-3-2 0,-2-1 0,-10-2 0,0-3 0,0 4 0,1-2 0,12 7 0,12-2 0,9 1-656,1-1 1,0-1-1,0 1 1,5-2 0</inkml:trace>
  <inkml:trace contextRef="#ctx0" brushRef="#br0" timeOffset="495732">31482 18057 8191,'10'29'0,"-3"-10"0,1 2 1638,4 12 0,0 2-911,0 0 1,-1-1-728,-3-8 0,-1-1 1429,-1 0 1,-2-2-1430,-1 3 0,1-5 1759,-17-18-1759,7-7 0,-9-6 0,12 7 0</inkml:trace>
  <inkml:trace contextRef="#ctx0" brushRef="#br0" timeOffset="496251">31379 18165 24575,'6'-8'0,"6"-10"0,-6 11 0,14-17 0,-11 13 0,7-3 0,1-1 0,6-2-1639,0 3 1,-1 2-1639,-3 3 0,16-2 3003,-29 10 2197,9-2-1923,-6 13 0,-2 7 0,1 18 3276,-4-14-1177,-8 7-91,-15-4-2008,-3-1 0,-5 2 0,6-9 0,-1 1 0,1-1-271,-8 8 0,2-2 271,0-7 0,5-3 0,10-3 0,1 0 777,16-9-777,16-12 0,-1 2 0,1-3 0,2 0 0,9-3-3277,-5 0 2771,-7 9 506,-13 4 0,-3 5 0,2-2 0,-4 2 0</inkml:trace>
  <inkml:trace contextRef="#ctx0" brushRef="#br0" timeOffset="496731">31798 18190 24575,'-6'6'0,"0"7"0,3-4 0,1 9 0,0-6 0,8 1-3277,5-5 0,-2-3 0,15-1 1787,-18-4 1490,14-1 0,2-5 0,6-7 0,4-4 0,-11 4 3276,-12-5-2015,-19 0 2015,6 6 0,-12-4-3044,0 12-232,3 1 0,-14 5 0,12 9 0,-1 1 0,7 9 0,8-9 0,2 0 0,12-6-820,-1-7 1,0 0 0,-4-2 0</inkml:trace>
  <inkml:trace contextRef="#ctx0" brushRef="#br0" timeOffset="497251">31954 18042 24575,'5'29'0,"2"5"0,-5-15-3277,4 9 0,-4-17 1328,5 4 1949,-5-12 1719,2-1-1719,8-16 0,-3 2 0,9-13 0,-8 15 0,1-3 3276,4 11 0,5-1-3044,-5 3-232,1 2 0,-10 4 0,-1-1 0,5 11 0,-3 0 0,-1 1 0,-1-1 0,-5-8 0,-8 1 0,4-4 0,-5 1 0,6-6 0,0 1 0,0-2 0,0-2 0,1-5 0,0 4 0,2-2 0</inkml:trace>
  <inkml:trace contextRef="#ctx0" brushRef="#br0" timeOffset="497535">32192 18101 24575,'8'13'0,"1"-1"0,-6-1 0,3-5 0,-4-2 0,2-3 0,5 2 0,-3-3 0,4-2 0,6-5 0,-2-3 0,4 0 0,-7-2 0,-9 5 0,1 1 0,-3-2 0,0 6 0,0-1 0</inkml:trace>
  <inkml:trace contextRef="#ctx0" brushRef="#br0" timeOffset="497913">32434 17993 24575,'8'0'0,"1"0"0,-3 0 0,-1 0 0,6 4 0,2 1 0,0 3 0,5 3 0,-9-5 0,2 8 0,-6-2 0,-1 1 0,-8 9 0,-1-8 0,-8 17 0,5-12 0,-2-10 0,8-13 0,6-21 0,-1 12 0,3 1 0</inkml:trace>
  <inkml:trace contextRef="#ctx0" brushRef="#br0" timeOffset="498181">32516 17962 24575,'10'-2'0,"-1"-1"0,-1 0 0,9 0 0,-1-3 0,14 1 0,-5-3-1639,-6 3 1,0-1-1639,2-1 3047,7-3 230,-12-1 0,0 3 0,1-10 0,-10 11 0,-4-13 0,-5 13 0,-6-10 0,1 8 0,1 1 0,3 4 0</inkml:trace>
  <inkml:trace contextRef="#ctx0" brushRef="#br0" timeOffset="498447">32675 17662 24575,'8'16'0,"-5"3"0,0 4 0,3 3 0,-1 2-996,-1 2 1,-1-1 995,0 1 0,1-3 641,1 4-641,-2-9 0,0 1-3277,3 12 437,-1-7 2840,-2-8 0,-2-16 0,1-1 683,1 0-683,7-7 0,-1-3 0,12-11 0,-9 2 0,0 2 0,-6 7 0</inkml:trace>
  <inkml:trace contextRef="#ctx0" brushRef="#br0" timeOffset="498718">32827 17968 24575,'2'31'0,"-1"-1"0,-1-9 0,1-3 0,8 11 0,-4-26 0,15 3 0,6-25 0,-1 5 0,-7-3 0,-1-3 0,1-11 0,-4 6 0,-10-2 0,-12 19 0,1 0 0,-5 5 0,0 6 0,1 0 0,-19 17 0,12-6 0,0 1-1901,-8 9 1901,9-10 0,0 0 0,0-1 0,7-4 0,-6 2 0</inkml:trace>
  <inkml:trace contextRef="#ctx0" brushRef="#br0" timeOffset="499689">31854 18674 24575,'11'2'0,"8"-2"0,-7-5-1639,19-2 1,2-3-1639,-8-1 2184,1 3 1,7-1 0,0 0 272,-6 1 1,1 1 0,1-1 0,-1 0 727,0 0 0,0 1 0,2 0 0,3-2 41,-5 2 1,2 0-1,4-1 1,0 0 0,2-1-1,0 0 1,-1 1-1,-2 0 1,-2 0 50,3 0 0,-1-1 0,-2 1 0,1 1 0,-1-2 0,3 1-310,0 0 0,3-1 0,0 0 0,1 0 0,-2 0 0,-3 1 0,-3 1 310,11-3 0,-5 1 0,-5 0 0,-1-3 0,-7 2 2170,-14 5-2170,8-9 0,-1-1 0,-6 4 1622,8-4 0,4-2-1622,-4 3 0,-1 0 3128,12-5-3128,-11 7 0,-1-1 0,-3-3 0,-1 4 0,-2-14 0,-13 19 0,1-5 0,-4 12 774,0 5-774,-4 11 3276,-1 7 0,0 4-3044,4-8-232,12-13 0,-3-12 0,6-1 0,-8 3 0,-5 14 0,3-3 0,-5 8 0,9-11 0,-3 0 0,5-4 0,-4-1 0,-12 8 0,5-6 0,-8 6 0,9-5 0,-2-11-820,2 2 1,-1-3 0,5 4 0</inkml:trace>
  <inkml:trace contextRef="#ctx0" brushRef="#br0" timeOffset="508863">21832 15126 24575,'14'0'0,"-5"1"0,8 0 0,2 0 0,2 0 0,-1 0 0,1 0 0,-1 0 0,1 1-1093,5 0 1,2-1 0,-2 1-547,-4-1 1,1 0 988,4 0 0,3 0 1,-1-1-12,8 1 0,0-2 661,-7 1 0,1 0 0,3 0-656,-4 0 1,2 0-1,1 0 1,0 0 0,-1 0 591,3 0 1,-1 0 0,-1 0 0,2 0 63,-3 0 0,1 0 0,0 0 0,0 0 0,-2 0-261,2 0 0,-1 0 0,0 1 0,-2-2 261,8 1 0,-1-1 0,-4 1 0,-4 0 0,-1 0 0,4-1 0,-2 0 2280,-1 1-2280,-11 0 0,2 0 865,3 1 0,-1 0-865,6-1 0,3 1 0,-1 1 0,-7 0 0,1 0 0,9 2 0,1-1 0,-5 0 372,-4-1 1,1 0-373,0 0 0,5 1 0,3-1 0,-1 1 0,-3-2 0,6 0 0,-3-1 0,-1 0-986,-4 0 1,-1 1 0,-1-1 985,7 0 0,-4 0 110,-7 0-110,-8 0 0,16 0 0,-22 0 0,2 0 0,-8 0 0</inkml:trace>
  <inkml:trace contextRef="#ctx0" brushRef="#br0" timeOffset="511001">24388 14731 24575,'7'0'0,"1"-1"0,-3 0 0,9-4 0,1 4 0,13-8 0,-6 7 0,14-4 0,-12 0 0,-4 1 0,0 1 0,6-2 0,0 0 0,2 0 0,7 1-1190,-7-1 0,0 0 1190,-8 3 0,0 0-438,13-4 1,3 0 437,-5 4 0,0 1-1383,-1-3 0,0 0 1383,-2 2 0,1-1 0,2 3 0,3-2-663,-4-1 1,3-2 0,2 1 662,-2 2 0,2 1 0,2 0 0,-1-1 0,-1 1-201,0-1 0,-2-1 1,1 1-1,2 0 201,-3 1 0,2 0 0,0 1 0,1 0 0,0 0 0,-3 0-656,0-1 1,-1 1-1,0 0 1,-2-1 0,0 1 607,0 1 0,-2 0 0,1 0 0,0 0 48,9-1 0,3 0 0,-3 0 0,-9 0 1428,0 1-1428,-4 0 0,7 0 0,-1 0 0,-6 0 0,2 0 0,5 0 0,9 0 0,-9 0 0,-9 0 0,10 0 0,8-1 0,-6 0 1103,1 1-1103,-10-1 0,6 1 0,0 0 0,-6 0 0,10 1 0,-9-1 0,7 1 0,0 0 0,-5 1 431,-5 1 1,1 0-432,3 0 0,6-1 0,3 1 0,-3 0 0,-6 0 0,-1 2 0,1 0 0,1-1 0,8 0 0,4 0 0,-1 0 0,-4-1 0,-9 1 512,-6-1 1,0 0-513,3 0 0,7 0 0,3 0 0,-1 0 0,-5-1 0,10 2 0,-4 0 0,-3-2 0,1 0 0,-3 0 0,4 0 0,1 0 0,-2-1-1093,4 1 1,-2-2 0,1 1 832,-1 1 0,0-1 1,2 0 259,0 1 0,4-1 0,-3 0 0,-5 0-193,-9 0 1,1 0 192,4 0 0,7 1 0,1-1 0,-2-1 0,-9 1-680,8-1 680,-8 1 0,5-1 0,2 1 0,-3-1 0,7 1 0,-3 0 0,-10-1 0,2 1 0,5-1 0,7 1 0,-1-1 0,-9 0 0,-1 0 0,1 1 0,7 1 0,-4-1 1212,-6-1 1,0 1-1213,9 2 0,0 0 0,-8-2 0,2 1 0,5 0 0,5 2 0,-7-1 0,2 2 0,-7-3 0,6 1 0,2 0 0,-5-1 0,5-1 0,-3 0 1638,2 1 0,-2-1-1626,-6-1 0,-2 0-12,0-2 1135,4 2-1135,10-2 0,0 0 831,-9 1-831,-2 0 0,5 0 0,2 0-1093,0 2 1,0 1 0,1-1 636,2 0 1,0 0 0,5 0 455,-10 0 0,4 0 0,2-1 0,0 1 0,1 0 0,-3-1 0,-3 1-349,5-1 0,-4 1 1,0 0-1,5-1 349,-6 1 0,3-1 0,3 0 0,1 1 0,0-1 0,-1 0 0,-3 1 0,-3-1-754,5 0 1,-4 0 0,-1 0 0,1 1 753,-2-1 0,3 1 0,-1-1 0,-2 1 0,-4-1 0,13 0 0,-9 0 945,-14 0-945,5 0 0,-5 0 0,-4 0 0,14-1 0,-12 1 3276,17-5-3044,-5 3-232,-6-1 0,-2 2 3105,-6-1-3105,0 1 3276,1-1-2457,-2 0 0,-8 2 0,1 0 0</inkml:trace>
  <inkml:trace contextRef="#ctx0" brushRef="#br0" timeOffset="512530">22164 15790 24575,'6'-1'0,"3"-1"0,8-1 0,-6 1 0,23-4 0,-7 0 0,3 2 0,7-1 0,-7 1-1173,-6 1 1173,5-2-3277,2 2 159,-15 1 2025,9 0 1,8 0 0,-6 0 92,-5 1 799,1 0 0,5-1 1,1 1 200,-1 0 0,0 0 0,4 1 0,-3 0 0,3 0 0,1 0 0,0 0 0,-2 0-239,-2 0 0,-2-1 0,2 1 1,2-1 238,2 1 0,4 0 0,4 0 0,-1 0 0,-1 0 0,-5-1 0,-8 1 284,2-2 0,-1 0-284,1 2 0,7-1 0,3 1 0,-1 0 0,-4-1 0,0 0 0,-3-1 0,2 0 623,0 1 0,1 0 1,1 0-1,0-1-623,2 1 0,0 0 0,0 0 0,-3-1 0,3 1 0,-3-1 0,0 0 0,2 1 0,-1 1 0,-5-1 0,2 1 0,-5 0 0,9 0 0,0 0 0,-4 0 0,-3 0 0,2 0 0,-4 0 0,5 0 0,4 0 0,1 0 0,0 0 0,-2 0-475,-1 1 0,-1-1 0,1 1 0,-1-1 0,0 1 0,1-1 475,-1 0 0,0 0 0,0 0 0,0 0 0,0 1 0,1-1 0,4 0 0,1 1 0,0-1 0,0 1 0,-3-1 0,-4 0 253,2 0 1,-3 0-1,0 0-253,1 1 0,1-1 0,-1 1 0,-4-1 0,0 0 0,-2 0 0,7 1 0,-4 0 0,-4-1 2584,-1 0-2584,-9 0-2615,12 0 2615,-17 0 3276,12 0-2581,-3 0 386,12 0-1081,1 0 0,-6 0 0,-9 0 626,-2 0-626,7 0 3276,2-2 0,8 2-3044,-14-2-232,17 2 0,-16 0 0,0 0 0,-11 0 0</inkml:trace>
  <inkml:trace contextRef="#ctx0" brushRef="#br0" timeOffset="514219">22302 17507 24575,'10'-11'0,"-3"0"0,11-11 0,-7 7-1639,0 0 1,1 1-1639,-2 4 0,7-11 4137,-6 9-860,2-4 892,-1 2 0,1-3-892,5-2 0,-1 0 0,-4 5 0,0-1 0,12-13 0,-1 1-367,-3 3 367,-4 3 0,2-5 0,0 2 0,-3 3 0,-1 2 0,0-1 0,0-1 0,-1-1 0,1 1 0,8-11 0,-4 3 3276,-5 9-1713,2-1 0,-1 1-1563,-4 7 0,6-5 0,-1-1 0,-3 3-1639,6-2 1,-1 1-1095,-5 4 2733,2 0 0,2-1-5,-3 1 1,1 0 4,5-5 0,1-1 0,7-6 0,-1 0 189,-10 10 0,0 0-189,9-8 0,-4 5 0,-12 12 0,22-12 0,0-1 3276,-16 11-2184,6-1 0,7-3 0,-6 2-864,-5 2-1867,11-2 1,0 0-1639,-14 6 1638,13-4 1,-1 0 161,-16 6 1477,9-3 0,1-1 0,5-2 0,1 1 0,0-1 0,-12 5 0,-11 3 0,-1 0 0,-2 0 0</inkml:trace>
  <inkml:trace contextRef="#ctx0" brushRef="#br0" timeOffset="516918">23596 16322 24575,'0'20'0,"0"-12"0,0 12 0,0 2 0,0-9 0,1 12 0,-1 4 0,1 2 0,1 6 0,1-13 0,1-17 0,3-21 0,-3 5 0,-1-11 0,-2-6 0,0 5 0,0 1 0,-1 1 0,0 0-1639,0-5 1,0 3-1639,0 12 3047,0-14 230,0 19 0,5-5 0,14 7 0,3 2-971,-4 0 971,8 1 0,3 0 1638,-5-1 0,1 0-259,1 1 1,1 0-1380,1-2 0,-1 2 0,-3 0 0,-5 1 0,-9-1 0,4 2 0,-13-3 0,-2 5 0,-8 12-1639,0 0 1,-2 0-342,-1 6 1980,0-7 0,0 1 193,-10 10-193,6-10 0,-1 0 0,3-1 0,0 0 0,-4 0 0,1-2 0,7-6 0,-9 8 0,23-26 0,-4 5 0,17-19 3276,-12 13 0,7-10-3044,-10 16-232,2-10 0,-2 13 0,-2-3 0,0 1 0,-11 4 0,-6 4 0,-2 1 0,-7 7 0,14-9 0,3 2 0,8-9 0,10-4 0,1-2 0,6-11 0,-4 9 0,0-5 0,-6 7 0,-10 3 0,-4 1 0,-14 5 0,7-1 0,-6 4 0,15-1 0,1 0 0,11-2 0,0-3 0,4-1 0,-12 1 0,-7 4 0,-1 1 0,-5 3 0,10-3 0,10-2-3277,7-4 0,0 0 3047,8-5 230,-15 6 0,6-3 0,-9 3 0,-2 1 0,-3 2 3276,-8 2 0,2 0-3044,-3 4-232,6-2 0,-2 1 0,7-3 0,10-1 0,9-5 0,3 1 0,2-6 0,-12 7 0,-8 3 0,-4 6 0,-15 11 0,1 1-1639,0-2 1,-1-1-1639,0 0 2263,-5 5 0,2-2 1014,8-7-598,-4 5 1,1-1 597,8-8 0,3 2 0,12-13 0,16-11 0,-8 6-1232,6-7 0,-1 1 1232,-11 8 920,20-13-920,-14 9 0,-9 5 0,5-1 3276,-15 7-2015,-8 13 2015,2-5 0,-14 16-3044,5-7-232,2 0 0,6-7 0,24-16-3277,15-10 0,-6 4 3162,-7 3 0,1 0-905,6-1 1020,-4 3-33,11-5 33,-21 10 0,2-4 0,-8 6 3276,0-3-289,-1 3-1466,-3-2-1521,-6 6 53,-1 2-53,-15 11 0,7-4-1639,-5 3 1,0 0-1639,6-5 1638,-5 4 1,3-2 1578,12-8 60,-8 6 0,12-12 0,13-8 0,-6 1 0,12-9 0,-12 9 0,3-5 0,-6 9 3276,0-3-1307,-1 6 1307,-3-1-1906,3-3-1370,-1 3 0,2-5 0,1 3 0,3-2 0,-5 1 0,10-5 0,-8 5 0,4-4 0,-15 12 0,-2-2 0,-13 9 0,9-5 0,-12 6 0,12-3 0,-1-2 0,6-1 0,5-4 0,-1-1 0,0 0 0,1 0 0,1 0 0</inkml:trace>
  <inkml:trace contextRef="#ctx0" brushRef="#br0" timeOffset="518796">18251 16916 24575,'0'19'0,"-1"10"0,-1-3 0,1-5 0,-1 2 0,1-3 0,0-1 0,0 0 0,1 1 0,2 11 0,2-4 0,-3-8 0,5 11 0,2-2 0,-2-11 0,2 7 0,0 0 0,1-9 0,8 11 0,-4-13 0,0-1 0,-1-3 0,2-4 0,-2 0 0,10 0 0,-13-4 0,8-1 0,-7-4 0,3 3 0,-3-3 0,-7 4 0,0 0 0</inkml:trace>
  <inkml:trace contextRef="#ctx0" brushRef="#br0" timeOffset="519599">19045 17360 24575,'8'27'0,"-1"-2"0,3 0 0,-5-10 0,3 5 0,0 1 0,2 8 0,-3-9 0,1-2 0,2 7 0,2-3 0,-9-15 0,2-2 0,-4-5 0,-4-13 0,1 3-3277,-4-11 0,4 13 2744,-6-18 533,4 17 0,-5-16 0,5 19 0,1-4 0</inkml:trace>
  <inkml:trace contextRef="#ctx0" brushRef="#br0" timeOffset="519965">19071 17321 8191,'8'0'0,"14"-2"3276,3 1-1900,2-1-1376,2 0 0,-16 2 2867,10 2-2867,-5 2 1770,1 0-1770,-7 2 0,-5-4 0,-6 3 0,0-2 0,-8 15 0,4-12 311,-19 22-311,-6-12 0,2 2-1639,3-8 1,1-2 378,11-5 1260,-11 5 0,16-6 0,4 0 0,-2-1 0</inkml:trace>
  <inkml:trace contextRef="#ctx0" brushRef="#br0" timeOffset="522231">24538 5288 24575,'6'-3'0,"3"-2"0,-2-6 0,-1 2-3277,4-15 0,-7 16 2801,9-24 476,-7 20 0,2-5 0,0-1 0,0 0 0,2 0 0,1-2 0,-2 1 0,1-1 0,0 2 0,0-1 0,0-4 0,0 0 0,-2 5 0,-1 1 0,3-8 0,-1-6 0,-2 13 0,-1 1 0,3-2 0,-1 2 0,-1 6 0,7-17-349,-5 13 349,1 0-57,9-10 57,-8 12 0,10-6 0,-13 10 3276,16-7-90,-4 4-3186,3-2 0,4-1 0,-9 6 885,11-6-885,-6 5 89,-5 2-89,4 2 0,5 7 0,1 0 0,-7 0 0,1 2 0,-2 0-3277,15 2 0,-23-3 3047,9-1 230,-15 0 0,0 3 0,0-1 0,6 10 0,1 2 0,-1-3 0,4 16 0,-10-23 3276,15 26-1638,-1-19 0,0 0-4661,6 8 3023,-4-9 0,4 1 0,3-1-820,-1 0 1,3-1 0,0 1 0,-1-1 9,5 4 1,-1 0-1,4 1 810,-9-5 0,5 2 0,0-1 0,0 1 0,-3-2 0,-4 0-177,5 2 1,-2 0 176,7 3 0,3 1 0,-12-5-649,-15-6 649,7 6 0,1 4 993,-6-1 1,-1-1-994,13 12 0,-11-9 0,1-1 3276,11 4-359,-1-7-2325,-7-4-592,9-2 0,2-1 0,-10-3 0,2-1-1093,9 3 1,5 1 0,-4-1-66,-10-2 0,1-1 1158,7 2 0,8 1 0,-1 1 0,-10-2-1672,-3 0 1672,5 0 0,6 1 0,-7-1-326,-7 1 326,1-1 0,-10-2 0,-14 1 819,-5-2 0,-1 1 0,7-1 0</inkml:trace>
  <inkml:trace contextRef="#ctx0" brushRef="#br0" timeOffset="523697">19688 5306 24575,'19'-3'0,"2"-2"0,-4 2-3277,17-6 0,-21 6 2302,12-3 1,2-2 974,7-5 0,-13 6 0,0-2-1409,4-2 0,-4-1 1409,-11 4-1517,9-6 0,-1-1 1517,-12 7 3034,18-17-3034,-8 4 0,-4 7 0,10-10 0,-1 0 0,-7 7 0,5-3 0,4-5 0,-4 5 0,-1 0 0,0 2 0,5-5 0,-5 6 3276,-5 4-2856,3-3 0,5-4 1,-4 3-421,-2 0 0,0-1 0,4-3 0,-1 0 0,2-2 0,2 0 411,-3 4 0,2-2 0,0 2-411,1-2 0,0 1 0,10-1 0,-4 4 0,-11 8 0,13-5 0,-2 0 0,-18 8 0,19-4 0,-1 0 0,-16 4 0,9-1 0,1 2 0,-8 1 0,21 0 0,-5 4-675,-5 1 1,5 1 0,3 0 674,2 1 0,3 0 0,1 1 0,-2-1-288,-2 1 1,-1 0-1,2-1 288,-7 0 0,3-1 0,0 0 0,-2 1 0,-3 0 0,11 3 0,-5-1 0,-10-4 0,1 1 0,2 2 0,1 2 0,-6-1 0,-5 1 0,15 7 0,-10 5 0,-7-2 0,-1 0 1888,4 4-1888,-2-2 0,2 5 0,-3-5 0,1 1 1092,3 4 0,6 6 0,-1-2-421,-6-8 1,0-1 0,2 1-1492,4 1 1,2 2 0,0 0 0,-1-3-211,-1 0 0,-1-3 0,3 0 1030,3-3 0,4-1 0,1 0 0,-2-2 0,-5-2-589,-2-2 1,0-1 588,2-1 0,6 1 0,4 0 0,0 0 0,-3-1 0,-6-2 0,3-1 0,-1 0 0,4 0 0,6 2 0,-1-1 0,-7 0 0,-8-2 0,-3 0 0,10 2 0,-5 0 763,-18 0-763,1 3 0,-18 2 0,-1-3 0,3 2 0</inkml:trace>
  <inkml:trace contextRef="#ctx0" brushRef="#br0" timeOffset="525098">15851 5464 24575,'14'-3'0,"5"-1"0,1-1 0,0 2 0,12-3 0,-1 0 0,-13 4-1639,14-3 1,-1-1-1639,-14 5 1638,16-6 1,-2 1 148,-20 4 1490,10-3 0,1-1 0,3-3-1517,-5 2 0,1 0 1517,7-6 0,9 1 0,-3 1 0,-19 7 70,13-4 0,8 0 0,-6 0-70,-3 1 0,0 0 0,7-1 0,-7 0 0,-3 0-376,4-2 1,-1 1 375,-15 4 0,20-9 0,-24 11 0,13-11 0,-16 11 2490,8-7-2490,2-2 1085,7-9-1085,-5 5 0,0 0 0,8-9 1638,-5 7 0,0 1-1008,0 3 1,0 1 2645,9-8-2441,-10 10 0,-2 0-4112,6 0 379,-10 1 1259,8-1 1,0 1 785,-13 4 614,12-4 1,2 0 238,-9 4-1043,9 1 1,1 0 1042,-8 0 1430,16 3 0,4 1-1430,-16 0 0,0 0 0,11 1 0,0 0 0,1 0 0,-9 0 0,-11 0 0,14 4 0,-4-1 0,-1 3 0,0 0 0,-2-3 82,5 3 1,-1 1-83,-12-4 3276,25 12-2192,-20 0-1084,2 1 0,-4 0 0,-2 0 0,0-2-1639,9 11 1,1 0 555,-8-11 1083,5 5 0,5 4 0,-5-6 0,-5-7 179,7 8 1,0 0-180,-4-4 0,-6-5 0,13 11 0,-18-15 3276,8 5-2015,-11-7 2015,2-1 0,-1 0-3044,17-1-232,-6 0 0,8-1 0,-1 0 0,-8 0 0,10 0 0</inkml:trace>
  <inkml:trace contextRef="#ctx0" brushRef="#br0" timeOffset="533531">16668 5255 24575,'8'32'0,"-2"-8"0,-1 7 0,1-6 0,-3-2 0,3 6 0,-1-8 0,0 1 0,-1-11 0,2 7 0,2-4 0,-3-1 0,1-3 0,-3-2 0,3 1 0,-2-1 0,0-2 0</inkml:trace>
  <inkml:trace contextRef="#ctx0" brushRef="#br0" timeOffset="534231">17019 5093 24575,'0'13'0,"1"-5"0,0 9 0,1 5 0,3 3 0,0 0 0,-1-2 0,0 1 0,4 12 0,3-1-1639,-3-15 1,0-2-1,-2 1 1,0-1-311,7 10-869,-9-10 2818,-2-8-3034,8 17 3034,-7-23 0,3 10 0,-4-14 0,7-22 0,-4 11 0,3-14 0,-6 19 0</inkml:trace>
  <inkml:trace contextRef="#ctx0" brushRef="#br0" timeOffset="534648">17277 4972 24575,'12'33'0,"-5"-14"-3277,5 11 0,-10-23 1638,6 11 1,-1 1-1639,-5-10 5064,8 21-1787,-4-8 0,-1-1 0,2 1 0,1 2 0,0-3 0,0-1 0,-2-1 0,1 0 0,2 1 0,-2-3 0,-2-5 0,5 5 0,-7-11 3276,3-3-2961,-2-14 0,-3 5 0,3-7 1</inkml:trace>
  <inkml:trace contextRef="#ctx0" brushRef="#br0" timeOffset="535015">17598 4960 24575,'10'26'0,"0"-1"0,0 0 0,-1-2 0,-1 1-3277,5 8 0,-9-17 1328,10 15 1949,-8-9 0,7 10 0,-6-13 0,-1 0 1719,7 10-1719,-7-9 0,0-2 0,2-1-3277,3 17 2017,-8-25 1260,6 14 819,-8-14 0,1-2 0,0-1 0</inkml:trace>
  <inkml:trace contextRef="#ctx0" brushRef="#br0" timeOffset="535848">20308 4952 24575,'2'11'0,"1"3"0,0 1 0,0-1 0,6 15 0,-4-6 0,0 0-2098,3 7 2098,-3-5 0,0-1 0,1-1 0,2 3-1639,-3-5 1,0 0-838,0-5 2476,0 11-316,-3-14 316,1 0 0,-1 7 0,-1-4 1040,-1-3-1040,0 6 3276,0-13-2457,3 3 0,-2-8 0,1-1 0</inkml:trace>
  <inkml:trace contextRef="#ctx0" brushRef="#br0" timeOffset="536487">20694 4813 24575,'11'21'0,"1"1"0,3 9 0,-1-6 0,2 5 0,0-1-1093,-4-4 1,0-1 0,-1 1-1,2 0 1,-1 1 0,1 0 750,-1 2 1,1 0 0,-2-2 1111,-4-4 1,1-1-771,3 9 0,1-1 1318,-1-1-1318,-2 0 0,-1-3 0,-2-16 0,6 24 0,-7-26 0,4 7 3276,-4-7-2456,2-4-197,12-28-623,-6 7 0,0-2-1639,-2 3 1,0 0 1532,2-3 0,-3 4 1,-7 11-1,1-2 1</inkml:trace>
  <inkml:trace contextRef="#ctx0" brushRef="#br0" timeOffset="536883">21274 4883 24575,'9'23'0,"-1"0"0,0 0 0,0 2 0,0-2 0,-1 2 0,0-1-1093,0 4 1,2 3 0,-2-4-547,-3-5 1,1 1 1040,3 4 1,1 3-1,-1-5 2911,-1 2-2313,3-3 0,3 3 0,-2-6 0,-3-5 0,6 5 0,0-2 0,-7-11 1317,8-3-1317,-8-14 0,6-21 0,2-8 0,-6 12 0,0-1 0,0 1-1093,1 0 1,1 0 0,-2 0 768,-1-1 0,0-1 1,-2 7 323,2 4 0,-4-5 0,1 12 0</inkml:trace>
  <inkml:trace contextRef="#ctx0" brushRef="#br0" timeOffset="537119">21698 4868 24575,'11'30'0,"0"-1"0,0 0 0,0 2 0,-1-2 0,3-2 0,0-2-1639,-3-7 1,0-2-1639,5 9 0,4 3 2777,-7-13 500,-2-4 0,4 2 0,0 0 0,-4-5 532,9 1 0,1-1-532,-6-4-23,8-3 0,5-2 23,5-7 0,0-2 0,-9 6 0,-1-1 0,8-4 0,-7 2 0,-18 7 0</inkml:trace>
  <inkml:trace contextRef="#ctx0" brushRef="#br0" timeOffset="538133">24957 4881 24575,'3'13'0,"-1"6"-3277,1 6 0,-3-8 1328,4 10 1949,1 7 0,0-4 0,1 7 0,-2 0 1719,-1-15-1719,3 15 0,0-3 0,-3-23 0,4 15 0,-1-2 0,-2-16 3276,6 20 0,4-39-3044,-2 6-232,2-11 0,-2-3 0,0 1 0,3-2 0,-13 16 0</inkml:trace>
  <inkml:trace contextRef="#ctx0" brushRef="#br0" timeOffset="538452">25408 4953 8191,'11'17'0,"0"0"0,-1-4 1638,3 6 0,-1 2-58,3 7-1580,-5-9 0,0 0 0,5 10 0,-5-10 0,1-1 0,9 4 0,-5-1 2844,9 4-2844,-11-26 1744,13-13-1744,-6-2 0,-2-2 3276,7-7-2970,-7 8 0,-3 4 0,-12 11 0,4-4 0</inkml:trace>
  <inkml:trace contextRef="#ctx0" brushRef="#br0" timeOffset="541530">27739 4949 24575,'-6'3'0,"-4"2"0,4 0 0,-5 1 0,5 1 0,1 3 0,-1-2 0,3 8 0,1-11 0,1 9 0,3-3 0,0-2 0,10 9 0,1-3 0,2-1-3277,8 7 0,-15-18 0,20 17 1787,-21-17-27,10 6 0,1-1 1517,-11-3-573,12 3 1,0 1 572,-12-5 2141,26 11-2141,-23-13 3276,18 8-3025,-4-6-251,-2 1 3276,7-4-1278,-10-1-1998,5 0 0,-8 0 3276,5 0-2891,4-8 88,-8 4-473,9-7 0,-14 3 0,3 0 0,-4-1 0,3 1 0,-1-5 0,0 4 0,5-9 0,-7 6 424,-3 1-424,-2-1 0,-3 2 0,-3 2 0,7-18 0,-1 7 0,0-5 0,-2 0 0,-5 10 0,1 2 0,-7-6 0,-3 7 0,-6-10 0,2 9 0,-2-6 0,3 7 0,3 2 0,-2-1 0,3 8 0,2-2 0,-12-2 0,12 3 0,-6-1 0,1 1 0,3 1 0,-11-4 0,10 3 0,-2-1 0,3 3 0,-2 1 0,-1 0 0,-4 0 0,2 0 0,-11 1 0,5 1 0,-5 0 0,10 1 0,-14-2 0,7 5 0,-8-2 0,6 2 0,9-2 0,-9 4 0,13-3 0,-9 5 0,14-6 0,-6 2 0,4 1 0,-2-3 0,-1 5 0,0-1 0,4-3 0,0 4 0,3-3 0,-3 5 0,2-3 0,-1 7 0,1-5 0,1 6 0,0-5 0,1 3 0,3-8 0,-1 8 0,1-8 0,-5 11 0,3-9 0,-2 6 0,2-8 0,1 4 0,-1-8 0,2 5 0,-2-2 0,2 1 0,4 6 0,0-1 0,7 5 0,-7-6 0,4 0 0,0-1-3277,3 5 0,-1-5 3047,1 5 230,-1-9-3277,13 11 2017,-8-7-257,2 1 0,-1-1 1517,-8-5 3034,13 7-3034,-6-5-3034,8 1 3034,-6-1 3034,3-2-3034,3-2 0,0 0 0,11-1 0,-9-4 0,-4 1 0,5-4 0,-14 3-3034,18-9 3034,-24 9 3034,17-10-3034,-13 8 0,2-5 0,5-1 0,0-1 0,-4 4 3276,3-4-2015,-7 6 2015,3-7 0,-4 2-3044,5-8-232,3-3 0,-7 5 0,9-8 0,-16 18 0,7-6 0,-8 5 0,2 1 0,-6-6-3277,0 0 0,-1 1 3047,-4-7 230,5 11-3277,-11-11 2017,10 11 1260,-6-3 0,0 2 0,3 1 3276,-18-6-2015,5 2-1261,0 2 0,5 3 0,5 4 0,4 2 0,-12-6 0,12 6 0,-9-5 0,-6 4 0,-6-2 0,4 1 0,5 0 0</inkml:trace>
  <inkml:trace contextRef="#ctx0" brushRef="#br0" timeOffset="542447">26611 4758 24575,'6'-2'0,"6"-1"0,-6 1-3277,18-3 0,-18 4 273,30-6 3004,-24 6 929,11-3 1,3 1-930,-6 2 0,1 1 0,-2-1 0,0 1 0,5 1 0,-2 2 0,-6 2 0,5 2 0,1 1 0,-3 0 0,-1 0 0,1-1 0,0 0 1638,2 4 0,-1-1 1416,-4-5-1685,3 6-1369,-10-9 0,-9-1 0,1-1 0,-4 0 0</inkml:trace>
  <inkml:trace contextRef="#ctx0" brushRef="#br0" timeOffset="542869">27128 4762 24575,'0'15'0,"0"-8"0,-1 8 0,2-12 0,-2 6 0,-2 12 0,1 0 0,-3 3 0,4-12 0,1-10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17:23.2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20043 4374 24575,'11'0'0,"-4"0"0,6 2 0,-2-1 0,1 1 0,4 1 0,-11-3 0,14 3 0,-14-3 0,18 2 0,-17-2 0,14 0 0,-4 1 0,-3-1 0,5 3 0,-14-3 0,11 2 0,-3-2 0,-1 0-3277,7 0 0,-13 0 3047,9 0 230,-1 1 0,-4 0 0,13 0 0,-2 0 0,2 0 0,7 0 0,-10 0 3276,6 0 0,4 0-3044,-13-1-232,19 0 0,-19 0-1639,5 0 1,0 0-1639,-6 0 2973,5 0 1,0-1 303,-8-1 0,19 0 0,-9 1 0,-2 1 0,5-2 0,-13 2-3277,13-1 2142,-16 1 4411,12 0-2140,-7 0-1136,1 0 377,17 0-377,-11 0 0,1 0 0,8 0 0,1-1 0,0 0 0,-6 1 0,3-2 0,2 1 0,-5 0 0,-3 1 0,13-2-1536,-9 2 1,-3 0 1535,-12 0-1639,11 0 1,0 0 1395,-12 0 243,16 0 0,-5 0 0,0-1 3208,-4 1-3208,8-2 0,0 1 0,-3 0 0,-1-1 1490,0 1 0,2 1-1490,-2 0 0,-1-1 3276,13 1-1638,-5 0 0,-2 0-1605,-10 0-1672,9 0 1,-1 0-1639,-9 0 1638,8 0 1,0 0 750,-13 0 888,24 0 0,1 0 0,-8 0 0,1 0-1503,-7 0 0,0 0 1503,3 0 0,0 0 1385,5 0 0,1 0-1385,0 1 0,0 0 1638,2-1 0,1 0-1066,5 1 0,-7 0-1373,-19-1 801,7 0 0,2 0-56,7 0 56,-13 0-1639,13 0 1,0 0 1038,-16 0 600,6 0 0,3 0 0,5 0 0,-5 0 275,5 0 0,3 0-275,-6-1 0,0 1 0,-2 0 0,1-1 0,7 0 0,-2-1 3276,-11 1-2646,10-1 1,-1 1 2645,-9-1-1638,13 1 0,2 0-1406,-7 1-1871,9 0 1,0-1-1639,-11 1 1638,13-1 1,-1 0 148,-19 1 1490,8 0 0,1 0 0,5 0-1517,-5 0 0,2 0 1517,7 0 0,-13 0 0,-1 0 2229,7 0-2229,-7 0 1638,10 0 0,3 0-1251,-4 0 0,-1 0-2026,-3 0 1,-1 0 1266,-2 0 1,1 0 2009,2-1 0,0 0-1200,-2 1 1,0 0 165,4-1 0,1 0-604,1 1 0,-5 0 0,-10 0-1639,12 0 1,1 0 428,-13 0 1160,15 1 1,-2-1 49,-15 1 0,26 2 0,-6-3 0,-7 1 0,8-1 0,4 0 0,-9 0 0,1 0 0,0 0 0,1 0 0,5 0 0,-5 0 0,-12 0 0,8 0 0,-3 0 3276,-13 0-2646,17 1 1,2 0 2645,-16-1-2184,11 0 0,8 0 0,-6 0-4369,-8 0 2347,7 0 0,5 0-163,1 0 1,3 1 0,-6-1-636,2 2 1728,0-1 0,8 0 0,-1 0 0,-11-1 0,-11 1 0,10-1 0,7 0 0,-5 0 0,-3 0 0,5-1 0,6 0 0,-5 1-296,4 0 296,1 0 0,7-1 0,-5 1 1341,-14 0 1,1 0-1342,5 0 0,6 0 0,-1 0 0,-5 0 0,-8 0 0,-1 0 0,15 1 0,5-1 0,-6-1 0,-2-1 0,-5 2 0,6 0 0,-7 0 3276,0-2-2306,1 2 1,5 0 0,-6 0-971,-7 0 0,9 1 0,8-1 0,-4 1 0,0-1-32,-6 1 0,5 0 1,-2-1 31,6 2 0,-3-1 0,-6-1 0,0 1 0,8 0 0,3 0 0,-7-1 0,-7 0 0,1 0 0,8 0 0,1 0 0,-3 0 0,5 0 0,0 0-233,-5 1 0,3 0 0,-1 0 233,5 0 0,1-1 0,-2 0 0,-6 1 0,-1 0 0,-1 0 0,10-1 0,-1 0 0,-6-1 0,-1 1 0,-5-1 0,-2 1 0,14-1 0,-1 1 0,-20 0 0,19 0 0,0 0 0,-16 0-1639,12 0 1,0 0-587,-13 0 2856,13-1 0,4 2-631,-7-1 0,-1 1 0,0 0 0,1 0 0,1 0 0,3 1 0,-7 0 0,0 0 0,0-1 0,5 1 0,-5-1 0,2 0-1639,10-1 1,-1 1 394,-14-1 1244,11 0 0,-2 0 0,-20 0 33,27 0-33,-13 0 0,-7 0-1517,14 0 0,0 0 1517,-13 0 0,3 0 0,3 0 751,-4 1 1,0-1-752,8-1 0,0 2 0,6 2 0,-6-2 0,0-2-24,-3 2 0,5 2 0,-3-1 24,-3-1 0,-2-1 1638,-1 1 0,1 0-1483,5 0 1,2 0 0,-7 0 354,-8-1-510,9 1 0,4 0 1638,-2 1 0,2 1-712,8-1 0,3 0-926,-3 0 0,4 0 0,-4 0-1639,0 0 1,-3-1 525,-3-1 0,-2 0 1113,-8 1 0,0 0 0,1-1 0,0 0 851,0 1 0,0-1-851,7 0 0,-4 0 0,-7 0-1639,12 0 1,0 0 938,-11 0 1897,19 0 1,3 0-1198,-10 1-1093,-3-1 1,6 0 0,-6 0 542,0 1 548,8-1 1,2 0 1,-16 0 0,0 0 0,5 0 0,2 0 0,5 0 0,1-1 0,-7 1 0,1 0 0,2-1 0,3 1 0,-3-1 0,0 1 0,0 0 0,1 0 0,2 0 0,-7 0 1431,-4 0-1431,13 0 0,0 0 0,-17 0 0,12 0 0,0 0 0,-11 0-1515,10 0 0,-2 0 1515,-13 0 1517,6 0 0,4 0-1517,-3 0 0,-1 0 0,9 0-322,-4 0 0,-1 0 322,-8 0 3276,18 0-2757,-10 0 1119,-4 0 0,2 0-227,0 0 0,-2 0-4623,7 0 3212,2 0 1149,-7 0-1149,5 0 562,10 0-562,-5 0 0,-6 0 0,-1 0 0,7-1 0,-8 0 0,-4 1 0,-1-1 0,-1 1 0,4-1 0,1 1 0,2-1 0,8 0 3276,-9 1-2979,-2 0-297,11 0 0,-12 0-1639,2 0 1,-1 0-1639,-11 0 2678,15 0 1,1 0 598,-12 0 0,7 0 0,2 0 0,2 0 0,-4 0 0,2-2 0,-17 2 0,12-1 0,-8 1 3276,11 0-247,-8 0-1583,7 0-1446,1 0 0,-1 0 0,-1 0 0,-11 0 0,2 0 0,-5 0 0,6-2 0,-6 2 0,4-1 0,-7-1 0,1 3 0,-3 0 0</inkml:trace>
  <inkml:trace contextRef="#ctx0" brushRef="#br0" timeOffset="5448">20158 4391 24575,'7'0'0,"-3"0"0,4 0 0,0 0 0,10 1 0,-7 1 0,13 1 0,-3-2 0,-1 1 0,16-1 0,-1 2-1388,-7-1 1388,6 1 0,-7 1 0,-8-3 0,0 1-2044,11 2 2044,-1-2 0,-4 0 0,4-1 1239,0 2-1239,-6-5 0,-2 0 0,-10 0 0,17-2 0,1-1 2193,-15 3-2193,9-2 0,5-3 0,-5 1 0,-9 2 0,21-7 0,-1 0 0,-20 6-1639,12-4 1,-1 0-1639,-13 5 1638,8-2 1,-1 0 148,-11 4 771,12-3 1,0 0 718,-12 4-1279,16-6 0,1 1 1279,-16 4 868,15-6 1,2-2-869,-12 6 1638,7-6 0,3-1-1567,-6 2 1,-1 1-72,12-8-1068,-8 4 1,-2 1 1067,-11 5 3276,16-9-2497,-7 4-779,0 3 0,2 0 0,9-7-1541,-4 4 1,-2 2 1540,-7 0-1517,10-4 0,-1 0 1517,-15 8 1517,8-6 0,1 0-1517,6-2 0,-9 3 0,7-5 0,0 1 0,-12 7 0,5-4 0,1-1 0,-2-2 0,1-1 1638,0-2 0,2-2-1008,-1 1 1,0-1-631,0 1 0,0 0 0,4-4 0,-2 2 3276,-8 8-1638,8-10 0,0 0-4915,-11 12 3068,4-5 1,1-1-152,3-3 360,-5 5 0,12-16 0,-7 4-482,-3 9 482,-1-6-2713,-2 9 2713,-4 4-3277,14-19 2441,-16 21 836,15-19 0,-3 6 0,-1 0 273,0 1-273,0 0 0,4-5 0,-5 6 0,-3 5 1638,5-8 0,2-3-1008,-4 9 1,-1 0 2645,5-11-331,7-2-6222,-9 5 0,-3 9 3233,9-15 44,-7 7 0,-1 7 0,7-12 0,-14 18-3277,11-9 2142,-14 11 1362,12-10-227,-12 10 3276,12-12-2027,-5 7-1249,-2 1 0,2 2 3276,-4 1 0,8-7-3169,-1 2 0,1-1-107,6-7 27,-1 3 1,1-1-28,-3 5 0,-1 0 0,-2 2 0,1-1-1639,6-4 1,-2 2-1639,-8 6 3162,5-4 0,0-1 115,1-3 0,6-2 0,0-4 0,-5 8 0,-4 1 0,12-8 3276,-21 17-1638,11-7 0,1 1-1406,-9 7-232,8-7 0,1 0 0,-8 8-3277,23-13 0,-23 14 2462,22-10 815,-21 9 0,18-4 0,-2 0 0,-8 5 0,2-1 0,-2 1 0,-3 0 1638,6 0 0,2 1 1580,13-2-6495,-5 2 2461,-4 2-1337,-7 0 2153,-10 0-1639,10 0 1,0 0 490,-9 0 1148,22 1-989,-5 3 989,-5-1-465,5 2 0,-1-1 465,-10-2-784,11 1 0,-3 1 784,-15-3 2698,21 4-2698,-6 1 507,-7 0 0,1 2-507,8 0 0,0 0 0,-6-1 0,-1 1 0,8 3 0,1 1 0,-5-3 0,-1-1 1604,-4 0 0,-1-1-1604,0 0 0,0 0 0,5 4 0,-10-6-1639,12 6 1,-1 1 818,-13-7 820,7 3 0,2 2 0,3 4 0,-1 0-1073,2 2 1,-1 0 1072,-6-2 0,8 4 0,-3 0 0,-13-11 1191,9 8 1,1 0-1192,-11-8 0,19 18 0,-8-7 0,0 0 0,-2-1 0,-1-2 0,-5-7 1486,9 10 1,1 1-1487,-8-10 0,6 8 0,0 0 0,-8-7 439,2 3 1,1 1-440,6 9 0,0-1-1639,-4-3 1,-1-2 820,-5-7 818,6 9 0,0-1 0,-10-12 894,13 16-894,-5-6 0,-8-8-1517,9 9 0,-1 0 1517,-10-10 1248,10 9 1,1 0-1249,-9-7 0,7 6 0,1 0 0,-7-7-1428,7 8 0,-1-1 1428,-7-9 2856,10 16-2856,3-1-2497,5 7 2497,-2-4 0,-6-3 2902,-3-6-2902,-3-3 0,12 14 0,-13-16-72,9 12 72,-13-16 0,14 15 0,-14-16-2879,20 19 2879,-19-18 1243,11 7 0,0 1-1243,-6-6 0,6 4 0,1 0 0,-8-4 70,10 6-70,-11-7 3276,3 1-2277,7 4 2277,-11-7-159,22 14-3117,-23-15 0,18 10 1180,-14-10-1180,3 2 0,2-1 0,3 3 0,-9-6 0,9 5 0,-1-1 0,11 5 0,-5-2-3277,10 5 0,-23-11 400,18 5 2877,-22-7 0,10 3 0,-6-1 0,-1-1 0,10 2 0,0 1 0,-4-1 3276,15 2-1079,-9 1-2197,3-3-2826,2 6 2826,-19-8-3277,24 7 2017,-25-7 1176,11 1 0,1 0 84,-11 0-2978,29 1 2978,-27-2 1309,9 2 0,0-1-1309,-6 0 0,23 5 0,-24-4-1376,11 2 0,0 0 1376,-13-2 976,15 2 1,1-2-977,-13-2-1188,6 0 1,0 0 1187,-8-1 2364,24 1-2364,-25 0 0,26 4 0,-24-4 0,6 3 0,1-1 0,-9-3 0,14 4 958,6 0-958,1 0 0,-5 0 0,-1-2 0,3 1 0,-5-1-2654,-9-3 2654,-5 0 0,24 1 0,-25-1 0,16 3 0,-3-1 3034,-2 0-3034,16 0 0,-20-1 0,3 1 3276,0 1-2015,12 2 2015,-8-1-955,6 0-2787,-9-2 466,2 1-1639,-1 0 1,-2 0-1321,-2-1 2677,5 2 0,-2 0 282,-5-3 370,5 3 0,2-1-370,11-1 0,-3 1 0,4-1 316,-19-2-316,17 0 0,-2 0 0,-3 0 0,0 0-3277,-5 1 2630,-8-1 647,21 3 0,-13-1 0,9 1 0,5 1 0,-11-1-1517,-1-1 0,-1 0 1517,-3-2 0,10 3 3034,-7 0-3034,5-1 3276,-4 1-2015,9-3-1261,-25 0 0,22 0 0,-21 0 0,18 0 0,-18 0-1438,18 0 1438,-17 0-488,25 0 488,-16 0-1639,3 0 1,1 1 1017,-6-1 2185,7 2 1,1 1-1565,-5-1 645,3 0 1,0 0-646,12 3-234,-10-3 234,1 2 0,-7-1 0,-3 0 0,7 1 0,0 0 0,-10-2 0,7 1 0,4 1-1639,-3-1 1,-1 1 1485,5 0-1276,7 0 0,-3-1 1429,-17-3-837,13 1 0,1 0 837,-15-1 2029,22 0-2029,-10 1 3034,11 0-3034,-9 2 0,1 0 0,7 0 1638,-7 2 0,0 0-377,11 3-1261,-12-4 0,1 0 0,10 5 3276,-3-4 0,-11 0-3044,-2-4-232,8 4 0,5-1 0,-6 2 0,-7-2 0,-1 0 0,-5 0-3277,23 7 0,-24-6 3047,12 3 230,-6-5 0,4 5 0,14-3 0,-17 3 0,3-4 0,-7-1 0,-2 0 0,16 3 0,-6 2 3276,-4-2 0,13 2-3044,-12-3-232,5-1 0,-4 1 0,-14-4 0,6 0 0,-7-1 0,13 1 0,-13 1 0,20 2 0,-19 0 0,13-1 0,-14-2 0,1-1 0,-4 0 0,0 0 0,0 0 0,2 2 0,-2-2 0,2 3 0,-1-1 0,-2 1 0,2-2 0,-8 2 0,3-1 0,-5 1 0,5-1 0,-1-1 0</inkml:trace>
  <inkml:trace contextRef="#ctx0" brushRef="#br0" timeOffset="8383">20767 4371 24575,'8'28'0,"1"3"0,-4-20 0,1 10 0,-4-16 0,0 4 0,3-3 0,-3-3 0,9 10 0,-9-9 0,8 6 0,-7-5 0,9 8 0,-6-8 0,5 8 0,-9-12 0,1 1 0</inkml:trace>
  <inkml:trace contextRef="#ctx0" brushRef="#br0" timeOffset="9299">20695 4876 24575,'0'18'0,"2"3"0,4 3 0,-2-9 0,3 9 0,0-7 0,-1-2 0,8 11 0,0-9 0,0-1 0,2 2 0,8 4 0,-1-2 0,-13-15 0,16 12 0,1 0 0,-14-14-1639,15 7 1,0 0-1639,-16-9 2463,12-1 1,1 0 813,-11-3-1639,6-4 1,1-2 841,-10 4-565,5-8 0,-1 0 1362,-11 7 2724,10-21-2724,-16 6 0,0-2 0,-6-6 0,1 13 934,-3-15-934,-4-1 3276,6 7-3078,-5-2 3078,5 10-294,-9-9-2982,6 8 0,-12-9 0,16 23 0,-12-9 0,14 10 0,-16-3 0,17 4-3277,-33-1 1359,27 3 279,-18 1 1,-1-1 378,17 1 1260,-13-1 0,1 1 0,16 5 0,-11-4 0,10 14 0,0-7 0,2 2 0,2-5 0</inkml:trace>
  <inkml:trace contextRef="#ctx0" brushRef="#br0" timeOffset="10198">29355 4232 24575,'3'30'0,"-1"0"0,1 3 0,0 0 0,-1-6 0,0-1-1639,1 8 1,-1-5-1639,0-8 1803,0 1 1,0-2 1473,2-6-1199,0 4 0,1 1 1199,-3-6-1422,10 9 1,1-2 1421,-7-12 984,12 13 1,0 2-985,-9-14 259,2 6 1,-1 2-260,-6 4 0,-1-1 409,-8-2 0,3-13 1,-3-3-1</inkml:trace>
  <inkml:trace contextRef="#ctx0" brushRef="#br0" timeOffset="11065">29393 4948 24575,'8'18'0,"4"10"-3277,-7-4 0,3-3 0,-5 0 4605,0-6-1328,-2 4 0,4 5 0,-2-7 1719,3 0-1719,-1-8 0,1-15 0,0-14 0,-3-1 0,-2-2 0,2-7 0,-5 8 0,-1 3 0,2 10-157,-3-10 0,-1 1 157,0 6 0,-4-17 0,3 15 0,1 2 0,1 5 3276,-2 7 0,-15 17-2730,11-8-546,-13 7 0,-2 0 0,9-8-1639,-13 5 1,-1 1-1639,15-8 2638,-10 3 1,1-1 638,14-4 0,-15 4 0,19-7 0,-1 2 0,3-2 0,1 0 0,2-1 0</inkml:trace>
  <inkml:trace contextRef="#ctx0" brushRef="#br0" timeOffset="12250">21348 4246 24575,'-15'17'0,"1"1"0,-3 2 0,0 8 0,5-5-3277,1-4 2692,7-4 1476,3-11-891,9 2 0,-5-2 0,17-5 0,5-5 0,-3-3-469,9-4 1,7-4 0,-7 3 0,-3 0 0,3-1 0,-1-1 0</inkml:trace>
  <inkml:trace contextRef="#ctx0" brushRef="#br0" timeOffset="12550">21918 3977 24575,'-9'27'0,"0"-1"0,-1-2 0,-1 0 0,0-1 0,-3 1 0,0-2-1639,1 0 1,0-1 1179,2-4 0,0-2 459,0-2 0,5-6 1293,-4 6-1293,21-27 0,13-15 0,-4 5-3237,-4 6 3237,0-1 0,4-6 0,3-2 0,-1 1 0,-3 4 0,0 0 0,0 1 0,1-1-820,-1-1 1,0 1 0,1-2 0,2-1 735,-1 1 0,3-2 1,2-1-1,0-1 1,-1 1-1,0 1 1,-4 3-572,3-2 0,-3 3 0,-1 0 0,2-1 655,1 0 0,1-2 0,1 0 0,-3 3 0,-4 4 0,-3 2 0,-2 3 0,3-3 0</inkml:trace>
  <inkml:trace contextRef="#ctx0" brushRef="#br0" timeOffset="12782">22546 3429 14928,'-13'28'0,"0"0"0,0 0 0,0 0 0,0 0 0,-4 4 0,-1 2 0,-1 1 0,-1-1 0,2-3 0,1-4 0,-1-1 0,1-5 0,-1 2-384,1 2 0,-3 2 1,2-1-1,3-5 384,1-2 0,4-6 2800,5-9-2800,6 0-718,15-15 1,13-17 0,4-4-1,-7 7 718,-11 10 0,2 0 0,0-1 0,5-5 0,4-3 0,4-3 0,1-2 0,1 0 0,0 0 0,-3 2 0,-2 3 0,-5 4-498,3-2 0,-5 5 0,0-1 1,5-3 497,-3 1 0,3-4 0,3-1 0,2-2 0,-1-1 0,0 2 0,-2 1 0,-3 3 0,-4 4 0,4-1 0,-5 3 0,0 0 0,2-4 0,-1 0 0,1 1 0</inkml:trace>
  <inkml:trace contextRef="#ctx0" brushRef="#br0" timeOffset="13020">23815 2660 24069,'-9'30'0,"0"0"0,0 0 0,1 0 0,-1 0 0,1 0 0,1-3 0,-4 5 0,0-4 0,-4 4 0,-2 3 0,-1 1 0,1-2 0,1-4 0,4-5-1639,-3 4 1,0-2 1496,-2 0 0,-4 7 0,-4 3 0,1-2 1,3-4-1,6-9-2228,-3 3 2370,0-2 0,-5 5 0,4-4 0,-2 3 0,5-10 0,-5 8 1486,32-40-1486,6-8 0,5-5 0,-1 2 0,3-1 0,-1-1-469,-2 2 1,1 1 0,-2 1 0,6-6 0,-4 6 0,-9 11 0</inkml:trace>
  <inkml:trace contextRef="#ctx0" brushRef="#br0" timeOffset="13250">24054 3030 21643,'-15'33'0,"0"1"0,0 0 0,-1-1 0,1 1 0,0-5 0,-1 1 0,-1 0 0,0 0 0,0 0 0,-1-2 0,2-1 0,-3 1 0,0-2 0,0-1 0,0-1 0,0 1-228,-1 3 0,-1-1 0,1 0 0,-1-1 228,-1 2 0,-2 0 0,2-2 0,7-8 1194,2-4-1194,-3 3 0,3-2 628,12-11-628,5-4 0,13-14 0,4-5 0,0 4 0,2-1-547,5-6 1,-1 0 0,-9 10 0,-3 3 0,-1 0 0</inkml:trace>
  <inkml:trace contextRef="#ctx0" brushRef="#br0" timeOffset="13466">24195 3543 24407,'-10'21'0,"0"0"0,-8 6 0,-4 3 0,-1 0 0,5-6 0,-1 1 0,-1 1 0,0 0-820,-2 2 1,-1 1 0,-1 0 0,2-2-274,-2 2 1,2-1 0,2-4-547,3-1 1,7-7 3101,8-12-1463,11-5 0,11-11 0,6-4 0,-2 5 0,2 0 0,-1-1 0,3-4 0,-1 0 0,0 5 0,1-1 0</inkml:trace>
  <inkml:trace contextRef="#ctx0" brushRef="#br0" timeOffset="13701">24980 3730 24575,'-27'23'0,"0"-1"0,-1 0 0,6-2 0,-3 0 0,0 2 0,2-2 0,2-2 0,0 0 0,3-2 0,-1 0 0,-5 5 0,-1 0 0,3-1 0,-2 3 0,6-4 0,10-11 0,16-1 0,13-15 0,11-2 0,-13 1 0,-8 5 0</inkml:trace>
  <inkml:trace contextRef="#ctx0" brushRef="#br0" timeOffset="13899">25134 4007 24575,'-4'17'0,"-1"1"0,-1 2 0,-1-3 0,1 2 0,-3 4 0,1 1 0,0-1 0,0-2 0,-1 3 0,6-4 0,3-9 0,2-7 0,28 2 0,-20-6 0,24 0 0,1-1 0,-23 0 0,8 0 0,1-1 0</inkml:trace>
  <inkml:trace contextRef="#ctx0" brushRef="#br0" timeOffset="14099">25836 4195 24575,'-6'10'0,"1"-2"0,4 3 0,6-1 0,15-2 0,-9-2 0,14-1 0,-5-4 0,5 0 0,6 2 0,6 1 0,-3 0 0,-3-3 0,0 2 0,-3 0 0,1 0 0,-1 1 0</inkml:trace>
  <inkml:trace contextRef="#ctx0" brushRef="#br0" timeOffset="14254">27011 4277 24575,'-16'17'0,"7"-6"0,11 1 0,32-3 0,-1-4-820,-2-2 1,9-1 0,1 0 0,-7-1 409,-6 0 0,-1-1 1,1 0-1,6 1 1,-3-1-1,-10 0 0,-11 0 1</inkml:trace>
  <inkml:trace contextRef="#ctx0" brushRef="#br0" timeOffset="15216">25032 4348 24575,'6'22'0,"3"9"0,-9-25 0,3 11 0,-1-7 0,-2-4 0,1 10 0,-1-12 0,0 11 0,2-5 0,-1 5 0,1-5 0,-2 4 0,-2-9 0,1 3 0,-1-6 0,2-1 0</inkml:trace>
  <inkml:trace contextRef="#ctx0" brushRef="#br0" timeOffset="16049">24565 4801 24575,'-1'17'0,"-1"-5"-3277,-1 13 0,1-15 1328,1 22 1949,6-12 1719,-3 2-1719,7-4 0,2-2-1637,-6-9 1637,14 12 3276,-6-10-579,9-3-2697,-1 2 0,8-6 0,-16-2 0,18-3 0,3-6 0,-3-1 0,-9 0 0,-3-1 2448,-6-2-2448,8-16 0,-16 19 0,6-25 0,-9 25 0,3-19 0,-4 21 0,0-20 0,-3 9 0,0-8-3277,-17 3 0,11 15 1638,-12-1 1,-1 3 148,12 2 423,-19 1 1,0 1 1066,15 1 0,-14 4 0,1 0 0,15-1-85,-20 6 85,27-5 3276,-10 6-3114,10 0-162,-1-2 3276,0 2-2810,3 2 0,-2-7 1,3 5-1</inkml:trace>
  <inkml:trace contextRef="#ctx0" brushRef="#br0" timeOffset="16516">25060 5004 24575,'5'18'0,"-2"0"0,0 1 0,0 4 0,-2-6 0,0-2 0,-1 0 0,1-6 0,2-3 0,8-6 0,-6-1 0,3-5 0</inkml:trace>
  <inkml:trace contextRef="#ctx0" brushRef="#br0" timeOffset="17049">25222 4832 24575,'0'4'0,"0"5"0,0-2 0,0 9 0,0-7 0,0 5 0,4-19 0,5-13-1453,-1 4 1453,2-9 0,-3 2 0,-3 0 0,2-2 0,-5 6 0,2 14 0,-1-1 1453,12 1-1453,-6 1 0,11-2 0,-13 2 0,1 1 0</inkml:trace>
  <inkml:trace contextRef="#ctx0" brushRef="#br0" timeOffset="17584">25276 4919 24575,'5'-2'0,"6"-4"0,6 2 0,-1-1 0,9 3 0,-16 2 0,12 8 0,-14-6 0,7 9 0,-2 6 0,-7-8 0,5 18 0,-10-21 0,0 9 0,-3 7-3277,0 2 0,-2-1 3047,-1-1 230,2-17 0,0 2 0,-12-12 0,7 0 0,-10-3 0,-1 0 3276,9 3-1638,-11-2 0,1 2-3173,14 3 1535,-13-3 0,13 3 0,5 2 0,-2-6 0,6 5 0,-1-3 0</inkml:trace>
  <inkml:trace contextRef="#ctx0" brushRef="#br0" timeOffset="18015">25319 4773 24575,'27'2'0,"-5"-4"0,2 0 0,10 0 0,-7-2 0,-2-1 0,-13 2 0,2-1 0,-13 4 0,-5 0 0,2 1 0,-1-1 0</inkml:trace>
  <inkml:trace contextRef="#ctx0" brushRef="#br0" timeOffset="21133">20693 4435 24575,'13'-33'0,"-6"13"-1639,2-10 1,0-1-1639,-3 12 1638,-1-13 1,-1 3-1639,-3 17 5064,1-24-1787,-1 16 0,0 9 0,1-9 0,0 2 3276,-2 10-2646,4-18 1,1-2-631,-1 12 0,1-17 0,1-1 0,0 13-1223,1-15 1,-1 0 1222,-1 5 0,1-5 0,0-1 0,-3 5 0,0 7 0,-1-4 0,1 1 0,-1-3 0,0 1 0,0-4 0,0-2 0,-1 3 0,0-2 0,0 0 0,-1 3 0,0-1 0,0 1 0,-1-2 0,0 1 0,1-2 0,-1 5 0,1-1 0,0 1 0,-1 5 0,0 0 0,0 1 0,0-4 0,1-4 0,-1 1 0,1 5 0,0-7 0,0 6 0,-1-6 0,0 0 0,0 8 0,-1 2 0,1-6 0,0-6 0,0 6 0,0 1 0,1 1 0,0-4 0,0 7-2316,0 7 2316,0-2 0,0-2 3276,1-15-2701,-1 4 0,1-2-338,-1 9 0,1-1-237,-1-7 0,0-3-1093,-2 3 1,-1-2 0,1 6 439,1 9 0,0 1 653,-1-15 0,-1-5 0,1 7 1465,2 6-1465,0-7 0,0 12 0,-1-1 0,1-1 0,0 0-805,-2-6 805,2-2 3276,0 12-1965,0 5-4588,0-17 2595,0 19 682,0-16 0,-4 16 0,2-7 0,-7 7 0,6 10 0,-1-2 0</inkml:trace>
  <inkml:trace contextRef="#ctx0" brushRef="#br0" timeOffset="22250">18472 1375 24575,'-6'1'0,"3"0"0,-14 18 0,9-9-1639,-6 12 1,1 1-1639,5-10 1638,-2 3 1,0 3 2302,3-1 0,2 1-664,1 0 0,2 2-1409,1 12 0,1-1 1409,2 3 0,13-7-3034,1-15 3034,-7-6 0,17 7 0,2 0 0,-11-7-537,9 2 0,7 2 0,-5-2 537,-5-1 0,2-1 0,6 0 0,-8-1 0,-7-1 416,12 0 1,-3 0-417,-16-2 1871,25-1-1871,-27-2 2575,12-6-2575,-12-21 0,-1 8 802,-2-10 1,-4 20 0,0 6 0</inkml:trace>
  <inkml:trace contextRef="#ctx0" brushRef="#br0" timeOffset="22599">18765 1322 24575,'15'31'0,"-1"-1"0,-3-10 0,-2 0 0,3 14 0,0 0 0,-3-7 0,0-3 0,-1-1 0,1 0 0,3 6 0,-1-3 0,-3-13 0,3 16 0,-6-22 0,-1-1 0,-2-7 0,1 0 0,-3-1 0</inkml:trace>
  <inkml:trace contextRef="#ctx0" brushRef="#br0" timeOffset="22805">19038 1631 24575,'11'18'0,"4"5"0,-8-17 0,2 3 0,-5-5 0,-2-5-3277,-9-29 2457,5 20 1,-7-21 0,9 29 0</inkml:trace>
  <inkml:trace contextRef="#ctx0" brushRef="#br0" timeOffset="22981">19040 1441 24575,'10'5'0,"1"1"0,-9-4 0,3 1 0,-4-3 0,1 0 0</inkml:trace>
  <inkml:trace contextRef="#ctx0" brushRef="#br0" timeOffset="23902">19294 1357 24575,'2'13'0,"-1"8"0,-1-9-3277,0 20 0,0-23 0,0 12 4605,-1-5-1328,0-3 1719,0 5-1719,1-13 0,3-21 0,-3 9 0,4-26 0,-3 27 0,-1-12 0,-2 15 0,-1-1 0,-3 7 0,-9 17 0,3-4 0,1 11 0,2 1 0,3-8-1639,1 8 1,3-2 378,2-17 1260,1 15 0,8-10 0,5 1 0,8 1 0,-5-7 3276,7-10-2015,-11-6 2015,3-2 0,-4-10-3044,-8 9-232,6-26 0,-8 16 0,2 0 0,0 0 0,-1-2 0,-2-5 0,1 11 0,-1 1 0,4 13 0,9 33 0,-4-13-1639,1 6 1,-2-2-1639,-3-13 1722,7 13 1555,-9-19 0,3 7 0,-2-19 0,5-18 0,-2 4-1639,2 0 1,1 3 817,-4 8 821,17-15 0,-18 22 886,6-5-886,-3 6 0,-5 3 0,6-2 0,8 25 0,-8-5 0,5 5 0,-1 0 0,-5-6 1054,12 10-1054,-17-23 0,6 6 0,-7-9 0,-20-6 0,10 3 0,-13-4 0,17 7 0</inkml:trace>
  <inkml:trace contextRef="#ctx0" brushRef="#br0" timeOffset="24148">19626 1421 24575,'9'0'0,"15"0"-3277,7 0 0,-6 0 0,6-1 4230,-9-3-953,5-2 1771,-2 1-1771,8-2 0,-13-5 0,2 5-3277,-3-12 2124,-17 15 1153,-2-22 0,-1 19 216,-5-13-216,5 17 0,-1-1 0,0 3 0</inkml:trace>
  <inkml:trace contextRef="#ctx0" brushRef="#br0" timeOffset="24406">19902 1143 24575,'6'26'0,"0"1"0,-1-1 0,1 4 0,0 0 0,-1-1 0,-1 1 0,0-1 0,-1-2 0,1 0 0,0 5 0,-1-4 0,0-10 0,1 11 0,-4-14 0,1 0 0,-1 0 0,-2-11 0,1-4 0,2-13 0,0 3 0,3-4 0,-4 10 0</inkml:trace>
  <inkml:trace contextRef="#ctx0" brushRef="#br0" timeOffset="24590">20038 1497 24575,'7'6'0,"12"5"0,1-7 0,3 3 0,5-14 0,-11-7 0,1 2 0,-8-5 0,-5 2 0,-3 5 0,-6-10 0,-1 14 0,-3-2 0,5 7 0</inkml:trace>
  <inkml:trace contextRef="#ctx0" brushRef="#br0" timeOffset="24781">20032 1527 24575,'11'22'0,"8"-5"0,-3-1 0,13-9 0,-22-7 0,21-5 0,-26 4 0,11-3 0,-16 4 0,2 0 0</inkml:trace>
  <inkml:trace contextRef="#ctx0" brushRef="#br0" timeOffset="31516">22153 3580 24575,'0'19'0,"0"9"0,4 8 0,-3-5 0,4-10 0,0-3 0,-2-2 0,4 1 0,2 1 0,15 10 0,-11-15 0,1 1 0,7 6 0,3-2 0,3-6 0,-1-2-1639,-7 1 1,0 0-1,1-4 1,1 0-1,4-1 1,-3 0 406,-7-3 192,9 2 0,7 2 1,-7-3 1039,-10-3 0,7 3 0,3-2 0,2-2 0,-5 0 0,1-3 0,6-4 0,-4 2 2613,0 0-2613,9-7 0,7-4 0,-9 4 0,-12 3 0,11-4 0,3-3 0,-4-2 0,-1-1 0,-5 4 0,1-1 0,7-4 0,-2-1-1476,-10 4 0,-5 3 1476,-11 9 166,4-14-166,-11 12 0,3-1 0,-4 4 0</inkml:trace>
  <inkml:trace contextRef="#ctx0" brushRef="#br0" timeOffset="31865">22889 3429 24575,'-21'21'0,"1"-1"0,-1 1 0,4-4 0,0 0 0,-1 3 0,-4 5 0,1-1 0,4-1-1639,1 2 1,2-1-1,-3-1 1,2 1-1,4 3 1,4-4-999,4-12 4755,-3 16-2118,22-27-1639,4-9 1,2-1 1560,8-2 78,1-6 0,2-3 592,-12 6 1,0 0-593,3-3 0,0 0 0,5-6 0,-1 2 0,-7 4 0,1 0 0</inkml:trace>
  <inkml:trace contextRef="#ctx0" brushRef="#br0" timeOffset="32534">22750 4074 24575,'27'13'0,"-4"-4"-1639,6-2 1,1-2-1639,-5 1 2184,6-3 1,8-1 0,-9 0 15,-7 0 1077,2-2 0,5-1 0,1-2 259,-4-1 1,1-1-1,1-1-259,-1 2 0,2-1 0,1-1 0,0 1 0,1 0 0,1-1 0,-1 0 0,-2 1 0,2 1 0,-2 0 0,-4 0 0,0 0 0,-10 2 0,-14 2 0,4 0 0,-10 0 0</inkml:trace>
  <inkml:trace contextRef="#ctx0" brushRef="#br0" timeOffset="32982">23404 3246 24575,'-28'20'0,"1"1"0,-1 1 0,0 2 0,7-5-2426,9-4 2426,-7 6 0,1 0 775,11-6-775,2-1 400,3 0-400,6-10 0,11-11 0,3-7 0,1 0-188,2-1 188,-1-4 0,-1 1-820,-9 6 1,0 0 0,-3 3 0</inkml:trace>
  <inkml:trace contextRef="#ctx0" brushRef="#br0" timeOffset="33235">23053 3266 24575,'-11'18'0,"-1"-1"0,-3 8 0,7 7 0,11-16 0,-1-1 0,15-12 0,5-16 0,3-8 0,-3 4 0,0-2 0,0 2 0,5-5 0,-1 1 0,-5 0 0,1 0 0</inkml:trace>
  <inkml:trace contextRef="#ctx0" brushRef="#br0" timeOffset="35781">31254 1006 24575,'-7'23'0,"1"-6"0,-12 16 0,6-17 0,-1-1 0,2 0 0,-2-1 0,-10 8 0,2-3 0,5-7 0,-3 1 0,-6 2 0,5-4 0,5-2 0,-10 4 0,-9 3 0,5-3 0,6-4 0,-2 2 0,-5 1 0,6-2 0,5-4 0,-11 6 0,3-1-704,17-8 704,-22 9 0,19-7 0,4-3 0,-1 2 0,8-4 0</inkml:trace>
  <inkml:trace contextRef="#ctx0" brushRef="#br0" timeOffset="37016">30702 1231 24575,'1'35'0,"-1"-16"0,2 1 0,1 0 0,-1-8 0,1 9 0,1 2 0,4 6 0,0 3 0,1-4 0,-3-17 0,-1-1 0,-2-8 0,-1-5 0,2-11 0,-3 6 0,3-9 0,-3 3 0,0 0 0,0-7 0,-2 9 0,-3-3 0,2 10 0,-10 2 0,6 5-3277,-22 15 0,19-11 2274,-13 10 1,-2 0 1002,4-6-1639,-9 7 1,0 2 966,9-8-649,-5 5 1,2 0 1320,15-10 2641,-14 11-2641,14-11 0,4-2 1187,-2 2-1187,16-8 0,6-7 0,3 1 0,8-9 0,-14 9 3276,16-6-2015,-8 4-1261,-1 0 0,1 1 0,-16 7 3276,6-2 0,-8 2-3044,-1 2-232,-6 4 0,-2-1 0,2 5 0,3-9 0,12-5 0,-5 0 0,6-5 0,-11 7 0,-5 6 0,0-1 0,-4 5 0,4-4 0,-2-1 0,3-1 0,-1 0 0</inkml:trace>
  <inkml:trace contextRef="#ctx0" brushRef="#br0" timeOffset="41015">26274 2662 24575,'17'-11'0,"1"1"0,6-6 0,4-5 0,-2 0 0,-9 7 0,10-7 0,-1 0 0,-13 13-1639,5-5 1,0 0-1639,-6 5 1638,11-5 1,1 0 148,-11 6 1490,3-2 0,5-1 0,13-4 0,1 0 0,-2 1 0,0 0-87,-8 3 1,2 0 0,0 1 86,2-1 0,1 0 0,-7 3 3276,-6 1-2710,7 0 1,-1 0 2709,-14 3-2457,2 1 0,-9 2 0,0 0 0</inkml:trace>
  <inkml:trace contextRef="#ctx0" brushRef="#br0" timeOffset="42365">27255 2266 24575,'9'-5'0,"-2"3"0,1-2 0,-5 2 0,13-18 0,-11 13 0,12-17 0,0-9-1639,-6 14 1,0-1-1,-1 1 1,0-1-1,4-10 1,-1 4 148,-8 14 1490,11-21 0,-9 13 0,0 0-1517,3-7 0,0 0 1517,-2 3 0,1-1 0,1-1 0,1-1 0,-1 4 3034,3 1-3034,5-11 0,1 1 3276,-4 12-2646,4-6 1,1 1-631,-4 11 0,4-5 0,-1 0 0,-5 7 0,15-11 0,-23 17-820,15-6 1,-17 9 0,4 1 0</inkml:trace>
  <inkml:trace contextRef="#ctx0" brushRef="#br0" timeOffset="43132">28216 1132 24575,'-6'5'0,"-2"6"0,-4 19 0,4-13 0,3 6 0,0 1 0,4-8 0,1 4 0,2 0 0,1-5 0,12 19 0,-2-16 0,-1-1 0,2-1 0,6 4 0,0-5 0,-2-1 0,-3-2 0,10 1 0,-1-2 0,-13-8 0,9 3 0,0-2 0,-9-5 0,19-10 0,-14-3 0,-1-2 0,10-9-1639,-5 0 1,-3 1-1639,-7 7 1638,0-7 1,-1 1 148,-5 11 1128,-2-10 1,-1-1 361,-4 11-1397,-7-6 0,-1 0 1397,5 7 961,-15-4 0,-3 2-961,8 4 0,-5 1 0,-6-1 0,3 2 0,-7 0 0,3 3 0,-7 0 0,-3 0 0,3 2-691,-2 3 0,1 2 1,0-1 690,6-2 0,-1-2 0,1 2 0,1 1 906,-9 4 1,2 3 0,9 2-907,6 9 0,-2 8-2087,23 3 2087,1-16 0,10 14 0,-9-21 0,5 6 0</inkml:trace>
  <inkml:trace contextRef="#ctx0" brushRef="#br0" timeOffset="43883">27523 2355 24575,'14'-6'0,"0"2"-3277,10 4 0,-13 0 1638,14 4 1,2 1 1074,-8 0 564,10 3 0,0 1 0,-12-2-1017,3 2 0,-2 0 1017,-12-4 0,15 9 0,-8 2 0,-1-1 0,3 6 0,0 1 0,-6-7 0,3 5 0,0 0 302,4 1-302,-1 3 0,5-2 0,-1-1 0,-6-7 0,6 4 0,2-1 0,4-5 0,-1 3 3276,2-5-3061,-15-5 0,-4-4 1,-2 1-1</inkml:trace>
  <inkml:trace contextRef="#ctx0" brushRef="#br0" timeOffset="44633">28631 2370 24575,'0'21'0,"0"-8"-3277,1 22 0,-1-23 1638,4 12 1,1 1-1639,-4-12 4170,3 6 1,1 2-894,-1 15 0,1 0 0,-2-16 0,-1 0 0,5 14 0,-6-24 0,5 15 0,-2-16 3276,-1-2-2015,2-9 2015,-7-19 0,-5-9-4550,1 6 1274,-4-5-3277,1 10 269,3 8 1369,-1-8 1,0 1 712,4 10 454,-4-29 472,7 26 636,0-24-636,0 12 0,0-1 3276,0 10-2267,-23 26 2267,15-10-1711,-14 11 1,0 1-1566,9-8 1138,-18 12-1138,18-12 0,2 0 0,6-3 0,5-1 0</inkml:trace>
  <inkml:trace contextRef="#ctx0" brushRef="#br0" timeOffset="51632">25306 3876 24575,'1'12'0,"-1"-2"0,2-2 0,-2 0 0,0 2 0,0 5 0,0-8-3277,-2 13 0,2-15 3047,-2 12 230,1 0 0,-1 7 0,-2 11 0,0-12 0,1 5 0,2-21 0,-1 10 0,2-10 3276,-1 2 0,-1 0-3044,-1-4-232,1 4 0,-2-4 0,3 1 0,0-4 0,1-1 0</inkml:trace>
  <inkml:trace contextRef="#ctx0" brushRef="#br0" timeOffset="52033">25395 4099 24575,'-8'30'0,"4"-17"0,-3 6 0,0 0 0,2-8-1639,-4 6 1,1 1-1639,4-6 0,-7 18 1842,10-24 3471,-1 11-2036,0-6 0,2-4 0,4 1 0,10-21 0,-4 5 560,6-9 1,1-2-561,-5 4-820,10-9 1,-16 17 0,-6 6 0</inkml:trace>
  <inkml:trace contextRef="#ctx0" brushRef="#br0" timeOffset="53387">25056 4416 24575,'0'-8'0,"1"-6"0,3-3 0,-1-10-3277,0-8 0,-2 14 1328,1 0 3573,0 7-1624,1 2 0,1-18 0,1-4 0,0 11 0,-3-2 0,0 3 0,0 9-1639,-1-10 1,1 0 410,-1 11 2866,1-11 0,1 1-1327,0 9-267,1-10 0,0-3-44,-2 5 0,1 0 0,1-10 0,1 0 0,-3 7 0,0 0 0,2-12 0,0 1 0,-3 11 0,0 1 0,2-2 0,-1-1 0,-1-1 0,-1 4 0,0 9 0,-1-17 0,1-1 3276,-1 18-2260,0-12 1,-2-8 0,1 7-1017,-1 3 0,0-2 0,0-7 0,0 7 71,1 4-71,0-6 0,1-2 0,1-2 0,0 14 0,0-2 0,0-6 0,0-2 0,0 3 0,0-10 0,-1 9 0,0-7 0,0 1 0,1 7 0,-1-5 0,-1 3 0,-1-7 0,1-1 0,1 8 0,3-6 0,-3 7 0,-1-8 0,0 1 0,2 7 0,3-4 0,-3-3 0,-1-7 0,1 8 0,0 5 0,0 0 0,0-5 0,0 2-1639,1 1 1,0 2 102,-1 2 0,0 0 1536,1 5 0,-1 2 0,0 3 0,0 3 0,0-7 0,0 7 0,0 5 0,0 1 0</inkml:trace>
  <inkml:trace contextRef="#ctx0" brushRef="#br0" timeOffset="56715">25275 3848 24575,'-9'23'0,"4"-12"-1639,-2 7 1,0-1-1639,5-10 1658,-5 12 1,-1 1 1618,5-6 943,-4 7 1,-1 3-944,0 8 0,-2 1 0,3-7 0,5-19 3276,0 0-323,1-6-1278,-2 1-1675,16-8 0,-4-1 0,24-8 0,-17 4-1639,4 0 1,-1 1-1639,-7 2 3047,17-7 230,-22 10 0,2-3 0,-4 5 0,-12 12 0,0 4 0,-4 2 0,0 1 0,3-1 0,-9 13 0,14-21 3276,-4 9 0,6-13-3044,3 2-232,19-12 0,0-3 0,1 0 0,-5 2 0,2 0-1639,10-7 1,-3 1-1639,-13 8 2347,5-4 1,-2 0 929,-9 8-668,13-12 668,-14 13 0,1-6 0,-8 12 0,-14 20 0,9-12 0,-14 18-789,8-12 789,5-8 623,-10 16-623,15-21 0,2 4 0,6-8 3276,27-12-2132,-10 0 0,2-1-1144,5 0 0,1 0 1638,-5-1 0,-3 2-1231,12-3-407,-26 8 0,-11 11 0,-1-1 0,-19 16 0,-1 1 0,2-1 0,-1 4 0,13-15 0,4-1 0,11-6 0,-1-2 0,14-6 0,5-4 0,-3 0-1093,3-1 1,5-1 0,-4 1-2185,3-3 1638,9-1 1,-4 2 148,-19 7 1490,13-4 0,-23 9 0,-8 10 0,-13 16 0,1-4 0,2-2 0,-1-2 3276,2-4-2015,-6 10-1261,12-14 3276,-3 7 0,8-11-3044,2 0-232,2-5 0,23-5 0,-9 1 0,20-4 0,1-1-2464,-10 3 2464,-2 1 0,4-1 0,-2 0 0,-1 1 0,-1 1 0,5-1 0,1 1 0,4-1 0,-4-1 0,-3 2 0,0 1 0,-31 5 0,-16 17-434,7-10 434,-3 3 0,-1 0 0,-3-2 0,0-1 0,1-1 0,1-1 0,4-2 0,-6 4 0,17-8 0,18-3 2404,-10 0-2404,21-5 0,6-5 0,1 2-1093,-6 1 1,3-2 0,-4 3-2185,5-1 3244,-4 0 0,1 1 198,-8 3 0,-1 0-165,9-2 0,-8 3 0,0-1 0,4-3 0,-20 6 0,14-3 0,3-1 0,0 4 0,15-4 0,0 0 0,-10 3-1140,9-3 1,-1-1 1139,-19 4 0,21-3 0,-30 2 0,-2 4 0,-13 5 0,6-1 3276,-8 3-897,8-5 897,2-1-3144,18 0-1771,0-3 1,2 0-1639,10-3 3219,-4 2 1,7-1-1,1 0 1,-6 0-498,-7 0 0,0 0 555,6 0 0,7 0 0,0 0 0,-7 0 0,7 0 0,2-1 0,-25 3 0,-9 1 0,-5 1 0,-8 9 3276,5-2-317,-8 5-1300,10-8-1659,2-2 0,7 0 0,24 4 0,-9-1-1093,8-1 1,8 0 0,-7-1-2185,-1-1 3231,-3-1 0,9 1 0,3 0 0,-2 0 0,-7-2-644,-5 0 0,-1 0 690,5 1 0,6 0 0,2 0 0,-2 0 0,-7 0 0,-5-2 0,-2 0 0,8 2 0,4 0 0,-9-1 0,-8-1 0,6 6 0,-21-4 3276,-4 8-451,4-4-762,-1 1-2063,8 2 0,19-2 0,-2-1 0,7-3 0,0-1 0,-7-2 0,13-2 0,-2-1-1142,-21 2 1142,8-2 0,3-1 0,2 2 0,-2 1 0,4 0 0,3 3 0,3 1 0,0-1-649,3 0 1,0 1 648,-3 2 0,1 0 0,-6-1 0,0-1 0,5 4 266,-29-5 0,2 0 1,-7-1-1</inkml:trace>
  <inkml:trace contextRef="#ctx0" brushRef="#br0" timeOffset="59401">30885 3633 24575,'10'-12'0,"-6"5"-3277,19-15 0,-17 15 1209,21-17 2068,-20 19 1735,15-9-1735,-14 11 0,4-1 0,-6 3 0,2 0 0,0 1 0,-2 2 3276,0 0 0,2 13-6553,4 9 105,0-4 3172,-2 8-647,-4-12 647,-2 1 0,0 13 0,-8-5 0,-2 2 0,-12 2 0,2-9-1639,0-4 1,0-2 593,0 1 1045,-9 1 0,2-1 0,15-8 216,-8 2 0,-2 2-216,-5 5 0,9-10 0,-4 4 0,0 1 0,-5-4 0,6 0 0,0 1 0,-9-1 0,5 0 0,16-7 3276,24-3-2015,-9 7 2015,13-6 0,-11 12-6553,7-4 2,-6 1 2753,5-2 0,1-3 522,-4-1-1639,12-3 1,-1 1 724,-9 0 403,14-5 0,1 0 511,-13 5 1638,15-4 0,5 0-1483,-14 4 0,-1 1-318,0-1 0,-1-1 163,10 2 0,-30 0 0,-2 0 0</inkml:trace>
  <inkml:trace contextRef="#ctx0" brushRef="#br0" timeOffset="59932">31348 3727 24575,'-9'12'0,"1"6"-3277,4 12 0,1-13 0,1 9 4605,7-3-1328,3-1 642,-1 2-642,1-8 0,0-9 0,-3-3 0,8 3 0,-7-7 0,16 0 0,-15 0-462,11-6 0,0-1 462,-6 0-1604,10-6 1,-1-2 1603,-9 5-338,7-8 0,-2-1 338,-7 4 0,0-6 0,0 1 0,-5 4 1638,-1-3 0,-2-1-1045,-11-6-593,5-2-1626,-10 12 0,0 2 1626,4 7 1323,-15-6 1,-4 2-1324,5 5-1010,-3 0 1,-6-2 0,6 2 1009,-1 1 0,-5-1 0,-8 0 0,11 2-2352,14 3 2352,-14-4 0,-2 1 1961,5 4-1961,9-2 1057,-18 2-1057,18 4 0,4-3 0,4 3 0</inkml:trace>
  <inkml:trace contextRef="#ctx0" brushRef="#br0" timeOffset="60454">30198 3816 24575,'15'0'0,"-3"0"0,8 0 0,-5 0 0,-7 0 0,-1 0 0</inkml:trace>
  <inkml:trace contextRef="#ctx0" brushRef="#br0" timeOffset="66481">21884 1405 24575,'8'35'0,"-3"-13"0,3 3 0,1 1 0,1-7 0,0 0 0,-1-1 0,0 0-1639,3 4 1,-2-4-1639,-3-7 2745,7 18 532,-9-20 0,5 14 0,-7-15-3277,0 7 2117,-1-10 1160,-2 12 0,-2-10 0,-4 12 0,4-11 0,-17 13 0,15-17-349,-13 8 1,-3 0 348,6-6 1638,-14 6 0,-3 0-1231,7-5 1,0-1-408,2 1 0,-1 0 0,-4-1 0,5-2 0,13-2 3276,-10 1-434,19-3-831,-1 0-2011,6-1-3277,25-4 0,-17 3 2184,9-2 1,7 0 0,-5 0-398,-9 2 1490,10-1 0,2-1 0,2 0 0,-11 1 0,2-1 0,-2 0 0,-3 0 3276,-3-2-2015,-1 0-1261,6-8 0,-6 6 0,15-14 0,-23 18 0,8-5 0</inkml:trace>
  <inkml:trace contextRef="#ctx0" brushRef="#br0" timeOffset="66999">22122 1568 24575,'0'14'0,"0"-6"0,4 20 0,-2-18 0,14 24 0,-8-22 0,5 3 0,1 0 0,8-2 0,1 3 0,4-10 0,-16-7 0,9-3 0,1-4 0,-3-1 0,-1-2 0,2 2 0,1-1 0,-1-5 0,-4 2 0,-7 6 0,5-21 0,-14 17 0,-2-26 0,-14 12-3277,6 1 2361,-6 6 916,-9 3 0,-2 8-1911,-2-6 1911,6 11 0,10 2 0,-3 4 0,4-1-2287,-8 11 2287,18-9 0,-14 12 0,16-14 0,-5 4 0</inkml:trace>
  <inkml:trace contextRef="#ctx0" brushRef="#br0" timeOffset="67735">22583 1620 24575,'0'14'0,"0"7"0,0-2 0,0 8 0,0-19 0,0 10 0,0-9 0,0-1 0,0-2 0</inkml:trace>
  <inkml:trace contextRef="#ctx0" brushRef="#br0" timeOffset="68265">22723 1460 24575,'0'8'0,"2"6"-3277,3 4 0,-1-4 1328,1 3 1949,1-5 0,-3-4 1719,11 11-1719,-11-12 0,11 3 0,-8-6 3276,11-2 0,5-3-3044,-2-1-232,9-9 0,-12-4-2515,-2 4 2515,-5-4 0,-9 5 0,0-2 0,-4-8 0,0 9-3277,-8-3 603,8 10 3730,-18-5-1056,16 6 0,-15-1 0,14 4 0,-2 0 0,4 0 0,2 0 0,1 0 0</inkml:trace>
  <inkml:trace contextRef="#ctx0" brushRef="#br0" timeOffset="68731">23087 1410 24575,'-2'9'0,"1"6"0,-2 12 0,5 2 0,3 7 0,7-13 0,-3-10-3277,4-6 0,-9-6 0,11 0 2376,-9-1 901,8-3 0,-5-5-3229,8-16 3229,-6 11 1356,-2-6 1,-3 0-1357,-3 9 3276,-2-21-2813,-8 16-463,1 0 0,-2 6 0,7 8 0</inkml:trace>
  <inkml:trace contextRef="#ctx0" brushRef="#br0" timeOffset="69198">23305 1381 24575,'0'13'0,"0"2"0,0 12 0,3 6 0,-1-7 0,10 8 0,-8-22 0,13 8 0,-10-16 0,8 1 0,1-6 0,-5-1 0,11-7 0,-8-2 0,13-11 0,-9 5 0,-5 3 0,-1 0 0,-5 1-3277,8-18 0,-14 22 3047,4-8 230,-10-3 0,-3 3 0,-6-7 0,3 11 0,0 10 0,3 0 0,4 2 0,-2 0 0</inkml:trace>
  <inkml:trace contextRef="#ctx0" brushRef="#br0" timeOffset="70048">21495 1547 24575,'3'25'0,"0"0"0,-2-1 0,0 3 0,1-2-1289,1 2 0,0 2 1289,-3 2 0,-2 6 0,-1-1 0,2-8 0,1 4 0,-5 1 0,-2 7 0,1-11 0,2-15 0,-4 9 0,1 0 0,4-11 821,-4 14-821,5-22 424,2 3-424,0-31 0,2 11 0,-1-12 0,-1 20 0</inkml:trace>
  <inkml:trace contextRef="#ctx0" brushRef="#br0" timeOffset="70969">21720 1405 23963,'33'-7'0,"1"-1"0,0 1 0,-1-1 0,1 0 0,1-1 0,2 0 0,0-1 0,0 1 0,0 0 0,0 1 0,0 0 0,0 1 0,-1-1 0,1 1 0,-1-1-547,-3 0 1,-1 0 0,-1 1 0,1-1 0,2 0 0,1 0 181,-2 1 1,2 0 0,2 0 0,1-1 0,0 1 0,-1 0 0,-2 1 0,-3 0 0,-4 1-640,10-2 0,-6 2 0,5-1 1004,-9 1 0,4-1 0,4 0 0,1 0 0,1-1 0,0 1 0,-2-1 0,-3 1 0,-4 1-682,5-2 1,-5 0-1,0 1 1,1-1 681,3 1 0,3 0 0,0 0 0,-3 0 0,-4 0 0,9-5 0,-11 2 2138,-15 7-2138,6-5 74,-10 5-74,4-1 0,11 1 0,-3 1 3276,10-1-2644,-13 2 2644,-2 1-1638,-5 17 0,-3 3-2520,-1-5 882,2 10 0,-1 5 0,-4-4 0,-2 3 0,0 1 0,-1 4 0,1-2-1639,0 1 1,0 1 1399,-1-3 1,-1 1 0,1-4 238,1-6 0,1-1-367,-1 5 1,1 1 366,0-1 0,1 1 0,-1-4 0,2 10 0,3 0 0,-1-3 0,-4-20 0,6 21 842,-5-25-842,-1-1-2440,-15 7 2440,8-8-1639,-22 8 1,-7 0 1614,10-5 0,-3 0-620,-1-1 0,-6 0 0,-3 0 1,0 1-1,2-2 644,-1 0 0,2 0 0,0-1 0,-4 0-308,8-2 1,-2 0-1,-2 0 1,0 0-1,0 0 1,0-1-1,1 1 308,-1-1 0,1 1 0,1-1 0,-1 0 0,-1 0 0,0-1 0,-2 1 0,-1-1 0,-1 0 0,0 0 0,1 0 0,1-1 0,3 1 0,-1 0 0,2 0 0,2 0 0,-2 0 0,-2 0-32,3 1 1,-3 0 0,-2 0 0,-1 1 0,1-1 0,2 0-1,5 0 1,4 0 31,-5-1 0,0 2 0,-3 1 0,-8 2 0,-2 1 0,4-1 0,12-1 0,3-2 0,-3 4 0,-9 3 0,-1 1 0,10-4 0,2-1 120,2 0 0,-8 2 0,1 1 0,6-3-120,-4 1 0,4-4 0,-6 1 0,6-1 0,-1 2 0,-5-2 0,2-1 0,18-1 2266,-17 3-2266,28-4 2317,1 0-2317,3 0 0,-2 0 0,-2 0 0</inkml:trace>
  <inkml:trace contextRef="#ctx0" brushRef="#br0" timeOffset="73981">30731 3662 24575,'9'-2'0,"10"-2"0,-7 1 0,20-1 0,-22 4 0,17 0 0,-15 3-3277,20 6 0,-17-3 3047,9 3 230,-9-5 0,-7-4 0,12 5 0,-10-4 0,8 12 0,-9-7 0,7 13 0,-14-6 3276,-1 3 0,-11 7-3044,3-14-232,-12 8 0,-1 0-3277,8-9 2567,-4 4 0,-2 2 710,-2 3 0,2-1 0,0 7 0,-3-4 0,3-1 0,12-5 0,7-8 0,6-4 0,-2-2 0,1 1 0,-6-2 0</inkml:trace>
  <inkml:trace contextRef="#ctx0" brushRef="#br0" timeOffset="76334">31286 3793 24575,'5'21'0,"1"4"0,-1-6-3277,6 8 0,-6-20 0,10 14 3053,-10-19 2141,7 8-1917,-2-6 0,-2-1 0,14 2 0,-13-5 0,19 6 0,-16-5 3276,21 6-439,-13-5-2837,3 1 2025,-9-3-2025,-3-9 0,-4 4 0,2-6 0,5-8 0,0-4 0,5-7 0,-8 6 0,-10 2 0,-11 1 0,2 5 0,-21-4 0,13 14-656,-7-2 1,0 1-1,8 2 1,-12-2 0</inkml:trace>
  <inkml:trace contextRef="#ctx0" brushRef="#br0" timeOffset="79266">30778 3681 24575,'7'-1'0,"3"-1"0,4-1 0,-5 1 0,9 0 0,-10 1 0,12-3 0,-12 3 0,7-3 0,-10 4 0,3-2 0,1 4 0,0-1 0,17 8 0,-16-4 0,14 2 0,0 1 0,-13-4 0,9 2 0,0 0 0,-15-5 0,6 3 0,-9-3 0,-1 7 0,1 10 0,-2-6 0,-7 24 0,2-24 0,-5 9 0,-3 1 0,-1-6 0,-1-1-1597,-6 13 1597,5-14 0,-1-1 0,-9 5 0,4-6-1639,1 2 1,2 0-1340,7-9 2978,-7 10 0,8-10 0,2 1 0,5 0 0,19 0 0,-5-4 0,10 1 0</inkml:trace>
  <inkml:trace contextRef="#ctx0" brushRef="#br0" timeOffset="80083">31281 3915 24575,'10'23'0,"1"-7"0,0 0 0,0-6 0,3 3 0,1 0 0,-1-1 0,18 7 0,-21-12 0,20 1 0,-3-18 0,-9 6 0,2-8 0,-3-1 0,-10 5 0,7-8 0,0 0 0,-8 8 0,9-15 0,-21 5 0,-1-8 0,-4 7 0,-1 0 0,-5-6 0,0 7 0,-2 2 0,-9 1 0,-4-3 0,10 13 0,2 1 0,6 1 0,-8 0 0</inkml:trace>
  <inkml:trace contextRef="#ctx0" brushRef="#br0" timeOffset="83069">23830 5840 24575,'22'-7'0,"-4"-1"0,6 0 0,2-1 0,-7 1 0,0 0 0,4 0 0,3-1 0,-3 1 0,-4 0 0,0 0 0,17-3 0,-2 1 0,-16 5 0,14-4 0,2 1 0,-11 2-1093,2 0 1,6-2 0,-5 1-2185,3-1 2627,3 1 0,7-2 1,-7 2-1095,-10 3 1744,0 0 0,5 0 0,-1-1-1093,1-2 1,-1 0 0,-1 1 1035,1 2 1,1-1 56,6-3 0,7-3 0,0 1 0,-9 2-1013,-11 4 1,-1 0 1012,6-3 0,4-1 0,-1 1 408,0 3 1,-1 0-409,-6 0 0,1 0-197,9 1 0,5 0 0,-4 1 197,-11 1 0,0 0 0,7 0 0,6 1 0,-1 0 0,-5 0 0,-5-1 0,-2 2 0,5-1 0,2 0 0,3 0 197,3-1 0,3 1 1,2 0-1,-1 1-197,-3-1 0,-1 1 0,1 0 0,2-1-141,-4 0 0,2 1 0,1-2 0,0 1 0,-2 1 0,-3-1 141,1 0 0,-2 1 0,-3 0 0,-2 0 0,4-1 0,-7 0 2193,-8-2-2193,-5 2 3276,1-3-2995,-5 3 331,1 0 1,-2 0 0,1 1 0</inkml:trace>
  <inkml:trace contextRef="#ctx0" brushRef="#br0" timeOffset="83882">26017 5392 24575,'1'25'0,"-1"-9"-1639,3 6 1,0 0-1639,-1-9 1790,2 11 0,1 0 1487,-1-8-1194,1 4 1,0 1 1193,-3-8-1611,9 18 1611,-8-26 3276,4 14-3108,-5-17 554,0 2-722,0-17 0,-1 2 0,3-21 0,-4 17 0,1-5 0,0 2 0,-1 6 2346,-4-22-2346,1 25 0,-4-12 0,21 11 0,0 4 0,15 1 0,2 2-502,-6 2 502,10 0 0,-1-1 0,-13 2 0,15 0 3276,-22 0-130,-11 1-6423,-11 18 353,3-11 2924,-6 16-2973,0 1 2973,4-11-1559,-5 8 0,1-1 1559,3-11 0,-8 16-382,3-10 382,6-5 0,-13 13 0,15-18 1953,-15 14-1953,13-13 0,-8 3 0,10-7 0,3-3 0</inkml:trace>
  <inkml:trace contextRef="#ctx0" brushRef="#br0" timeOffset="85516">26041 5457 24575,'4'15'0,"1"11"-3277,-2-10 702,2 6 2575,-5 13 0,1-21 868,1 11 0,-1 1-868,1-13 0,1 7 944,-1-11-944,-2-6 0,-5-13 0,3 5-820,-7-25 1,7 22 0,-3-9 0</inkml:trace>
  <inkml:trace contextRef="#ctx0" brushRef="#br0" timeOffset="85901">25990 5435 24575,'7'-1'0,"15"-1"0,-11-1-1639,9 1 1,1 0-1639,-10-1 0,16 1 4304,-16 0-1027,-4 2 1761,10-1-1761,-3 5 0,0-2 0,9 3 0,-12-3 0,16-1 0,-16 0 0,9-1 0,-16 0 0,0 0 0</inkml:trace>
  <inkml:trace contextRef="#ctx0" brushRef="#br0" timeOffset="89167">30006 3348 24575,'-7'19'0,"1"-4"0,-10 15 0,3-12 0,1-1-3277,-1 5 948,-6 6 3567,5-5-1238,2 0 0,-2 3 0,4 3 0,6-19-3277,-1 18 1217,2-18 444,2 19 1616,1-22 0,0 16 0,7 4-1517,-2-6 0,1 0 1517,3 13 720,2 1 1,0-2-721,-4-13 1638,2 8 0,2 1-1402,2-8 0,-2-2-755,2 9 519,-1-12 0,0-1 3276,0 3-1216,6 0 1216,-3 0-3155,9 7-121,-10-9 0,1-1 0,0 1 0,1 1-1639,11 11 1,-2-2-1554,-6-7 2099,-1-1 1,3 3 0,-4-4 463,-6-5 632,8 8 0,3 1-3,5 3 0,-9-11 0,0-1-116,-3 0 1,0 0 115,5-2 0,-1 0 0,4 1 0,4-1 0,2-1 1638,-10-2 0,1 0-1555,11 0 1,5-1-1,-6 0 3193,6 2-3055,-7-4 1,11 0-1,3 0 1,-3 0-1,-10-1-1860,-8 0 1,-1-1 1063,9 1 0,8 1 0,2-1 0,0 1 575,-8 0 0,1-1 0,0 1 0,0 0 0,1 0-358,-3-1 0,1-1 0,0 1 0,0-1 0,1 0 0,1 0 358,2 0 0,1 0 0,1 0 0,0 0 0,-1-1 0,-1 0 0,-2 0 0,0 1 0,-2-1 0,0 0 0,-3-2 0,0-1 0,11-6 0,-3-2 0,-9 0 655,-6-2-655,-2-1 0,3-3 0,-5 1 0,0-2-588,7-6 1,-1 0 587,-7 4 0,6-6 0,0 0 0,-10 10 0,3 0 0,1-2 363,-1 1 1,-1 1-364,9-8-125,-6 5 1,3-3-1,0-1 125,-4-1 0,0 0 0,-1 1-712,3-1 1,0 0 711,0-4 0,-4-3 0,-8-1 0,-2 0 0,-3 2 0,-1 0 0,5-5 0,-3-1-117,-6-3 1,-4 6 116,-3 12-1106,1-7 1,-1 1 1105,1 9 241,-8-11 0,-2 1-241,6 9 0,-7-4 0,-5-6 0,2 5 0,8 11 0,-3-1 0,-3-4 0,-6-4 0,-2-2 0,1 1 0,5 5-538,0 2 1,2 1 537,-1-1 0,-2-4 0,-1 0 0,-1 1 0,0 3 0,-1 0 0,1 1 0,1 1 0,3 1 0,2 2 0,-6-2-44,2 1 1,-6-1 0,-4-2 0,-3 0 0,-1 0 0,0-1 0,3 2-1,3 2 1,5 1 43,-7-2 0,5 3 0,-7-1 0,11 4 0,-5-2 0,-3 1 0,-4-2 0,-2 1 0,-1-1 0,0 0 0,-1 1 0,3 0 0,1 0 0,4 2 0,4 0 0,4 1 0,-8-1 0,8 2 0,-8-1 0,8 1 0,-5 0 0,-4 0 0,-3-1 0,-3 1 0,-1-1 0,0 0 0,-1 0 0,3 1 0,1-1 0,3 2 0,5-1 0,4 2 0,-13-2 0,9 2 0,-6-1 147,6 1 0,-4 0 1,-4 0-1,-1 0 1,0-1-1,2 1 1,3 1-1,5 0-147,-6 0 0,5 0 0,1 1 0,1-1 0,1 1 0,1 1 0,-7 0 0,6 1 2613,10-2-2613,-12 4 0,0 0 1061,15-2-1061,-7 1 0,-3 1 1109,4 0 0,0 1-1109,-10 2 0,3 0 0,3-1 0,7-2 0,4 0 0</inkml:trace>
  <inkml:trace contextRef="#ctx0" brushRef="#br0" timeOffset="90651">30944 3181 24575,'13'-29'0,"-1"9"0,-2-4 0,0 0 0,-3 9 0,11-14 0,0 1 0,-6 13 0,10-11 0,2-1 0,-6 11 0,8-5 0,-2 0 0,-9 9 0,10-6 0,0 2 0,-11 10 0,4-3 0,-1 0 0,-6 4 0,6-5 0,-14 8 0,4-2 0</inkml:trace>
  <inkml:trace contextRef="#ctx0" brushRef="#br0" timeOffset="107314">22597 4277 24575,'6'26'0,"-4"-15"0,2 10 0,-1 0 0,-2-9 0,2 7 0,0 0 0,-2-6 0,5 11 0,-4-13 0,2 2 0,0 0 0,-1-5 0,-2 6 0,-1-9 0,1 5 0,1-3 0,1-1 0,-2-2 0,1-1 0,-4-4 0,1 3 0</inkml:trace>
  <inkml:trace contextRef="#ctx0" brushRef="#br0" timeOffset="108186">22616 4168 24575,'0'0'0</inkml:trace>
  <inkml:trace contextRef="#ctx0" brushRef="#br0" timeOffset="108431">22604 3972 24575,'0'0'0</inkml:trace>
  <inkml:trace contextRef="#ctx0" brushRef="#br0" timeOffset="108682">22635 3789 24575,'0'0'0</inkml:trace>
  <inkml:trace contextRef="#ctx0" brushRef="#br0" timeOffset="109648">23157 2567 24575,'0'4'0,"0"-1"0</inkml:trace>
  <inkml:trace contextRef="#ctx0" brushRef="#br0" timeOffset="109882">23176 2831 24575,'-1'31'0,"0"-18"0,0 8 0</inkml:trace>
  <inkml:trace contextRef="#ctx0" brushRef="#br0" timeOffset="110083">23170 3036 24575,'4'8'0,"1"5"0,-2 1 0,1 2 0,-2 11 0,0-13 0,1 11 0,-3-19 0,1 4 0</inkml:trace>
  <inkml:trace contextRef="#ctx0" brushRef="#br0" timeOffset="110231">23204 3274 24575,'1'12'0,"1"-1"0,-2-2 0,0 11-1167,0-8 1167,0 8-820,0-7 1,0-6 0,0 4 0</inkml:trace>
  <inkml:trace contextRef="#ctx0" brushRef="#br0" timeOffset="110398">23222 3538 24575,'2'11'0,"-1"4"-3277,-8 9 0,4-10 0,-8 10 2897,-1-6 1,5-9 0,-3 7-1</inkml:trace>
  <inkml:trace contextRef="#ctx0" brushRef="#br0" timeOffset="110554">23162 3830 24575,'2'16'0,"-2"7"0,-4-3 0,-2 1 0,1-9 0,3-8 0</inkml:trace>
  <inkml:trace contextRef="#ctx0" brushRef="#br0" timeOffset="110716">23140 4084 24575,'2'6'0,"-1"-1"0,-1 0 0,0 6 0,-1 4 0,0-3 0,0-1 0</inkml:trace>
  <inkml:trace contextRef="#ctx0" brushRef="#br0" timeOffset="110916">23161 4314 24575,'-3'8'0,"1"1"0,1-7 0,1 0 0</inkml:trace>
  <inkml:trace contextRef="#ctx0" brushRef="#br0" timeOffset="111815">22772 4846 24575,'0'14'0,"3"7"0,-1-16 0,1 10 0,1-5 0,-2-3-3277,8 12 0,-5-14 2251,8 12 1026,-11-14 0,5 5-495,2 4 495,-3-6 0,14 13 0,-12-13-59,15 6 59,-16-10 3276,13-1-437,-6-10-2839,3 0 1138,6-17-1138,-11 9 0,-1 0 0,2-5 0,-1 0 0,-1 4 0,-1-1 391,-4-1 1,-1 0-392,-3-5 0,-4 4 0,-2 2 0,-1 16 98,-6-8-98,4 8 0,-9-4 0,6 5 0,-5 1 0,0 5 0,5-3 0,-3 6 0,6 0 0,-1-2-820,-2 9 1,7-13 0,-2 6 0</inkml:trace>
  <inkml:trace contextRef="#ctx0" brushRef="#br0" timeOffset="112181">23075 4929 24575,'7'12'0,"-3"-6"0,5 9 0,-8-9 0,3 14 0,-3-2-761,-1-1 761,2-1-57,-2-2 57,-2-5 0,1 14 0,-1-17 0,-1 14 0,1-16 0,1 7 0,-4-1 0,5-7 0,-3 7 0</inkml:trace>
  <inkml:trace contextRef="#ctx0" brushRef="#br0" timeOffset="112833">23245 4825 24575,'5'-5'0,"12"-5"0,-5 7 0,19-6 0,-22 9 0,10-1 0,-14 2-3277,3 12 0,-5-7 2762,3 20 515,-6-17 0,-5 14 0,3-14 0,2 4 0,17 9 3276,-7-12-589,14 15-2687,-16-12 0,0 0 411,2 13-411,-6-8 0,1 1 0,-3-4 0,-3-12 0,0 5 695,-10-4-695,5-1 0,-10 1 0,11-3-3277,-20 0 0,16-1 2246,-17 1 1,-4-1 1030,4 1-469,-6 0 1,-8 2 0,8-1 0,2-1 0,-1 2 0,0-1 0</inkml:trace>
  <inkml:trace contextRef="#ctx0" brushRef="#br0" timeOffset="115369">23406 2511 24575,'-10'19'0,"2"-7"-3277,-8 21 0,10-23 1895,-2 8 1,0 1 1381,2-6 0,-1 5 0,1 0 0,0-4-1238,-3 6 1,0-1 1237,4-9 0,-9 17 0,-1 1 0,-5 0 1638,10-11 0,0-1-1124,-5 2 0,2-3-514,5-7 0,-9 12 0,12-16 0,0 1 0,4-5 0</inkml:trace>
  <inkml:trace contextRef="#ctx0" brushRef="#br0" timeOffset="115781">23442 2716 24575,'-6'24'0,"3"-9"0,-6 12 0,-1 1 0,3-5 0,-5 11 0,0 2 0,3-16 0,1 0 0,-3 8 0,-1-1-3277,-1 4 0,1-3 209,9-7 3068,1-9-1174,0 8 0,1-1 1174,1-10 0,0 14 0,0-20 0,20-5 2804,-13 0-2804,12-8 0,8-6 0,-4 1 0,6-6-270,-7 6 1,4-4 0,0 0-1,-6 4 1,4-4 0,-3 4-1,-1 0 1</inkml:trace>
  <inkml:trace contextRef="#ctx0" brushRef="#br0" timeOffset="116083">23657 2997 24575,'-23'26'0,"1"0"0,0 1 0,6-8 0,0 1 0,-2 0 0,-3 4 0,0-2 0,5-3 0,-4 3 0,3-4 0,-1 3 0,2-3 0,4-1 0,-9 13 0,18-23 0,-5 11 0,23-17 0,11-13 0,4-5 0,-7 6 0,0 0-547,3-6 1,2-2 0,-5 4 0,-1-2 0,-1 3 0</inkml:trace>
  <inkml:trace contextRef="#ctx0" brushRef="#br0" timeOffset="116333">23970 3154 24575,'-28'22'0,"1"0"0,0 0 0,-1-1 0,2 0 0,1-2 0,0 1 0,1 2 0,1 1 0,3-1-1639,-1 2 1,4-2 1095,5-4 0,0-1 1213,0 1 0,3-2-670,6-7 0,21-18 0,6-7 0,0-3 0,0 2 0,-2 1 0,-9 5 0</inkml:trace>
  <inkml:trace contextRef="#ctx0" brushRef="#br0" timeOffset="116617">24050 3316 24575,'-14'22'0,"0"-1"0,-1 1 0,2 0 0,-2-1 0,-2 0 0,-1 2 0,3-5 0,0-2 0,-8 9 0,1-1 0,10-10 0,-2 1 0,1-1 0,9-7 0,20-12 0,-7 0 0,16-9 0,2-1 0,-6 5-656,13-5 1,0 0-1,-13 7 1,13-5 0</inkml:trace>
  <inkml:trace contextRef="#ctx0" brushRef="#br0" timeOffset="116866">24297 3533 24575,'-22'28'0,"3"-7"0,0-2 0,1-3 0,-1 0 0,-4 2 0,3-2 0,0 0 0,1 0 0,-5 3 0,5-4 0,1 1 0,-2 3 0,2-1 0,11-10 0,-4 7 0,33-29 0,-7 3-656,3-1 1,-2 0-1,-5 4 1,-1 1 0</inkml:trace>
  <inkml:trace contextRef="#ctx0" brushRef="#br0" timeOffset="117119">24356 3660 24575,'-15'13'0,"0"0"0,-6 2 0,-3 0 0,1 0 0,-3-1 0,-3 2-547,5-3 1,-6 4 0,-3 1 0,-1 0 0,3-1 0,5-4-547,2-1 1,4-1 0,-3 0 436,-4 4 1,-6 4-1,0-1 1,4-1 0,11-7 1720,7-4-1065,-9 10 1756,35-20-1756,0-3 0,14-6 0,-15 5 0,-5 2 0</inkml:trace>
  <inkml:trace contextRef="#ctx0" brushRef="#br0" timeOffset="117348">24848 3772 24575,'-20'14'0,"0"-1"0,-3 1 0,-2 0 0,0-1 0,-8 1 0,-1-2-791,1 2 1,0 1 790,-5-2 0,6-3 513,16-5-513,-9 4 262,26-8-262,21-12-820,-10 6 1,15-10 0,-24 14 0</inkml:trace>
  <inkml:trace contextRef="#ctx0" brushRef="#br0" timeOffset="117571">24925 3831 24575,'-12'11'0,"-1"2"0,-5 0 0,-5 0 0,-3-1 0,1 1-668,-2 2 0,-1 1 668,-5-1 0,-4 0 0,8-4-3277,4-2 3194,7 0 0,1-2 1162,5-2-1079,15 0 0,30 6 0,-3-4 0,-8-3 0,-2 1 0,-8-2 0</inkml:trace>
  <inkml:trace contextRef="#ctx0" brushRef="#br0" timeOffset="117799">25931 4034 24575,'-23'17'0,"6"-5"0,2 0 0,1-3 0,-3 6-3277,31-5 0,-6-3 2789,13-2 1,12 0 0,2-1 0,-7-1 150,-10 1 1,2 0 336,5-1 0,9-1 0,6 0 0,4 0 0,0 0 0,-1 0 0,-5-1 0,-7 1-818,-1-1 1,-5 1-1,7-1 818,-5-1 0,6 0 0,5 0 0,3-1 0,1 1 0,0-1 0,-2 1 0,-4-1 0,-4 0 0,-7 1 0,9-1 0,-3 0 0,-1-1 0,0 0 0,0 0 0,1 0 0,-1 1 0</inkml:trace>
  <inkml:trace contextRef="#ctx0" brushRef="#br0" timeOffset="118736">23900 2491 24575,'8'-4'0,"-2"3"0,17-16 0,3 1 0,2-2 0,-6 4 0,1-2-1093,5-2 1,3-2 0,-5 3-2185,5-4 2627,-10 5 0,4-3 1,-6 4-931,-2 1 1580,-1 0 0,0-3 0,6-13 0,-11 6 0,0 5 0,0 1 0,-7 2 0,3 4 0,-3 5 0,22-14 0,-17 14 0,19-12-310,-24 15 1,4 0-1,-7 2 1</inkml:trace>
  <inkml:trace contextRef="#ctx0" brushRef="#br0" timeOffset="119571">25074 1358 24575,'10'24'0,"-1"-1"0,0 1 0,1-1 0,-1 0 0,1 2 0,-1 3 0,-1-5 0,2 2 0,2 8 0,0-2-3277,-7-18 908,8 22 3615,-7-15-1246,-3-3 0,3 5 0,-5-15 0,-7-33-1639,-1 8 1,0 0-412,-1-16 2050,-8 4 1885,6 8-1885,0 9 0,0-6 0,-1-1 0,3 6-1639,-2-9 1,0 1 729,5 9 496,-2-9 1,0 0 412,4 10 0,-3-19 0,4 22 638,-3-11-638,1 11 3276,0-1-2459,-2 4 521,0 6-1338,-8 21 3276,6-13-429,-12 22-2847,0-8 0,3-7-1639,-2 4 1,1-2-1639,7-12 3266,-11 16 11,14-14 0,2-2 0,2 2 0,3-7 0,2 2 0</inkml:trace>
  <inkml:trace contextRef="#ctx0" brushRef="#br0" timeOffset="123682">21232 2932 24575,'12'18'0,"-2"-2"0,11 15 0,-6-8 0,-4-7 0,-1 2 0,9 14 0,-9-14 0,0 5 0,-4-21 0,-2 2 0,0-9 0,-4-1 0,-4-15-820,-7-3 1,4 6 0,-1 1 0</inkml:trace>
  <inkml:trace contextRef="#ctx0" brushRef="#br0" timeOffset="124016">21308 2957 24575,'23'-14'0,"-6"0"0,0 1 0,4-2 0,0-1 0,-1-1-3277,0 3 0,2-1 3047,-4 4 230,-9 10 0,-1-2 0,-3 3 0</inkml:trace>
  <inkml:trace contextRef="#ctx0" brushRef="#br0" timeOffset="124666">21386 3100 24575,'11'-1'0,"2"-2"0,-4 1 0,10-5 0,6 3 0,-6-1 0,4 1 0,-19 10 0,2-1 0,-6 25 0,1-14 0,-3 8 0,-3 2 0,-6 7-3277,1-1 1901,-1-11 1376,-12-6 0,-3-3 0,-3 3 0,1-6 0,24-7 0,7 3 3276,17 4-1899,13 6-1377,-9-3 0,0 6 0,-19-13 0,3 9 0,-7-9 0,0 5 0,-7 0 0,2-2 0,-18 13-1639,1-12 1,-2-1-1639,-3 7 3162,3-10 0,1-1-302,2-3 417,8-1 0,-12-1 0,19 0 0,-4-4 0,8-6 0,-1 3 0,2-2 0,0 7 0</inkml:trace>
  <inkml:trace contextRef="#ctx0" brushRef="#br0" timeOffset="125749">21397 3191 24575,'10'-3'0,"6"-3"0,-9 7 0,4-4 0,-4 6 0,5 6-3277,10 12 0,-7-8 2422,-1 4 0,-2-1 855,-7-10 0,8 19 0,-11-7 0,0-2 0,-8 11 0,3-18 0,-20 20 0,16-21 0,-21 16 0,21-18 0,-13 10 0,15-11 0,-8 3 0,9-6 3276,-3-2-502,0 0-560,-2-3-2214,3-1 0,1 1 0,5 0 0</inkml:trace>
  <inkml:trace contextRef="#ctx0" brushRef="#br0" timeOffset="126265">21538 2980 24575,'10'26'0,"0"1"0,-1 2 0,5 2 0,2-7 0,8-1 0,-3 3 0,10-8 0,-24-17 0,13 1 0,-3-13 0,-1 0 0,-3-3 0,0-1 0,-2-1-1639,0-4 1,-1 1-1639,-5 8 2547,0-11 1,-3-1 729,-5 9-1639,-4-8 1,-1 0 785,1 9 853,-13-13-175,6 16 175,-3-1 0,-7 1 0,13 6 3276,-11 2-2510,17 2-766,-6 0 1204,-1 10-1204,-3 5 0,1-1 0,2-1 0,11-12 0</inkml:trace>
  <inkml:trace contextRef="#ctx0" brushRef="#br0" timeOffset="126632">21802 2865 24575,'3'25'0,"3"1"0,3-1 0,4-2 0,-4-1 0,2-3-3277,10-9 0,-13-5 0,16 1 2973,-19-6 1806,22 0-1502,-21-2 0,18-14 0,-18-6 0,6-1 0,-13-8 0,0 20 0,-20-16 0,15 20 0,-11-8 0</inkml:trace>
  <inkml:trace contextRef="#ctx0" brushRef="#br0" timeOffset="126989">22050 2824 24575,'5'8'0,"5"3"0,1-5 0,1 3-3277,18-6 0,-18 0 1328,23-7 1862,-18-3 1,1 0 86,0-1 0,1-1-1093,3-2 1,3-1 0,-4 0 459,7-4-239,-8 1 0,3-2 1,-6 3 871,-6 3 1108,4-11 0,-5-3-1108,-12 6 0,2-6 0,-4 14 0</inkml:trace>
  <inkml:trace contextRef="#ctx0" brushRef="#br0" timeOffset="128715">25924 2978 24575,'3'34'0,"1"-2"0,2 0 0,-2-11 0,0 1-1639,0-3 1,-1 0-1600,4 16 3974,-2-16-736,-2-6 0,6 14 0,-5-14 0,3-2 0,-3-8 3276,-1-12-1661,1-6-1615,-1-14 0,1 10-1639,-3-1 1,0 2-981,-1 7 2619,-2-20 0,0 16 0,-6-7-3277,0-3 2017,3 12 274,-5-10 986,9 18 3276,-4-11-3083,7 9 0,-2 0 0,2 3 0</inkml:trace>
  <inkml:trace contextRef="#ctx0" brushRef="#br0" timeOffset="129235">25978 3245 24575,'15'-4'0,"-6"3"0,19-3 0,-18 4-1639,13 0 1,1 0-1639,-12 0 2162,9 2 0,-1 3 1115,-10 1-2698,13 14 2698,-17-11-388,3 23 388,-7-21 0,-1 8 0,0 1 0,0-6 1638,-4 4 0,-2 1-649,-11 1-989,-1 2-1639,-2-12 1,1-3 804,4-5 834,-10 5 3276,7-6-2779,3-3-2136,-6-1 1,1 0 1139,3-3-952,-11-5 0,0-1 1451,17 5 1380,-9-4 0,0-2-1380,9-1 0,1 4 0,1-1 0</inkml:trace>
  <inkml:trace contextRef="#ctx0" brushRef="#br0" timeOffset="129854">26000 3062 24575,'5'-1'0,"3"-2"0,3-2 0,4 0 0,13-7 0,-11 6 0,10-3 0,-18 6 0,1 1 0,-7 0 0,-1 1 0,-1 0 0</inkml:trace>
  <inkml:trace contextRef="#ctx0" brushRef="#br0" timeOffset="130447">26260 3089 24575,'2'8'0,"0"12"0,-1-10 0,2 19 0,1 0 0,0 1 0,0-9 0,1-2 0,-1-2-3277,10 13 0,-9-24 2852,12 18 425,-10-20 0,11 8 0,-5-5 0,12-3 0,-9-1 0,12-6 0,-17 1-3277,23-12 2082,-25 10 1195,18-13 3276,-12 3-2472,-2-2-4081,5-12 2338,-11 16 824,-1-18 115,-6 18 3276,-4-19-2204,-14 1-680,10 9-392,-7 6 0,0 2 0,8 8 3276,-18-4 0,-4 12-3132,5 0-144,1 1 0,2 2 0,6-4 66,-16 9 1,27-9-1,-7 3 1</inkml:trace>
  <inkml:trace contextRef="#ctx0" brushRef="#br0" timeOffset="130882">26638 3122 24575,'-4'28'0,"3"8"0,3-11-1639,1-4 1,1-3-1639,-1-10 1328,4 13 1949,-3-10 0,5 1 0,-1-1 1719,6-3-1719,-7-5 0,22-9 0,2-10 3276,-2 2-2126,-13 5 1,0-1-1151,6-7 0,-1-1 0,-7 3 0,0-1 0,-2-11 0,-3 3 0,-14 0 0,-7 11 0,3 3 0,1 4 0</inkml:trace>
  <inkml:trace contextRef="#ctx0" brushRef="#br0" timeOffset="131348">26985 3108 24575,'-9'16'0,"3"-3"-3277,-1 22 0,5-22 0,1 21 3861,4-17-584,0 4-2504,7 9 2504,-5-17-2891,15 10 2891,-15-20 2891,15 7-2891,-4-14-2604,10-10 2604,-7 6 0,-1-10 2955,-6 5-2955,-4-2 0,11-13 0,-13 15 0,4-19 0,-10 24 0,1-12-339,-6 5 339,-1 5 0,-15-13 0,12 15 0,-13-5 0,18 11 0,-4-1 0</inkml:trace>
  <inkml:trace contextRef="#ctx0" brushRef="#br0" timeOffset="131916">26234 3582 24575,'16'0'0,"3"1"0,3-2 0,7 0 0,3-2 0,0 1-1639,-1 0 1,5 0 1239,-9-1 1,7 0 0,3-1-1,2-1 1,-1 1 0,-4 0-1,-7 1-1240,6-2 1,0 0 1361,-7 1 0,4 0 1,3 1-1,2-2 0,-1 1 1,-2-1 276,2-2 0,0 0 0,-1 0 0,-1 0 0,1 0-359,-3 1 0,0 1 1,-1 0-1,1-1 1,0 1 358,4-2 0,1 0 0,1-1 0,-2 2 0,-3-1-152,6 0 1,-4 1 0,-6 2 151,1 2 0,2-1 0,-7 2 0,-1 0 0,-4 1 0,6 2 0,-2-1 0,-10 0 0,15 2 0,-27-3 0,3 0 0,-5 0 0</inkml:trace>
  <inkml:trace contextRef="#ctx0" brushRef="#br0" timeOffset="132200">27684 3393 24575,'5'14'0,"-4"-8"0,4 15 0,-2-10 0,1 9 0,1-6 0,-1-6 0,2-2 0,0-6 0,-1-3 0,0 1 0,-4-1 0,-1 1 0</inkml:trace>
  <inkml:trace contextRef="#ctx0" brushRef="#br0" timeOffset="133817">27180 3415 24575,'4'8'0,"8"8"0,-5-6 0,7 9 0,0 0 0,-7-9 0,10 16 0,-1 0 0,-8-13-1639,5 13 1,-2-1-1639,-6-12 1638,3 10 1,-1-2 148,-4-13 1490,7 19 0,3-9 0,-6-8-1517,7 5 0,0-2 1517,-7-7 2885,25 12-2885,-22-15 3276,14 3-2090,-14-6-1186,1 0 0,2 1 3276,9-1 0,12-2-3155,-5-1-121,1-7 0,-24 6 335,6-6-335,-11 2 0,-5 9 0,-4-1 0,-13 15 0,12-8 0,-7 5 0,4-4 0,2-2 0,-6 6 0,9-5 0,-3 2 0,8-7 0,0-3 0,15-11 0,-9 6-3277,21-13 0,-20 16 3047,12-9 230,-14 12 0,0-1 0,0 1 0,-3 11 0,-1 7 0,-2-2 3276,1 1 0,3-16-3044,12-2-232,8-3 0,1 1 0,5 0 0,-17 3 0,4 0 0,-15 0-3277,-13 6 0,5-5 2847,-24 11 430,26-7 0,-9 4 0,12-5 0,0-1 0,2 1 0,-4-1 3276,3-2 0,-5 4-2844,6-3-432,-2 2 0,4-1 0,0-1 0,0-1 0</inkml:trace>
  <inkml:trace contextRef="#ctx0" brushRef="#br0" timeOffset="149965">31505 3400 24575,'9'-6'0,"10"-16"-1452,-13 14 1452,4-7 0,1-3 0,-2 0 0,1-1 0,-3 0 0,0-1 0,5-8 0,2-4 0,-2 5 0,-5 8 0,0 1 0,6-15 0,2-4 0,-3 7 472,-1 9-472,1-5 0,3-6 0,-3 6 0,2 4-1093,0 1 1,3-3 0,-2 4-1929,-1 2 2332,9-4 0,1 1 689,-8 11 0,7-5 0,1 1 0,-6 7-1639,7-1 1,-2 1 1294,-11 3 97,8 0 0,-1 0 247,-12 1 819,10 1 0,-13 1 0,-1 1 0</inkml:trace>
  <inkml:trace contextRef="#ctx0" brushRef="#br0" timeOffset="154599">15559 2000 24575,'35'-13'0,"-10"6"0,6 0 0,-3 0 0,6-1 0,3 0 0,-1 1 0,-5 0-1093,-1 1 1,-3 0 0,7 0 818,-10 1 1,6-1 0,4 0 0,2-1 0,3 0 0,1-1 0,-1 1 0,0 0 0,-1 0 0,-4 1 0,-4 0 0,-4 2-820,11-2 1,-7 2 0,9-2 929,-16 3 1,4-1 0,4-1 0,3 0 0,3 0-1,2-1 1,1 0 0,2 0 0,0 0 0,1-1 0,-1 1-1,0 0 1,-2 0 0,-1 1 0,-3 0 0,-3 0 0,-3 1-1,-4 1-64,12-2 0,-8 1 0,-2 1 1,3 0-1,7 0 227,-12 0 0,2 0 0,4 0 0,2 0 0,3 0 0,1-1 0,2 1 0,1-1 0,1 0 0,0 0 0,0 1 0,0-1 0,0 1 0,-2-1 0,-1 1 0,-1 0 0,-3 0 0,-2 0 0,-3 1 0,-3 0-365,13-1 1,-6 1 0,-4 0 0,0 0 0,2 0 0,6 0 364,-7 1 0,3-1 0,3 1 0,3-1 0,1 0 0,0 0 0,1 0 0,-2 1 0,-1-1 0,-2 1 0,-3 0 0,-4 0 0,-4 0 453,14 1 1,-9 0 0,2 0-454,3 1 0,3-1 0,-3 0 0,-10 1 1997,-4 0-1997,6 1 3276,-24 0-2704,-2-1 2704,1 1-2451,-4-1 1,-1 1 0</inkml:trace>
  <inkml:trace contextRef="#ctx0" brushRef="#br0" timeOffset="155848">18205 1603 24575,'-2'23'0,"1"12"0,-1-23-3277,-1 25 0,3-27 398,-6 22 2879,5-23 1843,-3 12-1843,4-19 0,5-4 0,-2-4 0,3-3 0,0-9 3276,-5 11-1722,1-18 1,0-1-350,-2 15-1205,-2-18 0,0-1 0,-1 14-1639,-2-5 1,0-1-1639,2 9 3047,-5-20 230,7 23 0,2-5 0,31 27 0,-19-4 0,19 6 0,0-1 3276,-20-7-1638,17 4 0,-1 0-1406,-16-6-232,17 8 0,-25-7 0,2 6 0,-6 11 0,0-9 0,-9 22 0,6-26-1639,-9 7 1,0 0-1639,5-10 2689,-12 8 1,-1 0 587,4-8 0,-6 6 0,0 0 0,8-5-1639,-4 3 1,2 0 692,9-7 946,-9 6 0,15-13 3276,1 1-2329,3-3-2,0 1-945,18-18 0,-6 6 0,2-3 0,0 1 3276,-5 2-1638,3 1 0,-2 0-1406,-5 6-232,3-2 0,-20 22 0,-3 3 0,-2 1 0,-9 9 0,3-6 0,0-3 0,4-4 0,-2 0 0,13-7 0</inkml:trace>
  <inkml:trace contextRef="#ctx0" brushRef="#br0" timeOffset="160098">20716 4370 24575,'7'13'0,"-4"-4"0,3 1 0,-6-8 0,3 1 0</inkml:trace>
  <inkml:trace contextRef="#ctx0" brushRef="#br0" timeOffset="162283">27166 4146 24575,'11'3'0,"12"0"0,-6 2 0,12 1 0,-19-4 0,-1 1 0</inkml:trace>
  <inkml:trace contextRef="#ctx0" brushRef="#br0" timeOffset="162616">27693 4217 24575,'17'5'0,"4"0"0,0 0 0,10 0-656,-6 0 1,-3 0-1,-12-5 1,-2 1 0</inkml:trace>
  <inkml:trace contextRef="#ctx0" brushRef="#br0" timeOffset="162882">28214 4287 24575,'3'1'0,"0"1"0</inkml:trace>
  <inkml:trace contextRef="#ctx0" brushRef="#br0" timeOffset="165832">29332 4323 24575,'0'8'0,"0"2"0,0-1 0,0 5 0,2-2 0,-2-1 0,3 0 0,-1-4 0,-1 0 0,2 2 0,-3-1 0,2-1 0,-2 2 0,0-2 0,0 1 0,1-4 0,0 1 0,0-1 0,-1 1 0,1 0 0,1 2 0,3 1 0,-3-1 0,2 2 0,-4-5 0,4 3 0,-2-1 0,3 1 0,-1 0 0,0 2 0,0-4 0,-2 2 0,1-3 0,0 0 0,0 1 0,3 1 0,-2-1 0,-1 2 0,-2-3 0,-1-1 0,0-2 0</inkml:trace>
  <inkml:trace contextRef="#ctx0" brushRef="#br0" timeOffset="171234">29351 4350 24575,'0'14'0,"0"4"0,0-5 0,0 8 0,0-10 0,0 5 0,0-8 0,0 0 0,0-4 0,0 0 0,0 0 0,0-1 0,0 0 0,0-1 0,0-1 0</inkml:trace>
  <inkml:trace contextRef="#ctx0" brushRef="#br0" timeOffset="171651">29351 4468 24575,'0'0'0</inkml:trace>
  <inkml:trace contextRef="#ctx0" brushRef="#br0" timeOffset="173097">29388 4433 24575,'9'0'0,"16"4"0,-7-3-1639,5 3 1,-1-1-1639,-7-2 1638,10 2 1,-1 1-1639,-14-3 5064,22 4-1787,-17-3 0,6 2 0,11 0 0,-9-1 0,12-2 0,-21 1 0,9-1 0,-1 0 0,-11 0 1638,14 1 0,3-1-1270,-10 1-2007,8 0 1,-1 0 674,-5 0 964,7 1-1418,-3 0 0,-2 0 1418,-7-2 0,17 2 0,-2-1 0,-22-2 399,15 0-399,-11 2 3034,-1-2-3034,12 2 0,0-2 0,0 0 0,7 1 0,-17-1 0,21 2 0,-25-2 0,16 0 3276,-7 0-2015,9 1-1261,-6-1 0,14 2 0,-25-2 0,17 0 0,-19 0-3277,16 1 2017,-18-1 1260,15 2 0,0 2 0,1-2 0,1 1 0,-2-1 0,-1-1-495,6 1 1,0 0 494,-10-1 0,7 2 0,0-1 0,-9-2 0,18 0 0,-24 0 0,20 0 0,-17 0 3276,15 0-2505,1 0-771,-6-2 1479,10 0-1479,-12-2 0,-4 2 3276,0-4 0,-4 5-3044,4-3-232,0 4 0,-3-2 0,-1 0 0,0 1 0,-1-3 0,5 1 0,-7 1 0,4-3 0,-5 5 0,2-1 0,-5-1 0,0 0 0,0 1 0,-4-2 0,2 4 0,-2-1 0</inkml:trace>
  <inkml:trace contextRef="#ctx0" brushRef="#br0" timeOffset="201598">31388 1198 24575,'12'33'0,"-1"0"0,-4-3 0,0-2-1639,4 3 1,0-1-1,-6-10 1,0-1 702,2 7 936,1-2-1628,-3 3 0,1 1 1628,1-5-1612,0 8 0,-1-2 1612,-3-16 2039,4 19-2039,-2-16 610,-2-1-610,6 7 3276,-5-9-2015,0-3-442,-2-5 0,-2-1 0,1-1 0</inkml:trace>
  <inkml:trace contextRef="#ctx0" brushRef="#br0" timeOffset="202282">31358 1466 24575,'11'-6'0,"3"-4"0,-3 3 0,7-7 0,-15 8-1639,9-8 1,1-1-1639,-7 6 0,13-17 2287,3 1 990,-11 11-932,14-10 0,1 0 932,-13 13 0,4-4 0,1 0 0,1 6 0,-7 3 3276,21 3-2691,-10 15-585,1 0 2040,4 12-2040,-11 0 0,-2-3 0,-1 11 0,-11-19 0,-1 7 0,-1 1 0,-1-10 0,-5 21 0,-2-11 0,-9 7 0,5-6 0,-2-7 0,0-2 0,3-8 0,-14 13 0,15-15 0,-4 3 0,12-4 3276,-3 1 0,4-3-3044,1 2-232,10-1 0,2 1 0,17 0 0,-11-1-3277,10 0 0,-18-1 3047,3 0-790,-9-3 1020,-2 3 0,2-5 0,-4 5 0,1-1 0</inkml:trace>
  <inkml:trace contextRef="#ctx0" brushRef="#br0" timeOffset="203298">31955 1451 24575,'10'-8'0,"4"-6"0,-5 5 0,4-11 0,-11 5 0,2 1 0,-4 1 0,-4 4 0,-8-4 0,-9 1 0,-2 3-1639,3 9 1,1 3-1639,4-1 1638,-8 10 1,2 2 148,13-7 1490,-14 17 0,14 7 0,6-15 0,-2 3 0,2 1 0,6 8 0,3-9 0,1 1 0,4 10 1638,3-10 0,5-2-1008,3-9 1,-1-2 837,9 8-1468,-11-10 0,1 0 0,8-1 0,-5-5 0,7 4 0,-18-5 0,-10-2 0,1-4-1468,0-17 1468,-2 11-843,-1-8 1,-2 0 842,-2 8-1639,-1-12 1,-1 0 937,0 11 93,-2-13 0,0 1 608,3 14 0,-3-13 0,-1 1 0,2 13-248,0-9 1,1 1 247,2 11 3132,-1-13-3132,4 8 1685,1 7-1685,2-3 3276,-1 10-1035,16 22 1035,-14-14-3002,12 18 0,0 1-274,-11-15 0,11 19 0,-1-1 0,-10-17 0,6 9 0,1 0 0,-7-15 0,4 0 0,-8-28 0,-3 7 0,0-14 0,1 12 0,1 2-3277,6-19 0,-4 22 3047,11-21 230,1 16 0,3 1 0,1 0 0,3-1-1639,0 8 1,-1 2 378,-11 5 760,23 12 500,-21-4 1638,4 3 0,1 3-625,5 3-1013,-4-2 0,5 1 0,-11-12 3276,7 1-139,-7-3-6414,2-12 889,-8 7 2388,1-6 0,-5 8 0,0 2 0</inkml:trace>
  <inkml:trace contextRef="#ctx0" brushRef="#br0" timeOffset="203515">32447 1203 24575,'10'-2'0,"8"-1"-3277,17-5 0,-13 3 1328,4-1 1949,-12-1 1719,-5 1-1719,7-9 0,-11-11 0,-2 13 0,-3-7 0</inkml:trace>
  <inkml:trace contextRef="#ctx0" brushRef="#br0" timeOffset="203734">32520 994 24575,'3'28'0,"1"-1"0,-1 1 0,-1 8 0,4-7 0,1 5 0,0-7 0,1-6 0,0 2 0,1 0 0,3 6 0,-2-10 0,-1 4 0,-6-15 0,-2 8 0,-1-10-820,-11 24 1,8-23 0,-6 14 0</inkml:trace>
  <inkml:trace contextRef="#ctx0" brushRef="#br0" timeOffset="204082">31978 1864 24575,'11'-1'0,"15"-9"0,1 0 0,6-2 0,-3 1-1239,-8 1 1,2 1 1238,5-2 0,8-1 0,3-1 0,-4 1 0,-9 2-3165,7-2 3165,-10 4 0,7-1 0,0 0 0,-5 1 0,-4 1 0,-3 2 0,0 1 0,0-1 0,7-2 0,-3 1 0,-8 3-3277,14-7 2472,-23 9 805,7-3 0,-11 4 0,-1 0 0</inkml:trace>
  <inkml:trace contextRef="#ctx0" brushRef="#br0" timeOffset="205171">31802 2373 24575,'21'25'0,"-11"-13"0,12 13 0,-17-20 0,12 12 0,-4 0 0,1-3-3277,3 8 0,-11-14 2077,6 6 1200,-8-11 0,4 2 0,-8-5 0,0 0 0,-3 0 0,1 0 0,0 0 0</inkml:trace>
  <inkml:trace contextRef="#ctx0" brushRef="#br0" timeOffset="208131">22424 3511 24575,'0'0'0</inkml:trace>
  <inkml:trace contextRef="#ctx0" brushRef="#br0" timeOffset="208400">22535 3256 24575,'0'0'0</inkml:trace>
  <inkml:trace contextRef="#ctx0" brushRef="#br0" timeOffset="210064">21242 3755 24575,'7'-2'0,"0"2"0,-2-4 0,1 3 0,0-2 0,2 3 0,1-1 0,9-1 0,5-4 0,-5 2-3277,9-4 0,-20 4 3023,16-5 254,-17 5 0,13-6 0,-2 2 0,-6-1 0,16-7 0,-20 11 3276,20-12 0,-8 7-3055,-1 0-186,2-3-35,-5 2-1944,-2 1 1944,-2 0 0,0 4 0,1 0 0,11-7 0,-9 6 0,2-4 0,4-2 0,-10 7 0,7-5 0,-1 1 1944,-9 7-1944,14-11 0,-6 5 0,2 0 0,-1-1 0,3-2 0,-10 8 0,17-12 0,-16 10-1639,8-3 1,0-1-1639,-8 3 3047,18-7-1198,-3 0 1428,-6 3-1639,5-1 1,-2-1 851,-7 3 368,7 0 1,-1 0 418,-11 5 0,9-2 0,0 0 0,-10 2 0,12 0 0,0 0 0,-10 2 0,19-4-1,-9 3 1,-7 1 0,23-3 0,-27 5 838,22-1-838,-22 0 3276,22 2-2489,1 3 642,-8-2-1429,2 4 0,-2 1 0,-10-3 1638,6 3 0,-1 1 1638,-7-3-3044,6 7-232,-12-5 0,3 3 0,-6-3 0,0-1 0,-8-2 0,1-2 0,-7-9 0,6 3 0,0-4 0,2 6 0</inkml:trace>
  <inkml:trace contextRef="#ctx0" brushRef="#br0" timeOffset="210734">22584 3211 24575,'5'13'0,"-2"6"0,-2-3 0,1 3 0,-2-9 0,3-3 0,0-4 0,-1-2 0,2-9 0,2 0 0,2-2 0,10 4 0,0 4 0,-3 0 0,-4 2 0,-8 2 0,2 1 0,4 3 0,-2-1 0,2 4 0,-6-3 0,-3 2 0,-3 3 0,1-4 0,-7 4 0,8-5 0,-5 1 0,2-4 0,2-1 0,-6-1 0,5-1 0,-4-1 0,3 1 0,-2-3 0,0 1 0,3 0 0,-1 1 0</inkml:trace>
  <inkml:trace contextRef="#ctx0" brushRef="#br0" timeOffset="211432">22591 3237 24575,'3'12'0,"-1"-4"0,3 11 0,-4 0 0,2-3 0,-3 2 0,5-13 0,-3 0 0,1-6 0,-2-7 0,-1-7 0,0 3-3277,0-9 0,0 16 3047,-3-8 230,3 8 0,-5-2 0,9 4 0,3 0 0,0 3 0,7-3 0,-9 3 3276,9-3 0,-10 3-3044,9-2-232,-8 2 0,7 0 0,-6 0 0,-3 2 0,-10 2-820,-1-1 1,0 1 0,3-4 0</inkml:trace>
  <inkml:trace contextRef="#ctx0" brushRef="#br0" timeOffset="217548">8479 2214 24575,'7'0'0,"1"0"0,2 0 0,-2 0 0,9-3 0,-9 2-3277,25-5 0,-24 6 2380,11-3 1,0 0 896,-9 2-1639,12 0 1,0 0 896,-11 1 137,15 0 0,0 0 605,-13 0 0,16 0 0,1 1 0,-13 0-564,6 0 0,6 1 0,-6 0 564,-5-2 0,7 1 0,9 0 0,1 0 0,-8-1 0,4 0-224,-4-1 1,9-1 0,5 0 0,-3 0 0,-10 0 223,-6 1 0,-1 0 0,7-3 0,9 0 0,3-1 0,-2 0 0,-7 1 0,4 0 0,0 1 226,-6-1 1,5-1 0,1 0 0,1 0 0,-2 1-227,0 2 0,0 0 0,-1 1 0,-1-1 0,5-1 0,-1 0 0,-2 0 0,-5 2 0,-2 1 0,-1 0 0,8-1 0,-4 0 2224,-1 1-2224,-2-1 0,7 1 0,1-1 0,-8 0 670,4 1-670,-7 0 0,6-1 0,-2 0 0,5 0 0,0-2-587,-3 0 0,2 0 0,0-1 587,-7 2 0,0 0 0,2 0 0,10-2 0,3-2 0,-13 3 2520,-15 2-2520,11-2 0,5 0 36,-8 3 0,1 0-36,6-1 0,3 1 0,-1 0 212,0 0 0,1 1-212,2-1 0,4 0 0,-4 1 0,0 2 0,1 0 0,-7-2 0,2 0 0,2-1 0,-3 1 0,0 1 0,-2-1 0,2 1 0,5 0 0,3-1 0,-1 1 0,-8-1-514,5 0 514,-8-1 0,4 1 0,-4 1-458,12 5 458,-15-6 0,2 0-348,6 3 0,4 1 1,-4-1 347,-8-3 0,-1 0 0,6 2 0,2 2 0,3-2 233,1-2 1,2 0 0,1 0 0,-1-1-234,2 2 0,0-1 0,0 0 0,1 0 0,-5-1 0,1 1 0,0-1 0,1 0 0,0 0 0,1-1 0,1 0 0,1 0 0,-2 0 0,-1-1-503,1 0 1,-2-1 0,0-1 0,-1 2 502,-2 0 0,0 0 0,0 0 0,1 1 0,1-1 0,3-1 0,0 0 0,-3 1 0,-8 1-295,11 0 295,-8 1 0,4-1 0,-3 1 0,-4-1 0,-2 0 0,-3 0 0,2 0 0,4 1 0,4-1 0,-5 1 2969,2-2-2969,12 0 0,-2 0 1161,-19 1-1161,2-2 0,3 0 0,12 2 0,-8-2 0,0 0 0,4 1 0,-3 0 0,2-1 0,3 0 0,3 1 0,-8 2 0,-1 0 0,-5 0 0,2 0 0,4 0 0,4 0 0,-6 0 3276,5 0-2407,3-2 1,-3 1 1424,-18 0-2294,10-2 0,-1-1 0,-11 2 0,21-6 0,6 1 0,-5 1-1639,-3 2 1,-2 1 1177,-8 1 461,1 1 0,-1 1 0,-12 0 0,7 0 0,-12 0 0,-3 0 0</inkml:trace>
  <inkml:trace contextRef="#ctx0" brushRef="#br0" timeOffset="221132">8403 2183 24575,'5'-5'0,"-2"2"0,1 2 0,0 1 0,3 0 0,-3 0 0,3 0 0,2-2 0,-3 0 0,12-2 0,0 2 0,-1-1 0,6 2 0,-15 0 0,16-2 0,-17 2 0,10-1 0,-2-1-3277,3 1 0,-1-1 1421,8-1 1856,-16 0 0,15 0 0,-14 2 0,15-2 0,-19 1 0,11 0 0,-1-4 0,3 3 0,0-4 0,16 0 0,-15 1 0,0 0 0,-2 1 0,1 0 0,12-5 0,-5-1 0,-12 7 419,8-6 1,-1-1-420,-8 5-216,7-3 1,1-2 215,1-1 0,0 0 0,6-3 0,-11 7 0,0 1 0,0-1 0,2-3 0,11-4 0,-21 8 0,7-2 0,0-1 0,-5 2 0,18-13 0,-19 14-1639,6-5 1,1-1 1290,-8 7 654,20-14-306,-15 9 0,0 2-1517,2-2 0,1 1 1517,-5 4 0,11-8 0,-1 2 0,-13 7 3034,19-11-3034,-8 6 0,-8 5-3034,16-9 3034,-20 12 3034,8-7-3034,-12 6 0,14-9 0,-12 8-3034,22-15 3034,-22 16 1059,11-7 0,0-1-1059,-9 7-1365,9-7 0,0 1 1365,-9 7 1156,8-7 0,-1-1-1156,-9 8 0,19-16 0,-19 15 0,13-12 0,-15 12 3276,6-5-2676,1-3-3607,1-1 3007,2-1 3276,6-6-2634,-14 14-3919,15-15 2827,-16 15-2493,17-15 2943,-17 17 2943,12-13-2943,-7 7-2760,12-11 2760,-10 7 1188,5 1 0,-1 1-1188,-9 6 1638,9-5 0,3-1-703,7-7-935,0 3 0,-9 5 0,-1 1 0,-2 2-3277,15-8 2343,-17 10 934,9-5 3276,-10 7-2555,2-4 246,9-2-967,10-7 0,-8 6 0,-6 3 0,0 0 0,-2 2-3277,10-6 2094,-13 8 4459,15-8-2597,-18 9-3956,22-11 2409,-21 10 868,5-1 0,2-2 0,8 0 0,4-5 1638,-10 5 0,0 1-547,11-5-1091,-1-1 257,-11 8 0,0 1-257,1-2 0,-1 0 3276,7 1-1638,3 1 0,-2 0-1406,-12 2-1871,11 0 1,0 0-1639,-11 0 2749,10-2 1,0 2 527,-8 1-1639,9-3 1,0 0 652,-10 3-440,9-2 0,-2-1 1426,-14 4 2852,17-3-2852,5 0-1242,-12 3 1,0-1 1241,18-2 613,-3 7 1,-3 1-614,-12-1 0,14 4 0,0-1 0,-13-3-1218,9 2 1,-1-1 1217,-15-2 680,15 2 0,1 1-680,-13 0-524,14 0 1,-1-1 523,-12-1 0,16 2 1734,-7-1-1734,-8-2 0,13 4 0,1 0 0,-12-2-755,13 2 1,-2 0 754,-21-3 728,17 3 0,0 0-728,-13-2-861,13 4 1,-1-1 860,-14-3 990,9 2 1,0 1-991,-7-2 0,4 2 0,-1 0 0,0-3 0,14 10 0,-22-13-756,9 5 0,-1 1 756,-9-6 0,14 7 0,0 1 0,-13-7 466,23 12-466,-15-10 0,-1 3 0,3-2 0,0 0 0,-5 0 0,9 2 0,-1 1 0,-11-4 3034,14 6-3034,-3 1 0,-9-4 0,10 5 0,0 0 0,-9-4 0,4 2 0,2 0 3276,3 0-2958,-1-1-318,12 6 0,-19-10 0,6 4 0,-10-4 0,13 7 0,-9-5-1639,3 4 1,0 0 691,-7-6 2383,10 8 0,0 0-1436,-7-5 0,5 2 0,-1 0 0,-6-4 843,18 10-843,-9-4 0,1 2-1639,-3-3 1,-1-1 859,-9-4 779,13 7 0,0-1 0,-13-8 971,20 10-971,-1-4 0,-15-5 0,10 5 0,0 0 3276,-15-7-2646,10 7 1,1-1-631,-9-6 1638,7 5 0,3 3 1638,12 3-3160,-15-7 0,1 0-1755,5 2 1,-1-1-1639,-6-5 1638,5 3 1,-2-1 148,-11-3 1490,16 4 0,-11-3 0,-2 1-3034,21 5 3034,-21-4 0,17 6 2373,-5-4-2373,-3 0 0,3-1 0,-2 0 0,-7-2-1408,7 1 1,-1-1 1407,-13-4 2815,11 2-2815,0 2-2373,6 2 2373,-2 0 2521,11 1-2521,-22-6 0,19 4 0,-19-2 3276,22 3-2269,-7 1-1007,1-3-1639,-8 1 1,-2-1 632,-9-3 4282,15 5-2773,-4-2 1,-1 1 263,-3-2-767,10 4 0,-2-1 0,-18-4 0,17 2 0,-16-3 0,10 4 0,-1-5 0,8 6 0,-7-7 0,11 3 0,-19-3 0,13 1 0,-10 0 0,0 2 0,4 0 3276,-9-1 0,8 0-3044,-6 1-232,5-1 0,-6 3 0,1-4 0,-15 5 0,6-4 0,-7 3 0,5-4 0</inkml:trace>
  <inkml:trace contextRef="#ctx0" brushRef="#br0" timeOffset="221665">14110 1986 24575,'14'2'0,"-4"-1"-3277,20-1 0,-20 0 1638,13 0 1,0 0-1639,-14 0 5064,24 0-1787,-6 3 0,-2-1-181,12 3 181,-6-3 0,-3 3 0,-8-4 0,0 0 0,12 3 0,-3-3 0,-2-1 0,-8 0 0,15 0 0,-1 0 0,-22 0 0,8 0 0,0 0 0,-9 0 0,-5 0 0,3 0 0</inkml:trace>
  <inkml:trace contextRef="#ctx0" brushRef="#br0" timeOffset="223381">11201 884 24575,'2'12'0,"-2"-6"0,2 1 0</inkml:trace>
  <inkml:trace contextRef="#ctx0" brushRef="#br0" timeOffset="224680">11249 2008 24575,'-6'-1'0,"-3"-6"0,5 4 0,-6-10 0,3 5 0,0-1 0,4 4 0,5 4 0,0 0 0,-1-4 0,-1 0 0,-4-10 0,2 6 0,-3-2 0,4 7 0</inkml:trace>
  <inkml:trace contextRef="#ctx0" brushRef="#br0" timeOffset="225348">11208 1428 24575,'0'-10'0,"0"3"0,0 5 0</inkml:trace>
  <inkml:trace contextRef="#ctx0" brushRef="#br0" timeOffset="225570">11179 1274 24575,'2'-10'0,"2"-6"0,-3 10-3277,2-20 0,-3 17 0,-2-15 2457,0 13 1,1 2 0,-1 0 0</inkml:trace>
  <inkml:trace contextRef="#ctx0" brushRef="#br0" timeOffset="225782">11160 1025 24575,'0'0'0</inkml:trace>
  <inkml:trace contextRef="#ctx0" brushRef="#br0" timeOffset="226016">11160 1022 24575,'0'22'0,"0"0"0,0 2 0,0-1 0,0-2 0,0-10 0,0-7 0</inkml:trace>
  <inkml:trace contextRef="#ctx0" brushRef="#br0" timeOffset="226234">11179 1453 24575,'3'31'0,"1"1"0,-1-9 0,-1-2 0,-2 6 0,-1-21 0,-5 14 0,1-16 0,-2 7 0,3-4 0,1-4 0,1 4 0</inkml:trace>
  <inkml:trace contextRef="#ctx0" brushRef="#br0" timeOffset="226601">11196 1989 24575,'5'5'0,"0"-3"0,-4 2 0,1-4 0,-2 2 0</inkml:trace>
  <inkml:trace contextRef="#ctx0" brushRef="#br0" timeOffset="227685">8364 2462 24575,'3'8'0,"4"12"0,-4-14 0,4 12 0,-1-9 0,1 1 0,10 11 0,-9-14 0,16 15 0,-4-14 0,0 4-3277,14-6 0,-22-5 3047,9-2-567,-2-5 797,-9-1 0,7-3 0,0-1 0,-5 1-1639,4-6 1,-1 0 642,-8 8-433,5-8 1,-2 0 1428,-6 9 0,11-20 0,-13 21 356,5-11-356,-6 9 3034,1-2-3034,-2-6 0,0 9 0,-9-13 0,5 15 3276,-19-14-2015,-6 9-3924,6 0 2663,-1 3 0,13 7 0,0-2 0,-2 3 3276,1-2-1087,8 4-2189,-2-1 0,-8 4 3276,-3-1-3100,-3 2 1,6-3-1,10-1 1</inkml:trace>
  <inkml:trace contextRef="#ctx0" brushRef="#br0" timeOffset="228731">14532 2148 24575,'0'26'0,"0"-11"0,0 15 0,0-21 0,0 18 0,0-13-1639,2 6 1,0 1-1639,-1-7 1638,4 10 1,0-2 1360,-3-11 2141,10 22-1863,-7-24 0,3 6 0,-4-10 3276,6-20-492,-1-19-698,1 5-2086,-6-4 0,-1 3 0,-3 15-1639,1-13 1,0 2-1639,-3 13 3074,-1-6 1,-1 0 202,-2 11 0,-6-14 0,7 18 0,-5 0 0,-10 9 3276,9-2-2448,-11 6-4105,-8 0 988,18-5 650,-15 2 1,0-1 954,17-4 684,-23 5 0,28-4-469,-12 3 1,15-2 0,-8 1 0</inkml:trace>
  <inkml:trace contextRef="#ctx0" brushRef="#br0" timeOffset="229833">10568 2476 24575,'1'14'0,"1"5"0,1-10-3277,4 13 0,-2-17 1328,7 15 1949,0-13 0,-1 4-2818,18 3 2818,-20-9 0,13 4 0,2-5 0,-3-3 0,7 0 0,-4-6 0,-17 1 0,7-4 0,-5-6 0,1-10 0,-2 7-305,-1-15 305,-7 21 0,2-17 0,-2 18 3276,-9-18-2166,-7 12-1110,0-7-3277,-14 5 2168,19 12 1109,-8-1 3276,10 6-2166,3 0-654,-1 0-456,2 11 0,-2 6 0,2-3 0,0 1 0</inkml:trace>
  <inkml:trace contextRef="#ctx0" brushRef="#br0" timeOffset="230298">10962 2507 24575,'0'30'0,"2"4"0,-2-19 0,1 8 0,-1-13 0,0 12 0,0-14 0,2 18 0,-1-18 0,4 10 0,-2-13 0,2-1 0,-1-1 0,1-3 0,7 2 0,-7-2 0,3 0 0</inkml:trace>
  <inkml:trace contextRef="#ctx0" brushRef="#br0" timeOffset="230866">11105 2447 24575,'0'5'0,"0"0"0,0 1 0,0-7 0,-3-12 0,1 4-3277,-7-23 0,6 25 1328,-4-10 3668,6 14-1719,-3 1 0,4 1 0,9-6 0,3 2 0,13-8 0,-6 6 0,-1 1 0,0 0 0,-5 0 0,18 0 0,-38 17 0,5 2 0,-11 2 0,4-5 0</inkml:trace>
  <inkml:trace contextRef="#ctx0" brushRef="#br0" timeOffset="231366">11156 2488 24575,'6'2'0,"13"-2"0,5 2 0,7-2 0,-8 0 0,-7 8 0,-10 10 0,-1-1 0,1 9 0,-4-19 0,-4 8 0,2-11 0,-3 3 0,-1-1 0,-3 0 0,-10 2 0,3-2 0,-15-2 0,-8-3 0,13 0 0,1-1 0,3 1 0,12 0 0,-15 0 0,16 0 0,-5 0 0,5-1 0,-3-3 0,6 3 0,-2-3 0</inkml:trace>
  <inkml:trace contextRef="#ctx0" brushRef="#br0" timeOffset="234499">11424 884 24575,'-19'15'0,"11"-10"0,-17 20 0,-1 3 0,10-11 0,-4 6 0,-5 5 0,4-5 0,7-5 0,-2 0 0,-3 4 0,5-5 0,7-4 0,-6 5 0,1-1 0,10-8 0,-1 6 0,17-13 0,-3-1-1639,17-9 1,2-3-1639,-13 3 3200,11-5 0,8-5 1,-5 3-370,0-1 446,-2 0 0,4-2 0,-5 2 0,-1 2 0,6-6 0,-2 2 0,-20 11 0,11-6 0,-1 1 0,-13 8 3276,3 3 0,-27 30-5912,8-12 2636,-2 1 0,-2 2 0,-5 3 0,-1-1 0,6-2 0,-2 0 0,-4 2 0,-4 3 0,1 1 0,3-5-1633,4-3 0,0 0 1633,-7 5 0,-3 2 0,4-4 0,-3 4-11,7-9 1,1 0 10,-7 10 0,15-15 0,5-3 0,9-6 0,13-2 0,9-11-1403,5-1 1,1-2 1402,-16 4 0,-1 0 0,4-1 0,1 0 0,2 0-643,3-1 0,0-1 0,0 1 643,2-1 0,3-1-604,-7 3 0,5-1 0,1-1 0,-2 1 0,-5 2 604,-2 1 0,-2 1-677,10-4 1,4-1 0,-11 4 676,-13 6 2029,11-8-2029,-24 16 0,-14 10 0,1 2 0,-8 8 0,-3 0 2193,-1-4-2193,7-4 0,-7 5 0,-1 2 0,1-2 0,6-6 0,5-5 0,-1 0 0,-7 6 0,-6 6 0,0-1 0,7-5 0,-6 1 3276,1-1-2432,20 0-2483,24-20 1,7-4 795,6 4 843,-2-7 0,1-4-547,2 0 1,1-1 546,-6 4 0,1-1 0,2-1 0,4-1 0,4 0 0,0-1 0,-4 2 0,-7 3 0,-2 0 0,1 0 0,9-2 0,3 0 0,-6 2-564,-8 3 1,-3 1 563,-1 0 0,1 1 3021,14-5-3021,-35 24 0,-10 2 0,-4 2 0,3-2 0,-3 1-296,-3 0 1,-6 1 0,0 0-1,3-4 296,0 0 0,-1-1 0,-6 4 0,-8 2 0,1-1 0,7-4 0,11-5 0,0-1 0,-12 7 0,-5 3 0,11-5 3276,15-7-2620,-6 8-656,43-21 0,-3 1-822,1-2 0,4-2 0,-3 1 822,2 0 0,-2 3 0,10-3 0,4 0 0,-3 0 0,-8 3-1558,-7 2 1,0 0 1557,6-1 0,6-2 0,2 0 0,-1 1 469,0 1 1,1 1 0,-2 1 0,-2-1-470,-5 1 0,-2 0 0,2 1 0,14 0 0,2 3 0,-21 6 0,-35 13 0,-14 4 270,2-7 1,-5 1-271,5-3 0,-4 2 0,-1 0 0,-1 0 0,3-1 0,0-1 0,-1 0 0,0 0 0,1 0 0,-3 2 0,1-1 0,0 0 0,-4 2 0,5-3 0,-4 1 0,-1 1 0,-1-1 0,2 0 0,3-1 0,3-2 0,-1 2 0,4-3 0,-1 0 0,-9 3 0,-2-1 0,10-2 3276,13-2-2238,5-6-4294,24 3 3256,-7-7 0,25-2-1500,-9-4 0,0-2 1500,-7 2 0,3-2-60,1 1 0,7-1 0,5-1 0,1-1 0,-1 1 0,-3 0 0,-6 2 60,10-5 0,0 1-291,-9 4 0,5-2 0,4-1 0,0 1 1,0 0-1,-3 1 291,1 2 0,0 0 0,-1 1 0,-2 0 0,0 1 0,-3-1 0,-1 0 0,-1 0 0,4 1 0,1-1 0,5 0 0,1 0 0,0 0 0,-5 0 0,-5 2 1139,3-1 1,-4 1-1140,10-1 0,-8 2 3050,-22 6-3050,0 9 0,-18 3 0,-6 1 0,5-4 0,-2 1 0,-14 8 0,1-3 3276,12-7-2814,-16 3 2814,33-13-1369,22-12-2429,-8 7 522,6-1 0,9-3 0,2 1 0,-4 1-1242,3 3 0,2 1 1242,-6-1 0,7-1 0,3 0 0,0 0 0,-3 0 0,-5 2 0,4 0 0,-1 1 0,3-2 0,6 1 0,-3 0 0,-16 0 1369,-16 1-1369,11 4 0,-28 1 0,-10 7 0,10-3 491,-5 7-491,6-9 2775,0 2-2775,1-4 0,-9 3 0,11-4 0,-10 4 0</inkml:trace>
  <inkml:trace contextRef="#ctx0" brushRef="#br0" timeOffset="235833">9187 1955 24575,'2'21'0,"-1"-1"0,0-4 0,1 4 0,1 0 0,8 3 0,-1-6 0,8 4 0,-9-17-3277,4-7 0,-9 2 0,11-6 2947,-9 5 330,21-15 0,-7-6 0,-3 2 0,0-2 0,-7 7 0,-1-1-1639,3-12 1,-2 2 1497,-3 10 1779,0-6 0,0 2-1496,-1 12 3134,1-9-3175,0 12-101,8 14 0,-2-4 0,2 10 0,-1 1 0,-3-4-1639,7 12 1,-2 1 378,-8-13 2614,10 11 1,2-1-1355,-10-13 0,8 5 0,3 0 0,15-7 0,-17-1 0,1-1 0,8-8 0,-3-2 0,-4 1 0,10-9 0,-1-2 3276,-15 8-2488,9-4 1,1-3 1747,3-9-2536,-4-2 0,1 1 0,-16 4 0,-3 0 0,-2 4-1639,5-12 1,-1 0-1464,-1 13 2426,6-10 1,3 1 675,0 13-1639,8-7 1,1 0 1570,-5 10-358,12-2 1,1 2 425,-13 7 0,7-2 0,-2 1 0,-11 3 3276,13 7-2921,0 10-1738,-7-6 1383,5 5 3276,4-3-2542,-8-7 1,0 1-344,-3 1 1,0 0-392,3-3 0,-3-2 0,-7 0 0,0-3 0,-10-1 0,-5-5 0,-16-7 0,13 5 0,-4 0 0</inkml:trace>
  <inkml:trace contextRef="#ctx0" brushRef="#br0" timeOffset="237398">8564 2064 24575,'8'-3'0,"2"0"0,1-1 0,-1 3 0,18-8 0,-8 2 0,4-2 0,-7 1 0,2-4 0,2-2 0,-1-1 0,8-7 0,-17 13-1639,5-6 1,0 0-1639,-7 6 1638,5-4 1,0-1 148,-10 8 1490,15-9 0,-10 4 0,0 3 0,11-19 3109,-13 18-3109,8-15 3276,0 6-1802,-4 0-1474,1 2 0,1-2 0,1-3 0,-1 1-3277,5-6 2920,-8 10 0,1 0 465,7-10-108,-8 11-1639,6-8 1,2 0 1249,-7 11-326,10-11 1,3 1 714,-7 9-508,11-11 0,0 1 508,-10 11-912,10-11 1,-2 2 911,-15 14 532,15-14 1,1-1-533,-13 12-665,13-12 0,-1-1 665,-11 11 529,12-10 0,1 0-529,-9 11 0,1-2 0,4-1 0,-4 2 0,-1 2-510,12-5 1,-2 2 509,-20 9 596,17-5 1,1-2-597,-14 5 713,8-3 0,1 0-713,-3 1 3276,1-1-2790,6 5 2790,-18 4-927,18 4-2349,-4-1 0,2 4 0,9-3 0,-21-1 3276,12-2-3053,-16-1-223,11-6 0,-9 4 0,1-9 0,-5 8 0,6-13 0,5-9 0,-4 7 0,5-9 0,-6 14 0,-3 1-3277,16-11 0,-16 14 1638,14-14 1,1 0 148,-11 12 1484,9-10 0,2-2 6,-5 7 0,1 1 0,0 0 0,1-1 0,-2 0 0,1 0 0,-3 6 0,-1 2 0,8 5 0,-2-1 0,3 4 3276,3 0-2860,-7 0-2055,-1 1 1,-1 1 673,-6 0 965,3 3 0,-12 2 3276,7 7-2293,0-2-143,-5 0-840,-13-6 3276,-1-6-2621,-13 1 0,0-1 1,11 0-1,-20 0 0</inkml:trace>
  <inkml:trace contextRef="#ctx0" brushRef="#br0" timeOffset="238215">9155 660 24575,'8'26'0,"4"7"-1952,-7-22 1952,5 8 629,1-8-629,-2-2 322,12 6-322,14-6-2845,-13-2 2845,12-1 0,-4-6 0,-9 0-1639,7-2 1,1 0-24,-10 2 23,6-5 1,-3 1 1041,-12 2 597,8-3 0,-10-2-1696,0-9 1696,1 4 2481,0-22-2481,-7 22 3276,2-23-2290,-9 8-986,2 8 0,-7 1 0,-2 3 0,3 10 0,-8-8 0,1 1 0,6 9 260,-24-5-260,24 8-1639,-8 2 1,-1 1 566,7-2-382,-11 7 0,1 1 1454,11-5 2908,-21 10-2908,16-8 0,2 0 0,-7 1 0,14-4 380,-5 4-380,8 0 0,-6 9 0,6-7 0,-2 2 0,5-10 0</inkml:trace>
  <inkml:trace contextRef="#ctx0" brushRef="#br0" timeOffset="239782">11438 804 24575,'10'-1'0,"-3"0"0,9-2 0,-11 3 0,23-5 0,-21 3-1639,13-3 1,0-1-1639,-11 5 0,19-9 3752,-6 5-475,-1-2-1229,8 2 0,0 1 1229,-8-1 0,10 2 0,8 0 0,-8 1-2871,-8 0 2871,11-1 0,6 1 0,-10-1 0,2-1 0,-3 1 0,-5 0 0,2-1-284,2 1 1,7 0 0,4 0 0,0 0 0,-4 0 0,-7 0 283,0 1 0,1 0 0,0 0 0,8-1 0,4 1 0,0 0 0,-5 0 0,-7 1 0,-4 0 0,-1 1 0,8 0 0,5-1 0,0 1 0,-8 0 0,1 0 1014,-3 3 1,0 3-1015,-8 5 0,6 3 3034,-1 12-3034,-9 1 0,1-2 0,-5-5 0,-2-2 0,-4-7 0,4 6 0,0-1 0,-7-9 0,14 17 0,-5-13 0,1 1-1517,6 0 0,0-1 1517,-4-4 0,20 9 1524,-4-8-1524,-7-1 0,6-1 0,0 0 0,-8 0-1267,16 0 0,-2-1 1267,-19-2 1267,9 1 0,1 1-1267,10-1-762,-13-1 0,1 1 762,-3-2 0,1 1 0,4 1 0,4 1 0,-6-1 2973,1-1-2973,6 3 0,7 1 0,-6-1 0,-7-1 0,6 3 0,8 1 0,-10-1 666,-11-3-666,7 2 0,4 3-55,-4 1 1,-2 1 54,-7 2 0,0 0 1638,9 0 0,-2 3-885,-8 8 1,-5-1-754,-6-7-1639,4 11 1,0 0 197,-4-11 1109,2 18 1,1 1 331,-6-21-292,3 14 1,3 6 291,4 0 0,1-2 0,-7-14 0,1 2 0,8 6 0,6 6 0,3 3 0,-1-2 0,-4-9-1404,-1-5 1,-1-2 1403,3 6 0,3 4 0,2-1 0,1-4 0,1-9 0,3-4 0,-1-1 0,-2-1 809,-1 1 1,-2-1 0,3 0-810,5 0 0,3 1 0,0-1 0,-7 0 1638,-4-1 0,-4-1-904,-1-2 244,-23-1-978,-2-2 0,-3-26 0,6 17 0,-3-17 0</inkml:trace>
  <inkml:trace contextRef="#ctx0" brushRef="#br0" timeOffset="240564">13981 624 24575,'1'14'0,"1"9"-1639,3-4 1,0-1-1639,-2 6 1638,6-3 1,-1-2-1639,-6-13 5064,6 9-1787,-5-7 0,-1-4 0,0-3 0,-2-24 0,-2 10 3276,0-12-2015,-3-6 2015,-5-3-1638,2 8 0,0 1-2441,-3-6 803,0 9 0,5 12 0,0 5 0,-8-9 0,-8 11 0,5-3-1639,-4 5 1,2 1-1526,8 0 3164,-15 1 0,9 5 0,-1 2 0,-2 1 692,7-1-692,10-3 0,0 0 0,-6 2 3276,3-2 0,-9 4-6553,5 3 2458,1-6 0,4 3 0,4-9 1</inkml:trace>
  <inkml:trace contextRef="#ctx0" brushRef="#br0" timeOffset="268380">13035 2358 24575,'0'0'0</inkml:trace>
  <inkml:trace contextRef="#ctx0" brushRef="#br0" timeOffset="269650">21738 4858 24575,'0'0'0</inkml:trace>
  <inkml:trace contextRef="#ctx0" brushRef="#br0" timeOffset="277730">11147 2461 24575,'-3'-2'0,"0"1"0</inkml:trace>
  <inkml:trace contextRef="#ctx0" brushRef="#br0" timeOffset="282650">15944 430 24575,'-8'4'0,"-10"4"0,-4 5 0,-1-2-3277,-8 3 0,21-8 0,-20 6 0,24-10 2030,-21 9 1247,21-9-2029,-23 14 2029,23-13 799,-13 6 0,-2 2-799,5-6 0,-10 6 0,0 0 0,10-6 0,-14 7 0,1-1 0,14-7 921,-18 8 1,-4 1-922,8-2-1057,-6 0 0,0 1 1057,7-3 0,8-2 0,0 0 2331,-4 2-2331,2 3 0,-12 3 0,20-8 1005,-18 11-1005,7-4 0,0 1 0,-5 3 0,22-15 400,-5 7-400,8-8 3276,-1 3-2015,-4-1-4538,-2 2 2017,4-1 4536,-11 5-2961,10-3 0,-3 0 0,6-3 1</inkml:trace>
  <inkml:trace contextRef="#ctx0" brushRef="#br0" timeOffset="285966">15022 662 24575,'6'25'0,"-2"-10"0,4 22 0,-4-21 0,6 11 0,-6-17 0,6 12 0,-8-16 0,4 7 0,-3-5 0,1-2 0,3 13-3277,1-3 0,-3-1 3047,1-2 230,-5-6 0,-1-2 0,2 5 0,-2-11 0,0 3 0,-3-20 0,2 11 0,-3-14 0,-2 0 0,5 11 0,-8-21-138,8 15 138,-4 2 0,2-8 0,-1 13 0,3 0 0,-2 13 3276,-20 22 0,2 2-3194,6-9 0,-1 0-82,0-1 0,2-2 206,5-3-206,-6 5 0,-1-1 0,8-5-1639,-7 4 1,0-1-1639,4-6 3047,-17 14 230,17-16 0,-4 7 0,12-13 0,13-4 0,-5-3 0,15-6 0,-15 7 0,22-20 0,-16 16 0,4-4 0,0 1 0,-6 4 0,13-3 0,-20 10 0,4 7 0,-10 2-3277,-11 15 2017,10-14 4536,-11 12-2015,15-17-1261,-6 5 0,7-6 0,-2-3 0,6-4 0,3-6 0,0 1 3276,6-10 0,-10 12-3044,4-14-232,-7 11 0,0-3 0,-5-5-3277,2 2 0,-2 0 3047,-1 1 230,5 5 0,-3-4 0,1-6 0,-1 4 0,1-1 3276,2 7 0,0 4-3044,0 9-232,-6 9 0,6-4 0,-8 9 0,0-2 0,0 1-3277,-12 14 0,13-17 2939,-3 3 0,1 1 338,2-6-3277,-9 18 2165,10-19 837,-9 20 275,11-18 1638,-4 6 0,-1 0-662,4-2-4253,-11 6 2591,13-12 686,-9 3 0,12-9 284,-6 8-284,1-4 0,3-2 0,-1-1 0,8-5 3276,5-8-2015,1 3 2015,7-6 0,-6 4-3044,7-4-232,-9 6-3277,14-12 0,-17 13 3047,11-6-956,-7 5 1186,-4 2 0,11-4 0,-8 3 0,10-3 0,2-1 0,-7 2 0,4-1 0,0 0 0,-3 2 1638,4-1 0,-1 0 1282,-4 2-1146,-3-4-1774,-8-11 0,-3 9 0,0-14 0,-4 8 0,2 3 0,-4-11 0,4 14 0,0-9 0,2 9 0,0-8 0,0 5 0,0 1 0,-1 6 0,-1 4 0,-2 7 0,-12 5 0,8-2 0,-15 8 0,-4 3 0,7-3 0,0 0-852,5-5 0,-1 1 852,-1 3 0,2-1 0,2 1 0,0-3 0,7-3 0,4-8 0,10-7 0,3-8 1704,0 4-1704,11-14 0,-14 15 0,6-10 0,0 1-3277,-9 9 0,13-16 2282,-8 9 995,-3 7 0,9-17 0,-11 16 0,1 1 0,-5 9 0,-9 17 0,6-9 765,-8 10-765,4-7 0,3-3 0,-4 3 0,7-10 0,0-2 0,4-5 3276,0 2 0,2 4-6553,-4 16 2,-1-7 3275,-1 14 0,1-8 0,1 5 0,1 2 0,-1-7 0,-1-4 3276,-1-5 0,0 3-3044,-2 2-232,-2 0 0,-5 8 0,-2-2 0,1-1 0,3-6 0,20-8 0,-7-3-1639,15-2 1,0 0-1639,-12 3 3047,26-3 230,-16 4 0,11 4 0,-9-3 0,10 2 0,-24-4 0,14 0 0,-11-1 3276,3-1 0,-7-1-3044,-7 0-232,-9-7 0,2 6 0,-7-11 0,12 12 0,-7-6 0,-1-3-3277,-12-12 0,8 7 3047,-7-10-564,13 13 0,2 6 0,-1-3 0</inkml:trace>
  <inkml:trace contextRef="#ctx0" brushRef="#br0" timeOffset="288916">9171 2491 24575,'1'5'0,"5"11"0,-3-9 0,4 12 0,1 2 0,-6-12 0,5 15 0,0 2 0,-6-8 0,3 13 0,-4-11 0,-4 6 0,3-8 0,1-1 0,4-25 0,0-1-3277,1-27 0,-5 28 1638,1-18 1,-1-1 148,0 16 981,0-19 1,-1 0 508,1 17-1349,-1-10 1,0 0 1348,0 14 2697,-4-18-2697,1 20 3276,-4-8-2519,0 12-757,-12 7 0,2 0-1508,-2 8 0,-1 0 1508,5-3 0,-13 9 3276,15-8-2015,-3-1-1261,2 2 0,1-1 0,8-6 0,0 4 3276,0-4 0,1 2-3044,2-2-232,7 5 0,0-3 0,4 1 0,-5-5 0</inkml:trace>
  <inkml:trace contextRef="#ctx0" brushRef="#br0" timeOffset="289651">9282 2671 24575,'4'-6'0,"0"1"0,-1 1 0,4-1 0,-1 2 0,11 4-3277,13 16 0,-15-7 3047,13 12-3047,-17-5 2017,-3-8 1260,9 20 0,-10-17 0,3 5 0,-5-12 3276,-4-19-2015,-1 3-1261,0-14 0,0 14 0,0-12 0,0 16-3277,-1-19 2017,0 20 909,0-21 351,1 21 0,1-11 0,3 18 0,14 19 0,-10-11 0,11 15 3276,-7-9-2189,-2-1-1087,5 4 0,-9-8-820,-8-6 1,0-3 0,-3-1 0</inkml:trace>
  <inkml:trace contextRef="#ctx0" brushRef="#br0" timeOffset="289916">9616 2720 24575,'12'8'0,"-2"1"0,-5-8 0,-2 2 0,2 0 0,-3-1 0,-9-9 0,0-3 0,-4-1 0,4 3 0</inkml:trace>
  <inkml:trace contextRef="#ctx0" brushRef="#br0" timeOffset="290083">9574 2647 24575,'12'3'0,"-2"4"0,-4-5 0,-1 3-820,8-19 1,-10 10 0,7-11 0</inkml:trace>
  <inkml:trace contextRef="#ctx0" brushRef="#br0" timeOffset="290314">9689 2470 24575,'10'24'0,"0"0"0,1 0 0,0 0 0,-2-2 0,3 9 0,-5-10 0,3 0 0,-3 7 0,0-11 0,-9-11 0,-1-9 0,1-16 0,-1 10 0,3-8 0</inkml:trace>
  <inkml:trace contextRef="#ctx0" brushRef="#br0" timeOffset="290520">9845 2519 24575,'12'17'0,"1"0"0,3 2-1639,-4-2 1,-1-2-1639,-6-7 0,9 14 0,-13-16 5064,6 7-1787,-7 0 0,2-4 0,-7 12 3276,3-12-2961,-5-1 0,4-6 0,1-2 1</inkml:trace>
  <inkml:trace contextRef="#ctx0" brushRef="#br0" timeOffset="290798">9971 2674 24575,'13'7'0,"5"7"0,-6-4 0,17 8 0,-10-11 0,4 0 0,-2-12 0,-14 3-3277,13-20 0,-16 16 1328,8-11 3668,-11 6-1719,-3 1 0,-7-7 0,3 9 0,-10-1 0,-1 3 0,4 2 0,-13 0 0,16 7 3276,-8 0 0,11 2-3044,-2 2-232,6-3 0,0 0 0,1-2 0</inkml:trace>
  <inkml:trace contextRef="#ctx0" brushRef="#br0" timeOffset="291499">12305 2363 24575,'5'20'0,"1"0"0,0 3-1639,3 8 1,1-1-1639,-6-12 1638,3 5 1,0-3-1639,-5-12 5064,7 16-1787,-7-15 0,2-2 0,-7-5 3276,-1-6-2015,-14-27 2015,11 20-2184,-5-11 0,-3-7 0,2 6-4369,2 8 2154,-3-12 0,-1-1 1123,-3 11 0,5 3 0,-5-3 0,1 23 0,9 2 0,-9 13 0,10-10 3276,-4 8-797,4-4-2479,-4 6 0,6-9 0,0 0 0,5-10 0,0-1 0</inkml:trace>
  <inkml:trace contextRef="#ctx0" brushRef="#br0" timeOffset="292297">12453 2534 24575,'8'14'0,"5"7"0,-10-11 0,7 9 0,-7-7 0,2-2 0,-2 3 0,1-8 0,-3 1 0,3-7 0,-2-4 0,4-11 0,-3 4 0,7-9 0,-1 9 0,4-2 0,-4 8-3277,12 3 0,-15 4 3047,12 1-466,0 11 696,-6-4 0,2 4 0,-1 1 0,-4-3 0,7 12 0,-13-17 0,4 7 0,-1-22 0,-1 5 0,7-17 0,-6 12 3276,13-11-113,-8 11-2122,5-3-1041,-9 8 0,3 8 0,-5-2 0,7 7 0,-5 3 0,-1-4 0,4 16 0,-6-17 0,1 13 0,-3-13 0,-1 5 0,-1-7 0,0 1 0,0-4 0</inkml:trace>
  <inkml:trace contextRef="#ctx0" brushRef="#br0" timeOffset="292532">13005 2603 24575,'8'34'0,"-3"-14"0,0-2 0,-1-8 0,3 9 0,-5-12 0,-1-2 0,-12-9 0,3-3 0,-8-4 0,12 4 0,1 3 0</inkml:trace>
  <inkml:trace contextRef="#ctx0" brushRef="#br0" timeOffset="292699">12950 2560 24575,'19'12'0,"-5"-6"0,6 3 0,-9-8 0,-8-1 0,-2 0 0</inkml:trace>
  <inkml:trace contextRef="#ctx0" brushRef="#br0" timeOffset="293018">13136 2409 24575,'13'17'0,"3"17"0,-5-14 0,-2 9 0,-3-3-3277,-5-14 1783,5 20 2571,-3-12-1077,-1-6 0,4-1 0,-3-18 0,4-19 0,-4 10 0,1-3 0</inkml:trace>
  <inkml:trace contextRef="#ctx0" brushRef="#br0" timeOffset="293249">13285 2427 24575,'5'22'0,"1"0"0,-1 1-1639,1 4 1,0-2-1639,-2-15 1638,2 15 1,0 0 721,-2-15 2907,5 22-1990,-6-21 0,2 4 0,-3-6 3276,-2-4-746,-2-1 422,-3-3-2952,0 1 0,2-1 0,0 0 0</inkml:trace>
  <inkml:trace contextRef="#ctx0" brushRef="#br0" timeOffset="294532">9023 2484 24575,'-12'21'0,"-4"7"0,5-12 0,1 1 0,2 0 0,4-8 0,-7 16 0,10-18-3277,0 11 0,1-12 3047,3 8 230,1-2 0,0-3 0,6 14-3277,1 2 2017,-2-7 1260,5 4 0,0-2 0,-6-11-1517,18 14 0,2 0 1517,-17-17-470,11 6 1,8 2-1,-3-3 470,7-2 0,-9-2 0,6 2 0,1 0 0,-7-2 0,-5-3 0,1 0 0,11 4 0,7 1 0,0 0 0,-10-3 0,-5-2 0,1 1 0,6 2 0,-1-3 0,8-3 0,-5-2 0,-3 1-155,-2-2 0,9-1 0,0-1 0,-11 2 155,-5-1 1014,12-2 1,1-3-1015,-5-9 0,-9 3 0,2-3 0,2-1 0,-7 5 0,0-1 893,5-2 0,1-1-893,-4 3 0,1 0 0,6-5 0,-1 1 3276,-2 2-2955,-2-6 0,-4 2 2803,-12 12-3124,9-18-1668,-13-1 1668,1 11-1500,-5-12 1,-2 0 1499,2 14-1332,-10-17 0,-3 1 1332,7 16-796,-14-11 0,-1 1 796,7 12-497,-8 2 0,-7-2 0,6 3 497,4 2 0,-3 3 0,-10-1 0,-5 0 0,3 1 0,6 1 0,4 1 0,1 1 0,-2-1 0,-5 0 0,1 0 0,8 1 0,1 1 0</inkml:trace>
  <inkml:trace contextRef="#ctx0" brushRef="#br0" timeOffset="295564">12279 2342 24575,'-26'10'0,"6"-3"0,0 0 0,-3-1 0,0 2 0,-4 1 0,5-2 0,1-2 0,-5 5 0,-6 4 0,6-2 0,5 0 0,-4 6 0,1 0 0,12-7 0,3 14 0,11-15 0,12 23 0,-2-16-1639,1 2 1,1-1-1639,-4-4 1638,10 6 1,-1-1 148,-5-7 478,5 3 1,7 3 0,-5-3 1011,-3-4-677,10 5 1,9 4 0,-9-5 676,-11-7 0,9 4 0,11 4 0,2 1 0,-8-4 0,-11-5 0,0-1 0,6 0 0,7 0 0,3 1 0,-3-1 0,-7-1 0,-5-2 0,0-1 24,11-3 1,9-2 0,0-1-1,-7 0-24,-11 0 0,1-1 0,5-3 0,7-1 0,0-1 0,-6 1 0,-6 1 0,-1-2 0,8-4 0,3-3 0,-6 3 154,-3 1-154,-1 0 0,0-1 1774,3-1-1774,-12 5 0,4 0 0,-2 1 0,-10 5 0,6-3-144,-7-9 144,-4 10 0,2-19 0,-1-1 0,-2 12 1323,1-5 0,-2-4-1323,-7-8 0,-1 2-695,3 7 695,-3-10 0,-4 0 0,-3 17 0,0 2 3003,-10-7-3003,2 5 0,-3-2 0,4 4 0,-2 2 0,4 1 0,0 0 0</inkml:trace>
  <inkml:trace contextRef="#ctx0" brushRef="#br0" timeOffset="310646">13747 2682 24575,'3'9'0,"6"11"0,-3-2-1639,5 8 1,0 0-1639,-3-8 1638,7 15 1,0-1 363,-8-17 1924,4 8 0,0-1-649,-6-12 0,5 7 0,-8-13 3276,-2 0-1266,-17 3 1209,7-5-3219,-17 3 0,-4 1 0,9-1 0,-2-2 0,-5 0 0,6 0 0,-1 3 0,0-12 0,23 4 0,27-12 0,-19 11 1303,11-4-1303,-5 7 0,-5-2-3277,21-2 0,-21 2 2965,25-6 312,-23 5 0,13-2 0,-17 2 0,3-2 0,5-4 0,9-1 0,-2-1 0,-3 5 0,-14 3 0</inkml:trace>
  <inkml:trace contextRef="#ctx0" brushRef="#br0" timeOffset="311068">13921 2795 24575,'8'30'0,"-4"-11"0,1 0 0,2 4 0,0 5 0,0-18 0,0-2 0,1-1-3277,9-5 0,-11-4 1328,11 1-869,4-8 2818,-10 6-1517,9-7 0,0 0 1517,-12 7 0,17-14 0,-18 10 0,-1-11 0,-3 8 1918,-9-24-1918,2 23 1395,-6-7 1,0-1-1396,1 8-3277,-19-13 2965,19 19 3588,-15-4-2963,15 13 1190,-4 4-1503,9 4 0,2-4 0,4-2 0</inkml:trace>
  <inkml:trace contextRef="#ctx0" brushRef="#br0" timeOffset="311332">14291 2757 24575,'10'9'0,"-3"3"0,-4-5 0,3 6 0,-4 4 0,3 4 0,-4-5 0,-6 3 0,0-15 0,-5 3 0,6-5 0,0-2 0</inkml:trace>
  <inkml:trace contextRef="#ctx0" brushRef="#br0" timeOffset="311866">14271 2874 24575,'7'-2'0,"-2"1"0,0 0 0,0-4 0,0 0 0,4-11 0,-4 6 0,7-14 0,-7 17 0,3-7 0,2 5 0,-6 3 0,11-4 0,-10 8 0,4 5 0,3 9 0,-5 2-3277,11 16 0,-14-17 0,10 18 1787,-11-27 1490,3 11 0,-5-13 0,0 2 0,0-18 3276,0 7-2015,-1-16-1261,0 17 0,2-10 0,-2 11 3276,3-5 0,-3 7-3044,7 7-232,1 9 0,1-2 0,2 8 0,-6-16 0,3 1 0,1-15 0,-5 6 0,2-6 0</inkml:trace>
  <inkml:trace contextRef="#ctx0" brushRef="#br0" timeOffset="312064">14591 2792 24575,'17'28'0,"-8"-15"0,8 12 0,-13-29 0,-1 3 0,-5-13 0,0 9 0,-1-1 0</inkml:trace>
  <inkml:trace contextRef="#ctx0" brushRef="#br0" timeOffset="312230">14599 2693 24575,'14'5'0,"5"-4"0,-13-3 0,9-4 0,13-14 0,-6 4-656,-2 2 1,-1 0-1,-5 3 1,-3 3 0</inkml:trace>
  <inkml:trace contextRef="#ctx0" brushRef="#br0" timeOffset="312415">14900 2519 24575,'12'28'0,"-4"-9"0,-1-2 0,-4-2 0,4 6 0,-5-12 0,1-4 0,-4 2 0,0-3 0,0 0 0,-1-2 0</inkml:trace>
  <inkml:trace contextRef="#ctx0" brushRef="#br0" timeOffset="314338">13360 2732 24575,'20'-1'0,"0"0"0,10 0-1639,-7 1 1,-1 0-1639,-7 0 0,22 0 3161,-32 0 2021,12 0-1905,-13 0 0,5 0 0,-6 0 3276,13 0-392,7-3-1447,-5 1-1437,7-1 0,-14-4 0,-1 4 0,2-11 0,-9 9 0,0-4 0,-3 7 0</inkml:trace>
  <inkml:trace contextRef="#ctx0" brushRef="#br0" timeOffset="314865">13683 2622 24575,'-3'21'0,"1"-11"-1639,-4 8 1,0 0-1639,3-10 0,-8 15 4605,3-5-1328,2-2 1719,-1-1-1719,14-19 0,-4-3 0,10-10 0,-5 3 0,-1 1 0,4-10 0,-8 14 0,4-5 0,-7 10 0,3 1 0,1 3 0,-1 3 0,1 1 3276,-4 9 0,-2 0-3044,2 0-232,-3 2 0,0-6 0,1-2 0,-2 2 0,0-6 0,2-1 0,0-1 0</inkml:trace>
  <inkml:trace contextRef="#ctx0" brushRef="#br0" timeOffset="325017">11457 1557 24575,'15'20'0,"-4"-5"-3277,4 5 0,-9-12 1328,3 3 1949,-6-9 1719,0 3-1719,0 0 0,4-1 0,6 3 0,-4-3 819,4-1 0,-11-2 0,1-1 0</inkml:trace>
  <inkml:trace contextRef="#ctx0" brushRef="#br0" timeOffset="325249">11687 1737 24575,'12'6'0,"-4"-4"0,6 5 0,-9-6 0,20 8 0,-14-6 0,7 3 0,0 0 0,2-4-820,8 4 1,-16-6 0,-4 1 0</inkml:trace>
  <inkml:trace contextRef="#ctx0" brushRef="#br0" timeOffset="325464">12155 1793 24575,'0'0'0</inkml:trace>
  <inkml:trace contextRef="#ctx0" brushRef="#br0" timeOffset="325730">12107 1562 24575,'4'0'0,"-2"0"0</inkml:trace>
  <inkml:trace contextRef="#ctx0" brushRef="#br0" timeOffset="330332">12004 2052 24575,'1'22'0,"1"6"0,-2-21 0,0 17 0,0-14 0,0 10 0,1-11 0,-1 7 0,2-4 0,-2 0 0,1 0 0,0-5 0,1 1 0,-1-2 0,0 0 0,0-3 0,0 0 0,0 0 0,-1-1 0,0-1 0</inkml:trace>
  <inkml:trace contextRef="#ctx0" brushRef="#br0" timeOffset="335282">11987 2948 24575,'0'-5'0,"3"-19"0,-2 12-1639,0-11 1,0 0-1639,-1 8 1660,1-9 1,0-1 1616,-1 7-1141,1-4 1,0-1 1140,-1 9-1393,0-16 0,0 1 1393,0 15 1393,0-8 0,0-1-1393,0-5 0,0 10-1144,0-8 1,1 1 1143,-1 7 0,1-6 0,0 1 0,-1 14 3034,0-19-3034,0 2 0,0 9-1517,0-7 0,0 1 1517,0 12 0,0-17 3034,1-1-3034,-1-7 3276,2 1-2646,-2 8 1,0 2-631,0 13-1639,0-12 1,0 0 378,0 13 2632,0-13 1,0 0-1373,0 10-448,0-8 0,0 0 448,1 7 0,1-5 0,1-1 0,1-8 0,-2 10 0,1 0 1638,-1-1 0,0 1-550,-1-1 1,0 2-293,2-8-796,-1 0 0,-1 5 0,-1 8-1639,1-7 1,0 1 138,-1 9-139,0-10 1,0 0 781,0 12 857,0-14 0,0 0-2221,0-7 2221,0 3 0,0 2 2924,0 12-2924,0 4 3276,1-18-2069,-1 2-3374,2 2 2167,-2 1 0,0 1 0,0 11 68,-1-12 1,0-3-69,1 0 0,-1-12-3277,1 3 2744,0 21-1034,1-24 1567,-1 28 3034,2-15-3034,-2 3 0,0 11-1517,0-11 0,0-1 1517,0 13 0,0-19 3034,0 18-3034,0-1 3276,0-11-2015,1-3-1261,1 6 0,0-2 0,0 2 3276,0 10-1638,2-13 0,-1 1-1406,-2 9-232,3-12 0,-4 15 0,0 2 0,0-8 0,2 8-3277,-2-17 0,2 17 3047,-2-11 230,0 7 0,0 2 0,0-7 0,0 10 0,0-2 0</inkml:trace>
  <inkml:trace contextRef="#ctx0" brushRef="#br0" timeOffset="338018">11228 922 24575,'0'6'0,"0"4"0,0-4 0,0 7 0,0-8 0,2 1 0,5-6 0,10-7 0,0-1 0,1 0 0,10-5 0,-8 3 0,-1 1 0,-3 3 0,7-5 0,-11 4 0,-1 1 0,-1 0 0,-8 4 0,1 0 0,-6 8 0,-4 1 0,-9 18 0,8-14 0,-6 8 0,2 0-1087,7-12 1087,-10 14-166,10-11 166,1-4 0,-3 9 0,5-10 0,-2 4 0,3-6 1078,4 1-1078,26-16 0,-6 4 0,2-5 0,0 0 175,2 2-175,6-5 0,-20 11 0,1-3 0,-9 5 0,3 0 0,3-4 0,3 1 0,-4 0 0,-3 1 0,-11 12 0,-1-4 0,-5 9 0,-8 7 0,3-3-1639,0 2 1,-1-1-1639,4-3 1638,-4 5 1,1 0 148,8-11 1490,-10 14 0,9-12 0,4-2 0,-7 6 0,8-7 0,5-4 0,27-15 0,-5-1 0,7-3 0,-1 1 3276,-8 4-2646,5-4 1,-2 2-631,-16 10 3276,16-10 0,-19 9-3044,-1 1-232,-3-1 0,-1 4 0,-20 10 0,7 1 0,-9 6 0,-3 2 0,7-6 0,0 1-1093,-7 6 1,-2 2 0,3-3-547,8-6 1,-1 0 1561,-8 7 0,-4 3 1,6-4 76,7-2 0,-6 4 0,2-2 0,12-8 0,0-1 0,12-10 0,13-7 0,5-3 0,7-1 0,0-2 0,7-4 0,-5 4 0,-13 6 0,0 0 0,14-7 0,5-2 0,-6 3-3277,-1 1 2647,-4 2 0,-4 1 630,-13 5 0,-11 5 0,2 1 0,-22 23 0,9-9 0,-6 8 0,-1 1 3276,4-7-2646,-2 3 1,1-1 2645,7-11-308,-8 13-2968,8-12 0,2 1 0,-4 5 0,8-9 0,-2 8 0,5-11 0,-1 4 0</inkml:trace>
  <inkml:trace contextRef="#ctx0" brushRef="#br0" timeOffset="339382">12693 1981 24575,'14'8'0,"0"-3"0,-10-4 0,1-3 0,0 1 0,-2-1 0,2 4 0,-2-1 0,1 3 0,0-3 0,3 6 0,-2-3 0,1 2 0,-1 0 0,-3-4 0,5 7 0,-2 2 0,9 5 0,-7-6 0,4 1 0,-8-9 0,3 4 0,1-3 0,1 6 0,11-1 0,-12 0 0,19 2-1775,-22-6 1775,12 1-110,-4-3 110,-4-1 0,14 2 0,-9-2 0,13 4 0,-12-2 0,14 2 0,-20-4 0,16 2 0,-17-3 1764,12 5-1764,1-5 121,-6 3-121,4-3-3277,-5 3 0,-5-3 1120,15 5 2157,-16-5 0,9 3 0,-11-3 0,1 1 0,-1 1 3276,-1 0-722,6 2 327,-3-2-2881,1 1 0,-8-3 0,-5-3 0,-1 2 0,1-1 0</inkml:trace>
  <inkml:trace contextRef="#ctx0" brushRef="#br0" timeOffset="340931">13261 2208 24575,'2'7'0,"1"5"0,0-4 0,3 7 0,-1-10 0,7 6 0,-2-8 0,2 3 0,2-5 0,-7-1 0,-10 0 0,-5 0 0,-2 0 0,3 0 0</inkml:trace>
  <inkml:trace contextRef="#ctx0" brushRef="#br0" timeOffset="343480">11954 642 24575,'6'-4'0,"3"0"0,-5 4 0,3-2 0,-4 2 0,6 0 0,-2 0 0,6 0 0,4-2 0,-6 1 0,3-3 0,-3 2 0,0 0 0,9-1 0,0 3 0,-7-3 0,2 3 0,-3-4 0,9 2 0,5-2 0,-5 3 0,0-2 0,-8 1 0,-2-2 0,3 2 0,7 0 0,-2 0 0,1 0 0,8 1 0,-7-2 0,0 1 0,-5 1 0,1 0 0,-7 1 0,-6-2 0,0 2 0,0-1 0,4 1 0,-4 0-820,7-2 1,-8 2 0,2-1 0</inkml:trace>
  <inkml:trace contextRef="#ctx0" brushRef="#br0" timeOffset="343948">12701 554 24575,'10'-6'0,"0"1"0,2 4 0,-3 0 0,7 0 0,-9 0 0,13-2 0,-9 2 0,6-1 0,-7-1 0,-3 1 0,6 1 0,-8-1 0,3 2 0</inkml:trace>
  <inkml:trace contextRef="#ctx0" brushRef="#br0" timeOffset="344316">12915 506 24575,'5'14'0,"2"-3"0,0-1 0,-1-4 0</inkml:trace>
  <inkml:trace contextRef="#ctx0" brushRef="#br0" timeOffset="350949">16823 529 24575,'11'-3'0,"8"1"0,13-5 0,-7 4 0,-1-1-2308,10-3 2308,-14 3 0,-1 0-3277,4 0 903,-9 1 2374,22-2 0,-23 5 0,5 0 0,-8 6-3277,-14 20 3192,5-12 85,-7 17 1794,-12 1-1794,8-12-1639,-7 3 1,-1-1 1287,8-12 351,-10 8 0,12-11 0,13 3 0,-8-2 0,33 13 0,-21-16 0,15 12 1512,-14-4-1512,-3-5 3276,8 20-2175,-8-4-1101,1 2 0,-8 2 0,-16-8 0,-2-7 0,-3 0 0,3-2 0,-1 0 0,-16 2 0,1-1 3276,9-3-1641,-6 1 0,4-2-915,17-4-720,-18 5 0,22-8 0,-3 1 0,4 0 0,0 0 0,0-2 0,1-1 0,1 0 0</inkml:trace>
  <inkml:trace contextRef="#ctx0" brushRef="#br0" timeOffset="351518">17164 755 24575,'17'24'0,"-3"-5"0,-7-5 0,-3-6 0,5 13 0,-4-11 0,0 4 0,-2-6 0,-2-6 0,3-13 0,3-13 0,-2 7 0,2-4 0,0 7 0,1 6 0,6-11 0,-6 15 0,4-5 0,-7 7 0,6 8 0,-6-2 0,9 16 0,-6-6 0,6 9 0,-8-10 0,2-1 0,-5-6 0,0-1 0,-1-2 0,2-4 0,-4 1 0,3-2 0</inkml:trace>
  <inkml:trace contextRef="#ctx0" brushRef="#br0" timeOffset="351730">17455 832 24575,'4'12'0,"3"9"0,1-8 0,0 2 0,1-2 0,-7-22 0,-1 2 0,-2-13 0,-1 10 0,0 3 0</inkml:trace>
  <inkml:trace contextRef="#ctx0" brushRef="#br0" timeOffset="351897">17445 721 24575,'9'4'0,"-1"-1"0,7-1 0,-4-5 0,3 0 0,-8-1 0,-1 1 0</inkml:trace>
  <inkml:trace contextRef="#ctx0" brushRef="#br0" timeOffset="352131">17662 580 24575,'8'34'0,"-3"-15"0,-1 0-1522,2 11 1522,-1-2 0,-1-15 0,-3-5 0,8 12 0,-8-15 495,4 3-495,-5-5 251,5-4-251,2-15 0,-2 11 0,2-12 0</inkml:trace>
  <inkml:trace contextRef="#ctx0" brushRef="#br0" timeOffset="352331">17826 558 24575,'2'21'0,"1"1"0,1-1 0,5 10 0,-5-26 0,1 6 0,-3-7 0,0-2 0,-2-1 0</inkml:trace>
  <inkml:trace contextRef="#ctx0" brushRef="#br0" timeOffset="355582">12830 937 24575,'0'11'0,"-1"-2"0,0 16 0,0 1-3277,1-5 2173,0 0-2173,0-4 1889,0-9-1889,3 28 2766,-3-28 511,4 16 0,1 4 1513,-1 0-1513,-1 2 0,-1-1 0,1 1 0,-3-6 0,0-4 0,3-12 1638,-2 11 0,-2 2-923,3-8-715,-2 7 0,0 0 0,0-1 0,0 17 0,0-16 0,0-1 0,0 16 0,0-10 0,0-1 0,0-4-1639,-2 8 1,0 0 559,1-11 1079,-2 2 0,0 0 3235,-2 5-3235,3-8-1639,-3 5 1,0 0 1264,4-8 374,-9 22 0,6-10 0,-5 1 0,6-3 0,1-2 0,-3-5-1127,4 11 1,1 0 1126,0-15 1517,0 7 0,0 2-1517,0 3 0,-2 2-1517,2-3 0,0 0 1517,-1-2 0,1 8 3034,0-4-3034,-1-6 0,-1 3 0,-1 11 0,-1 0 0,2-12 0,0 0 0,-2 5 0,-1 3 0,0-6 0,1-2 0,-3 14 0,1-1 3276,0-17-2646,2 10 1,1 0-631,-1-12-1639,-2 10 1,0 0 378,2-10 1260,-9 13 0,-1 0 0,6-14 0,-2 7 0,-1 2 0,0-3 0,0 0 0,-2 8 0,-1 0 0,2-6 0,-2 1 0,0 2 0,0 3 0,2-4 0,0 7 0,0-6 0,1-1 0,4-1 3276,8-20-2015,-1 0 2015,6-11 0,9-17-6553,-8 10 2862,8-11-2862,-3 5 1070,-7 11 1678,8-18 1,-1-1 0,-9 18-1,4-8 1,-1 1 0</inkml:trace>
  <inkml:trace contextRef="#ctx0" brushRef="#br0" timeOffset="358749">12909 1422 24575,'4'22'0,"-4"0"0,0-1 0,-1-8 0,-3 12 0,0 1 0,-1-10 0,1 3 0,-1-1 0,2-3 0,-1 6 0,3-15 0,0 5 0,2-8-3277,16-17 0,-10 8 3162,10-10 0,1-2 115,-7 6 0,3 4 0,-23 24 0,-4 7 0,3-5 0,1-2 0,2-1 3276,-2 6 0,9-14-3044,-1 2-232,16-16-3277,13-11 0,-7 6 3047,10-9-1909,-11 8 2139,-5 2-1639,2 1 1,-1 0 1087,-7 5 551,8-5 0,-14 10 0,-21 15 0,0 2 0,0 1 0,3-6 0,0 0 0,-6 7 0,-1 1-398,2-4 0,1 0 398,-5 5 0,-1 4 0,1-1 0,14-14 0,-7 16 0,15-22 3276,-1 4-3117,9-6 3117,1-4-3250,10-6 0,2-3-26,7-3 0,-1 0 0,6-4 0,-5 3 0,5-1 0,-6 1 0,4-1 0,-7 4-298,-9 6 298,15-12 0,-25 17 0,-6 4 0,-18 20 0,7-11 0,-7 6 0,-7 6 0,6-5 0,5-8 0,-8 9 0,-8 5 0,9-6 2534,14-11-2534,-8 4 0,0 2-3277,6 2 1513,7-9-440,9 4 2204,1-10-1439,19-11 1,3-3 1438,-10 5 0,8-4 0,3-2-74,-6 5 1,-1 0 73,12-6 0,-9 4 0,4-1 0,-5 1 0,-2 0-305,1 0 0,5-2 0,-8 3 305,-9 5 2351,22-10-2351,-26 10-974,-38 22 974,27-15 0,-20 11 0,-6 4 600,5-2 1,1-1-601,1 0 0,-1 2 0,-4 2 0,-3 2 0,4-3 0,-2 4-1214,1 4 1,5-3 1213,18-14 2427,-11 14-2427,13-14 1833,3-3-1833,1 1 3276,4-4-2646,19-11 1,5-2 2645,-6 6-2570,6-5 0,9-4 0,2-1 0,-9 5-706,2 2 0,-9 0 0,8-3 0,2-1 0,-2 0 0,-8 4 0,7-3 0,-5 1 0,4-2 0,-7 2-619,-6 3 619,4-5 0,-18 13 0,-10 5 662,-1 3-662,-7 5 0,-4 3 0,-5 3 0,0 0-411,3-1 0,0-1 411,-8 5 0,2-3 614,11-7-614,-6 10 0,19-18 0,0 5 0,17-12 0,6-7 0,2-2-3277,3 2 1948,1-6 0,2-3 1329,4 2 0,-1 0-220,-15 6 1,1-2 219,12-2 0,8-2 0,-1 0 0,-9 4 0,-4 1 0,8-2 0,9-4 0,-12 5 0,-16 9 0,19-10 0,-28 12 3276,-3 3 0,-22 22-2605,14-13-671,-8 9 0,0 0 0,11-12 0,-10 13 0,17-13 0,-3-1 0,17 4-3277,3-4 0,0 3 3047,0-6 95,-3-1 135,-4-3 0,17-5 0,-6-7 0,1-2-3277,5-3 2062,-20 9 1936,10 0 1,0 0-722,-11 4 52,13-3 1,1 1-53,-12 2 0,10-1 0,-19 4 0,-3 1 0,-25 0 0,15 0-729,-17 0 0,0 1 729,16 0 0,-8-1 0,-3 1 0,-6 0-1517,10-1 0,-1 1 1517,-12 0 0,2-1 3034,22-1-3034,-7-4 3276,-5 0-2015,0-3-1261,6 5 0,5-6 0,-1-5 0,-9-13 0,4 5 1638,2 5 0,-1 0 1638,-3-5-6553,-1 5 2938,4 3 339,8 11 0,1-1 0,-6 0 0,-15 2 0,8 1 0,-17 2 0,25-12 0,-3 4 3276,9-12-2704,-2 10-572,3 1 0,-1 6 0,-3 1 0,3 0-3277,-16 4 0,15-3 1782,-12 6 1,-1 1 1494,12-5 0,-19 8 0,21-6 0,0-3 0,20 3 0,7 0 0,2-1 0,8-1 0,-5 2 0,-3 0 1068,-9-2-1068,-3-1 0,0 2 0,-9 2 0,-4 3 0,-9 16 3276,4-12-1941,-7 10 1,1-1-2047,6-14 711,-10 20 0,14-20 0,6 0-3277,15 6 843,-6-8 2434,13 0-3277,1-5 2735,-12 0 13,18-2 1,11-2-1,-8 1 529,-7 1-347,3-1 1,11-2 0,0 0 0,-10 2 346,5-2 782,-11 2 1,3-1-1,-5 2-782,-6 2 3276,-17 14-3042,-10-2-234,-11 10 0,12-15 3276,13-1-1302,26-6 1302,-10 0-3090,-1-1 0,0 0-210,2-2 24,1 1 0,-1-1 0,-14 7 0,-4 15 0,-4-9 0,2 11 983,-2-16-983,1-1 26,-2 0-26,-16-1 0,1-1-1639,-5-2 1,0 0-1639,5-1 2457,-16-7 1,27 6 0,-6-3 0</inkml:trace>
  <inkml:trace contextRef="#ctx0" brushRef="#br0" timeOffset="362484">16576 597 24575,'-1'30'0,"-1"0"0,0-5 0,0 1 0,-1 0-1259,1 7 0,0 3 1259,0-4 0,-2 4 0,1-2 0,1-7 0,1 2 0,-1 1 0,-1 10 0,-1 1 0,2-11 0,-2 1 0,2 1 0,-2 6 0,2-8 0,0-12 401,0 4 1,1-2-402,1-10 415,7-12-415,4-19-1639,0-1 1,-1-1-1439,3-7 1438,-2-4 1,-1 2 1248,-4 18 390,0-8 0,0-3 0,5-8 0,-6 17 0,4-18 0,1 1 2436,-5 18-2436,1-6 0,0-1 3276,6-4-2488,-4 6-2427,5-6 1,0 0-272,-5 5 271,6-5 1,0 1 1446,-9 12 1461,9-11-1269,-1 4 887,-7 13-887,5-9 0,2-1 0,0 4 0,4-6 3276,7 0-2646,-5 11 1,-1 1-631,7-6 0,7 4 0,7 1 0,-7 2 3276,-6 2-3168,-1 1 0,10 0 0,7-1 0,3 0 0,-1 0 0,-5 1 0,-9 0-1747,2 0 1,-1 0 1267,-4 2 0,7-1 0,4 0 1,1 0-1,1 0 0,-3-1 0,-5 0 371,2-1 0,-3-2 0,-1 1 0,2 0-451,-2 2 0,1 0 0,1 0 1,0 0-1,2-1 451,-2-1 0,2 0 0,1-2 0,0 1 0,-3 0 0,-3 1 0,7 0 0,-4 1 0,0-1 0,6-3 0,1 1 0,-11 1 0,-15 3-320,14 7 320,-24 4 720,-1 11 1,0 6-721,1 4 0,1 1 0,0-6 0,-1-1 0,-1 3 0,1-2 1470,2-1-1470,-2-8 420,5 21-420,-4-15 0,2-1 0,-4-3 0,-1-13 0,-1 3 0,-6 6 3276,1-5-1791,-12 8 1,-2-2-2606,5-6 1120,-3 3 0,-3 2 0,-8-4 0,-1-1 0,5 0 0,-2 0 0,-5 1 0,-7 1 0,0 0 0,6-2-1342,3-2 0,-3 0 1342,7-2 0,-7 3 0,-4-1 0,-2 2 0,0-1 0,2-1 0,3 0 0,7-2-1639,-7 0 1,-1 0 1424,10-1 0,-5 2 0,-3 0 1,-3 1-1,-1 0 0,0 0 0,1-1 1,3 0 213,-7 0 0,0-1 0,0 0 0,2-1 0,1 1 0,3 0-612,-1 0 0,4 1 1,0 0-1,-4-1 612,2 0 0,-3 0 0,-3 0 0,1 0 0,1 0 0,5 1 0,5 0-869,-4 4 1,6 1 868,-2-5 0,1 1 0,3 2 0,2 1 1049,-9 4-1049,10-2 0,-2 0 311,2-3 1,1 1-312,0 1 0,2-1 2426,1-3-2426,14-6 0,-9 5 0,14-8 0</inkml:trace>
  <inkml:trace contextRef="#ctx0" brushRef="#br0" timeOffset="363213">18360 585 24575,'10'0'0,"27"0"0,-24 0 0,16 0 0,11-1 0,-4 0-1639,-8 0 1,1 0 1147,1 0 0,5-1 1,0 1-1,-4 0 491,2 0 0,0-1 0,4 0 0,2 0 0,-6 0 0,-13 2 0,-1 0 0,13-1 0,5-1 0,-8 1 0,-8 1 631,5 0 1,-1 0-632,-16 0 228,2 0 1,-9 0 0,-1 0 0</inkml:trace>
  <inkml:trace contextRef="#ctx0" brushRef="#br0" timeOffset="363832">19151 522 24575,'2'19'0,"-1"4"0,1-4 0,0 1 0,-1-21 0,2-8 0,-3-8 0,2 0 0,-4 0 0,1 11 0,-1-1 0,5 3 0,0 2 0,19-2 0,0 1 0,9 0 0,-10 1 0,-8 13 0,-10 2 0,-2 11 0,-2-7-3277,-4 10 0,3-18 3047,-4 7-2464,5-9 2694,-1-4 0,-1 5 0,0-3 0,-6 9 0,-4 2 0,4-3 0,0-3 0</inkml:trace>
  <inkml:trace contextRef="#ctx0" brushRef="#br0" timeOffset="370149">12764 2114 24575,'5'0'0,"1"-2"0,-1 2 0,0-1 0,-2 1 0,-2 0 0</inkml:trace>
  <inkml:trace contextRef="#ctx0" brushRef="#br0" timeOffset="372650">15381 1379 24575,'-11'1'0,"3"3"0,-10 1 0,11 0 0,-10 3 0,-5 3 0,6-3-1639,-8 3 1,0 0-1639,9-4 2051,-16 4 0,-1 1 1226,10-4-1093,0-1 1,-6 1 0,6-2 568,3-1-323,-6 3 0,-5 1 0,6-2 847,11-4 1270,-12 6 1,-4 0-1271,8-4 0,1 0 1486,1 2-1486,-7 0 0,-6 3 0,7-3 1257,10-2-1257,-10 2 0,0 2 3276,7-2-2132,6-1-4421,-17 8 1640,20-9 1637,-7 1 0,6-1 0,-5-2 0,3 2 781,0-1 0,11-3 0,-1 0 0</inkml:trace>
  <inkml:trace contextRef="#ctx0" brushRef="#br0" timeOffset="373531">14541 1517 24575,'8'11'0,"8"22"0,-6-15-1639,1 8 1,-2-1-1639,-6-13 1638,6 11 1,-1 0 1517,-5-11 121,11 21 0,-11-25 1906,3 5-1906,-5-16 0,4-13 0,-2 2 3276,2-21-394,-4 4-2882,-2 5 0,-2-6 0,1 21 1888,-3-8-1888,5 13 0,-3-5 0,-3 11 0,-12 14 0,4-3-1639,-3 7 1,0 1-1639,7-7 2649,-6 8 0,0 0 628,9-9-3277,-9 16 2357,12-20 920,-1 13 0,0-5 0,0 5 0,-7 3 0,9-14 0,-17 13 0,17-16 686,-7 4-686,29-15 0,-10 1 3276,18-6-2015,-12 4-1261,2 1 0,0-1 0,-10 4 0,-1 1 0,-4 1 0</inkml:trace>
  <inkml:trace contextRef="#ctx0" brushRef="#br0" timeOffset="374415">13558 2030 24575,'13'-5'0,"6"0"0,-6-1 0,1 3 0</inkml:trace>
  <inkml:trace contextRef="#ctx0" brushRef="#br0" timeOffset="374616">13899 1974 24575,'5'0'0,"-1"0"0,3 1 0,0 2 0,0-1 0,-3 1 0</inkml:trace>
  <inkml:trace contextRef="#ctx0" brushRef="#br0" timeOffset="374798">14356 2184 24575,'28'7'0,"-15"-5"0,5 3 0</inkml:trace>
  <inkml:trace contextRef="#ctx0" brushRef="#br0" timeOffset="374998">15171 2317 24575,'-7'-4'0,"1"1"0</inkml:trace>
  <inkml:trace contextRef="#ctx0" brushRef="#br0" timeOffset="376463">15149 2015 24575,'2'11'0,"-1"4"0,-1-9-3277,-8 16 0,4-16 1638,-13 14 1,-5 1 783,2-7 215,-1 0 1,-4 3 0,4-2 639,-5 0-870,4-3 1,-3 2-1,6-3 870,3-1 1304,-3 0 1,1 0-1305,8-2 0,0-3 1283,0 2-1283,5-4 0,4-2 0,3-2 0</inkml:trace>
  <inkml:trace contextRef="#ctx0" brushRef="#br0" timeOffset="398081">16772 3835 24575,'36'0'0,"1"0"0,-3 1 0,1 0-951,1-1 0,1 0 951,-5 0 0,1 1 0,-5-1 0,4 0 0,-1 0 0,4 0 0,-8-1-3277,-11 1 2404,5 0 1,3 0-767,-3 0 1,-2-1 1410,-4 1-865,12-1 1,9 1 0,-8-1 1039,-11 1 215,13 0 0,4 0-162,-6-1 0,1 0 0,6 3 0,0-1 926,-1-1 1,1-1-927,-4 2 0,2-1 0,-9 1 3276,-7-1-3150,7-1 0,2 0-126,3 1 0,-9 0 0,1 0 0,-1 0 0,-10 0 3276,19 2-927,-18 1-2349,21 0 0,-21 0 0,22 0 0,-26-3 31,13 2-31,-8-1 0,-4-1 498,8 3-498,-3-1 1316,1 0-1316,3-1 146,-5 0 0,-4 0 0,-3 0 0</inkml:trace>
  <inkml:trace contextRef="#ctx0" brushRef="#br0" timeOffset="399282">16743 3948 24575,'-15'17'0,"0"0"0,1 0 0,-7 6 0,-1-2 0,4-6-1639,-3 6 1,-1-1-1639,5-8 1638,-5 5 1,0 0 1016,8-8 622,-7 6 0,-1 0 0,7-6 1960,-12 10-1960,16-15 0,-3 3 0,8-7 0,4 0 0,1 0 0</inkml:trace>
  <inkml:trace contextRef="#ctx0" brushRef="#br0" timeOffset="399799">16363 4141 24575,'20'19'0,"-8"-10"0,10 13 0,-13-16 0,14 12 0,-8-9 0,2 0 0,-6-4 0,-5-1 0,-2-4 0,-5 3 0,-10 3-1639,-8 4 1,-1 0-1639,-3-1 3162,4 1 0,0-1-1172,-6 1 1287,10-4 0,-6 2 0,0-1 0,5-1 0,-3-2 0,25-7 0,-1 0 0,24-10 0,-23 11 0,10-5 0</inkml:trace>
  <inkml:trace contextRef="#ctx0" brushRef="#br0" timeOffset="400282">16958 4055 24575,'5'3'0,"7"2"0,-6 0 0,21 12 0,1 7 0,1-2-1639,-12-7 1,-1-3-1639,-6-5 3151,15 9 126,-18-14 0,11 8 1323,-3-8-1323,-4-1 0,17 1 0,-4-2 0,-5 0 0,0-2 0,-4 1 0,9-4 0,1 3 0,-7-2 819,-8 2 0,-10 0 0,2 1 0</inkml:trace>
  <inkml:trace contextRef="#ctx0" brushRef="#br0" timeOffset="409031">17351 4203 24575,'10'5'0,"-4"-2"0,5 4 0,-8-3 0,5 5 0,-3-4 0,0 1 0,-1 1 0,4 4 0,-4-2 0,6 7 0,-7-12 0,6 9 0,-5-12 0,2 5 0,-2-6 0,-2-9 0,1 4 0,-7-13 0,-4-5 0,2 8 0,-4-8 0,1 4 0,-4-9 0,-1 1 0,2 0 0,5 14 0,-3-2 0,-4-1 0,7 5 0,-5 1 0,9 4 0,-1 2 0,8 0-3277,5 5 0,1 0 3047,1 3 230,0-2 0,-3 1-3277,20 5 2017,-21-4 1260,20 5 0,-1 3 0,-3-4 3276,8 8-2015,-19-11-1261,-4 0 0,-1-1 0,-3-3 3276,5 3 0,-6-4-3044,0 3-232,-2 1 0,-2 4 0,-4 9 0,3-4 0,-8 14 0,0 0 0,-1-4 0,-9 5 0,12-18-3277,-19 10 0,20-14 2816,-10 4 0,-1 0 461,9-6 0,-18 10 0,26-13 0,-1 0 0,12-7 3276,0-8-111,-2 2-3165,3-10 0,-6 12 1035,1-5-1035,1 4 0,-6 3 0,10-14 0,-5 6 0,2 0 0,-2 0 0,-5 10 0,1-3 0,-2 6 0,-2-7 0,2-2 0,-1 2 0,1 0 0,0 9 0,-3 3 0,-8 7 0,3-2 0,-12 10 0,13-10 0,-11 13 0,13-15 0,-5 6 0,4-5 0,3-2 0,-2 2 0,6-8 0,0-1 0,3-4 0,3-3 0,-5 3 0,3-1 0,-5 2 0,0 3 0,0-3 0,0 2 0,2-5 0,-1 5 0,3-5 0,-2 7 0,0-2 0,-2 4 0,-2-2 0,-1 2 0,-2-8 0,2 4 0,-2-11 0,2 10 0,-2-8 0,2 10 0,-2-2 0,2 8 0,-1-3 0,2 4 0,-1-5 0,1 2 0,1-1 0,-4 1 0,2 0 0,-2 0 0,0 1 0,3 0 0,0-1 0</inkml:trace>
  <inkml:trace contextRef="#ctx0" brushRef="#br0" timeOffset="411802">17319 4044 24575,'5'17'0,"5"7"0,-9-16-3277,10 22 0,-9-22 0,4 11 4605,-4-7-1328,3-2 0,-1 15 0,1-15 0,3 14 0,-6-19 1719,2 8-1719,-3-6 0,1 0 0,0 5 3276,2-5 0,-2 7-3044,3-4-232,-4 2 0,2 0 0,-3-7 0,5 2 0,-5-4 0,2 0 0,-4-1 0,0-1 0,1-1 0</inkml:trace>
  <inkml:trace contextRef="#ctx0" brushRef="#br0" timeOffset="417747">15735 5062 24575,'10'0'0,"0"-1"0,8 0 0,-4 0-1639,6-1 1,0 1-1639,-6 0 2627,16-1 0,11-2 1,-7 1-2169,-9 2 2818,1-1 0,6-1 0,4 0-419,-7 0 0,3-1 0,1 1 0,1-1 0,0 0 419,2 1 0,0 0 0,1 1 0,0-1 0,1-1-390,-6 1 0,1-1 0,0 0 0,0 0 0,0 0 0,-1 1 390,2 0 0,0-1 0,-1 1 0,-1 0 0,-1 1 0,8 0 0,-2 1 0,-2 0 399,-8-1 1,-1 0-1,4 1-399,1 0 0,7 0 0,3 0 0,-1 1 0,-3 0 0,-6-1 0,6 1 0,-1 0 0,-6-1 0,6 1 0,3 0 0,0-1 0,-5 1 0,-8 0 532,-6 0 0,-1 1-532,6-1 0,6 1 0,0 0 0,-4 0 0,-1 2 0,0-1-310,2-1 0,3 1 1,-3-1 309,0 2 0,-2-1 0,2-1 0,-1-1 2044,10-1-2044,-13 0 0,2 0 0,-2-1 0,-14 2 1562,10-4-1562,-18 5 2586,3-3-2586,-1 6 819,3-3 0,-3 1 0,0-2 0</inkml:trace>
  <inkml:trace contextRef="#ctx0" brushRef="#br0" timeOffset="419513">8504 5571 24575,'19'-8'0,"0"1"0,-2 1 0,2 0 0,7-1 0,4-1 0,-2 1-1639,4-2 1,3 0 1091,-7 2 1,5-1 0,3-2 0,1 1 0,-1-1 0,-4 2-274,2-1 1,-4 1 0,1 0 0,6-1 637,-9 2 1,4-2 0,3 0-1,3 0 1,1-1 0,0-1-1,0 1 1,-2 1 0,-2 0-1,-2 1 1,-5 1-188,10-3 0,-6 3 0,-1 0 0,6-2 369,-9 2 0,2-1 0,2 0 0,2-1 0,2 0 0,-1 0 0,1 0 0,-1 1 0,-1 0 0,-2 1-298,3-1 1,-1 2 0,-1-1 0,0 1 0,-1 0 0,0 1-1,0-1 1,-1 0 297,5-2 0,-1 0 0,-2 0 0,2 0 0,1 1 0,4-1-59,-9 2 0,3 1 1,3-1-1,1 0 0,2 0 1,0 0-1,-1 0 1,-1 1-1,-2 0 0,-2 0 1,-3 0-1,-5 1 59,7-2 0,-6 1 0,-1 1 0,4-1 193,3 1 0,6-1 1,2 1-1,-3 0 1,-5 0-1,-9 1-193,4-1 2295,-1 1-2295,-10 0 819,-11 3 0,-5-2 0,1 2 0</inkml:trace>
  <inkml:trace contextRef="#ctx0" brushRef="#br0" timeOffset="427249">5583 14322 24575,'-5'9'0,"-4"6"-1265,3-5 1265,-4 4 0,-5 5 0,5-7-1639,-4 8 1,0 0-1639,5-8 2894,-1 9 0,2-1 383,5-10-647,2 14 647,3-17 91,6 2 0,-5-7 0,3 1 1</inkml:trace>
  <inkml:trace contextRef="#ctx0" brushRef="#br0" timeOffset="428164">4774 13872 24575,'5'-6'0,"9"-13"-3277,1-11 0,0 6 0,-1-8 4605,0 8-1328,-7 5 0,1 0 39,7-9-39,-3-5 0,1 10 0,1-7-1639,-1 5 1,1 0 935,-2-2 703,6-1 0,0 3 0,-10 15 0,3-6 0,1 0 0,8-1 0,-4 4-956,6-4 1,-1 0 955,-5 7 965,3-5 0,-2 1-965,-11 11 3276,8-10-3098,-12 12 1,-1-1-1,-1 1 1</inkml:trace>
  <inkml:trace contextRef="#ctx0" brushRef="#br0" timeOffset="428832">5193 13179 24575,'7'3'0,"0"0"0,-3 1 0,-1-3 0,-3 1 0</inkml:trace>
  <inkml:trace contextRef="#ctx0" brushRef="#br0" timeOffset="432914">8908 15016 24575,'-19'10'0,"-14"6"0,14-5 0,-1-1 0,-12 6-3277,2 1 0,24-14 0,-5 6 1184,5 1 2093,3-5 2086,-3 17-2086,5-1 0,0-3 0,6 2 0,1-1 3276,-2-11-2278,9 13 0,2 1-998,-4-8-1109,10 7 0,0-1 1109,-8-7-1241,13 7 0,2 1 1241,-13-11 0,2 0 0,5 3 0,3 2 0,-1-2 0,-1-1 0,2 0 0,0-2 0,4 1 0,0-1 0,-4-1-1639,-5-2 1,-1 0 1492,5 1 0,2 1 0,2-1 146,0-1 0,2-1 0,-2 0-446,-3-1 1,-2 1 0,6-1 445,-2-1 0,4 1 0,4 0 0,2 0 0,-2 0 0,-3-1 0,-4 1 0,2 0 0,-4 0 0,5 0 0,0-2 0,6 0 0,3 1 0,1-1 0,-1 0 0,-4 0 0,-6-1 605,7 1 1,0 0-606,-9-2 0,5 1 0,3-1 0,2 0 0,-1 1 0,-4-1 0,-5 0 0,1-1 0,-5 1 0,5-1 0,2 0 0,6-1 0,4 1 0,-2-2 0,-4 1 0,-7 0-310,-4 0 1,-1-1 309,7 0 0,6 0 0,1-1 0,-4-1 0,1-4 0,-1-2 0,-2 0 0,2-2 0,-2 2 0,4-1 0,-2 0 0,1-5 0,-3 1 616,-7 0-616,-7 5 0,3-1-606,12-9 1,-1 1 605,-1 1-223,-7 2 1,3-3-1,-6 5 223,-7 4 1360,4-3 1,0-2-1361,0-5 946,-6 0-946,-1 4 0,-1-1 0,-5-2 3276,0-6-2015,-17-3 2015,8 12-662,-11-8-2614,-6 1 0,5 10 0,0 0-519,4-1 1,-2 1 518,-4 0 0,-1 1 0,-4 1 0,-2 1 0,-3-1 0,-6 0-656,6 2 1,-6-1-1,-2 0 1,2 0 0,4 3-301,5 1 0,3 1 0,-4 0 487,-1-2 1,-4 0 0,-3-2 0,-1 0 0,-2 0 0,0 1 0,2 1 403,1 1 0,0 2 1,0-1-1,0 2 0,0-1 1,-2-1-1,0 0-255,3 0 1,0-1 0,-1 0 0,-1 0-1,1 0 1,-2-1 0,1 1 0,-1 1 0,-1 0 319,5 1 0,-2 0 0,0 0 0,-1 1 0,1 0 0,-1 0 0,0 0 0,1 0 0,1 0 0,0 0 0,2 0 0,-5 0 0,2-1 0,1 1 0,0-1 0,0 1 0,1 0 0,0 0 0,-1 1 0,-4 0 0,-1 0 0,0 1 0,0 0 0,2 1 0,2-1 0,3 0-24,-2-1 0,4 0 0,1 0 0,-1 1 24,-4 1 0,-3 1 0,5 0 0,8 0 0,7 1 0,-4 2 0,1-1 0,9 0 0,3 1 0,6-4 0</inkml:trace>
  <inkml:trace contextRef="#ctx0" brushRef="#br0" timeOffset="434017">11350 11636 24575,'5'-6'0,"0"-3"0,-2 5 0,7-9 0,-7 10 0,8-11 0,2-2 0,-2 4-1639,5-8 1,1 0-1639,-7 8 1638,11-11 1,0 1 148,-12 12 1490,5-5 0,3-2 0,-2 3 0,-1 1 0,3 1 0,0-1 0,9-8 0,-2 0 3276,4 2-2713,-7 1 2713,-11 13-114,2-3-3162,-1 3 0,2-2 0,6-1 0,-8 2 0,8-3 0,0 1 0,-6 4 1044,15-11-1044,-18 10 0,-4-2 0,-5 5 0,-1 1 0</inkml:trace>
  <inkml:trace contextRef="#ctx0" brushRef="#br0" timeOffset="434449">11829 11032 24575,'6'23'0,"2"-2"0,-3 3-3277,5-2 0,-7-15 1328,2 4 1949,-3-5 1719,1-2-1719,4 0 0,11-2 0,-7-2 0,4 0 0</inkml:trace>
  <inkml:trace contextRef="#ctx0" brushRef="#br0" timeOffset="435814">8460 9662 24575,'-12'30'0,"7"-16"0,0 5 0,0 1 0,5 8 0,0-7-1639,4 0 1,1-3-1639,-2-11 1328,8 15 3612,10 3-1663,2-8 0,1 0-426,-9-1 1,3 0 425,9 1 0,8 0 0,1 0 0,-6-4-840,-6-4 1,1 0 839,2 2 0,7 1 0,3 2 0,-3-2 0,-6-3 0,-2-1 0,0-2 0,4 1 0,7 1 0,0 0 0,-7-3 0,-7-1 0,-1-1 0,13 1 0,4 1 0,-5-2 0,-14-1 0,-1-2 0,8 1 0,2-1 0,-4 1 3276,0-2-2534,0-3 1,5-1-1,-6 0-4019,-6 2 2955,2-3 0,4-2 322,6-4 0,2-2-1093,-6 1 1,0-3 0,0 1 971,0 1 0,1 0 0,-2 0 506,-2 0 0,-1 0 1,-1-1-386,-2-1 0,0-2 0,-2 1 0,0-5 0,1 1 0,9-4 0,-2-1 0,-8-4 0,-5 3 0,-9 12-75,5-18 0,-8 26 0,0 5 0</inkml:trace>
  <inkml:trace contextRef="#ctx0" brushRef="#br0" timeOffset="437220">5662 13653 24575,'-6'14'0,"2"-4"0,-3 13 0,2-1 0,-1 11 0,2-9-1639,1-2 1,1-2-1639,1-9 3047,-1 20 230,4-21 0,1 4 0,13 11-3277,4-2 2017,-1-3 1260,3-3 3276,-5-9-2610,3-1-2305,1 1 1,0 0 576,-2-4 502,10 3 0,-1-1 560,-8-4 0,12 1 0,4-1 0,-15-1 0,2-1 0,7 0 0,4-2 0,4 0 0,-1 1-460,-6 0 0,1-1 0,1 1 1,-1 0-1,0-1 460,0 0 0,-1 1 0,0-1 0,1-1 0,-1 1 0,3-1 0,1 0 0,0 0 0,-4 0 0,-5 0 0,-3-1 0,-2 1 233,13-5 0,-7-1-233,-18 3 0,12-11 0,-18 8 0,4-23 0,-6 20 0,4-18 2268,-7 10-2268,0 3 0,-2-2 0,-2 1 0,1 5-1191,-6-7 1,0 0 1190,6 11 2821,-12-14-2821,-5 0 0,3 7 0,-7-4 0,-1 0 351,6 4-351,-8 2 0,-9-1 0,3 1 1146,8 2 1,-4 1-1147,3 3 0,-7-2 0,-3 1 0,0-1 0,2 1 0,6 1 0,2 0 0,5 1 0,-6-1 0,2 3 0,-5-1 0,-4-1 0,-3 1 0,2 0 0,1 0 0,4 1 0,7 1 0,-8-1 0,2 1 0,-4-1 0,-6-1 0,2 0 0,12 3 0,8 1 0</inkml:trace>
  <inkml:trace contextRef="#ctx0" brushRef="#br0" timeOffset="438136">5343 13543 24575,'-5'-5'0,"-8"-4"0,2 4 0,-16-10 0,17 9 0,-8-4 0,1 1 0,5 2 0,-6-2 0,0-1 0,2 3-1639,-4-4 1,0 1-1639,7 5 3047,-12-6 141,8 5 89,8 5 0,-7-6 0,19 10-3277,19 0 2047,-10 3 1230,15-2 0,-2 2 0,-12-3 0,11 1 0,-21-4 0</inkml:trace>
  <inkml:trace contextRef="#ctx0" brushRef="#br0" timeOffset="442381">16147 15286 24575,'6'27'0,"-1"-11"0,8-6 0,10-23 0,8-17 0,-2 1-1093,-7 10 1,-2 1 0,5-6 727,-5 3 1,3-4 0,3-3 0,1-2 0,2-1 0,-2 0 0,0 2 0,-3 2 0,-3 3-456,2-2 1,-3 4 0,-1-1 0,6-6 600,-9 9 1,3-3-1,1-3 1,3-3-1,0-1 1,1-1-1,1-1 1,1-1-1,-1 1 1,-1 0 0,0 1-1,-2 1 1,-1 2-1,-2 3 1,-2 2 4,6-9 1,-3 5-1,-3 1 1,2-1 0,2-6 213,-4 8 0,2-4 0,2-3 0,1-1 0,1-1 0,0-1 0,0 0 0,-1 0 0,-2 2 0,0 1 0,-3 3 0,-2 3-268,2-6 0,-2 5 0,-3 1 0,-1-1 0,1-4 268,-2-1 0,0-3 0,-1-2 0,0-1 0,-1 2 0,0 1 0,-2 5 0,0-1 0,-1 4 0,0 1 0,-1-2 0,0-9 0,0-3 0,-1 3 0,-2 8 0,-1 0 0,0 18 0</inkml:trace>
  <inkml:trace contextRef="#ctx0" brushRef="#br0" timeOffset="443498">11628 15091 24575,'1'18'0,"0"-8"0,-1 11 0,1-15 0,11 3 0,12-23 0,6-9-1639,-3 6 1,4-3 1394,-8 4 1,3-4 0,2-3 0,2-1 0,0 0 0,-2 1 0,-2 3-577,3-1 1,-4 2 0,2-1 0,5-3 665,-8 5 1,4-3 0,2-1 0,3-2 0,0-1 0,1 0 0,0 0 0,-2 2 0,-1 1 0,-4 2 0,-3 3 153,4-3 0,-4 3 0,-1 1 0,5-4 0,-5 4 0,4-4 0,4-2 0,1-1 0,1-1 0,0-1 0,0 2 0,-3 0 0,-2 3 0,-4 2 0,-6 4-1639,8-5 1,-3 1 1595,0 1 0,5-4 0,2-1 1,-3 0-1,-5 1 43,-4-3 0,-3 1 0,-4 1 0,-2 2 0,-1-1 0,6-7 0,1-3 0,-6 6 0,-9 1 0,2 8 0</inkml:trace>
  <inkml:trace contextRef="#ctx0" brushRef="#br0" timeOffset="445547">13366 8209 24575,'-26'18'0,"9"-7"0,-1 4 0,0 0 0,5-2-1639,-3 4 1,1 1-1639,6-7 0,-8 9 4605,5 1-1328,-2 2 1719,2 0-1719,3 5 0,8-21 0,-1 14 0,1-14 0,4 17 0,1-14 0,14 20 0,-3-13 0,11 5 0,1-1 9,-7-7-9,2 2 0,2 2 0,-4-5 0,0-2-297,9 7 297,-9-5 0,4 2 0,-4-3 0,4 1-1639,9 3 1,-3 1 474,-14-7 1164,10 3 0,2 0-929,-6-5 0,-1 0 929,-3-2 0,1 0-2,7 0 1,6 1 0,0 0 0,-6-2 1,8 2 0,-4-2 0,4 1 0,-1-2-910,4 0 0,-3-2 910,-4 0 0,2-2 449,-4 1 1,4-2 0,1 0 0,0-1-450,3-3 0,1-2 0,0 0 0,-3 1-370,-3 1 1,-2 0 0,1 0 369,-3 0 0,3-1 0,-2-1 0,-2 0 0,9-8 0,-5 2 2785,0 2-2785,-4-1 0,6-3 0,-1-1 0,-7 5 635,1-2-635,5-2 0,1-2 0,-6-3 1085,-7 5-1085,-1-2 0,-1-2 0,-7 1 0,0-6 0,-2 0 0,-5 9 0,2-19 208,-8 3-208,-1 12 0,-1-1 939,0-16-939,-7 4 0,4 11 0,-5 4 0,-1-1 0,-5-12 0,-7 7 0,-1 4 0,12 9 0,-14-1 0,-10-2 0,4 3-881,13 5 0,-2 1 881,-4-1 0,-7-2 0,-5-1 0,0 1 0,3 0 0,7 1-307,-4 0 0,-2 0 307,11 3 0,-6 0 0,-4-1 0,-4 0 0,0 0 0,0 0 0,3 1 0,3-1 0,5 2-740,-6-1 1,6 0 0,-6 0 739,6 2 0,-5-1 0,-3 0 0,-2 1 0,1-1 0,1 0 0,4 1 0,5 0 0,-4 0 0,7 0 0,-4 0 0,-5 3 0,-5 0 0,2 0 0,8 0 0,-5 0 0,5 3 0,0 3 1708,-2 4-1708,7-2-617,-2 2 0,-6 2 0,6-2 617,-1-3 0,2 0 0,-7 4 0,0 0 0,8-5 0,5-3 0,-8 3 0,-1 1 0</inkml:trace>
  <inkml:trace contextRef="#ctx0" brushRef="#br0" timeOffset="450498">15316 9772 24575,'-18'13'0,"1"1"0,-7 2-3277,-2 7 0,21-18 0,-12 12 4605,10-2-1328,-2 4 0,-2 14 0,5-9 0,4-4 0,1-2 0,-1-1-1409,2 8 0,0 0 1409,0-11-643,3 15 1,1 0 642,2-15 0,2 12 0,2-1 0,-2-13-475,6 11 1,1 0 474,-2-7 0,8 8 0,2 1 0,-2-5 0,-2-2 0,3 2 0,-4-3 0,0-4 0,5 8 0,2 0 1456,-2-7 0,0-1-1456,9 5 0,0 1-763,-4-4 1,-2-1 762,1-2 0,-2-2 0,-5-5 0,-1-2 3276,16 3-2993,-1-3 1,-1 0 1382,-7-2-1666,2-2 0,6-1 0,-7 1-1298,-7-1 1298,5 1 0,7-1 0,-4-1 0,-7 0 0,0-1 0,3 2 0,2-2 0,5-4 0,3-3 0,-5 2 0,4-1 0,-8 1 0,3-2 0,-5 1 2969,6-6-2969,-12 8 0,1-2 0,5-6 0,-2 0 0,1 4 0,-9-1 0,0-1-395,10-5 395,-6-2 0,-2 4 0,1 0 0,-2-1-1639,0-1 1,-1 0-86,-4 7 2135,3-8 1,0 0-412,-6 5 0,2-7 0,0 0 0,-2 1-1397,1-7 0,0 0 1397,-4 10-1212,2-17 1,-2 1 1211,-3 18 0,-3-20 0,-2 0 0,3 22-209,-7-16 1,-3-1 208,-3 9 0,-2 0 0,0 0 0,-2 0 0,-8 1 0,0 1 0,11 8 1227,-4-1 1,-5 0-1228,-2 3 0,-5 1 0,1 3 0,-4 0 0,-1 0 0,3 0-581,4-1 1,1 1 0,-1 0 580,-3 1 0,-4 0 0,2 0 0,3 2 0,0 2 0,3 0 1267,4 1 0,-1 0-1267,-4-1 0,-3 0 0,5 1 3276,-3 0-2959,5 2 0,-4 2 0,4-1-317,0-1 0,-7 5 0,-1 0 269,7-3-269,8 3 0,0 1 3276,3-4-99,-14 14-2179,22-15-998,-9 10 0,0 3 0,6-7-820,-11 12 1,16-16 0,4-4 0</inkml:trace>
  <inkml:trace contextRef="#ctx0" brushRef="#br0" timeOffset="453980">14485 8087 24575,'20'-9'0,"0"1"0,9-6 0,0-4 0,0-1-1771,-4 0 1771,-3 2 0,4-4 0,1 0 0,-5 4-3277,6-4 3111,-8 5 1,4-4 0,1 0 0,-3 2 165,6-3 0,-2 1 0,-6 5 0,0-1 0,1-1 0,3-2 0,3-2 0,-1 0 0,-4 4 0,-3 1 0,-1 0 0,6-3 0,1-3 0,-3 3-1639,-7 6 1,-2 1 863,12-11 119,-7 7 1,-3 2-1,-9 7 1,6-6 0</inkml:trace>
  <inkml:trace contextRef="#ctx0" brushRef="#br0" timeOffset="459380">23988 7257 24575,'-19'4'0,"-7"2"-3277,-7 6 0,11-6 1698,2 3 1,2-1 1578,8-3 1878,-16 9-1878,12-4 0,3-3 0,2 4 0,0-5 0,5 1 0,-11 6 0,11-10 1049,-12 14-1049,8-13 0,-8 17 0,-1-5 0,4 4 0,-6 2 0,13-11 0,-7 10 0,9-6 0,-2-1 0,5 2 0,-1-13 0,2 14 0,0-12 0,4 15 0,-1-11-3277,11 14 2017,-12-14 1260,10 9 0,6 0 3276,5 4-2646,-2-7 1,-1-1-1222,3 2 591,7 0 3276,-10-5-1668,1-2 0,2 0-4885,3 4 2670,-8-6 1,0-1 606,5 2 0,-10-5-1639,17 5 1,1 0-89,-15-4 1727,6 0 0,2 0-207,4 0 207,-3-1-1639,-1 0 1,-2 0 1637,-2-2-438,11 2 1,-1 0 438,-14-2 1388,6 1 0,4 0-1388,0 0 0,0 1 0,-7-2 0,1 1-814,13 0 1,5 0 0,-6 0 813,-11-1 0,-2 0 0,15 0 0,1 0 946,-14 0 0,-1 0-946,0-1 0,0 0 0,14 1 0,-3 0 0,-6-1-1299,12-1 1,-1 0 1298,-17-1 434,8 1 1,7 0 0,-4 0-435,-11 0 0,0 0-529,10 0 1,3 1-1,-4-1 529,5 1 0,-6 1 0,5-1 0,-5 1 2236,2-1-2236,-1 0 0,5 0 0,-4 0 3276,3 0-3159,-8-1 1,4 0-1,-5 0 1326,-5 0-1443,3 1 0,1-1 0,2-2 0,-2 1 0,2-1 0,-1 0 0,-7 0 0,15 0-482,-8 0 482,-2 1 0,3 0 0,1-1 0,-5 1-1639,8-2 1,-1 0 968,-15 1 670,22-3 504,-16-2-504,2-1 0,-4-1 0,0-1 0,4-4 1638,-3 1 0,0-2-718,8-9-1839,-1 2 919,-7 4 3276,-5 5-802,-3 3-5751,13-13 757,-15 15 2520,5-6-1451,-3-9 1451,-3 13 1589,5-25-1589,-7 26 0,-2-15 0,-1 14 47,-1-14-47,-5 4 0,0-1 0,-9-3 0,9 15-2812,-20-15 2812,19 18 84,-15-12-84,0 5 0,2 4-1517,-3-4 0,-1 1 1517,5 4 0,-14-7 530,1 5-530,9 1 0,-8-1 0,1 1 0,12 2-1103,-16-3 1,1 0 1102,19 8 357,-8-3 1,-7-1 0,5 1-358,2 2-220,-14-2 1,0 1 219,18 3 747,-15-2 1,-1 1-748,11 2 0,-7-3 0,-1 1 0,5 2 0,-4-2 0,1 0 0,11 3 0,-1-2 0,-2 1 666,-7 1-666,8 0 0,-11 1 0,1-1 0,11 1 0,-2 0 0,-1 1 404,-9 0-404,4 1 0,-3-1 0,0-1 0,7 1-684,-3 0 0,-5 1 0,6-1 684,5-1 1386,-8 2 0,-5 0-1386,5-2 0,1-1 0,1 0 0,0 0 395,-4 1 0,1 0-395,3-1 0,5 0 1503,13 0-1503,-10 0 3276,6 0-1272,-7 4-2780,2-2 776,-2 3 0,-13 6 0,6-4 0,-1-1 12,5 1 1,0 0-13,-4 1 0,-2-1-49,4-2 1,1 0 48,-1 2 0,0 0-1639,-10 2 1,2 0 432,-1 2 1206,12-2-281,11-4 281,3-1-1471,-20 8 1471,19-7-100,-10 3 1,0 1 99,7-3 3276,-10 6-2262,15-7-926,-2 2 0,6-5 0,-2 3 1</inkml:trace>
  <inkml:trace contextRef="#ctx0" brushRef="#br0" timeOffset="462212">19884 17291 24575,'0'0'0</inkml:trace>
  <inkml:trace contextRef="#ctx0" brushRef="#br0" timeOffset="469365">20162 9077 24575,'8'-1'0,"21"-1"0,-19 0 0,12 1 0,1 1 0,-10 0 0,7-1 0,0-1 0,-7 0 0,23-3 0,-26 4 0,18-2 0,-20 1-3277,18-3 0,-17 3 0,27-2 1787,-28 4 1490,19-2 0,-5 2 0,-11 0 0,18 0 0,1-1 2573,-17 1-2573,9-1 0,2 0 0,-2 1 0,-3 0 0,2 0 0,16 0 0,-31 0 0</inkml:trace>
  <inkml:trace contextRef="#ctx0" brushRef="#br0" timeOffset="477032">6327 14734 24575,'8'0'0,"-3"0"0,5 0 0,-6 0 0,9 0 0,-6 0 0,2 0 0,0-2 0,3-1 0,-6 0 0,4 2 0</inkml:trace>
  <inkml:trace contextRef="#ctx0" brushRef="#br0" timeOffset="477532">9796 13022 24575,'0'0'0</inkml:trace>
  <inkml:trace contextRef="#ctx0" brushRef="#br0" timeOffset="478016">15124 11779 24575,'8'-2'0,"-4"0"0,0 2 0</inkml:trace>
  <inkml:trace contextRef="#ctx0" brushRef="#br0" timeOffset="478414">10912 12974 24575,'0'0'0</inkml:trace>
  <inkml:trace contextRef="#ctx0" brushRef="#br0" timeOffset="487185">23903 11626 24575,'3'9'0,"3"6"0,-2-5 0,3 4 0,-1 0 0,-2-7-3277,9 20 0,-9-21 1328,5 11 3668,1-1-1719,2 7 0,-2-4 0,4 6 0,-6-10 0,2 1 0,9 10 0,-13-15 0,7 3 0,0 0 0,-6-5 0,20 14 0,-13-12-3277,16 7 2017,-17-10 1260,8 1-419,-1-4 419,-4-1 0,4 0 0,-1 0 0,-6-1-1448,10 0 1,-2-1 1447,-13-1 2895,18 0-2895,-11-1 419,3 0-419,2 0 3276,-1 0-2015,-12 0 2015,6-3 0,-6 1-3218,2-4 0,-4 4 0,-3-1 0</inkml:trace>
  <inkml:trace contextRef="#ctx0" brushRef="#br0" timeOffset="487998">24477 11947 24575,'4'20'0,"-2"-10"0,7 26 0,-8-27-1639,4 10 1,0 0-1639,-4-11 1328,4 13 1949,5-3 1719,-6-9-1719,10 11 0,-12-16 0,3-1 0,-4-15 0,-1 6 3276,0-14 0,-4 0-3044,3 5-3509,-9-21 0,7 26 3047,-4-13 230,2 12 0,0-7 0,2-1 0,0 3 0,3 4 0,4 8 0,8 2 0,3 6 0,7 4 0,-9-1 0,3 10 0,-9-11 3276,13 17 0,-5-7-3044,3 2-232,-4-4 0,-7-7 0,-5-3 0,-6 0 0,-3-1 0,-9 7 0,10-5 0,-13 12 0,14-14 0,-5 7 0,7-8 0,1 1 0,-2-3 0,2 1 0,10-3 0,-7 1 0,10-2 0</inkml:trace>
  <inkml:trace contextRef="#ctx0" brushRef="#br0" timeOffset="497831">31522 10692 24575,'6'13'0,"6"12"0,-6-11-1639,4 6 1,-2-1-1639,-4-8 0,9 17 4605,-7-8-1328,3 10 1719,-2-7-1719,-1-2 0,-2-2 0,-3-11 0,3 20 0,-1-7 0,-2-6-1639,1 8 1,1-2 378,-2-9 1260,4 23 3276,-4-4-2646,0-8 1,1 1-631,-2 12 0,0-1 0,2-3 0,-1-14 0,2 11 0,1 0 0,-2-11-1639,4 8 1,-1-1 378,-2-10 1260,1 4 0,1 1 775,1 2-775,-2-6-1639,1 9 1,0-1 1624,-3-11-355,3 15 0,0 1 369,-3-10 0,2 10 0,-1-2 0,-2-9-230,4 13 0,-1-1 230,-1-19 1348,2 8 1,-1 1-1349,2 14-2017,-1 2 2017,-3-16 0,1-1 0,0 10 2505,-2-8-2505,-1-3 0,1 1 0,0 0 0,-1-4-1430,0 9 1,0 0 1429,0-11 2859,0 20-2859,0-4-2505,2 3 2505,0 0 1189,1-11 1,-1-2-1190,0-6 3276,-1 21-2340,-1-9-936,0-6 0,-3 13 0,3-19 0,-3 20 0,3-21 0,0 20 0,-2-21 0,2 18 0,-1-19 0,-1 18 0,2-22 980,-2 13-980,1-11 0,1-2 0,-3 10 0,3-3 0,-2-1 0,-1 7 0,3-12 0,-3 6 0,3-5 3276,0-5 0,1 3-3044,0 0-232,0-1 0,-1 3 0,0-3 0,0 3 0,0 1 0,0 0 0,-1-3 0,-1-3 0,-1-6 0,-3-8 0,3 5 0,-1-5 0</inkml:trace>
  <inkml:trace contextRef="#ctx0" brushRef="#br0" timeOffset="500214">31608 10707 24575,'10'-2'0,"3"2"0,-2-1 0,1 1 0,12 0 0,-13 1-1639,13 0 1,1 0-1639,-13 1 2302,7-1 1,1 0 1833,-1 0 1,1-1-860,2 0 0,3 1 0,4-1 0,2 1 0,-2-1-1137,-6 0 0,-1 0 1137,11 1 0,0-1 0,-2 0 0,-2 1 0,-8-1 0,1 1 0,10-2 0,3 0 0,-6 0 0,-6 1 0,12-3 0,-2 0 3276,-20 1-2085,8 0 0,-3 1-1191,-12-1 0,17 2 3276,-16 0-3152,17 0-124,-6 0 0,-2 0 0,5 0 0,-14 0 0,13 0 0,-5 2 0,-2-2 0,-2 4 0,-5 2 0,5 14 0,-2-6 0,-1 3 0,0 1 0,0 0 0,2 12 0,-6-13 0,0 2 0,-1 0 0,-2 1 0,2 2 0,0-1 0,-2 0 0,2 14 0,1-3 0,0-8 0,-1-4 0,-1 2 0,0 0 0,1 1 0,-1-2 0,1 1 0,0 15 0,-1-4 0,0-15 0,1 20 0,-1-1-2122,-2-19 2122,1 9 0,-1 1 0,0 8 0,2-12 0,-1 1 0,0 4 0,0-4 0,1-2 0,1 9 0,-1 2 0,4 2 0,-4-17 0,0 2 0,2 11 0,-1 0 0,1-3 0,-2 6 0,-1-1-1179,1-14 1179,-1 2 0,0 2 0,1 11 0,0-15 0,0-1 1986,1 19-1986,-1-10 0,-1-2 0,-1-9 0,0 13 0,0 0 0,0-11-1639,0 9 1,1-2-1433,1-14 3071,0 6 0,-1 1 657,1 1-657,-1 8-3277,-1 9 2091,0-18 931,0 1 1,0-2 254,0-6 0,-3 22 0,3-24 139,-4 22-139,3-12 0,0 5 0,1 3 0,0-20 0,1 16 0,0-18 3276,1 8-2272,-1-7-229,0-1-775,0 4 3276,-3-8 0,1 2-3044,-6-2-232,2 1 0,-12 4 0,-10 2 0,0-3-1639,3-3 1,1-2-1639,5-1 2557,-10 0 1,-1-1 719,11 1-413,-7-2 1,0 1 412,7 0-3277,-12 0 2691,18 1 3862,-20 0-2689,-4 0-587,4 0-1554,3 0 0,2 0 1554,14 0 0,-21 0 605,14 0-605,-5 3 0,0 0 3276,9 1-2015,10 0-1261,0-4 0,1 4 3276,-3-2 0,-3 1-3044,0-1-232,-13-1 0,10 0 0,-9 0 0,14-1 0,-4 0 0,4 3 0,-9 2 0,9 0 0,-12 5 0,15-8 0,-6 4 0,3-2 0,3-2 0,-7 4 0,4-3 0,-7 1 0,5-3 0,-3 3 0,10-3 0,-8 3 0,-2-2 0,4 0 0,-5 0 0,11-1 0,-2 2 0,3-3 0,0 3 0,-1-3 0,1 1 0,-1-3 0,-4-8 0,2 3 0,-5-11 0,8 9 0,-3 0 0,6 4 0</inkml:trace>
  <inkml:trace contextRef="#ctx0" brushRef="#br0" timeOffset="504435">31695 11208 24575,'6'-2'0,"4"-2"0,-6 3 0,10-3 0,1 3 0,1 0-3277,13 0 0,-18 0 2568,12 0 1,2 1 708,3 0-1639,6 2 1,0-1 771,1-1 867,-8 1 0,4 0 0,-6 0-1482,-4-3 1482,6 2 0,3 0 1621,-6 0 0,0 0-1621,3 0 0,0-1 480,0 1 0,-1 0-480,10-2 0,-5-2 0,-16 2 0,12-2 0,-1-1 0,-10 1 0,18-2 0,-25 5 0,5-1 2387,-11 2-2387,0 0 224,10 2-224,11-2 0,-7 1 0,5 1 0,-17-2 0,0 2 0,-2-2 0,-2 0 0</inkml:trace>
  <inkml:trace contextRef="#ctx0" brushRef="#br0" timeOffset="505580">31726 11706 24575,'5'-3'0,"4"3"0,4 0 0,-2 2-3277,16 1 0,-19-3 1638,11 1 1,0-1-1122,-10 0 2164,19 0 0,0-1 596,-15 1-1110,18-2 1,0-1 1109,-21 3 2219,23-3-2219,0-2 2462,-20 4-2462,20-4 0,-1 0 3276,-20 4-3017,9-2 1,2 1 3016,-3 0-136,11-3-3140,-9 3 0,-2 2 0,-1 0 0,-4 1 0,9 2 0,2 2 0,-1-3-1639,11 2 1,0-1-1501,-14-1 3139,3-1 0,0 0 742,-8 0-742,-4 2 0,5-3 0,-8 1 0,-2-1 0,2 0 0,-7 0 0,0 0 0</inkml:trace>
  <inkml:trace contextRef="#ctx0" brushRef="#br0" timeOffset="506647">31863 12195 24575,'6'-4'0,"3"-2"0,7-1 0,-3 2-3277,23-4 0,-25 5 0,17 0 4605,-2 0-1328,8 3 859,-8-1 1,1 1-860,1 2 0,-2 0 0,-7-1 0,0 0-1639,8 2 1,-4 0 378,-7-1 1260,15 3 3276,-5-2-3141,-3 1-135,-1-2 0,-1 1 0,-2-1-185,13 1 185,-19-2 0,14 0 0,-8 1 3276,0 1-417,2 1-1200,-7 0-1659,9-1 301,-2-1-301,-1-2 0,-9 1 0,-7-2 0,-6 1 0,1-1 0</inkml:trace>
  <inkml:trace contextRef="#ctx0" brushRef="#br0" timeOffset="509482">31796 12880 24575,'9'-2'0,"2"1"0,-3-1 0,4 2 0,0 4 0,-4-1 0,0 4 0,-8 2 0,-1 2 0,0 1 0,-3 9 0,-1-2 0,-4 10 0,4-11-3277,4 9 0,4-19 2902,-2 18 375,-2-17 0,-4 14 0,4-15 0,-5 9 0,6-6 0,-4 2 0,3 2 3276,-3-4 0,3-3-2899,-1 2-377,3-7 0,-1 1 0,3-3 0,0 7 0,5 0 0,-4 0 0,3-2 0,-3-2 0,0-2 0,7 5 0,-6-4 0,12 4 0,-9-5 0,19 5 0,-15-5-1639,13 2 1,-1-1-1639,-9-2 2184,8 0 1,5 1 0,-4 0 920,1-2-921,6 1 1,9-1 0,-7 1 898,-2-1 194,1 1 0,6 1 0,-6 0-202,-1 2 202,-6-2 0,4 1 0,-4-1 3276,1 1-3229,4-2 0,-3 0 2803,-17-1-2850,15-2 3276,-13-2-101,0-3-3175,14-2 0,-12 2 0,14 2 0,-19 4 0,15 2 0,-17 0 580,8 0-580,-6-1 0,7 0 0,0-4 0,-3 3 425,4-9-425,0 2 0,-2 0 0,10-4 0,-20 9 0,7-7 0,-11 6 0,-1-5 0,0-3 0,0 4 0,0-14 0,1 14 0,0-13 0,0 14 0,-1-13 0,0 10 0,0-4 0,-1-2 0,-1 4 0,-1-3 0,1-1 0,1 10 0,1-8 0,0 8 0,0-6 0,0 5 0,0-3 0,-3-4 0,1 3 0,-3-7 0,2 7 0,0-1 0,0-1 0,1 6 0,1-8 0,-1 7 0,2-5 0,-1 6 0,-1 0 0,2 0 0,-2 1 0,4 0 0,-2 1 0,3-1 0,-3 2 0,2 0 0,-2-3 0,0 4 0,0-3 0</inkml:trace>
  <inkml:trace contextRef="#ctx0" brushRef="#br0" timeOffset="511398">31962 10807 24575,'-3'-16'0,"1"-2"0,-2-12 0,2 10-3277,-3-13 0,3 24 0,-1-22 0,3 24 5064,-3-16-1787,2 6-3034,-3-10 3034,3 7 1242,0 0 0,0 0-1242,1 8 0,3-23 0,-2 24 0,4-20 0,-4 23 0,4-15 0,3 2 0,7-8 3276,-4 4-2782,4 5 1,-2 3-495,-6 10 0,16-14 0,3 5 0,-9 7-1639,8-5 1,1 0 1200,-13 9 438,9-6 0,-1 0 0,-14 9-131,21-14 131,-22 15 0,9-6 0,-11 7 0,9 0 0,-9 0 819,12 0 0,-13 0 0,4 0 0</inkml:trace>
  <inkml:trace contextRef="#ctx0" brushRef="#br0" timeOffset="511949">32280 10153 24575,'4'23'0,"-3"-10"-3277,5 21 0,-5-25 0,7 15 3090,-7-19 2100,6 7-1913,-5-9 0,0-5 0,-5-13 3276,-1 4-422,-9-18-2854,6 19 0,-9-13 0,10 17 1975,0-8-1975,9 8 0,8-11 0,-1 8-3277,12-7 0,-13 12 3047,10-6 230,-17 9 0,2 2 0,-9 3 0,0 6 0,1-3 819,0 0 0,3-5 0,-1-2 0</inkml:trace>
  <inkml:trace contextRef="#ctx0" brushRef="#br0" timeOffset="513880">29464 10712 24575,'10'12'0,"4"13"0,-6-7 0,2 4 0,0-2 0,-6-14 0,2-13 0,-3-19-3277,0 4 2506,-1-5-240,-1 2 1011,-1 7 0,0-3 0,0-1 0,0 5 0,-1-5 0,0 1 0,1 9 0,8 6 0,10 28 3276,-4 3-3015,5-4 0,0-4-2135,-12-12 1874,18 12 0,-3-14 0,6-6 0,-2 4 0,7-14-2031,-29 8 2031,10-5 1514,-7 1-1514,-4 4 0,5-6 0,-7 7 0,-1-3 0,-2 5 2232,-1 0-2232,0 2 1420,1 3-1420,1 0 0,2 5 0,-1-1 0,6 9 0,-4-7 0,7 10 0,-5-10 0,4 5 0,-5-8 0,2 4 0,-5-6 0,3 3 0,0-4 0,-1 0 0,1-1 0</inkml:trace>
  <inkml:trace contextRef="#ctx0" brushRef="#br0" timeOffset="514267">29939 10732 24575,'6'1'0,"4"1"0,-1 2 0,2 0 0,-1 1 0,1 0 0,-2 0 0,-1-2 0,1 0 0,2-3 0,4-1 0,-4-1 0,0-4 0,-8-2 0,2-2 0,-5 3 0,0 2 0</inkml:trace>
  <inkml:trace contextRef="#ctx0" brushRef="#br0" timeOffset="514798">30205 10636 24575,'17'24'0,"-8"-11"0,7 3 0,-12-12 0,6 0 0,-8-4 0,2-3 0,-4 16 0,0 13 0,0-1 0,2 0 0,-1-2 0,1-6 0,0 2 0,-1 2 0,-5 4-2857,1-4 2857,-4-5-477,-9-6 477,6-4 0,-10 2 0,-1 0 0,0-4-1639,-6 0 1,1-1-765,9-3 2070,-19 0 333,31 0 1805,-7-6-1805,11-2 0,-1 1 0,2 0 0</inkml:trace>
  <inkml:trace contextRef="#ctx0" brushRef="#br0" timeOffset="515513">30553 10445 24575,'5'29'0,"0"-10"0,-1 1 0,1-2 0,-1 2-1639,3 12 1,-1-2-1639,-3-14 1638,-1 11 1,0-1 1518,-2-14 2025,0 18-1905,0-23 0,1 5 0,1-20 3276,3 2-393,-2-28-2883,0 17-1639,1-10 1,-1 1 18,-1 15 1620,0-8 0,1-2-3149,-2 5 3149,1-1-3277,3-16 3060,-2 24 217,0-12 0,1 16 3276,-2 0-3058,14 16-218,-9-4-694,7 13 0,0 2 694,-6-10 0,11 15 3276,-11-15-2277,-2-5-999,6 11 0,-10-12 0,8 8 0,-9-10 0,9 12 0,-9-12 0,3 4 0,-4-9 0,3-7 0,-3 4 0,3-3 0</inkml:trace>
  <inkml:trace contextRef="#ctx0" brushRef="#br0" timeOffset="516017">30598 10693 24575,'5'-1'0,"5"-4"0,8-1 0,14-5 0,-6 3-3277,5-1 0,-23 7 3047,3-3 230,-8-1 0,1-1 0,-1 1 0,-2 1 0,-1 4 0</inkml:trace>
  <inkml:trace contextRef="#ctx0" brushRef="#br0" timeOffset="516287">30806 10454 24575,'14'12'0,"5"10"0,-11-8 0,2 3 0,0 1 0,-2 3 0,2 2 0,0 0 0,-2 4 0,5 5 0,-11-20 0,3-1 0,-1-21 0,-1 11 0,0-14 0</inkml:trace>
  <inkml:trace contextRef="#ctx0" brushRef="#br0" timeOffset="516497">30945 10544 24575,'14'4'0,"-1"-3"0,-1-1 0,-4 0 0,5-4 0,0-3 0,-4 2 0,2-4 0,-2-4 0,-3 4 0,8-12 0,-11 15 0,2-3 0</inkml:trace>
  <inkml:trace contextRef="#ctx0" brushRef="#br0" timeOffset="516680">31081 10384 24575,'3'36'0,"-1"1"0,0-5 0,-1-5 0,2-5 0,-4-1-820,-4-9 1,1 0 0,0-4 0</inkml:trace>
  <inkml:trace contextRef="#ctx0" brushRef="#br0" timeOffset="518517">31776 10765 24575,'4'9'0,"-2"3"0,-2-6 0,-1 12 0,-1-12 0,-1 12 0,-3-7 0,1 1 0,-7 5 0,6-8 0,-4 6 0,4-6 0,2 0 0,-2 2 0,4-7 0,9-4 0,18-21 0,-5 5-1639,3-3 1,-3 2-1639,-9 6 3047,13-12 230,-20 20 0,2-2 0,-21 35 0,1-7 0,-3 0 0,2 0 0,-1 0-1151,-6 3 0,2-3 1151,7-7 3276,-3-2-907,24-15-2369,-1-4 0,24-15 0,-16 7 0,0 3 0,1-1 0,13-4 0,1-2 888,-5 6 1,0-1-889,8-3 0,-6 0 0,-8 6 0,-29 14 0,10-2 0,-25 15 0,0 2 0,-3 2 0,10-7 0,-1 0 0,-3 1 0,-2 1 0,5-2 258,1-1-258,2-4 0,17-8 0,11-9 0,-5 2 0,14-5 0,8-9 0,0 6 0,1 0 0,-10 2 0,0 0 0,5-1 0,2 0 0,-5 3 0,-6 3 0,18-8 1406,-29 16-1406,-17 15 0,5-8 0,-11 10 0,-1 1 0,7-7 0,-5 2 0,1 1 0,6-4 0,-1-1 0,13-7 0,10-2 0,18-12 0,0 4 0,-4-2 0,-1-2 0,-3 4 0,8-3 0,-2-1-3277,-15 6 2733,4-1 0,2-1 544,12-5 0,1 2 0,-11 1 0,-2 3 0,-4 6 0,-14 4 0,-17 17 0,8-15 3276,-4 13-2187,11-17-1089,16-2 0,-7-4 0,16-6 0,-9 3 0,-1 1-3277,18-5 0,-22 7 3047,16-3 230,-17 6-3277,19 6 2017,-17-5 1260,23 10 0,-29-4 0,6 11 0,-12-8 3276,-4 4-2015,5-11-1261,7-3 0,-1-3 3276,2-2 0,-5-3-3044,-15 1-232,-6-2 0,2 1 0,2 4 0,12 2 0</inkml:trace>
  <inkml:trace contextRef="#ctx0" brushRef="#br0" timeOffset="522264">29303 10262 24575,'17'-3'0,"15"-8"-3277,2 0 0,-4 1 1638,7 0 1,-3 2-1639,-13 4 3838,4-2 0,8 0-561,-5 2 0,4 1 0,3 0 0,0-1 0,-4 0 0,2 0 0,1-1 0,1 1 0,-1-1 0,-1 1-425,1 1 1,-1 0 0,-1-1 0,2 1-1,4-1 425,-5 0 0,4 0 0,2-1 0,2 0 0,0 0 0,-2 0 0,-3 0 0,-4 1 0,-7 1 0,7-1 0,-1 0 0,-3 1 0,6-1 0,4 0 0,0 0 0,-2 0 0,-4 1 0,5-2 0,-4 2 0,-1-1 1285,1 1 1,3 0-1286,-1 1 0,7-1 0,-2 0 0,-10 1-2494,0 0 2494,5 1 0,0 1 0,-6 2 2147,-9 2-2147,3 0 0,0 1 0,-7 0 3276,5 3-2294,-10-1-982,-6-2 0,9 13 0,-8-10-3277,8 23 2859,-9-22 418,5 12 3276,-2 5-2015,7 8-1261,-5-11 0,0-1 0,7 11 0,-3-13 0,-9-20 0,9-6 0,-3-9 0,0 3 0,-4 4 0</inkml:trace>
  <inkml:trace contextRef="#ctx0" brushRef="#br0" timeOffset="522546">31406 10272 24575,'-6'6'0,"2"-2"0,3 1 0,-1-4 0,-1-1 0,0 0 0,-5 1 0,6 0 0,-4 0 0</inkml:trace>
  <inkml:trace contextRef="#ctx0" brushRef="#br0" timeOffset="523199">31314 10338 24575,'-9'14'0,"5"-6"0,-3 6 0,8-11 0,2-2 0,2-3 0,8-7 0,-2 4-3277,9-9 0,-10 10 3047,3-5 230,-5 6 0,-3 1 0,2-2 0,-3 4 0,-2 0 0,7 10 3276,-4-4 0,8 11-3044,-8-11-232,9 4 0,-14-8 0,-5 9 0,0-9 0,-11 9 0,0 0 0,5-3 0,-2 1 0,13-8 0,9-5 0,-3 3 0,-14 3 0,5-1 0,-12 4 0</inkml:trace>
  <inkml:trace contextRef="#ctx0" brushRef="#br0" timeOffset="526850">33007 11050 24575,'13'4'0,"6"4"0,-5 2 0,7 8 0,-15-10-3277,13 21 0,-14-21 0,6 14 4605,-2 10-1328,-5-6 0,0 1-597,1-5 0,0 0 597,-2 4 0,0-1-1332,1 10 1332,-2-11 0,1 5 0,1-2 0,0-10-1565,3 14 0,2-2 1565,-4-16 853,2 10 1,0 1-854,5 7 565,-7-12 1,1 1-566,0 7 0,-1-1 0,-1 6 0,-7-10 0,-2-2 0,1-4 0,-6 5 0,1 0 0,5-7 1451,-7 11 1,0 2-1452,5-8-1639,-2 7 1,0-1 919,4-9 719,-2 12-206,3-15 206,0 3 0,-2 5 0,3-9 0,-3 12 0,4-15 3276,-3 9-2659,-1 0 975,3 2-1592,-5 11 0,5-10 3276,-1 5 0,7 5-3446,-3-12 170,7 10 0,-3-9 0,2 6 0,-1-3 0,-2 0 0,-2-17 0,1 3 0,-4-11 0,-2 0 0,-1-5 0,1 3 0,1 0 0</inkml:trace>
  <inkml:trace contextRef="#ctx0" brushRef="#br0" timeOffset="527581">33125 12325 24575,'5'1'0,"0"5"0,0 5 0,-1 1 0,1 8 0,-4-7 0,3 11 0,-4-11 0,3 5 0,0-1 0,1-7 0,0 9 0,-2-12 0,-1 0 0,1-3 0,-1-3 0,0-5 0,-4-9 0,-1-1 0,-6-11 0,7 13 0,-10-19 0,9 21 0,-8-20 0,8 21 0,-2-12 0,4 11 0,1-2 0,3 3 0,1 4 0,12-7 0,-1 2 0,1 0 0,0 1 0,-10 9 0,3 0 0,-4 4 0,3 15 0,-5-8-3277,4 20 0,-6-23 3047,2 10 127,-2-6 103,0-3-3277,0 13 2052,0-14 1225,0 9 0,0-7 3276,-2 0-2050,-1 6-1226,1-10 103,-4 8-103,6-10 3276,-6 2 0,1-9-3044,-11-22-232,4 8 0,0-8 0,1 0 0,1 6-656,-4-9 1,0 2-1,7 13 1,-11-14 0</inkml:trace>
  <inkml:trace contextRef="#ctx0" brushRef="#br0" timeOffset="529198">31003 13426 24575,'3'-5'0,"1"2"0,-1-1 0,-1 0 0,3-5 0,0-10 0,1 5 0,7-11 0,-7 16-3277,15-14 0,-15 15 3047,11-7 168,-1 4 1,2 0 61,5-2 0,0 1-1482,-1-1 0,0 1 1482,0 0 0,-1 1-1103,14-1 1103,-12 3 0,6-2 0,-1 1 0,-12 3 43,6 1 0,0 0-43,-12 2 2680,12 1-2680,-16 2 1424,-3 2-1424,3 4 3276,-1 1 0,3 1-3044,-1-1-232,0-2 0,-1 0 0,-3-3 0,-3 0 0,-2 6 0,1-3 0,-1-3 0,5-5 0,-2-6 0,4 13 0,4 5 0,-3 3 0,6-3 0,-6-5 0,0-3 0,6 2 0,-6-2 0,3-2 0,-9 3 0,-3 2 0,-1 1 0,-2 1 0,1-4 0,3 0 0,-1 1 0,3 1 0,9 2 0,4-3 0,-2 0 0,0-2 0</inkml:trace>
  <inkml:trace contextRef="#ctx0" brushRef="#br0" timeOffset="530718">31997 12920 24575,'-21'21'0,"-1"-4"0,2-1 0,7-4 0,-15 8 0,1-2-941,15-12 941,-5 6 0,-1 0-3277,8-5 236,0 1 3013,-3 2 28,10-6 0,2-4 0,4-5 0,13-14 0,-6 5-1639,5-3 1,1 1 861,-4 2 777,1 1 0,2-1 3276,8-3-2651,-7 4 1,0 0-626,9-5 30,4-6-30,-23 21 0,3 3 0,-14 20 0,1-4 0,-5 6 0,-1-1 0,3-10 0,-10 20-626,7-20 626,3 0 0,0 0 0,12-17 0,13-12 0,0-2-1639,1 3 1,-2 0 586,-4 5 1052,8-4 3276,-5 6-2629,-4 3-41,14-10-606,-3 3 0,2 0 0,-6 5 0,-16 19 0,-18 21 0,1-6 0,-2 2 0,4-5 0,0 0 1638,-2-2 0,3-2 422,4-8-1464,6-7-596,14-10 0,3-3 0,2 0 0,2 0 0,7-5 0,-5 5 0,4 0 0,-4 2-1227,3-3 1227,4 0 0,1 0 0,-7 3 0,2 1 0,6-2 0,-17 7 0,-1 0 1196,-10 6-1196,-12 12-1368,3-7 1368,-10 12 0,1-9 0,-2 0 0,3-1 0,-2 1 0,-8 2 0,-5 2 0,5-2 0,-8 5 0,4-6 0,-4 3 0,8-3 0,13-5 607,-11 3 0,8-3-607,19-9 0,11-9 0,-2 4-1639,11-6 1,2 0-1384,-2 4 3022,4-2 0,3-1-1002,4 3 0,-1 2 1002,-9 0 0,1-1-467,1 2 0,2 0 0,-4 0 467,5-2 0,-4 3 0,-17 3 3276,-5 1-1939,12 7-1337,-8-3-2021,22 11 2021,-21-11 0,10 5 1791,-17-6-1791,0 0 0,-2 2 0,-5-2 0,-4 7 0,1-5-3277,-15 16 2017,16-17 1260,-14 14 3276,3-6-2015,-3 5-1261,2-4 0,2-2 0,7-6 0,0-1 0,1 0 0,5-4 0</inkml:trace>
  <inkml:trace contextRef="#ctx0" brushRef="#br0" timeOffset="533462">31742 12825 24575,'5'32'0,"-3"-17"0,0 10 0,-2-5 0,0 1 0,0 9 0,-2 2 0,1-12 0,-2-1 0,0-1 0,1-3 0,-2 14 0,0-11 0,3 2 0,-1 2 0,5-10 0,-2 2 0,4-10 0,-1 3 0,2-5 0,0 0 0,3-2 0,-1-1 0,6 0 0,-6 1 0,19 1 0,-8 2 0,1 1 0,0 1 0,-1 3-1639,4-1 1,-2 0-1639,-9-3 3047,19 6-991,-7-1 1221,1-1-1639,6-1 1,1-1 783,2-1 855,-4-3 0,6 0 0,-3-1-1134,-3-1 1,0 0 1133,-5 1 0,1-1 0,-1 1 0,7 0 0,-6 1 0,-10-2 69,5 3 0,1 0-69,-10-1 3078,24 2-3078,-15-2 0,0-1 3276,1-1-3087,-12-1-189,2-2 0,-6-1 3276,-1 1-232,3-4-1641,-2 3-1403,10-12-3277,-1-2 0,-3 4 3047,-1-3 230,0-5 0,-4 4 0,0 0 0,8-11 0,-7 4 0,-1 3-795,-3 13 795,0-15 3276,-5 2-162,-5 0-3114,3-5 0,-6 7 0,7 11 0,-2-11 0,3 1 0,4-5 0,5-5 0,2 9 0,2-6 0,-6 12 0,1 5 0,-7 8 297,1 4 0,-1-1 0,0-1 1</inkml:trace>
  <inkml:trace contextRef="#ctx0" brushRef="#br0" timeOffset="534481">33058 10304 24575,'-16'12'0,"7"-5"0,-10 8 0,-2 1 0,8-5 0,-9 8 0,-5 6 0,3-3-1018,11-9 1,0 1 1017,-7 5 0,-2 3 0,4-4 655,2 1-655,-5 11-946,16-24 946,-4 11 0,3-11 0,5 1 975,-4 3-975,4-3 0,0 3 0,1 8 1351,0-8-1351,0 8 0,0-12 0,0-2 0,0-1 0</inkml:trace>
  <inkml:trace contextRef="#ctx0" brushRef="#br0" timeOffset="535281">31594 11596 24575,'7'-3'0,"3"0"0,9-1 0,-2-1-3277,14-4 0,-17 3 0,2 0 4111,-8 5-834,-4-1 1787,3 0-1787,0 1 0,-1-1 0,7 4 3276,-4-2 0,0 1-2618,-2-2-658,-2-1 0,-2 1 0,0-1 0</inkml:trace>
  <inkml:trace contextRef="#ctx0" brushRef="#br0" timeOffset="536413">31160 12179 24575,'14'-9'0,"0"1"0,3 0 0,14 2 0,-7 1 0,3 2 0,0-1 0,-2-1 0,0 2 0,5-1 0,-5 1-3277,0-4 2878,3 3 1,3 0 398,-5-2 0,-3 1 0,2 0 0,12-4 0,-2-1 0,-15 3 0,16-3 0,-27 5 0,3 2 0,-2-1 819,-2 1 0,-2 2 0,-5 1 0</inkml:trace>
  <inkml:trace contextRef="#ctx0" brushRef="#br0" timeOffset="537182">31748 12034 24575,'0'5'0,"1"-2"0,1-1 0,0-5 0,-1 1 0,-2-4 0,-1-8 0,0 7 0,0-7 0,3 12 0,-1-1 0,10 0 0,-5 3 0,13-3 0,-13 3 0,12 0 0,-12 0 0,3 0 0,-6 11-3277,-1 5 0,-1 0 3047,0 0 230,-1-8 0,1-3 0,-3 6 0,2-7 0,0 2 0,0-2 3276,0 0 0,1-1-3044,3-2-232,-2-1 0,0 0 0</inkml:trace>
  <inkml:trace contextRef="#ctx0" brushRef="#br0" timeOffset="541232">29255 12474 24575,'-22'4'0,"4"2"0,7-1 0,12 0 0,10-4 0,17-1 0,-3 0 0,9 0 0,-18 0-3277,15 6 0,-23-5 3047,13 6 230,-13-2 0,-1 4 0,-1 1 0,-2 2 0,-3-3 0,-1 6 0,-2-7 3276,-4 7 0,-2-2-3044,-1-2-232,-8 9 0,-4-8 0,-10 3 0,9-7 0,-5-2 0,20-6 0,-13 4 0,14-5 0,-5 1 0,7-5 0,3 0 0,0 2 0,3 2 0</inkml:trace>
  <inkml:trace contextRef="#ctx0" brushRef="#br0" timeOffset="541930">29415 12445 24575,'13'27'0,"-6"-9"0,1 15 0,-6-21 0,2 13 0,-2-18 0,1 8 0,-1-11 0,-1-3 0,3-24 0,-3 4 0,1-2 0,-1 0 0,-1 3-1639,-3-2 1,0 1-1639,2 7 3047,-6-11 230,2 6 0,1 9 0,1-8 0,9 17 0,-1 0 0,3 3 0,9-1 0,-5-2 0,8 0 0,0-1 0,-5 0-401,6-4 1,1 1 400,-12 1 0,19-6 0,-22 6 0,6-1 0,-9 1 0,3 11 0,-5-6 0,3 10 0,0 8 0,3-7 0,1 14 0,-3-20 3276,2 3-164,-6-9-1915,3 2-1197,-5-3 0,9-1 0,-1-4 0,6 1 0,-6 0 0,-6 1 0</inkml:trace>
  <inkml:trace contextRef="#ctx0" brushRef="#br0" timeOffset="542330">29846 12362 24575,'-10'6'0,"4"-4"0,-3 4 0,4-6 0,0 3 0,3-2 0,12 8 0,0-2-3277,16 12 0,-16-11 3162,7 5 0,-2 0 115,-5-2 0,8 6-3277,-16 0 2017,-2-12 1260,-1 8 0,-4-4 3276,2-2-2015,-14 8-1261,9-10-1639,-10 3 1,-1-1 378,8-4 1260,-20 5 0,12-8 0,8 2-1417,-22-2 1417,26 0-232,-18-6 232,20 5 0,-13-11 0,13 10 819,-5-6 0,7 7 0,2-1 0</inkml:trace>
  <inkml:trace contextRef="#ctx0" brushRef="#br0" timeOffset="544919">31776 12024 24575,'12'12'0,"-6"-5"0,5 4 0,-9-7 0,4 0 0,-4 2 0,2-4 0,-1 4 0,1-7 0,-4-5 0,-1 0 0,-5-8 0,4 3 0,-1 1 0,-1-1 0,3 3 0,-1-4 0,0 0 0,13 3 0,3 2 0,1 5 0,-1 1 0,-9 1 0,-1 0 0,11 11 0,-8-7 0,12 16 0,-14-17 0,4 7 0,-4-7 0,-4 0 0,4 11 0,-5-8-3277,-2 18 0,0-20 3047,1 11 230,-3-8 0,-1 1 0,-1 0 0,2-2 0,0-3 3276,3 0 0,-2 3-3044,3 0-232,0 6 0,0-3 0,1 3 0,0-7 0,4 3 0,-4-5 0,3 1 0</inkml:trace>
  <inkml:trace contextRef="#ctx0" brushRef="#br0" timeOffset="547331">31889 11999 24575,'5'20'0,"-2"-1"0,2 0 0,1-2 0,-4-11 0,1-6 0,-5-8 0,2-2 0,-4-3 0,3 10 0,-2-3 0,3 3 0,-1-2 0,13-1 0,-7 4 0,13-5 0,-4 2 0,5-3 0,-4 2 0,-5 2 0,-10 4 0,-8 4 0,5-3 0,-2 3 0</inkml:trace>
  <inkml:trace contextRef="#ctx0" brushRef="#br0" timeOffset="550932">28236 12635 24575,'8'-12'0,"4"-3"0,0 2 0,-1 1-3277,13-8 0,-18 13 1638,11-7 1,1 0 1501,-5 4-967,6-5 1,0 0 1103,-7 6-1376,14-9 1,1 1 1375,-16 8 1375,9-2 1,2-2-1376,-2 2 0,3 0 0,5 0 0,4-1 0,-3 1-1090,2-4 0,0 1 1090,-2 3 0,2 0 0,0 1 0,-5 2 0,-1 2 0,-1 0 1178,1-1 1,2 1-1179,1-1 0,6 0 0,-2-1 0,-6 2 1638,-7 2 0,-1 0-1330,8-1 1,4 1 0,-4 1-309,-5 5 0,-3 1 0,4-4 0,0 2-1639,3 8 1,-4 1 713,-12-4 925,18 7 0,0-1 0,-14-8 269,7 4 0,5 0-269,0-6 0,0-1 0,9 2 0,-5-2 0,5 1 0,-6-2 0,-1-1 0,4 1 0,-4 1 0,-17-1 3276,4-1-2085,-12-4 2085,-1-1 0,0-1-2835,1 1-441,-1 3 0,-1 1 0,-6 8 0,3-3 0,-6 11 0,7-11 0,-1 5 0,2-6 0,10-7 0,-1-3 0,8-6 0,-10 4 0,-2 3 0,-4 4 0,2 1 0,2 0 0,1 2 0,18-1 0,-14 1 0,17-2 0,0-1-2218,-14 3 2218,7-1 0,1-1 0,-4-1 0,-3 1 0,8-1 0,-9 2 0,-4 1 0,-2 4 2218,-7-1-2218,-8 15 0,2-11-1639,-6 8 1,-1 1-1639,6-11 3047,-16 17-3047,0-8 2017,10-4-257,-9 4 0,0 0 1517,13-6 0,-18 13 0,34-25 3034,-6 5-3034,15-15 0,-11 9 3276,4-1-2015,-3 3 2015,-1 1-2457,6-2 0,-8 2 0,4-1 0</inkml:trace>
  <inkml:trace contextRef="#ctx0" brushRef="#br0" timeOffset="553265">29714 12160 24575,'7'20'0,"2"8"-1868,-1-7 1868,2 4 0,-6-4 0,0-8-1639,-1 6 1,-1-1-1639,0-9 2456,-1 14-545,0-6 1366,0-8-1202,1 20 1202,-1-22 425,0 8-425,1-6 0,-2-3 3276,1 4-2048,1-6 2048,-1-3-2163,2-1 1380,3-6-2493,1-11 0,-1-6 0,-4-11 0,-3 13 0,-6-9 0,3 23 0,-7-18 0,6 15 0,-8-16 0,9 15 0,-2-10 0,4 15 0,2-3 0,5 4 0,1 2 0,12-3 0,-8 4-1639,9-2 1,0-1-1639,-10 4 3047,18-5-4,-12 5 234,-4-1 0,11 1 0,-3 1 0,-7 1 0,2 5 3276,-10-2 0,-1 6-2810,-2 4-466,-2-3 0,-6 11 0,1-12-3277,-13 16 0,12-17 3047,-6 8 230,-2 0 0,7-4 0,-7 6 0,9-9 0,4-10 0,3 3 0,12-7 0,-4 3 0,11-3 0,-14 3 3276,2 0 0,-6 0-3044,-9 0-232,-9 3 0,3 0 0,-7 3 0,14-1 0,-2-1 0,5-2 0,2-1 0</inkml:trace>
  <inkml:trace contextRef="#ctx0" brushRef="#br0" timeOffset="555913">32639 10239 24575,'-9'16'0,"-2"10"0,7-16 0,-1 10 0,0 1 0,3-5-1639,-3 6 1,0 0-1639,2-9 1638,-1 6 1,0 0-1639,3-12 5064,-4 16-1787,4-12 0,1-1 0,-5 10 0,-1 4 0,2-8 0,-3 8 0,7-8 0,-3-7-3034,-2 26 3034,3-29 0,-2 17 0,-1-11 3034,3-3-3034,-8 16 3276,3-2-2015,-4 6-1261,6-7 3276,-1-3 0,1-6-3044,2-3-232,-2-2 0,2-3 0,-3 4 0,-1 1 0,-1 1 0,2-5 0,5-2 0,-1-2 0,1-1 0,-1-3 0,-5-5 0,2 1 0,6 5 0,1 2 0,9 3 0,-1 0 0,3-1 0,3 2 0,-1-3 0,-4-1 0,-9-6 0,-9-4 0,0 2 0,-6-4 0,8 10 0,-5-5 0,6 6 0,1-2 0,10 1 0,9-5 0,-3 1 0,4-3 0,-16 5 0,3 1 0,-6 2 0</inkml:trace>
  <inkml:trace contextRef="#ctx0" brushRef="#br0" timeOffset="567047">32234 10802 24575,'9'-15'0,"-5"4"0,9-11 0,-10 13 0,5-5 0,-6 3 0,3-1 0,-1-10-3277,2-8 0,-2 11 3047,0-4 230,-1-5 0,-1 8 0,1 1-1848,2-16 1848,-1-1-1090,2 11 1090,-4 3 1638,3-2 0,0-2-612,1 3 1,-1 2-4304,4-12 2772,1 2 844,0 7-339,-5 9-1639,5-10 1,0 0 1583,-5 11-517,6-15 0,0 1 572,-5 12 0,5-10 0,0 1 0,-4 11-514,8-6 1,-1 1 513,-6 10-123,12-9 1,3 0 122,-8 6 0,6-2 0,5-4 0,-5 4 0,-1 0 0,4-1 0,1 0 384,0-1-384,-6 3 0,1 2 0,-1 0 0,-5 2 3276,8-4-2947,-17 13 1467,0-3-1796,-5 4 3276,-2-2-271,-2 3-1487,11-7-1518,0 6 0,6-6-820,-3 2 1,-7 1 0,-2 2 0</inkml:trace>
  <inkml:trace contextRef="#ctx0" brushRef="#br0" timeOffset="569080">32300 9200 10619,'-16'-1'0,"-3"2"-678,-1 1 1,-1 1 677,1 1 0,-13 6 139,12 2-139,5-3 1065,0 2 1,1 1-1066,3 2 2464,0 2-2464,9-8 3276,6-6-1647,13-2-1629,-7 0-1112,26-3 1112,-24 2 0,16-2 0,-16 3 0,-1 0 0,3 3 0,-2 10 0,0 3 0,1 14 0,-5-15 3276,0 14 0,-11-12-3044,0 5-3509,-14 5 0,8-19 2594,-8 5 1,-2-2 682,4-5 0,-7 2 0,-1 0 0,8-4 0,-19 0 0,28-5 0,0-10 0,13 2 0,12-8 0,-11 10 819,6-1 0,-11 7 0,2-2 0</inkml:trace>
  <inkml:trace contextRef="#ctx0" brushRef="#br0" timeOffset="569697">32318 9309 24575,'7'14'0,"0"11"-3277,-2-6 0,-2 2 0,0-5 4605,0-9-1328,-1-1 1719,4 4-1719,-4-9 0,3-13 0,-3-3 0,3-18 0,-3 13 0,-1-13 0,-1 19 0,0-16 0,0 23 3276,0-11 0,0 14-3044,0 1-232,11 22 0,-7-9-1639,12 11 1,0-1-1639,-8-9 2631,11 5 1,2-2 645,-7-8-1639,6 2 1,1-1 729,-6-4 909,15 1 0,-9-4 0,-2 0 3276,-2 0-2366,-13 0 151,-8 3-1061,1 1 3276,2 2 0,2-2-3218,8-7 0,-6 2 0,6-3 0</inkml:trace>
  <inkml:trace contextRef="#ctx0" brushRef="#br0" timeOffset="570047">32674 9251 24575,'-7'17'0,"4"-6"0,6 19 0,9-10 0,2 0-3277,12 0 0,-16-14 3047,13 9 230,-18-6 0,-1 9 0,-12 2 0,-3-4 0,-8 4 0,11-15-3277,-20 11 2017,20-13 4536,-21 10-2762,23-11-514,-10 10 0,17 0 0,-5-2 0,7-1 0</inkml:trace>
  <inkml:trace contextRef="#ctx0" brushRef="#br0" timeOffset="573879">31088 12067 24575,'14'-18'0,"1"6"0,2-1 0,-3 0 0,3 0-1639,15-4 1,1 2-1639,-3 2 2184,3 4 1,7-1 0,-7 3 448,-6 4 644,0-2 0,6-1 0,-2 1-1001,3 2 0,-3 1 1001,-12 0 0,0 0 0,8 0 0,4 1 0,-1 0-1050,6 0 0,-1 2 1050,-1 1 0,2 0 0,-8-1 0,4-1 0,-2 1 0,-5 0 0,-4 1 0,-1 0 0,11 0 0,-1-2 601,-4-3-601,-5 0 3221,-2-1-3221,-12 1 3276,-2 3-3230,-2-1 0,0 1 0,-1-2 0</inkml:trace>
  <inkml:trace contextRef="#ctx0" brushRef="#br0" timeOffset="574551">32115 11864 24575,'-1'11'0,"-1"2"0,2-4 0,0 7 0,0-10 0,0 4 0,2-8 0,-1-8 0,1-7 0,0 0 0,-2-4 0,0 11 0,-3-1 0,1 5 0,0 1 0,8-1 0,0-1 0,8-2 0,-7 2 0,8-3 0,-9 6 0,1-2 0,-6 8 0,-4 5 0,1-1 0,-8 8 0,3-8 0,-4 1 0,6-4 0,2-2 0,3-1 0,2 3 0,-1-2 0,2-2 0,-5 1 0,-10 5 0,-4 2 0,-5-2 0,-1-1 0,7 1 0,-13-2 0</inkml:trace>
  <inkml:trace contextRef="#ctx0" brushRef="#br0" timeOffset="577463">29834 12256 24575,'5'0'0,"-2"1"0,-2 0 0,-1 0 0</inkml:trace>
  <inkml:trace contextRef="#ctx0" brushRef="#br0" timeOffset="604147">23105 12709 24575,'-14'1'0,"-1"1"0,-4-2 0,1 1 0,-2 1 0,-10 0-1639,-1 1 1,2 1-1639,12-2 2654,-8 3 1,1 0 622,14-2 0,-14 7 0,19-7 0,0 6 0,6 10 0,2-5 0,8 19 0,-5-21 0,9 4 0,1 0 0,-8-8 0,17 10-3277,5-8 3218,-17-6-1489,16 1 0,-1 0 1548,-16-5-326,14 0 1,1-1 325,-13-1 1386,8 0 1,2-1-1387,3-3 0,-3 4 0,-3-4 0,-18 6 0,3-2 0</inkml:trace>
  <inkml:trace contextRef="#ctx0" brushRef="#br0" timeOffset="604865">23292 12727 24575,'-13'0'0,"-3"0"0,11 2 0,-3-1 0,0 4 0,5-2 0,-7 4 0,10-1 0,4 7 0,0-7 0,16 8 0,-7-10 0,15 6 0,-12-6 0,14 3 0,-12-2 0,0-2 0,-6 0 0,-8-3 0,0-1 0,3-5 0,1-10 0,-1 6 0,0-4 0,-1 5 0,-5 5 0,1 5 0,-2 13 0,-3 0 0,3 9 0,-2-17 0,2 4 0,0-2 0,0-7 0,0 4 0,0-6 0</inkml:trace>
  <inkml:trace contextRef="#ctx0" brushRef="#br0" timeOffset="605516">23418 12727 24575,'9'0'0,"4"3"0,1 2 0,-2 0 0,-3 2 0,-3 1 0,5 10 0,-4-4 0,3 21 0,-8-19 0,1 17 0,-3-21 0,0 10 0,0-10 0,0-7 0,1-19 0,-2-8 0,2-1 0,-6-10 0,4 24 0,-2-19 0,4 18-3277,8-15 0,-5 16 3047,12-15 230,-4 16 0,4-3-3277,17 11 2017,-21 2 1067,12 5 1,-2 0 192,-11 1 0,22 10 0,-27-11 3276,10 14-2206,-14 1-1070,4-2-3277,-4 13 2208,-2-25 4345,-2 19-2206,0-17-494,-2 6-576,0-9 0,1-5 0,2-1 0</inkml:trace>
  <inkml:trace contextRef="#ctx0" brushRef="#br0" timeOffset="606099">23898 12793 24575,'-6'6'0,"-6"3"0,-4 2 0,2-1 0,-1 4 0,11-8 0,-3 1 0,5 7 0,0-4 0,1 6 0,8-4 0,-3-7 0,14 3 0,-9-6 0,17 1 0,-14-3 0,11-3 0,-16 2 0,3-4 0,-6 4 0,-1-4 0,-1 1 0,-1-2 0,-1-8 0,-8-2 0,5 2 0,-4 1 0,7 14-3277,11 22 0,-7-13 3047,10 19 230,5-12 0,14-4-3173,-7 1 3173,4-11-37,3-17 37,-4-6 1638,-10 10 0,-1-1-679,-2-10 0,-5 2-1331,-6 9 372,3-18 0,-9 19 0,0 4 0,0-1 0</inkml:trace>
  <inkml:trace contextRef="#ctx0" brushRef="#br0" timeOffset="606364">24102 12675 24575,'5'27'0,"-1"-1"0,0 1-1639,3 2 1,-1-4-1639,-3-15 1638,2 9 1,1 0-1639,-2-13 5064,1 9-1787,-3-5 0,0-3 0,3 11 0,-2-11 3276,2 8-2015,-1-10-1261,19-3 0,-15-2 0,12-4 0</inkml:trace>
  <inkml:trace contextRef="#ctx0" brushRef="#br0" timeOffset="607282">32838 10876 24575,'30'-17'0,"-8"6"-1639,-2-1 1,-1 1-1639,-6 5 1638,9-6 1,-2-1-1639,-12 9 5064,19-14-1787,-16 12 0,-2 1 0,-1 0 0,-6 5 0</inkml:trace>
  <inkml:trace contextRef="#ctx0" brushRef="#br0" timeOffset="607647">32894 11249 24575,'12'-5'0,"2"-1"0,-2 4 0,1 0 0,-11 2 0,1 0 0</inkml:trace>
  <inkml:trace contextRef="#ctx0" brushRef="#br0" timeOffset="607997">32955 11806 24575,'12'-4'0,"-6"3"0,14-7 0,-15 7 0,19-6 0,-6 6 0,1-2 0,4 9 0,-17-5 0,4 7 0,-8-7 0,-1 2 0</inkml:trace>
  <inkml:trace contextRef="#ctx0" brushRef="#br0" timeOffset="608781">32604 12226 24575,'7'0'0,"3"0"0,9-1 0,-8 0 0,8-1 0,10 0 0,-6-4 0,9 3 0,-10-2 0,-14 3 0,0 0 0,-4 1 0</inkml:trace>
  <inkml:trace contextRef="#ctx0" brushRef="#br0" timeOffset="610115">32465 12242 24575,'-6'0'0,"-9"1"0,-11 0 0,7 0-1639,-15-1 1,0 0-1639,17 0 1638,-6 0 1,-3 0 2281,-1 3 1,2 0-644,5-2 0,0 1 862,-8 1 1,-1 0-863,4-1 0,5-1 0,10 1 0,-19-1 0,15 2 3276,3-3 0,1 2-3009,6-1-267,0 1 0,-5 1 0,4-1 0,-10 1 0,8-3 0,-6 1 0,8-1 0,-1 0 0,-2 0 0,-1 2 0,0-2 0,-4 4 0,2-2 0,2 1 0,-6-1 0,8-2 0,-7 0 0,4-2 0,2 0 0,4-1 0,-3 0 0,-6-3 0,2 4 0,-5-4 0,18 6 0,-1-2 0,12 2 0,9 0 0,-5 0-1639,4 0 1,-2 0-1639,-6 0 1638,16-2 1,0 0 148,-13 1 1460,2-1 1,5-1 29,3-1 0,3 1 0,-2-1 0,3 0 0,0 0-866,-1 0 0,2 0 0,-4 1 866,-4 0 0,-4 0 3134,-2 1-3134,-3 1 3276,5-1-1778,-8 2-1404,-2 0-94,6 2 3276,-7-1-758,12 2-2518,-14-1 0,4 1 182,-4-3-182,-4 2 0,4-2 0,4 0 0,-5 0 0,25 4-1979,-20-3 1979,18 4-758,-7-4 758,-4 0 0,6 0 0,-12 0 0,7 0 0,-7-1 0,11 0 0,-12 0 1898,10 0-1898,-13 0 839,6 0-839,-13 0 0,1 0 0,-5-7 0,2 5 0,-1-5 0</inkml:trace>
  <inkml:trace contextRef="#ctx0" brushRef="#br0" timeOffset="612846">22446 12644 24575,'-2'23'0,"-2"-6"0,2 2 0,0 1 0,-1-3-1639,0 4 1,1-2-1639,2-8 1638,2 15 1,2-1-1639,-3-15 5064,9 27-1787,2-11 0,-5-10-1517,6 9 0,0 0 1517,-6-14 0,13 17 0,2 0 0,-10-16 0,8 7 0,5 5 0,-4-6 0,-5-8-138,6 7 1,4 2 137,-4-10 0,-1-1 0,-4 2 0,2-1 0,5 0 0,6-1 0,1 0 0,-5 0 0,-2 0 0,2 0 0,0-2 0,6 0 0,4 0 0,0 0 0,-3-1 0,-7 0 896,-1-1 1,0 1-897,2-2 0,8 1 0,4 0 0,3 0 0,-2 0 0,-4-1 0,-7-1 994,5-1 0,-1 0-994,-4-1 0,6 1 0,4 1 0,2-1 0,-2 0 0,-4-1 0,-7 1-1247,4-1 0,-2 0 1247,-3 0 0,5 0 0,1 0 0,-1-1 0,-3 0 0,-1-1 0,-2 0 0,1 0 0,6-1 0,1 1 0,1-1 0,-1-2 0,2 0 0,-1-1 0,-4 2 0,1 1 0,-1-2 0,-2-3 0,3-2 0,-2-1 0,-7 3 0,-1 0 0,9-5 0,3-5 1469,-13 1 0,-1 0-1469,6-7 0,0 0 0,-4 5 0,1-2 0,-4 0 0,0-3 0,-3 5 0,-2 0 447,-2-1 0,3-3 0,-3 0-447,-4 0 0,-2 1 3,2 2 1,-2 1-4,-1-15 3276,-11 6-1834,-8-6-1751,5 2 309,-10 2 0,6 17 0,-2-2 79,0 3 0,-3-1-79,-2 0 0,1 0 901,-11-8-901,11 10 0,-2 1-734,-4-4 1,-4 0 733,3 4 0,-3 0 0,1 0-1244,-5-5 1,-1 0 1243,5 5 0,-2 0 0,1 2 0,3 3 0,1 0 0,1 1 0,-6-3 0,-4 1 0,4 2 0,-6 0 0,-3 0 0,-1 0 0,4 1 0,7 0 0,-4 1 0,0 0 0,5 1 0,-6-1 0,-5 1 0,-2 0 0,-1 0 0,4 0 0,5 1 0,8-1-1639,-1 1 1,2 1 1436,-2-1 0,-5 0 1,-3 0-1,0 1 0,4 1 202,-7 2 0,3 2 0,0 2-539,5 0 0,1 2 0,-1 0 0,0-1 539,1-2 0,0-1 0,-1 0 0,-1 2-348,-1 3 0,-3 2 1,0 1-1,3-2 1,7-2 347,5-4 0,-1 0-133,-6 2 1,-8 1 0,-2 2 0,2-1 0,7-3 132,3 0 0,0-2 0,-3 0 0,-7 0 0,-2 1 0,2-2 0,9-1 0,-12 1 517,7-3 1,-7 1 0,6 0-518,8-2 0,3 0 0,-13 0 1399,4 0 0,3 1-1399,13 2 0,-7 12 0,21-7 0,10 27 0,-5-25 0,6 11 0,-1-2 0,-6-13 0,7 12 0</inkml:trace>
  <inkml:trace contextRef="#ctx0" brushRef="#br0" timeOffset="613763">24927 12123 24575,'8'27'0,"-2"-2"0,-1-3-3277,-2-11 793,4 19 4197,-1 1-1713,-3-13 0,0 1 37,0-1 0,1 1-37,2 18 0,-1-20 0,1-2-144,0 6 144,-1-14 2938,1 0-2938,0-15 0,5-23 0,-4 6-1639,-2-1 1,0 0-1478,-3 8 1477,0-8 1,-1 0 1087,-3 14-234,-3-16 0,-3 0 785,2 14-1244,-9-9 1,-1 1 1243,8 11 2487,-13-5-2487,10 12 3276,3 4-2832,-11-2-2514,-2 15 2070,6-9 0,-2 10 3276,1-1-2015,10-6-1261,-8 8 0,14-11 0,4 1 0,0-2 0,3 1 0,-3-2 0,-2 0 0</inkml:trace>
  <inkml:trace contextRef="#ctx0" brushRef="#br0" timeOffset="614096">25434 12387 24575,'27'-5'0,"-1"-1"0,0 1 0,1-1 0,-3 2 0,10-3 0,-11 3 0,0 0 0</inkml:trace>
  <inkml:trace contextRef="#ctx0" brushRef="#br0" timeOffset="614298">26000 12283 24575,'6'-3'0,"7"-2"-3277,5 1 0,-4 0 1638,13-1 1,0 0-1639,-13 2 2653,11-1 1,0 1 623,-15 1 0,2 2 0,-8 0 0</inkml:trace>
  <inkml:trace contextRef="#ctx0" brushRef="#br0" timeOffset="614483">26372 12214 24575,'11'-5'0,"1"-1"0,-7 4 0,4-1 0,-6 1 0,0 1 0,-3 1 0</inkml:trace>
  <inkml:trace contextRef="#ctx0" brushRef="#br0" timeOffset="615365">24869 12904 24575,'27'-9'0,"3"1"0,-14 4 0,-2 1-1639,8-2 1,0 1-1639,-8 3 0,21-6 2908,-5 1 369,-15 1-1056,9 0 0,0-1 1056,-12 3 0,23-4 0,-7 3 0,-4 3 176,4-1 0,-23 5 1,0-3-1</inkml:trace>
  <inkml:trace contextRef="#ctx0" brushRef="#br0" timeOffset="615532">25709 12833 24575,'19'-6'0,"0"1"0,9-3 0,-3 1 0,-10 4 0,13-4 0</inkml:trace>
  <inkml:trace contextRef="#ctx0" brushRef="#br0" timeOffset="615713">26199 12743 24575,'11'-2'0,"9"-4"0,-2 0 0,1-2 0,2 0 0,2 0-820,5-1 1,6-1 0,-1 1 0,-4 0-820,-3 1 1,0 0 1228,4 0 0,8-2 1,-3 1-1,-10 3 1,-9 2-1,6-2 0,-1 1 1</inkml:trace>
  <inkml:trace contextRef="#ctx0" brushRef="#br0" timeOffset="620031">33109 10742 24575,'14'-9'0,"-4"2"0,3-4 0,-8 6-3277,10-15 0,-11 15 613,12-20 2664,-12 18 1816,12-21-1816,-4 5 0,2 1 0,-2 2 0,0 1 0,-1 3-1639,6-7 1,0 2 583,-8 8 2054,12-9 0,0 1-999,-11 10-1610,7-7 1,1 0 1609,-11 11 0,11-13 0,-12 15 3276,3-5-2825,-3 6-975,3-2 1,-5 5 0,2-3 0</inkml:trace>
  <inkml:trace contextRef="#ctx0" brushRef="#br0" timeOffset="621265">33514 10185 24575,'0'7'0,"0"3"0,0 3 0,0 0 0,0 7 0,0-10 0,0 12 0,2-13 0,1 12 0,2-11 0,-2 1 0,2 1 0,-4-8 0,2 3 0,-3-4 0,0-4 0,-3-1 0,2-7 0,-8-12-3277,-3-4 0,3 2 3047,-4 2 230,7 7 0,0 2 0,-1-2 0,5 4 0,1 6 0,-1-4 3276,2 3 0,-2-1-3044,9 3-232,2 1 0,12 3 0,-10 0 0,13 0 0,-17 0 0,7 1 0,-7-1 0,-3 0 0,0 0 0,0 1 0,-4 3 0,5 6 0,-4 12-1336,1-7 1336,-1 6 0,-1-4 0,0-2 0,0 8 0,2-8 0,1-2 0,4-2 0,-1-5 1336,3 0-1336,-6-7 0,0 1 0,-2-1 0</inkml:trace>
  <inkml:trace contextRef="#ctx0" brushRef="#br0" timeOffset="627432">25334 13253 24575,'17'-6'0,"-7"2"-1639,8-2 1,1 0-1639,-5 3 1638,21-7 1,0-1-1639,-18 6 2861,13-4 1,10-5-1,-8 3 416,-6 1-677,3-1 1,7-3 0,-7 4 676,-5 3 0,0-1 0,4-1 0,-6 1 0,-7 4 1014,6-3 1,1 0-1015,-10 2 3034,-1 3-3034,3-2 3276,-7 4-2961,-1-2 0,-3 2 0,-2 0 1</inkml:trace>
  <inkml:trace contextRef="#ctx0" brushRef="#br0" timeOffset="628599">25966 13183 24575,'17'5'0,"3"3"0,-5 0 0,6 4 0,-13-10-3277,13 7 0,-16-6 0,23 5 1597,-19-5 882,16 0 0,1-1 798,-13-2 0,5 1 0,2 0-1509,6-1 1509,-8-2 0,7 0 0,0 0 0,-9-2 0,6-1 0,-2 0 0,-12 2 2477,20-8-2477,-22 8-1412,15-9 1412,-16 10 0,5-5 3276,-7 4-3120,-3-1 2511,4 1-2667,-1-6-3277,5 5 3129,-4-5 0,0 6 0,-4 1 0</inkml:trace>
  <inkml:trace contextRef="#ctx0" brushRef="#br0" timeOffset="630131">26469 13039 24575,'5'20'0,"-1"5"0,1 1 0,-3-6 0,2 4 0,0-4 0,-1-5 0,2 5 0,0-8 0,-2-4 0,3 7 0,-3-11 0,0 2 0,1-4 0,-3-4 0,6-8 0,-4 5 0,3-9 0,-1-9 0,-2 9-1639,1-11 1,0 0-1639,-1 9 3047,1-18-993,-4 9 1223,0 9 0,-3-21 0,2 25 0,-3-5 0,4 16 0,3 10 0,2-1 0,3 7 3276,1-8-373,0 1-1075,3 0-1828,-3-2 0,1 2 0,-8-5 0,-1 12 0,-2-9 0,-5 18 0,-1-11 0,-3 8 0,1-3 0,2-3 0,0 1 0,2-4 0,0-1 0,8-7 0,-3-1 0,5-5 0</inkml:trace>
  <inkml:trace contextRef="#ctx0" brushRef="#br0" timeOffset="631516">26491 13107 24575,'8'27'0,"3"6"0,-6-18 0,4 5 0,0-2 0,-5-9 0,11 18 0,-11-22 0,2 4 0,-4-12 0,-4-16 0,2 7-1639,-3-8 1,-1 1-1639,1 12 3047,-3-16 230,2 16 0,0 0 0,-2-2 0,4 4 0,-2 0 3276,1-6 0,-1-7-3044,0 2-232,2-9 0,1 10 0,2 2 0,1 4 0,4 8 0,-3 1 0,7-2 0,10-1 0,-7 1 0,13-2 0,-18 4 0,5 1 0,-8 5 0,4 2 0,-5 0 0,0 1 0,-2 4 0,-1-2 0,3 10 0,-3-12 0,-3 15 0,0-12 0,-4 14 0,3-14-3277,-5 10 0,6-14 3047,-4 10 230,3-12 0,0 2 0,-2-5 0,0-5 0,3 0 3276,-5-1 0,5 2-3044,-11-5-232,9 3 0,-7-2 0,9 1 0,-2 1 0,2 1 0,0 1 0</inkml:trace>
  <inkml:trace contextRef="#ctx0" brushRef="#br0" timeOffset="632697">26456 13025 24575,'13'0'0,"-5"0"0,14 4 0,-16-3-3277,25 6 0,-24-6 0,13 3 4605,-2-4-1328,-3 2 0,7-2 0,-1-3 0,-14 2 1719,7-1-1719,1 0 0,-7 2 0,18-3 0,-17 3 0,5-2 0,-7 2 3276,1 0 0,1 0-3044,-8 10-232,-9 16 0,-1-7-3277,-4 15 0,9-26 0,-6 13 1787,9-15 1490,-8 9 0,4-4 0,-4 10 0,2-7 0,-3 15 0,6-21 3276,-4 12-2015,6-13 2015,-2 3 0,1-3-3044,-2 0-232,2-2 0,-6 2 0,8-3 0,-6 3 0,2-3 0,1-1 0,-3 1 0,2-2 0,-3 2 0,5-2 0,-2 0 0</inkml:trace>
  <inkml:trace contextRef="#ctx0" brushRef="#br0" timeOffset="636013">26251 12928 24575,'13'0'0,"-1"0"0,2 0 0,-4 0 0,8 0 0,3-3 0,-5 2 0,8-4 0,-7 0 0,3-2 0,14 0 0,-20 2 0,15-1 0,-18 2 0,13 0 0,-14 2 0,1 1 0</inkml:trace>
  <inkml:trace contextRef="#ctx0" brushRef="#br0" timeOffset="636336">26760 12818 24575,'14'-2'0,"-6"1"0,4 1 0,0 0 0,2-2-1639,5 1 1,0-1-1639,-1-2 2402,11 1 0,0-1 875,-5 0 0,10-1 0,-21 3 0</inkml:trace>
  <inkml:trace contextRef="#ctx0" brushRef="#br0" timeOffset="640697">21131 12961 24575,'16'0'0,"5"0"0,1 0-2432,-10-2 2432,11 0 0,5 0 0,-2-2 0,-2-1 0,-1 1 0,1-1 0,9 1 0,4-1 0,-6 1-2603,3-3 2603,-1 2 0,0 2 0,-4 1 0,-4 0-1639,1 2 1,-3 0 554,-7 0-555,8 1 1,-2 0 1243,-14-1 879,20 3-484,-5-1 0,2 1 0,0-2 315,-8 1 1,-15-2 0,1 0 0</inkml:trace>
  <inkml:trace contextRef="#ctx0" brushRef="#br0" timeOffset="641463">21806 12902 24575,'0'11'0,"0"11"0,1-4 0,0 2 0,1-3 0,-1-7 0,0-4 0,1 0 0,-2-14 0,1-13 0,-2 4 0,-4-15 0,0 21 0,-1-3 0,3 5 0,1 6 0,8-6 0,-2 3 0,10-2 0,-6 5 0,15 1 0,-3 4 0,-2-1 0,7 3 0,-20-2 0,6 1 0,-13 0 0,-5 7 0,-3 3 0,1-1 0,0 2 0,9-10 0,8 12 0,-1-9 0,6 7 0,-8-11 0,-2 0 0</inkml:trace>
  <inkml:trace contextRef="#ctx0" brushRef="#br0" timeOffset="659079">26698 14683 24575,'12'-10'0,"1"-4"0,-3 4 0,4-15 0,-11 18 0,5-13 0,0-2 0,-4 6-1639,4-9 1,-1 0-1639,-3 5 1638,3-8 1,0-1 148,-5 14 1490,4-6 0,0-1 0,3-5-1517,-2 10 0,0 0 1517,4-12 0,0 5 3034,-5 14-3034,-1 4 819,3-1 0,-5 7 0,-2 0 0</inkml:trace>
  <inkml:trace contextRef="#ctx0" brushRef="#br0" timeOffset="660996">29416 14561 24575,'5'-2'0,"1"-2"0,-1 3 0,1-3 0,1-1 0,0 2 0,7-10 0,-4 5 0,6-6 0,2-2 0,-3 4-1093,4-3 1,4-3 0,-4 3-2185,-2 2 2302,3-3 1,2-1 1767,-1 4 1,1 0-794,0-1 0,0 1 0,1-1 0,1 1 0,3-1 0,-5 3 0,-12 5-3277,20-8 2061,-22 9 1216,3 1 0,-9 4 0,0 0 0</inkml:trace>
  <inkml:trace contextRef="#ctx0" brushRef="#br0" timeOffset="664246">26588 15223 24575,'34'-1'0,"-15"0"0,1 0 0,5-1 0,3 0 0,-3 1-1363,-3 0 0,-1 0 1363,14-1 0,2 1 0,-9 1 0,0 0 0,-1 0 0,4 0 0,0 0 0,5 0 0,1 0 0,-7 0-1639,-4 0 1,0 0 545,4 0 1,4 0 0,1 0 1014,-4 0 0,1 0 1,0 0-1,0 0-513,-1 0 1,-1 0 0,0 0 0,1 0 590,4 0 0,0 0 0,0 0 0,0 0-707,3 0 1,2 0 0,-3 0 0,-7 0 706,6 0 19,-11 0 1,4 0 0,1 0-20,3 0 0,0 0 0,1 0 0,2 0 0,-1 0 0,1 0 282,-3 0 0,-1 0 0,0 0-282,-1 0 0,-2 0 0,-4 0 0,7-2 1921,2-1-1921,-4 1 3276,-15-2-2327,-8 4-145,11-3-804,-6 0 0,13-1 0,-11 0-1736,13-2 1736,-17 2 0,6-1 0,-15 4 0,0 1 0</inkml:trace>
  <inkml:trace contextRef="#ctx0" brushRef="#br0" timeOffset="666238">31355 13971 24575,'0'8'0,"2"8"0,1-2 0,-1 5 0,1 1 0,0-4 0,1 21 0,-1-10 0,0-8 0,-1 1 0,1 2 0,-1-1 0,1 8 0,0-10 0,-3-14 0,3 1 0,-4-6 0,5-21 0,-4 4-1639,3-10 1,0-1-1639,1 8 1638,-3-10 1,1 2 148,-1 17 1490,-1-21 0,-3 2 0,1 17 0,-1-12 0,0 2 3276,0 12-2015,-3-7-1261,-10 33 0,4 0 0,-6 6 0,-1-1 0,7-5 0,-14 9-727,10-10 727,6-6-131,-15 12 131,18-13 0,-6 4 0,10-8 0,-3 2 0,1-3 3276,-1 0-192,0 2-2008,-2-1-1076,3 0 0,0-2 0,4-1 0</inkml:trace>
  <inkml:trace contextRef="#ctx0" brushRef="#br0" timeOffset="671769">28862 15987 24575,'16'-6'0,"-8"3"-1639,18-7 1,2-1-1639,-10 5 1638,11-5 1,5-2 1597,-2 5 0,2 0 41,-1 0 0,4 0 0,-2 0 0,-10 2 0,-1 1 0,3 0 0,2-2 0,5 0 0,1-1 0,-3 1 0,-7 1 0,9-4 0,-5 3 0,8-2 0,-1-1 0,-9 3 1901,-4-1-1901,1 1 0,4-1 0,-7 2 0,-11 4 0,24-8 0,-29 7 0,1 0 0,-3 0 0,-1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28:46.1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4177 3912 24575,'35'-1'0,"-1"-1"0,1 1 0,-12-1 0,3 0 0,-2 0 0,8-1 0,3 0 0,3 0 0,-2 0 0,-3-1 0,-6 1-1639,8-2 1,0-1 1235,-5 2 1,5 0-1,3 0 1,2 0-1,-2-1 1,-5 1 402,1-1 0,-3-1 0,-2 1 0,1 1 0,7-1 0,0 2 0,1-2 0,-3-1 0,1-1 0,0 0 0,-6 0 0,-2 3 0,-3-1 0,8-3 0,-1 0 0,-7 4 0,-6 0 0,-9 3 1695,13-2-1695,-7 2 0,-2 0 230,0 1 0,-11 0 0,-1 0 0</inkml:trace>
  <inkml:trace contextRef="#ctx0" brushRef="#br0" timeOffset="866">12043 3906 24575,'31'6'0,"0"0"0,0 0 0,0 0 0,1-3 0,1 0 0,1-1 0,2 0 0,1 1 0,-3-2 0,2 1 0,1 0 0,1-1 0,-1 1 0,-2-1 0,-1-1-656,1 1 1,-2-1-1,-1 0 1,0 0 0,1-1 209,4 1 1,3 0 0,-1-1 0,-5 1-1,-9-1 2093,-2-1-1647,3 0 0,7-1 0,-8 2 0,-6-2-1639,15 1 1,-1 0 4,-17 2 1034,12-2 1,-1 0 599,-11 1-573,19-3 0,-26 3 0,-1 0 1</inkml:trace>
  <inkml:trace contextRef="#ctx0" brushRef="#br0" timeOffset="2681">20834 4179 24575,'30'1'0,"0"-1"0,-4 0 0,1 0 0,0 1-1093,2-1 1,1 1 0,3-1 436,-3 0 1,5 0-1,0 0 1,-1 0 0,-3 0-319,3 0 0,-4 0 0,7 0 974,-10 0 0,4 0 0,3 0 0,2 0 0,1 0 0,1 0 0,-1 0 0,-1 0 0,-2 0-345,4 0 1,-1 0 0,0 0 0,-1 0 0,1 0 0,-1 0 0,1 0 344,-4 0 0,1 0 0,-1 0 0,1 0 0,-1 0 0,1 0 0,0 0 0,1 0 0,-1 0 0,2 0 0,2 0 0,-1 0 0,0 0 0,-1 0 0,-4 0 0,-4 0 0,-5 0-271,8 0 0,-2 0 271,2 0 0,7 0 0,1 0 0,-2 0 0,-8 0 0,-5 0 0,-4 0 0,13 0 0,-1 0 983,-10 0 1,-3 0-984,-4 0 0,6 1 0,-9 0 2812,1 0-2812,-6 0 0,1 0 0,-4 0 0</inkml:trace>
  <inkml:trace contextRef="#ctx0" brushRef="#br0" timeOffset="6646">5956 5163 24575,'12'0'0,"-4"0"0,4 0 0,1 1 0,-4 0 0,2 0 0</inkml:trace>
  <inkml:trace contextRef="#ctx0" brushRef="#br0" timeOffset="8916">7802 5075 24575,'4'0'0,"6"-3"0,2 1 0,4-1 0,-5 1 0,-2 2 0,1-1 0,-3 1 0,19-2 0,-16 2 0,9 0 0,-1 0 0,-10 0 0,14-1 0,2 1 0,-10-1 0,10 1 0,4-1 0,-4 2 0,-1-1 0,0 1 0,0-1 0,11 0 0,1 1 0,-2-2 0,-1 1-1340,-9-1 0,-1 1 1340,6 0 0,0 0 0,-3-1 0,-2 1 0,7 1 0,0-1 0,6-1 0,-7 1-3277,-3 1 2004,2-1 0,3 0 1273,-4-1 0,-2 0-334,6-1 334,1 1 0,6 1 0,-6 0 0,-3 0 0,3 0 0,8-1 0,-3 1 0,-3-1 0,0 0-301,-3 1 1,0 0-1,3-1 301,-5 1 0,1-1 0,1 1 0,-1-1-619,0 1 0,-1 0 0,0 0 0,0 0 619,4 0 0,-1 0 0,1 0 0,-2 0 0,2 1 0,-1-1 0,-3 0-26,9 0 1,-3 0 25,-5 0 0,0 0 118,-3 0 0,-1 0-118,-5 0 0,-1-1 709,1-1-709,6 1 0,3 0 0,-2 1 0,-1-1 1638,-3 1 0,2 0-1438,6-1 1,4-1 0,0 1-201,-3 0 0,-1 1 0,0 0 0,4-2 0,2 0 0,-9 1 0,5 1 0,1 0 0,-3 0 0,-6-1-416,-4 1 0,0 0 416,5 0 0,6-1 0,3 1 0,-3 0 0,-7 0-966,-7 0 0,-1 0 966,11 0 0,5 0 0,-2 0 0,-6 0 0,-1 0 0,-1 0 0,8 0 0,2 0 0,0 0 0,5 0 0,-1 0 0,-7 0 0,-9 0 0,-1 0 0,12-1 0,8 1 0,-1 0 0,-11-1 0,-4-1 0,2 1 0,7-1 0,-4 1 96,-5-2 0,-2 1-96,9 1 0,2 0 0,-6-1 0,2-1 0,-3 2 0,-1 0 0,0 1 0,6-2 0,4 0 0,-8 1 0,-2 0 0,7 0 0,8 0 0,-9-1 0,-12 2 0,12 0 0,10-1 0,-6 1 0,-14 1 0,1-1 0,3 0 0,6 0 0,0 1 0,-6-1 0,-7 0 0,-1 0 0,8 0 0,0 0 0</inkml:trace>
  <inkml:trace contextRef="#ctx0" brushRef="#br0" timeOffset="9296">13686 4952 24575,'0'0'0</inkml:trace>
  <inkml:trace contextRef="#ctx0" brushRef="#br0" timeOffset="10896">24721 1436 24575,'-2'33'0,"2"-1"0,2 1-1004,-2 2 1004,2-9 0,0 6 0,1 0 0,-2-6-848,0 5 848,2-1 0,1 8 0,0 1 0,-1-9 0,-1 5 0,0-11 0,2 9 0,1 1 0,-1-1 0,-1-6-478,0-5 0,0 1 478,0 8 0,2 8 0,0 1 0,-1-3-1093,0-1 1,1-1 0,-1-3 233,-1-5 0,0-1 0,1 2 859,0 6 0,1 2 0,-1-4-891,1-6 1,0 0 890,0-2 0,1 1 0,0 2-231,0-1 1,1 2 0,1 1-1,0 0 231,1 6 0,2 1 0,0 0 0,0-1 0,-2-6 0,0-1 0,0 0 0,1 2 0,0 5 0,2 3 0,-1 1 0,0-4 0,-2-5 0,1-3 0,-1 0 0,2 7 0,1 7 0,-1-2 0,-3-9-1967,-2-2 1967,0-4 0,2 5 0,-1-1 0,-1-2 0,-1 0 0,-1-1 851,3 5 1,-1 2-852,1-3 0,0 1 0,-1-1 890,0 5 0,-1-3-890,-1-11 0,1-1 1626,0 18-1626,2-1 0,-6-29 0,1 14 3276,3-5-1939,-4-2-1337,3 3 0,-4-7 3276,0 1-3049,0-2-120,1 11-107,1 2 0,1 4 0,-1-4 0,-1-3 0,-1-6 0,1-2 0,0 1 0,3-3 0,-3 1 0,1-4 0,-2-2 0</inkml:trace>
  <inkml:trace contextRef="#ctx0" brushRef="#br0" timeOffset="11580">25084 4143 24575,'5'0'0,"6"0"0,-4 0 0,11 0 0,2 0 0,10 0 0,-8 0 0,12 0 0,-12-5 0,3 4 0,2-4 0,-15 4 0,2 0 0,-8 1 0,-5 0 0</inkml:trace>
  <inkml:trace contextRef="#ctx0" brushRef="#br0" timeOffset="13233">25086 4195 24575,'0'19'0,"2"12"-1632,-2-10 1632,3 8-3277,-2-12 0,1-7 3699,1 9 1,1 1-423,2 7 0,3 8 0,1-2 0,-6-23 0,6 14 0,-8-18 557,3 10-557,-2-11 3276,-3 2 0,1-4-3044,1 1-232,-2 0 0,3 2 0,-1-3 0,1 0 0,-2-3 0,2-3 0,2-3 0,3-7 0,3-3 0,-3 6 0,3-9 0,-7 13 0,6-12-3277,-2 1 0,-2 4 3047,1-1 230,-3 3 0,1-1 0,0 1 0,2-4 0,-5 8 0,6-9 0,-4 5 3276,1-3 0,0 3-3044,-4 4-232,-6 15 0,-2 4 0,-5 4 0,6-3 0,2-11 0,3 2 0,0-4 0,-3-15 0,1-1 0,-7-17 0,7 14 0,-5-12 0,3 11 0,0 0 0,0 4 0,4 12 0,-1 0 0,1 4-3277,-7 13 0,4-8 0,-12 29 1787,13-26 1040,-7 11 0,1 1 450,7-12 0,-8 19 0,10-21 0,-1 4 0,-1-4 3276,2-2-2462,-1-1-814,6-10 0,-2 3 3276,4-7-435,-2 6-827,-2 0-2014,4-4 0,-3 5 0,0 1 0,-2 2 0,-2 2 0</inkml:trace>
  <inkml:trace contextRef="#ctx0" brushRef="#br0" timeOffset="15718">21618 1608 24575,'16'-5'0,"1"0"0,-9 0 0,6-2-3277,2-4 0,-5 3 0,14-12 1787,-19 15-27,10-9 0,0 1 1517,-8 6 0,14-10 0,-5 3 0,-4 5 0,2-5 0,1 0 0,-5 7 1517,4-6 0,2-1-1517,10-7 3276,-3 3-2646,-1 1 1,1 0-631,-6 7 0,1 1 0,13-7 0,1-1 1638,-13 8 0,0 0 0,11-4 0,-4 3-4915,-15 6 3137,16-7-1416,-4 5 1556,-7 3-301,1-1 0,1 1 301,-1 3 0,10-4 0,-9 3-3277,18 0 1694,-17 1 2646,9 3 1,3 1-1064,-12 0 0,0 0 0,4 2 0,1-1-1571,-3 1 0,-4-1 1571,-8 0 361,8 2-361,-12-2 0,10 4 0,-11-2 0,4 0 0,1 2 0,0 1 0,2-2 819,-6-1 0,-5-6 0,-1 0 0</inkml:trace>
  <inkml:trace contextRef="#ctx0" brushRef="#br0" timeOffset="16281">22700 1265 24575,'2'5'0,"4"-6"0,8-10 0,7-3 0,1-1-2544,2-2 2544,0 3 0,3 1 0,-2 5 0,-1 1 0,-3 1 0,2 0 0,3 0 0,2-2 0,-4 2 0,1 2 0,11-2 604,-38 13-604,3-1 0,-19 19 0,8-12-1639,-7 6 1,-1-1-1226,9-6 2864,-4 1 0,-2-1-635,-2 2 635,-1 0 1231,-11 8-1231,4-3 0,8-7 0,3 1 3276,11-12-115,12 0-3981,3-3 1,1 0 0,-2-1 0</inkml:trace>
  <inkml:trace contextRef="#ctx0" brushRef="#br0" timeOffset="26516">5347 7726 24575,'-3'16'0,"-3"11"0,2-17 0,-2 19 0,0-9 0,4-1 0,-2 13 0,4-19 0,0 14 0,0-15 0,0 11 0,0-4 0,0-3 0,4 8 0,-2-9 0,7 10 0,-4-9 0,8 7 0,4-3 0,-2-5 0,0 1 0,6 4-1639,0-5 1,0-2-1639,-10-5 2649,14 3 1,0 0 627,-8-5-1639,8 4 1,1-1 718,-9-4 920,8 2 0,5 1 0,-3-4 0,0-1 0,1 2 0,2-1 0,1-2 0,4 0 0,-6-1 0,4-1 0,-1 0 0,7 1 0,-5-2-87,-11 0 0,0-1 87,10 0 0,7 1 0,0-1 0,-7 1 0,-9-2 0,2 0 0,5 0 0,8 1 0,3 0 0,-3 0 0,-10 0 0,-10-1 0,0 1 0,9 0 0,10 1 0,4 1 0,1-1 0,-3 0 0,-9 1 0,2-2 0,0 1 0,-4 0 0,7 1 0,3-1 0,0 1 0,-4-1 0,-7 0 0,1-1 0,-4 1 0,4-1 0,1 1 0,-1-1 0,5 0 0,-4 0-110,-9 1 1,0-1 109,9 0 0,4-1 0,-5 0 3276,5 0-2913,0-2 0,-4-1-363,-15 2 0,8-2 0,-2 0 0,-8 2 0,13-8 0,-17 11 1251,9-10-1251,-8 9 3276,8-10 0,2-1-3224,2-10-52,-5 8 542,-4-14-542,-8 11 0,-1-3-3277,-5-9 0,-1 23 3162,-3-11 0,-2-3 115,-12-7 0,4-4-1639,-4 6 1,0 5 378,9 11 501,-13-12 1,-3 0 758,8 10 0,-12-7 0,-1 0 0,11 7 0,-1 1 0,-6-2 0,1 2-844,1 3 0,0 3 1,1-1 843,-5-5 0,-2-1 0,1 4 0,-6 0 0,2 1 0,5 1 0,8 3 0,-1 0-254,-9-3 0,-6 0 1,-2-1-1,6 2 254,2 2 0,-1 1 185,4 0 1,-3 0 0,-4 0 0,0 0 0,1 2-186,0 1 0,-2 1 0,1 0 0,0 1 0,2-2 0,2 0 0,1-1 0,0 1 0,-2 0 0,-2 1 0,-2 1 0,-1 0 0,1 0 0,3 1 0,-2 0 0,2 1 0,-4 1 0,7-3 0,-3 1 0,-3 0 0,-1 1 0,1-1 0,1 0 0,3 0 0,-6 1 0,3-1 0,0 1 0,-1-1 283,0 0 1,-2 1 0,0-1-1,1 0 1,5 0-284,-1 0 0,3 0 0,3-1 0,-1-1 0,1 1 0,-8 2 0,-4 2 0,5-3 504,9-2 1,3 0-505,-8 4 0,11-3 0,17-3 0,-1 2 0</inkml:trace>
  <inkml:trace contextRef="#ctx0" brushRef="#br0" timeOffset="28080">1979 8697 24575,'19'6'0,"1"-1"-3277,16 6 0,-17-7 0,8 3 0,7-3 2909,-22-2-72,20 4 1,0-1 439,-20-3 0,7 2 0,1 0 0,6-3 0,-8 0 0,7-1 0,-1 0 0,-8 0 1280,6 0 1,1 0-1281,-10 0 3276,18 0-3020,-13 0 1,-4 0-1,-5 0 1</inkml:trace>
  <inkml:trace contextRef="#ctx0" brushRef="#br0" timeOffset="29529">3450 8761 24575,'8'0'0,"2"0"0,-1 0 0,1 0 0,-3 0 0,7 0 0,-7 2 0,17-1 0,0 3 0,1-3 0,-5 0 0,2 0 0,-2-1 0,2 0 0,9 0 0,0 0 0,-9 0 0,-1 0-1639,10 0 1,-5 0-1639,-12 0 2617,11 0 0,0 0 660,-4 0-1639,12-1 1,1 0 739,-9 1 899,12-1 0,-2 0 0,-20 1 0,8 0 0,6-1 0,-6 0 0,-3 0 0,3 0 0,5-1 0,-1-1 0,1 0 0,-1 0 0,0 0 0,0-1 0,12-2 0,-5 0 3276,-14 1-2826,5-1 0,0 1 640,-9 2-1090,10-2 0,-13 2 0,-8 3 0,-1-2 0</inkml:trace>
  <inkml:trace contextRef="#ctx0" brushRef="#br0" timeOffset="29961">5694 8642 24575,'5'0'0,"3"0"0,0 0 0,9 0 0,-8 0 0,8 3 0,-12-2 0,17 3 0,9 0 0,-1 0 0,1 1 0,-2 1 0,-6 1 0,11 1 0,-27-4 0</inkml:trace>
  <inkml:trace contextRef="#ctx0" brushRef="#br0" timeOffset="33329">13656 5576 24575,'-9'20'0,"1"0"0,-5 14 0,2-13 0,-3 3 0,0-1-1639,-7 7 1,-1 0-1,3-3 1,-2-1 1044,2-4 1,-2 0 0,4-5 2904,1 1-2311,-9 6 0,-2 0 0,4-3-1639,-5 1 1,-2 1 1492,15-12 0,0 1 146,-10 3 0,-4 2 0,-4 1-656,6-5 1,-2 0-1,-2 0 1,0 0 0,2 0 572,0 0 1,2 0 0,-2 1-1,-3 0 83,4-2 0,-5 0 0,-2 1 0,-1 1 0,1-1 0,1-1 0,4-1 0,6-2 681,-10 5 0,1-2-681,6-2 0,-7 2 0,-3 2 0,2-2 0,4 0 0,9-4-1263,-1 2 1263,1-1 0,-5 2 0,5-2 3276,-6 1-3268,6 2 1,-2-3 0,17-5 0</inkml:trace>
  <inkml:trace contextRef="#ctx0" brushRef="#br0" timeOffset="33961">12339 6389 24575,'12'28'0,"-1"0"0,4-1 0,-1-1 0,-2 0 0,0 0 0,6 2 0,-2-5 0,-5-7 0,8 10 0,-13-18 0,-1 2 0,-10-7 0,-13-3 0,-8-2 0,-7-2 0,0-1 0,2 1 0,0 0 0,1 0 0,-2 0 0,8 2-448,9 1 448,-6 0 0,4-1 0,15-2 0,11-18 0,-6 11 0,15-16 0,-9 15 0,2-2 0,0 0 0,-8 8 0,-10 7 0,3 1 0,-26 8 0,11-5 448,-5 0-448,4 0 0,16-3 0,-2 1 0,4-2 0</inkml:trace>
  <inkml:trace contextRef="#ctx0" brushRef="#br0" timeOffset="35529">9772 8245 24575,'-1'-18'0,"-1"-2"-3277,-1-4 0,1 9 1328,0-3 1949,1 6 1719,2-1-1719,-2 2 0,5 4 0,11-4 3276,-1 2 0,14-6-3044,-1 5-232,-8 2 0,4 2 0,-13 0 0,-1 5 0,5-4 0,-6 4 0,14 0 0,-15 1 0,5 0 0</inkml:trace>
  <inkml:trace contextRef="#ctx0" brushRef="#br0" timeOffset="37397">10094 9032 24575,'24'-3'0,"12"1"0,-12 1 0,4 0 0,-3 1-1639,-2 2 1,2-1 1396,0 0 0,6-1 1,3 0-1,3 0 0,0 0 1,0 0-169,-3 0 0,0 0 1,2 1-1,1-1 1,-1 1-1,1-1 0,-2 0 1,0 0 63,0 1 0,-1-1 0,-2 0 0,1 0 0,1 0 0,2-1 1,3 1 200,-8 0 1,1 0-1,2 0 1,2 0-1,1 0 1,0 0 0,1 0-1,0 0 1,0 0-1,0 0 1,-1 0 0,0 0-1,-2 0 1,-2 0 144,5 0 0,-1 0 0,-2 0 0,0 0 0,0 0 0,-1 0 0,1 0 0,-1 0 0,1 0 0,1 0-242,-1 0 0,-1 0 0,1 0 0,-1 0 0,1 0 0,0 0 0,1 0 1,0 0-1,0 0 0,1 0 0,0 0 242,-2 0 0,0 0 0,1 0 0,0 0 0,1 0 0,1 0 0,-1 0 0,1 0 0,-1 0 0,0 0 0,-1 0 0,0 0 0,0 0 0,-2 0-116,3 0 0,-2 0 0,0 0 0,-1 0 0,0 0 0,0 0 0,0 0 0,0 0 0,1 0 0,1 0 0,0 0 116,-2 0 0,0 0 0,2 0 0,0 0 0,1 0 0,0 0 0,0 0 0,-1 0 0,1 0 0,-1 0 0,-1 0 0,-1 0 0,-2 0 0,0 0 129,8 0 0,-1 0 1,-1 1-1,-2-1 1,0 0-1,-1 0 0,0 0 1,0-1-130,3 1 0,4 0 0,-1 0 0,-1 0 0,-5-1 0,-5 1 0,-9 0 0,2 0 0,10-1 0,-5 0 0,-23 1 0</inkml:trace>
  <inkml:trace contextRef="#ctx0" brushRef="#br0" timeOffset="45028">7641 5591 24575,'0'8'0,"-8"19"0,4-18 0,-9 25 0,1-14 0,-2 8 0,1-7 0,-1 1 0,4-6 0,0 0 0,-6 8 0,-1 0 0,4-3 0,-5 4 0,0 1 0,1-1-373,-2 3 0,-4 3 373,2-3 0,0-2-1112,7-7 1,1-2 1111,-5 5 0,1-1 0,-6 4 0,10-12 0,0 1 0,-11 13 0,4-9 0,14-12 0,-3 1 0,6-5 0,1-1 0</inkml:trace>
  <inkml:trace contextRef="#ctx0" brushRef="#br0" timeOffset="45980">7109 6229 24575,'4'8'0,"1"7"-3277,5 19 0,-3-14 1707,0 7 1,0 0 1569,-1-8 729,-1 1 1,0 1-730,3 0 0,-2 3 0,1-12 3276,-3-2-486,3-11-1296,-3-2-1494,5-17 674,-7 8-674,1-18 0,-3 13 0,-6-17 0,-1 1 0,1 14 0,-2-1 0,-2-7 0,0 11 0,10 14 0,3 1 0,9 4 0,-4-1 0,11 2 0,-3 0 0,1 0 0,0-1 0,-13 0 0,0 0 0,-7 3 0,-7 12 0,1-6-1639,-2 4 1,0-1-1639,2-6 3047,-11 17 230,17-20 0,-8 9 0,8-10 0,0-2 0,10-4 0,-3-2 0,7 2 0,-11-1 0,3 2 0</inkml:trace>
  <inkml:trace contextRef="#ctx0" brushRef="#br0" timeOffset="46780">11599 5510 24575,'-5'20'0,"0"1"0,2-7 0,-4 12 0,-3 7 0,1-5-1012,-1 2 1012,0-4 0,-1 6 0,0-2 0,-1-3 0,1-2 166,1-3 0,1-1-166,-5 7 0,2-4 168,6-15-168,-6 12 0,-1 1 0,-2 0 0,0 4-3277,-3-4 0,16-17 3559,-11 5-282,10-7 0,-10 4 0,5-3 0,-9 3 0,4-6 0,-3 0 0,10-3 0,1 1 0</inkml:trace>
  <inkml:trace contextRef="#ctx0" brushRef="#br0" timeOffset="47330">11099 5973 24575,'6'2'0,"8"5"0,0 5 0,1 2 0,0 0 0,0 1 0,6 7 0,-2-1 0,-10-10 0,11 13 0,1 1 0,-10-13-1639,5 8 1,0-1-1639,-8-11 3047,5 9 215,-8-13 15,-1-1 0,0 0 0,-4-6 0,-3-3 0,-3-13 0,-1 2 1638,2-2 0,1-2 1638,-3-11-3051,1-2-203,3 4-22,3 14 0,2 4 0,-13 6-1639,-9 11 1,-2 3-1639,-7 0 3200,2 1 0,-7 3 1,5-2-193,10-3 0,0-1 269,-6 2 0,-2 1 0,4-1-804,-4 1 804,1-1 0,29-7 0,-6 1 0,9-2 0</inkml:trace>
  <inkml:trace contextRef="#ctx0" brushRef="#br0" timeOffset="48461">12395 5466 24575,'-16'1'0,"-18"9"-1639,17-1 1,0 1-1639,-14 4 1638,8 4 1,3 1-791,10-11 3482,-5 12 1,0 2-1054,7-2 0,1 7 0,7-9 0,2-11 0,4-1 0,0-9 3276,6 2-1437,10-8-1839,-7 6-1746,17-9 1746,-23 9-3277,22-11 2017,-26 11 811,8-10 1,0-1 448,-7 2 0,3-7 0,1-2 0,-4-11 0,1-1 1638,-6 10 0,-1 1-1230,-3 2 0,-1 2 2868,0-12-1365,-5-1-5188,5 16 2017,-1 6 1052,-5-15 208,7 20 0,-4-6 0,7 17-3277,0 27 2770,0-16 507,0 12 0,0-1 0,0-18-167,1 11 1,-1-1 166,1-13 0,4 19 0,-2-12 0,1 0 3276,-1-2-2253,1-7 2253,-1 2-124,1 0-2078,-3-1-1074,1 1 0,2 0 0,-1-2 0,-1-1 0,-2-4 0</inkml:trace>
  <inkml:trace contextRef="#ctx0" brushRef="#br0" timeOffset="48929">12434 5543 24575,'8'0'0,"0"0"0,4 0 0,-5 0 0,3 0 0,-5 0 0,1-1 0,-4 0 0,-8 0 0,1 1 0,-14 0 0,0-3 0,3 1 0,-6-1 0,16 1 0,5 7 0,3 0-3277,22 19 0,-15-13 3047,13 11-1706,0-6 1936,-10-7 0,5 2 0,2 0 0,2 0 0,7 1 0,-14-6 0,-5-3 0</inkml:trace>
  <inkml:trace contextRef="#ctx0" brushRef="#br0" timeOffset="49412">12649 5496 24575,'6'10'0,"9"17"0,-1 3 0,3-1 0,-8-7 0,-6-17 0,0-2 0,-13-26 0,9 16 0,-9-17 0,-2 0-767,7 15 767,-12-22 0,6 13 0,2 1 0,-3-4 0,28 23 0,-11-3 0,13 7 0,10 5 0,-3-1 0,-7-4 0,0-1-1093,7 3 1,3 1 0,-3-2 1026,7 2 66,-2-1 0,-23-5 0,0 0 0,-7-2 0</inkml:trace>
  <inkml:trace contextRef="#ctx0" brushRef="#br0" timeOffset="56927">679 12960 24575,'18'-7'0,"-2"-1"0,-7 4 0,9-11 0,-2-2 0,2-3 0,2 0 0,2-2 0,-2 2-295,2-3 1,0 0 294,-2 2 0,4-3 0,-1 2 0,-7 5 146,-1 3-146,6-6 0,6-7 0,-6 6 0,-7 7-1639,8-8 1,-1 2-1639,-13 12 3194,18-12 83,-14 14 0,8-6 296,-1 7-296,-10 2 0,2 1 0,-9 2 0</inkml:trace>
  <inkml:trace contextRef="#ctx0" brushRef="#br0" timeOffset="57561">664 13802 24575,'9'-6'0,"2"1"0,11-4 0,-5 4-1639,1-2 1,0-1-1639,-5 2 0,16-7 3673,-13 5-396,5-3 1844,11-8-1844,-2-3 0,-2 0 0,-9 7 0,-14 7 0</inkml:trace>
  <inkml:trace contextRef="#ctx0" brushRef="#br0" timeOffset="58912">7094 10942 24575,'-16'7'0,"-3"3"0,-2 0 0,4 1 0,0-1 0,3-2-1639,-6 7 1,1-1-1639,9-7 1638,-9 11 1,1 0 220,11-10 569,-8 13 1,1 1 848,10-14 0,-8 20-1248,15 0 0,2-1 1248,-4-5 0,5 3 0,2 5 0,0-7 0,-2-12-191,12 14 1,2 1 190,-4-12 0,5 4 0,6 4 0,-5-5 0,-2 0 0,5-3 0,10 5 0,1 0 0,-7-5 773,-10-4 1,2-2-774,7 3 0,8 3 0,3 1 0,-2-2 0,-9-3 0,-7-2 0,1-1 0,8 0 0,8 2 0,3 0 0,-3-1 0,-10-2 0,8-2 0,-9-2 0,10 1 0,5-1 0,1 1 0,-4-2 0,-6 1 277,-5-2 0,-5 0 0,6 0-277,-4-1 0,3-1 0,4 0 0,2 0 0,3 0 0,0-1 0,1 0 0,-1-1 0,0 0 0,-3 0-95,3-1 1,0-2 0,0 0 0,0 0 0,-1-1 0,0 0 0,0 0 0,0 1 0,-1 0 94,2 1 0,-2 0 0,0 1 0,0 0 0,0-1 0,1 0 0,1-1 0,2-2 0,-6 1 0,3-1 0,2-2 0,1 0 0,1-1 0,0 0 0,0 0 0,-1 0 0,-2 1 0,-3 0 0,-2 1 0,-4 1 0,-4 1 0,10-3 0,-8 3 0,5-4-155,-5 2 1,5-2 0,4-2 0,3-1-1,0-1 1,0 1 0,-2 0 0,-4 1 0,-5 3-1,-6 2 155,0 0 0,-3-1 0,6-4 0,6-4 0,2-1 0,-4 0 0,-10 4 0,-4-5-275,4-11 1,-2 0 274,-10 12 1014,-2-11 1,-3-3-1015,-5 9 0,-2 2 1517,6 1 0,-2-2-1517,-9-9 0,-5 2 0,-3 11 0,-2 3 1560,2-2 0,-5 0-1560,0 6 0,-6 0 0,-4 0 0,0 2 0,2 1 0,0 1 0,1 3 0,-1 1 0,-3-2 0,5 2 0,-2-1 0,-3-1 0,0 1 0,-2 0 0,1 0 0,1 0 0,1 2-469,1 0 1,2 0 0,0 1 0,1 1 0,-2-1 0,-1 1 0,-3-1 396,3 1 0,-3 0 0,-2 0 0,-1 0 0,-1 0 0,0 0 1,0 1-1,1-1 0,2 0 0,2 1 0,4 0-382,-4-1 1,5 1 0,2 0 0,-1 0 0,-1 0-1,-6 1 454,6-1 0,-4 1 0,-2 0 0,-3 0 0,-2 0 0,-1 0 0,0 0 0,0 1 0,1-1 0,2 0 0,3 0 0,2 1 0,5-1 0,4-1-465,-11 1 0,9 0 0,-7 1 465,6 0 0,-6 0 0,-4 0 0,-2 1 0,-1 0 0,2 0 0,3-1 0,6 1 0,7-1 919,-1 2 0,3 0-919,-8 2 0,2 0 0,4 0 0,19-3 0</inkml:trace>
  <inkml:trace contextRef="#ctx0" brushRef="#br0" timeOffset="59845">13019 10645 24575,'-10'19'0,"6"-7"0,-5 5 0,-2 2 0,5 0 0,0 1 0,-3 10 0,0 0 0,4-8 0,1 1-1639,3 12 1,1-4-1639,2-14 1328,6 19 2671,1-19 0,2-1-722,10 7 0,1 1 0,-8-4 0,2 1 0,11 1 0,5-1 0,-7-5-1771,-7-5 1771,2-2 0,5 3 0,2-2 0,4-3 0,3-1 0,3-1 0,-5-1 0,3-1 0,2 0 0,0 0 0,-3 0-525,1 2 0,-3-1 1,1 1-1,4-1 525,-8-3 0,5 1 0,2-1 0,1 0 0,-1-1 0,-2 1 0,-3-1 0,-4-1 0,0 0 0,-4-1 0,5 0 0,2 0 0,6 0 0,4 0 0,1 0 0,-2-1 0,-4 1 0,-6 0 0,5-2 0,0-1 0,-6 2 0,8-2 0,2 0 0,-1 0 0,-5 1 0,-8 0 0,4-2 0,2 0 0,9-1 0,1 0 0,-12 0 3276,-7-3-2791,3 1 0,6 0 0,-7 0-2948,-7 0 2463,11-8 844,-11 4 1,0 0-845,2-4 0,0 0 1484,1 2 1,-1-1-1485,5-9 0,-6 3 0,-12 14 0,6-13 0,0-2 0,-7 14-1445,0-12 0,-1 2 1445,-2 10-437,-6-9 0,-3-2 437,-1 7 0,-6-7 0,-6-1 0,-1 7 0,-6 1 0,-1 1 0,3 0-1639,-2-4 1,0 1 1404,5 4 1,-1 0-1,-4-1 1,-5 2 233,6 3 0,-3 1 0,-3 0 0,-3 0 0,-2 1 0,-1 0 0,-1 0 0,0 0 0,-1 1 0,2-1 0,0 1-217,6 1 0,-1 0 1,0 1-1,0 0 0,0 0 1,0 0-1,-1 1 1,0-1-1,0 0 0,-1 0 1,0 0-1,-1 0 1,-1 0 216,5-1 0,-1 1 0,-1-1 0,-1 0 0,-1-1 0,0 1 0,0 0 0,-1-1 0,1 1 0,-1-1 0,1 1 0,0 0 0,1 0 0,0 0 0,1 0 0,1 1 0,1 0 0,1 0 0,-8 0 0,1 0 0,1 1 0,0 0 0,1 0 0,1 0 0,2 0 0,0 1 0,2 0 0,2 0 0,1 0 0,-5 0 0,0 1 0,0 0 0,0-1 0,0 1 0</inkml:trace>
  <inkml:trace contextRef="#ctx0" brushRef="#br0" timeOffset="62510">8081 12410 24575,'14'-13'0,"11"-15"0,-11 13 0,0-2 0,3-4 0,1 0 0,5-8 0,-1 2 0,-9 10 0,0 2 0,4-7 0,-1 3 0,-2 2 0,-2 3 0,-8 8 0,-2 4 0</inkml:trace>
  <inkml:trace contextRef="#ctx0" brushRef="#br0" timeOffset="63510">3427 12804 24575,'0'0'0</inkml:trace>
  <inkml:trace contextRef="#ctx0" brushRef="#br0" timeOffset="64445">2505 12702 24575,'7'4'0,"0"1"0,1-1 0,0 0 0,8 3 0,5 1 0,-7-2 0,6 2 0,2-2 0,6 2 0,5 0 0,-13-5 0,-1 0 0,2 0 0,1-2 0,-1 0 0,-6 0 0,4-1 0,1 0 0,4 0 0,7 0 0,-4 0 0,0 0 0,-5-1 0,-1-1 0,12 1 0,-1-1 0,2-2-1639,-10 1 1,-3 1-1639,-9 1 0,24-4 1787,-29 4 1490,14-2 0,-3 2 0,-8-1 0,21-3 0,-13 2 3276,4 0-2015,-8 1 2015,-3-3-2457,-4 2 0,1-3 0,-4 5 0</inkml:trace>
  <inkml:trace contextRef="#ctx0" brushRef="#br0" timeOffset="66361">4066 12713 24575,'33'0'0,"0"-1"0,-14 1 0,0 0 0,10-1 0,5-1 0,-7 1 0,-2 0 0,9 1 0,-1-1 0,-17 1 0,9 0 0,1 0 0,3 0 0,3 0 0,-13 0 0,-13 0 0,-4 0 0</inkml:trace>
  <inkml:trace contextRef="#ctx0" brushRef="#br0" timeOffset="69094">1964 6629 24575,'-17'7'0,"-2"3"0,5 0 0,-4 1 0,6 8-3067,2-9 3067,-1 6 0,1 11 0,4-13 322,-4 15 0,0 3-322,3-6 0,0 0 0,-1-2 0,1 2 0,-1 9 0,2-5 0,3-13 0,-1 9 0,1-1-2805,2-15 2805,-1 18 1974,4 4-1974,2-10 0,1 0 0,-1-3 0,1 1 0,4 4 0,3 2 0,0-3-239,-2-7 0,2-1 239,4 10 0,4 4 0,1-2-1093,-1-8 1,2-2 0,-2-1-44,1 6 1,2-1 1135,9-3 0,5-3 0,-6-4 1168,0-3-1168,-8-2 0,5 1 0,4 0 0,1 0 0,-2-2 0,2-1 0,-1-2 0,1 1 0,-1-1-544,2 1 1,0 1 0,1-1 0,1 0 543,-4-1 0,0-1 0,2 1 0,0-1 0,1 0 0,-1 0-526,0 0 1,1-1-1,-1 0 1,1 0-1,-2 0 1,0 0 525,-2-1 0,-2 1 0,-1 0 0,2-1 0,3 1 0,-1 0 0,3 0 0,4 0 0,-1 0 0,0 0 0,-2 0 0,-5 0 0,-5-1 1436,7 0 0,-2-1-1436,-1 2 0,5 0 0,3 0 0,-3 0 0,-8-1 0,-1-1 0,-5-1 0,5 3 0,-1-2 715,8-9-715,-14-1 0,-1-1 0,6-6 0,-5 2 0,2-3 0,-2 0 801,-4 1 0,0-2-801,3-2 0,2-3 0,-3 2 0,-1 0 0,-1 0 0,-1 0 0,0-1 0,-3 0 0,-1-4 0,-2 0 0,2 6 0,0-2-1639,-5-9 1,-2 5 1372,-1 18 266,-1-23 0,-6 10 0,0 2-1282,-4-3 1,0 0 1281,3 8 0,-3 0 0,-1 0 2894,-2-2-2894,-4-1 0,3 4 0,1 1 0,0 1 0,-9-6 0,8 7 0,-9-2 0,3 1 0,1 2 0,0 3-73,-3-1 1,-6-2-1,1 3 73,-8 2 0,0 2 0,8-1 0,-1-2 0,-3 1 0,0 3 0,-3 1 0,1 0 0,5 1 0,5 0 0,-2 1 0,-2-2 0,-7 0 0,-3 0 0,3 0 0,6 1-412,6 1 1,-1 0 411,-4-1 0,-6-1 0,-5-1 0,0 0 0,3 1 0,7 0 0,-2 1 0,0 0 0,1-1 0,-6 0 0,-3 0 0,2-1 0,4 1 0,0 0 0,3 0 0,0 1 0,0-1 0,1 1 0,-1 0 0,-1 0 0,0 0 0,6 1 3276,3 1-2938,-3 0 0,1 0 147,15 0-485,-15 0 3276,2 2-402,-4 2-2874,-10 5 0,14-4-3277,-3 4 1685,18-6 1592,-11 2 0,5 2 0,0-3 0,-5 5 0,2 0 0,4-2-3277,-5 12 2017,12-13 4536,-2 18-2015,4-12-1261,3 4 0,3 5 0,8 2 0,7 3 0,1 1 0,-3-4-1639,-3 1 1,1 0 1561,1-1 1,5 4-1,1 0 1,-2-3-1,-7-8 1,-2-5-1,1 4 1,0-1-1</inkml:trace>
  <inkml:trace contextRef="#ctx0" brushRef="#br0" timeOffset="90250">1947 13321 24575,'-30'9'0,"-3"2"0,17-4 0,-17 5-3277,19-4 0,-5 1 3047,5-3 230,5 2-3277,-12 7 2017,8-6-1774,-15 12 3034,23-17 2100,-23 14-2100,23-13 0,-18 13 0,13-3 0,-5 10 0,7-10 3276,4 8-2877,4-4 0,0 1-399,0 7 0,1 5 0,1-1 3276,0-14-1868,2 12 0,1 1-1408,2-11 0,-1 10 0,2 3 0,1-10 0,2 0 449,-1-1 1,0 2 0,2 1-450,5 4 0,1 0 0,-1-1 0,0-1 0,1 1 0,6 1 0,3 1 0,-5-6 0,-4-6 0,1-2 0,6 4 0,1-1 0,-5-4 0,12 0 0,-10-3 0,7 3 0,1-1 0,-2-1-1093,3-4 1,0-2 0,-1 0 4,-5 1 1,1 0 0,1-1 1087,5-2 0,3 0 0,0-1 0,-7-1-475,-5 0 1,-1-1 474,4-1 0,5 1 0,3-1 0,-2 0 0,-7 1-1639,-4 0 1,0 0 1377,6-1 1,3 1 0,0-2 260,3-4 0,-2-1 0,-12 3 0,2 0 0,4-3 0,4-2 0,0 0 0,-7 1 3276,8-2-3015,-7-1 0,3-3 0,-7 2-765,-10 4 504,6-3 0,0-3 0,5-9 0,-10 10 191,10-13 0,2-5-191,-10 12 0,0 0 0,5-7 0,0-1 0,0-2 0,-2 4 0,-5 8 0,4-9 0,-2 2 998,-7 14-998,9-24 0,-11 12 0,-2 8-1639,0-12 1,-1 1 608,-2 14 1030,1-9 0,-1 0 0,-9-4 0,5 6 168,-5-3 1,-4-1-169,1 6 0,-1 2 0,2-2 0,-3 0 0,-6 1 0,-5 0 0,0 1 0,-2 2 0,0 2 0,-1-1 0,-4 0 0,0-1 0,-5 0 0,8 3 0,-3 0 0,-2 0 0,-1 0 0,1 0 0,2 0 0,-2 1 0,2 0 0,0 0 0,-1 0 0,-4 0 0,5 1 0,-4-1 0,-1 0 0,-2 0 0,1 0 0,1 0 0,2 1 0,3 0-385,1 0 0,2 0 0,2 1 0,-1 0 1,-4 0 384,2 0 0,-5 0 0,-2 0 0,-1 0 0,2 0 0,2 1 0,5 0 0,6 1 0,-2 0 0,1 1 0,-10-2 0,-10-1 0,4 0 0,15 2 0,19 1 0,-13 1 0</inkml:trace>
  <inkml:trace contextRef="#ctx0" brushRef="#br0" timeOffset="91362">13026 10900 24575,'0'17'0,"3"-3"0,5 20 0,0-14 0,4 0 0,2 2 0,2-3 0,1 0 0,-2-2 0,1 0 0,11 7 0,0-3 0,0-5 0,-6-6 0,6 0 0,-1-1-1093,2-4 1,0-1 0,-1 0-547,3 2 1,1-1 988,-3-3 0,2-1 1,-1 0-291,-2 0 1,-1-1 0,-1 1 939,-2-1 0,3 0-506,2 1 0,8-1 1,3 0-1,1 1 1,-5-1-1,-7 0 506,-3 0 0,0 0-339,4 0 1,8 0 0,4 0 0,0 0 0,-5 0 0,-8 0 338,-6 1 0,-1 0 0,15-1 0,6 0 0,-8 0 0,-9 1 0,10-2 0,-3-2 0,-19 2 2029,22-6-2029,-14 1 0,-2 1 3034,-3-2-3034,10-5 0,9-4 0,-7 2 3276,-1 1-3025,1-4 0,5-4 1,-5 4-252,1 4 0,-5-2 0,4-4 0,-5 4 3276,-1 5-2191,-1-4 1,3-3-1,-6 4-4250,-10 6 3165,18-15-1747,-15 8 1747,-3 5 569,6-16-569,-7 7 0,-2 0 0,-7-4 0,-12 4 2571,6 5-2571,-15-2-1639,4 8 1,-1 1 385,-14-4 1253,11 5 0,-6 0 0,-6 0 0,-4-1 0,-1 0 0,-1 0 0,1 1-298,9 1 0,-2 1 0,0-1 0,-1 1 0,-1 0 0,0 0 0,0 0 0,0 0 1,0-1-1,0 1 0,0 0 191,1 0 1,0 0 0,0 0 0,0 0 0,-1-1 0,1 1 0,0 0 0,0 0-1,0 0 1,-1 1 0,1-1-69,-2 0 0,-1 0 0,-1 0 0,0 0 0,-1 1 1,2-1-1,0 0 0,3 1 0,2 0 0,2 1 0,4 0 1,-14 0-1,6 1 0,5 1 0,2-1 0,0 0 1</inkml:trace>
  <inkml:trace contextRef="#ctx0" brushRef="#br0" timeOffset="93584">13973 13244 24575,'-23'-5'0,"-11"-2"0,22 3 0,-8 0 0,0-1 0,2 0-1639,-10-1 1,-1 2-1639,14 0 1638,-4 1 1,-1 1 2966,-13-1-1328,8 3 0,-2 0 0,2 0 0,-1 0 0,1 0 671,-4 1 0,1 0-671,-3 0 0,5 1 0,12 0 0,-16 2 0,1 0 3276,16-2-2128,-11 1 1,-2 2-1149,-1-1 0,1 0-1639,0 1 1,1 0-1343,6-2 1342,-4 3 1,2 0 969,12-4 669,-9 5 0,6-3-2563,-1 5 2563,-1-1 1815,-9 7-1815,17-10 3276,-19 12-2619,7-4-657,3 1 0,-5-2 0,0 8 0,0-3 0,-4 9 3276,7-7-672,8-4 123,-4 6-2727,6 1 0,-3 9 0,4-14 0,2 11 0,2-12 0,2 0 0,0 7-3277,6 11 0,-5-14 2606,5 7 1,1-1 670,-3-12 0,4 8 0,1 2 0,6 6-1639,-5-11 1,-1-1 746,4 4 4168,4 1-2383,-9-14 218,11 9-1111,2-1 0,-5-4 0,16 5 0,-4-4 0,1-1 0,-8-4 0,-2-2 3276,0 1-1638,2 0 0,2 2-1522,-1-2 0,-1-1-116,0 0 0,1 1 0,13 4 0,-3-2-884,-12-6 884,4 4 0,0 0 0,4-4-1639,1 2 1,0 1-1576,6-3 2121,-6 0 1,5 2 0,-9-2 28,-8-2 885,11 2 0,5 0 179,1-1 0,-1-2-285,-10 0 0,3 1 285,1-1 0,5 0 0,4 1 0,1-1 0,-2 1 0,0-1 0,1 0 0,-1-1 0,1 1 0,-2 0 0,-3 0 0,-1-1 0,0 1 0,0 0 0,1-1 0,1 0 0,3 0 0,1 1 0,-2-1 0,-3 0 0,-4-1 1413,7 1 0,-2 0-1413,-4-1 0,4 0 0,-1 0 0,-3 0 0,0 1 0,1-1 0,5 0 0,4 0 0,-4 0 0,-4 1 0,0 0 0,-3 0 0,3 0 0,2 0 0,-2-1 0,6 0 0,-1 0 0,-2 0 0,-4-1 0,-1 0 0,0 0 0,4-1 0,-1 0 0,-4-1 0,-7-2 0,-3 0 0,2 1 0,-1 1 453,10-12-453,-2-8 1346,-9 7-1346,1-2 0,-1 0 0,-9 3 0,5 0 0,0-1 0,-6 4 617,1-4 1,0-3-618,-2-7 0,2-5 0,-4 10 0,-2 1 0,-6-11-1744,4 4 1744,-6 1 3276,-1 1-1954,0 9 1,-2-1-1323,-3-11 0,-1 0 0,3 11 0,1 1-1639,-7-9 1,1 4-1006,6 11 1736,-5-8 1,0 0 907,5 9-1185,-7-7 1,0 0 1184,8 9-1287,-13-9 1,1 1 1286,11 9 872,-13-9 0,-2 0-872,7 6 621,-5-4 1,-3 0-622,4 7 0,0 0 0,-6-2 0,0 0 0,-7 1 0,6 1 0,4 2 0,13 4 977,-22-5-977,-2 2 0,9 1 0,-7 0 0,-5 1-886,11 1 0,-1 2 0,1-1 886,-7 0 0,-3 0 0,9 0 0,-3 1 0,-2-1 0,2 1 0,-7-1 0,1 0 0,1 0 0,3 0 0,1 0 0,0 1 0,1 0 0,-2 0 0,3 0 0,4 0 1610,6 0 0,2 0-1610,-13 3 0,3 0 3276,11-3-1736,-9 3-1540,21-2 0,-5-2 3276,-2 1-609,1 1-2667,-5 2 0,9-1 0,-2 1 0,7-3 0,-1 15 0,3-7 0,0 7 0,0-12 0</inkml:trace>
  <inkml:trace contextRef="#ctx0" brushRef="#br0" timeOffset="94197">14279 13679 24575,'0'0'0</inkml:trace>
  <inkml:trace contextRef="#ctx0" brushRef="#br0" timeOffset="97480">14732 13623 24575,'2'26'0,"1"-6"-1639,-1 1 1,1-1-1639,-1-3 0,5 14 3160,-6-25 2022,4 11-1905,-5-16 0,1-9 0,-1 1 3276,2-19-392,-4 3-1688,2 3-1196,-3-1 0,1 13 0,1 2 0,-1 1 0</inkml:trace>
  <inkml:trace contextRef="#ctx0" brushRef="#br0" timeOffset="98028">14712 13557 24575,'5'-4'0,"4"2"0,10 0 0,13 2 0,-7-2 0,6 4 0,-25 1 0,4-1 0,-6 2 0,-2-2 0,8 5 0,-7-1 0,4 1 0,-4-4 0,-3 0 0,-2 0 0,-15 9 0,-6 0 0,1 1 0,-2-5 0,18-6 0,-2-1 0,5 1 0,-1-2 0,3 2 0,-1-2 0</inkml:trace>
  <inkml:trace contextRef="#ctx0" brushRef="#br0" timeOffset="100911">3803 16913 24575,'9'-5'0,"-3"-1"0,4 0 0,-4-1 0,8-7 0,2-8-3200,-3 6 3200,-1-2-2058,1-5 2058,-6 12-40,7-13 1,1-5 39,-2 5 0,-1 1 0,1-1 0,2-2-1093,1-3 1,1-3 0,-3 7-647,0 1 1739,2-1 0,4-6 0,0 2-1051,4 3 1,0 1 1050,-3 0 0,2-2-484,-3 7 1,2-3 0,0 2 0,-5 4 483,3-1-493,2-3 1,5-5 0,-5 6 492,-4 5 734,0 0 1,5-3 0,-2 2-735,4 1 0,-2 1 1638,-5 1 0,2 1-1587,16-4 0,-4 4 3225,-19 9-2685,10-1 1,7-2 0,-7 2 2684,-8 3-2422,20-1 1,2 0-855,-20 2 123,6 0 0,-1 0-123,-8 0 0,-1 0 0,-10 0 0</inkml:trace>
  <inkml:trace contextRef="#ctx0" brushRef="#br0" timeOffset="101328">4792 15924 24575,'13'12'0,"11"5"-3277,-19-12 1388,11 5 1889,3 4 0,-9-8 549,7 6 0,0-1-549,-7-5 934,12 9-934,-11-9 0,6 4 0,3-2 0,-6 0 0,6-2 0,-16-4 0,-9-1 0,3-1 0,-11 0 0</inkml:trace>
  <inkml:trace contextRef="#ctx0" brushRef="#br0" timeOffset="106376">8926 15513 24575,'12'-4'0,"-6"2"0,18-9 0,-10 7 0,17-7 0,0 5 0,-10-2 0,4 2 0,-18 4 0,2-2 0,2-1 0,-4 2 0,13-8 0,-1 3 0,0 2 0,-1-1-668,2 0 668,7 2 0,-15 3 0,-1 1-3277,6-4 0,-11 3 3274,3-1 1,-8 3 0,1 0 0</inkml:trace>
  <inkml:trace contextRef="#ctx0" brushRef="#br0" timeOffset="107060">9078 15592 24575,'2'10'0,"1"-3"0,2 17 0,-1-14 0,4 22 0,-3-11 0,0 0-3277,0 2 0,-5-17 2982,6 10 295,-6-12 0,3 5 0,-3-8 0,0 1 0</inkml:trace>
  <inkml:trace contextRef="#ctx0" brushRef="#br0" timeOffset="108377">9975 14847 24575,'0'12'0,"-2"11"0,2-8 0,-1 7 0,0 0 0,1-7-1639,0 12 1,0-1-1639,0-10 1638,2 11 1,-1-2 148,0-13 381,3 18 1,0 2 1108,-2-9-41,1 1 1,1 5-1,0-2 41,-3 2 0,0-2 0,5 4 0,0 1 0,-4 2 0,0-5 3276,3-6-3225,-2-1 0,-2 0 3225,2-5-1500,0 7 1500,-2-12-2878,0-13 1,0 2-1,0-4 1</inkml:trace>
  <inkml:trace contextRef="#ctx0" brushRef="#br0" timeOffset="115597">6238 15302 24575,'6'18'0,"-2"-1"0,4 14 0,-4-12 0,-1 1 0,0-1 0,-1 0-1639,-1 5 1,-1-1-1639,0-7 1638,-1 16 1,0-1 148,1-16 1438,0 3 0,-1 6 52,1 0 0,-1 4 0,0 1 0,-2 4 0,-2 2 0,1 0-348,2-2 0,1 0 0,-2 3 348,-2-1 0,-2 5 0,-1 1 0,0-3 0,2-8 0,2-6 0,-1 0 0,0 3 0,-3 5 0,0 4 0,1-2 0,1-5 0,2 8 0,0-4 0,-2-2 0,0 1 0,6 8 0,2-6 3276,0-21-2930,6 18 0,1-1-835,-3-18 489,4 6 0,1 1 0,7 0 0,1 0-1402,11-2 0,0-1 1402,-10-5 0,5-3 0,5 1 0,-7-3 0,-10-4 0,6 2 0,2 1 0,15-3-1281,-2-1 1,0 0 1280,-9 0 0,-1-1 1468,7 1 0,1-2-1468,2 1 0,0-1 0,-3-2 0,-1 0 1092,-5 2 0,1 1 0,-1-2-486,8-4 0,-8 0-606,-16 2 0,14-6 0,-20 1 0,-7-11 0,4 8 0,-10-11 0,2 9 0,2 4 0,-1-1 0</inkml:trace>
  <inkml:trace contextRef="#ctx0" brushRef="#br0" timeOffset="116765">6877 16522 24575,'2'21'0,"0"0"0,2 12 0,-1-9 0,1 0 0,1 7 0,-3-6 0,-1 0-1639,0-1 1,0-1-1639,1 13 1988,0-11 0,0-4 1289,-1-14 0,4 16 0,-4-20 0,3 0 0,-2-4 3276,1-3-931,0-10 931,-3-9-3041,-4-9-235,1 5 0,-10-5 0,3 15 0,0-2 0,3 5 0,11 9 0,15-3 0,-8 5 0,9 1 0,-1 1 0,-8 3 0,24 9 0,-24-6-1639,7 6 1,-1 1-1639,-8-6 2644,12 6 1,0 0 632,-12-6 0,17 6 0,-27-3 0,-8 6 0,-10 4 0,1-1 3276,0 1-281,13-12-1447,-1 2-1548,3-4 0,4-4 0,1-1 0,0-3 0,-2 1 0,-1-5 0,-2 0 0,3-12 0,0-2 0,-1-2 0,-2 3 0,-1 8 0,-3-4 0,2 7 0,-3-2 0,2 6 0,1 3 0,0 1 0,2 0 0,1 2-820,1-12 1,1 10 0,0-10 0</inkml:trace>
  <inkml:trace contextRef="#ctx0" brushRef="#br0" timeOffset="141632">18364 8211 24575,'-15'16'0,"8"-8"0,-12 19 0,15-19 0,-10 20 0,8-3 0,0-6 0,4 3 0,1-1 0,-1-9 0,2 11 0,0-1 0,0-9 0,2 7 0,1 0 0,0-6-1639,4 6 1,0 0-1639,-1-9 1638,7 11 1,0-1 148,-6-11 1490,16 17 0,-1-6 0,-5-9-1517,6 2 0,0 1 1517,-7-6 0,11 0 0,0-1 0,-17-5 3034,23 7-3034,-5-7 0,-15 1 0,16-2 0,0 0 3276,-16-2-2646,22 1 1,4 1-631,-13-2 0,-2 1 0,5 0 0,-6 0 3276,0-1-1638,7-2 0,-3-1-4758,-18 1 3120,19-8-3277,-11-3 880,-9 5 758,11-17 1,0-3 1121,-11 16 244,4-9 0,3-6 0,-2 5 273,0 5 669,3-6 0,0-2-669,-6 7 0,-1 1 2789,6-7-2789,-4-3 0,-10 4 0,-1 9 0,-5-18 3276,-10 5-2258,-2 1-660,2 8 0,-4-1 0,1 0-358,-5-3 0,-2 0 0,4 5 0,-2-1 0,2 2 0,2 0 0,0 3-3277,-14-2 1143,25 13 1793,-13 1 0,-2 2 341,7 0 0,-19 4 0,-4 2 0,16-2 0,-2 0 0,-3 2 0,-7 2 0,1 0 0,4-1 0,4-2 0,-1 1 0,-2 0 0,-7 2 0,-2 0 0,4 0 0,9-2 0,0 1 0,-6 0 0,-6 2 0,13-3 0,18-5 0,-3 2 0</inkml:trace>
  <inkml:trace contextRef="#ctx0" brushRef="#br0" timeOffset="144578">24816 8099 24575,'2'27'0,"0"0"0,1 2 0,1-1 0,1 3 0,-1-8 0,0-1 0,-1-3 0,1 2 0,-1 5 0,1 2 0,0-1 0,0 2 0,-1-1 0,1 1 0,0 0 0,-1 1 0,0-4 0,0-11 0,-2 4 0,-1 1 0,2 6 0,-1 0 0,4 1 0,5-20-571,-2 2 571,2-9 0,1-3 0,-3-1 0,3 0 0,-7-1 0</inkml:trace>
  <inkml:trace contextRef="#ctx0" brushRef="#br0" timeOffset="145229">25104 8086 24575,'31'0'0,"1"0"0,0 0 0,-3-1 0,2 1 0,2 0 0,-2-1 0,-2 1-1093,2 0 1,-2-1 0,4 1 545,-4 0 1,4 0 0,1 0 0,2 0 0,-2 1 0,-3-1-14,1 1 1,-2 1 0,0-1 0,4 1 559,-3 0 0,3 0 0,4 0 0,1 0 0,-1 0 0,-1 0 0,-3 0 0,-5 0 0,9 2 0,-7 0 0,7-1 0,-9-1 0,5 1 0,4-1 0,1 0 0,1 0 0,-1 0 0,-4 0 0,-4 0 0,-7-1-1586,4 1 1,-1 0 1585,0-1 0,6 1 0,4-1 0,1-1 0,-2 1 0,-5 0 0,0-1 0,-3 0 0,-1 0 0,1 0-241,5 0 1,1 0-1,0 0 1,-1 0 240,4-1 0,0 1 0,-6 1 0,-1 0 0,-8 6 0,-12 12 0,-5 3 1771,0-3-1771,0 5 0,-1 0 3276,-3 4-2775,0-7 0,-2 3-501,-2 6 0,-1-1 0,2-9 0,0 0 0,-7 5 0,0-5 0,2-12-416,-8 10 0,-1-1 416,8-10-1097,-17 11 0,-3 0 1097,10-8-191,-3 1 0,-6 3 1,-3-1 190,-3-2 0,-4-1 0,-1-1 0,1 0-645,6 1 1,1-1 0,-2 0 0,-4 0 644,8-3 0,-2 0 0,-3-1 0,-1 1 0,-1-1 0,-1 0 0,1 0 0,-1-1 0,2-1 0,0 0 0,1-1 0,0 0 0,0-1 0,-1 0 0,0 0 0,0-1 0,-1 1 0,0-1 0,2 1 0,-2-1 0,0 0 0,-1 0 0,0 0 0,0 0 0,0 0 0,1-1 0,0 1 0,1 0 0,2-1-16,-5 1 1,1-1 0,0 0-1,2 1 1,0-1 0,0 0-1,2-1 1,0 1 15,-4-2 0,-2 1 0,1-1 0,3-1 0,6 2 0,6-1 975,-6-2-975,1 2 718,28 0 0,-5 3 0,5-2 1</inkml:trace>
  <inkml:trace contextRef="#ctx0" brushRef="#br0" timeOffset="145877">26917 8118 24575,'11'-30'0,"-5"-5"-2299,3 0 2299,-6 15 0,-2 2 0,1-11 0,1 3 0,-1 3 0,1 1 0,0 2-1639,5-3 1,0 0-1639,-4 10 2995,5-3 0,1 0 1557,6 0-1275,-3 4 0,2-1-106,6-3 0,3 0 106,-3 3 0,2 0 0,-2 1 0,2-2 0,1 1 0,8-3 0,-3 3 744,-13 4-744,16-3 0,-27 10 0,8-2 0</inkml:trace>
  <inkml:trace contextRef="#ctx0" brushRef="#br0" timeOffset="146400">27343 7483 24575,'2'21'0,"3"-2"-3277,7 16 0,-4-19 2302,1 5 1,0 1 974,2-5 0,0 12 1719,-3-19-1719,-7-16 0,-3-17 0,-3 4 0,0-1 0,-3-15 0,-1 16 0,2 2 0,2 5 0,0 2 0,8 3 0,8-9 0,-3 3 0,11-6 0,-13 12 3276,1 3 0,-5 4-3044,-4 3-232,-2 3 0,-10 13 0,-6 0 0,6 2 0,-6 2 0,16-15-820,-5 9 1,6-13 0,1 0 0</inkml:trace>
  <inkml:trace contextRef="#ctx0" brushRef="#br0" timeOffset="151577">18983 10436 24575,'19'-3'0,"1"0"0,6 0 0,5 1 0,6 0 0,-4 0-1639,-2-1 1,-1 1 545,2 1 1,1 0 0,1 0-1,-2 1 1,-1 0 0,-4 0 1049,-8 0 1,1 0 42,5 0 0,7 1 0,5 0 0,0 0 0,-5 0 0,-7-1 0,-6 1 0,0 0 0,8-1 0,7 1 0,6 1 0,-1-1 0,-3 0 0,-8 0 249,-2-1 1,0 0-250,0 0 0,5 0 0,4 1 0,1-1 0,0-1 0,-4 0-820,6-1 1,-1-2 0,-2 0 0,0 1 722,-3 1 0,-2 1 0,0 0 0,1-1 97,2 0 0,2-2 0,1 1 0,-5-1 0,-8 1 3276,5-2-3147,-2 4 1,4 0 0,-7 0-783,-8-4 653,9 5 1319,4-4-1319,-2 2 0,-2-1 0,-1 1 0,-1 1 0,-5 2-63,-10 2 0,-6-1 1,4 1-1</inkml:trace>
  <inkml:trace contextRef="#ctx0" brushRef="#br0" timeOffset="152945">21982 10402 24575,'24'0'0,"8"-3"0,-7 1 0,-5 0 0,2-1 0,1 2 0,0-1 0,13 1 0,-1 0 0,-2 0 0,-12 1 0,6 0 0,7-1 0,-7 1-3277,-4-1 1870,10 1 1,5-1 1406,-5 1 0,-2 0 0,-11 0 0,1 0 0,14-1 0,5 0 0,-8 0 1327,-5 0-1327,-1 1 0,3-2 0,-7 2 0,-11 0 0,19-1 0,0 0 0,-16 0 0,15-1 0,5 0 0,-8 1 0,-1 1 0,1-1-563,5 0 1,3 0 562,-3 1 0,5 1 0,-1 0 0,-7-1 0,-9 0 0,0 0 0,9 1 0,8-1 0,0 1 0,-8-1 0,4 0 0,2 0 0,7 0 0,-8 0 3276,-9 0-2895,3 0 1,5 0 0,-6 0-1781,-10 0 1399,11 0 0,3 0 0,-10 0 0,2-2 0,7 0 0,4 0 0,3-1 0,-4 0 0,2 1 0,0 0 0,-1-1-530,-3 1 0,-2-1 1,0 1-1,0-1 530,4 0 0,2 0 0,-3 0 0,-6 1 1195,9-1-1195,-6 1 0,5 1 0,-8-1 0,-6 2 0,5 0 0,5 0 0,-5 0 0,-3 0 0,7 0 0,3 0 0,-1 0 0,1 0-183,1 1 0,2-2 183,-3 1 0,1-1 0,-3 1 0,-5-1 0,-1 0 0,6 0 0,4-1 0,-7 1 0,-2-1 1116,8 1 0,2 1-1116,-2 0 0,-3 0 0,4 0 0,-14 0-1639,12-1 1,1 0-1231,-4 1 1776,2 0 1,6 2 0,-9-1 258,-14 1 583,22 2 1,2 0 250,-21-2 0,7-1 0,1 1 0,-4 1 0,-1-3 3276,1 2-2690,0-2-586,17 0 0,-9 0 165,-2 0 0,-20 0 1,-4 0-1</inkml:trace>
  <inkml:trace contextRef="#ctx0" brushRef="#br0" timeOffset="153596">27786 10331 24575,'24'3'0,"1"0"0,4 0 0,5 1 0,0-1-1639,-8 0 1,0-1-1,7 2 1,-2 0-1,-11-1 1,-1 1 3538,17 4-1900,-7-3 0,6 0 0,1 0 0,-7-1 0,0-1 0,1 0 0,1 0-401,1 0 0,0 0 0,1-1 0,2 1 401,1-1 0,3 0 0,1-1 0,-2 1 0,-4-1 0,-1-1 0,-3 0 0,4 0 0,-5 0 0,4 0 0,2 0 0,2 0 0,-3 0 0,-2 0 0,-7 0-1639,9-1 1,-2 0 1551,0 1 0,6 0 0,-1 0 0,-4-1 87,2-1 0,-3-1-239,-3 2 0,1 0 239,5-1 0,-1 1-1058,-3 0 1,-8 0 1057,-15 1 349,15 0 1,-20 0-1,3 0 1</inkml:trace>
  <inkml:trace contextRef="#ctx0" brushRef="#br0" timeOffset="154945">30046 9598 24575,'11'19'0,"1"0"0,0 6 0,0 0 0,-2-4 0,0 2 0,-2 3 0,1 2 0,-3-4 0,-1 2 0,3 9 0,-1-3-3277,-6-18 1551,5 13 2848,-5-9-1122,0-1 0,0 5 0,-1-7 0,0-5 0,0-4 3276,1 1-2671,5 10-605,3 5 0,-3 1 0,3 3 0,-7-16 0,2 15 0,-1-11 0,2 13 0,-3-8 0,6 12 0,-2-4 0,0-5 0,2 1 0,-7-18 0,5 6 0,-6-8 0,2 0 0,-2 1 0,-3 3 0,2-4 0,-2 2 0</inkml:trace>
  <inkml:trace contextRef="#ctx0" brushRef="#br0" timeOffset="155696">30120 10454 24575,'14'22'0,"0"2"0,-7-11 0,2 3 0,-3-4 0,0-3 0,-1-4 0,-3-3 0,1-8 0,-3-5-3277,-3-13 0,2 12 1638,-4-11 1,-1 1 148,4 12 1490,-8-24 0,3 13 0,2 5 0,-2-5 3276,12 12-2015,1 6-1261,20 0 0,-12 1 3276,19 1 0,-21 1-3044,2 1-232,-5 13-3277,-3 16 0,1-9 3047,-1 7 230,-6-5 0,-3-3 0,2 10 0,-1-15 0,3-7 0,5-3 3276,-2-1 0,3-2-3044,-9 0-232,-9 2 0,-5 0 0,3 1 0,5-4 0</inkml:trace>
  <inkml:trace contextRef="#ctx0" brushRef="#br0" timeOffset="160127">27287 5485 24575,'0'19'0,"-1"8"0,1-8-1639,-4 5 1,1-2-1639,0-9 1638,-7 20 1,-1 3 210,1-13 863,-1 5 1,-3 8 0,2-8 564,-1-3 0,3-4 0,-3 7 0,-2 0 0,3-5-223,-1-4 1,0-1 222,-1 4 0,-4 5 0,0 0 0,1-1 0,-2-1 0,0-2 0,0 0 0,-3 6 0,0 0 0,3-4 0,-1 1 0,5-5 0,4-2 1638,-6 12 0,1 4-1522,10-16 0,1 0 583,-1 0 1,1 0-700,1 9 3276,2-6-613,2 9-2663,-1-8 0,1-1 0,0 11 563,0-13 0,0-2-563,0-1 0,0 0 0,0-10 0</inkml:trace>
  <inkml:trace contextRef="#ctx0" brushRef="#br0" timeOffset="162010">26704 6467 24575,'1'36'0,"0"0"0,0 0 0,-1-7 0,0 4 0,0-7 0,0-10 0,1 18 0,-1-1 0,1-16-1639,0 7 1,0 0-1639,0-11 3047,3 18 230,-3-31-3277,1-7 2017,-2-3 1260,-2-12 0,-3-1 0,-9-8 0,9 13 0,-1 0 1638,-4-6 0,-1 2-377,-3-12-2949,2 6 1688,4 9 3276,6 13-604,0 3-2672,1-3 0,12 4-3277,12-1 606,-4 3 3515,10-2 0,2 0-844,-8 1 0,-2 1 0,4-2 0,0 1 0,-4 1 0,-3 0 0,-11 0 0,2 0 0,0 4 0,-7-1 3276,8 1 0,-6 2-3044,3-4-232,2 15 0,0 0 0,-3 2 0,-2 5 0,-5-10 0,-6 12 0,-8 3-3277,5-9 2641,-2 0-1730,-4-2 2366,9-11 0,-7 6 0,0 0 0,8-7 0,-14 9 0,16-11 0,-5 2 0,9-5 3276,-1-2-3198,7-24-78,1 4 0,-1-1 0,-1 2 0,1-2 1462,4-10 1,-1 1-1463,-2-5 0,-3 15 0,-1 1 0,0-4 0,-4 12 0,-1 13 0,-12 11 0,2 2 0,1 3 0,-12 8 0,10-5 0,1-3 0,5-7 0,-3 7 0,10-14 0,-2-2 0,5-15 0,0 6 0,0-12 0,-1 15 0,-3 6 0,-6 23 0,2-2 0,-3 15 0,7-25 0,1-5 0,3-20 0,-3-6 0,1-4 0,-7 2 0,3 11 0,-9-10 0,6 10 0,-9-12 0,7 9 0,-2 1 0,7 6 0,2 0 0,1 4 0,9 0-3277,18 4 0,-9 3 3047,15-1-708,-9 1 938,-5-2 0,17 5 0,-23-5 0,11 7 0,-9 3 0,0-3 0,1 8 0,-11-11 3276,1 3-232,-10 1-1642,3-6-1402,-13 15 0,12-14 0,-12 16 0,9-8 0,-2-1 0,3 1 0,0 1-3277,4 8 2457,-3-6 1,3-1 0,0-15 0</inkml:trace>
  <inkml:trace contextRef="#ctx0" brushRef="#br0" timeOffset="164562">11910 15925 24575,'12'6'0,"0"-1"0,18 0 0,-1-6 0,5-1 0,-3 1-1612,-9 1 0,2 0 1612,5-2 0,8-1 0,3 0 0,-4 0 0,-8 1-3277,4 0 3040,-5 0 1,6-1 0,1 0 0,-4 0 236,4 0 0,-1-1-1092,-7 0 0,0 0 1,-1 0 1091,7 0 0,-3-1-433,-5-4 0,-6 0 433,-11 3 795,18-20-795,-11 11 0,0-2 0,6-6 0,-1 1 0,-4 4 0,0 0 1396,4-4 1,-2 0-1397,5-7 0,-10 14 0,1 0 1638,2-1 0,0 2-912,-2 3 1,2 0-1,-11 8 1</inkml:trace>
  <inkml:trace contextRef="#ctx0" brushRef="#br0" timeOffset="165460">13041 15559 24575,'-2'20'0,"0"-6"0,4 1 0,0-6 0,-1 0 0,1-6 0,-8-11 0,-4-9 0,1 1 0,-9-5 0,11 14 0,-6-4 0,8 7 0,10-6 0,11 3 0,0-4-1639,5 3 1,-1 2-1639,-8 2 2817,18-3 460,-26 7 0,-8 11 0,-4 3 0,-5 1 0,-1 7 0,8-16 0,-10 15 0,7-13 3276,-2 2 0,5-4-3161,3-6 1,1 1-1,1-1 1</inkml:trace>
  <inkml:trace contextRef="#ctx0" brushRef="#br0" timeOffset="166065">12950 15556 24575,'10'7'0,"10"17"0,-5-6 0,-3 0 0,0 1 0,1 1-1471,-1-4 1471,-4-3 357,-3-10-357,-9-11 0,1 3 0,-12-16 0,8 11-3277,-19-17 139,19 20 3007,-9-8 0,0-1 131,6 7 0,-16-17 0,19 16 0,-1-3 0,11 10 3276,18 4-266,-2 4-3010,2-2 0,0 2 0,3 3 1505,10 1-1505,-29-3 0,-10 4 0,-18 1 0,1-3 0,6-1 0,13-7 0,2 0 0</inkml:trace>
  <inkml:trace contextRef="#ctx0" brushRef="#br0" timeOffset="167210">10345 17124 22540,'28'2'0,"0"1"0,0 0 0,3-2 0,0 1 0,3 0 0,-3 0 0,3 0 0,0 0 0,-2 0-1093,4 0 1,-2-1 0,3 0 898,-4 1 0,1 0 1,2 0-1,0-1 0,-1 1-626,3-1 1,-1 1 0,-1-1 0,0 0 434,-2 0 0,-2 1 0,1 0 0,1-1 385,2-1 0,3 1 0,0-1 0,-3 0 0,-5-1 238,0-2 0,1 0-238,-5 1 0,6 0 0,2-1 0,2 1 0,-1-1 0,-2 0 0,-2-1 0,-1-1 0,0 1 0,-2-1 0,1 1 0,3-1 0,-1 1 0,-1 0 0,2 0 0,3-1 0,3 1 0,-4-1 0,-11 2 261,-9 1-261,17 0 0,-2 0 0,-22 2 430,16-2 0,-22 2 0,1 0 0</inkml:trace>
  <inkml:trace contextRef="#ctx0" brushRef="#br0" timeOffset="168128">12183 17075 24575,'6'22'0,"-1"0"0,2 6 0,-2-8 0,0-1 0,3 6 0,-1-1 0,0-4 0,-5-15 0,-1-4 0,-9-15 0,3 6-1639,-11-13 1,-1-1-1639,7 11 3162,-5-6 0,-1-1-853,-2 1 968,4 0 0,-8-6 0,14 17 0,1-4 0,8 7 3276,11-4-248,-1 1-4667,10 0 1,1 0-421,-8 1 1479,17-1 1,1 0 579,-16 4 0,5 0 0,0 2 0,-4 7 0,-7-1 0,2 8 3276,-1 3-342,4 4-2934,-1 0 0,-3-5 1733,-7-9-1733,-2 4 0,-1 2 0,-10 9 0,2-8-3277,-21 5 0,18-14 0,-24 9 1787,27-10 1490,-14 5 0,9-6 0,2 2 0,1-6 3276,17-4-2015,-2-2 2015,10-12 0,-15 2-3044,-4-7-232,-4 8 0,-14 4 0,1 8 0,-10 3 0,9 1 0,1 4 0,23-4 0,4 1 0,1-3 0,3-1 0</inkml:trace>
  <inkml:trace contextRef="#ctx0" brushRef="#br0" timeOffset="173765">17484 17308 24575,'21'4'0,"1"-1"0,6 0 0,-3 0-1639,-5 0 1,3 0 1419,3 1 1,9 0-1,6 1 1,2 0-1,-2 0 1,-5 0-1,-7-2 1,-1 0-1,0 0 1,8 1 0,0 1-1,0-1 1,1 1-1,-1-1 1</inkml:trace>
  <inkml:trace contextRef="#ctx0" brushRef="#br0" timeOffset="173965">18950 17422 24575,'30'0'0,"1"0"0,-11 0 0,3 0 0,3 0 0,4 0 0,4-1 0,-1 1-656,-1-1 1,1 1-1,0 0 1,1 0 0,-2 0 327,2 0 0,-1-1 0,0 1 1,0-1-1,3 1 0,1 0 1,-3 0-1,-8 0 0,-4 0 1</inkml:trace>
  <inkml:trace contextRef="#ctx0" brushRef="#br0" timeOffset="174145">20071 17415 24575,'25'7'0,"-1"1"0,6-1 0,-7-4 0,5 1 0,5-1 0,1 0 0,0-1-469,-3 0 1,1-2 0,2 0 0,0 0 0,-1 0 0,0 0 0,-2 1-188,3-1 1,-3 1-1,1 0 1,-1 0 0,3-1 108,0 1 1,3-1 0,0 0 0,1-1 0,-2 1 0,-3 0 319,6 0 0,-1 0 0,-3 0 0,-5 0 0,-1 0 0,-1 0 0,3 0 0,0 0 0,0 0 0,0 0 0</inkml:trace>
  <inkml:trace contextRef="#ctx0" brushRef="#br0" timeOffset="174312">22341 17466 24575,'9'1'0,"-2"1"0,-5-2 0,-1 0 0</inkml:trace>
  <inkml:trace contextRef="#ctx0" brushRef="#br0" timeOffset="175528">24376 17609 24575,'-35'14'0,"1"0"0,-1 1 0,7-4 0,-3 1 0,0 0 0,0-2 0,-1-1 0,2-2 0,0-2 0,0-1 0,0 0 0,2 1-1093,-7 3 1,1 1 0,-4-1 894,8-3 1,-6 1 0,-3-1-1,0 0 1,2-1 0,5 0-1,8-2 198,3 0 0,0-1 0,-5 2 0,-9 1 0,-3 0 0,-1 0 0,3 0 0,7-1 0,-1 0 0,0-1 0,2 1 0,-6 1 0,-1 0 0,2 0 0,6-2 0,4 1 0,1-1 0,-6 1 0,-6 0 0,1 1 0,7-2 0,-3-1 0,0 3 0,-5 1 0,0-2 0,3-1 0,1-2 0,-2 1 0,-2 1 0,-3 0 0,-1 0 0,3 0 0,6-1 0,1-1 0,0 0 0,0 1 0,-8-1 0,-3 1 0,3 0 0,8-1 1422,-5 1-1422,3 0 0,2-1 0,12-3 0,0 3 758,-10-6-758,3 4 0,0-3 0,4 4 0,16-1 0</inkml:trace>
  <inkml:trace contextRef="#ctx0" brushRef="#br0" timeOffset="176459">22288 17827 24575,'21'30'0,"-13"-9"0,0 0 0,7 13 0,-8-5 0,-4-2-3277,-2-6 0,3 6 3012,-4-2 265,3-23 0,-3 8 0,-1-23 0,-10-18 0,3 6 0,-2 0 0,-1 1 0,1 6 0,0 0 0,1 0 0,3 2 0,-1-1 0,5 11 3276,2 3 0,-6 3-6553,-17 5 37,12-3 3240,-22 10 0,4 6 0,1 3 0,-1 0 0,17-9 0,13-10 0,2 1 0,12-3 0,15 2 0,-10-2 0,14 0-68,-12 0 0,0 0 68,2-1 0,0 0 0,7 1 0,-1 0 0,5-2 0,-21 2 0,-12 0 0,-5 0 0,-19 4 3276,11-1 0,-18 1-3111,14-1-165,-1-3 203,-4 3-203,16-2 0,2 0 0,7-1 0,2 0 0,-5 0 0</inkml:trace>
  <inkml:trace contextRef="#ctx0" brushRef="#br0" timeOffset="180315">16599 13273 24575,'-9'13'0,"-9"7"-3277,5-5 0,-5 2 3245,-4 1 32,10-9-1639,-11 7 1,-1 0 268,12-7 1331,-8 2 1,-6 3 0,4-3 38,0 0-1009,-1 1 1,-5 2 0,5-2 1008,4-3 281,-10 5 0,2 0-281,14-6 1638,-6 1 0,1 0-1611,6-1 559,0 0 1,7-5 0,4-2-1</inkml:trace>
  <inkml:trace contextRef="#ctx0" brushRef="#br0" timeOffset="181112">16154 13518 24575,'19'24'0,"-9"-12"0,6 4 0,1 1 0,2-4 0,-3 3 0,-1-7 0,-16-12 0,4-1 0,-7-5 0,1 2 0,-1 3 0,-13 2 0,-9 5 0,7 0 0,-1 2 0,-9 2 0,-4 6 0,16-4 0,1-2 0,0 3 0,5-5 0,3-1 0,-1 1 0,9-4 0,2 0 0,8-4 0,-4 0 0,17-6 0,-15 3 0,10-4 0,1 1-1468,-10 5 1468,19-12 0,-16 12 0,-4 0 0,0-1 0,-16 11 0,-1-2 0,-15 12 0,5-4 0,0 1 1468,7-3-1468,15-11 0,1 2 0,3-4 0,-3 1 0</inkml:trace>
  <inkml:trace contextRef="#ctx0" brushRef="#br0" timeOffset="184211">17300 17143 24575,'18'27'0,"-3"-1"0,-4-3 0,-3-6 0,1 1 0,1 6 0,0-3 0,0 0 0,6 11 0,-7-12 0,1 1 0,8 10 0,-9-13 0,-1 1 0,3 4-3277,1 7 0,-6-13 2905,-1 0 372,-4-12 0,0-9 0,-4-14 0,1 1 0,-6-17 0,6 28 0,-3-11 0</inkml:trace>
  <inkml:trace contextRef="#ctx0" brushRef="#br0" timeOffset="185077">17321 17194 24575,'16'-5'0,"4"1"0,4-1 0,9-4 0,3 1-1093,-8 2 1,1 1 0,-1 0-547,9-4 1,-2 2 243,-6 2 0,-5 2 3903,-7-2-2508,4 2 1458,2 1-1458,3 0 0,-1 1 0,1 0 0,-17 1 3276,1 0-1174,2 7-2102,-6-1 0,15 14 0,-5 0 0,0-5 0,-5 1 0,-1 0 0,-2-4 0,3 6 0,-1 1 0,-3-5-1639,3 6 1,-1-1-1639,-6-8 2537,5 9 0,-1 1 740,-4-8 0,3 6 0,1 1 0,4 6 0,-2 3 0,5 0 0,-11-21 0,5 10 0,-4-9 0,0 2 3276,-1-3-388,1-4-1018,-6-1-1870,0-3 0,-12 7 0,5-6-1639,-12 6 1,0-1-1639,7-4 1833,-20 6 0,-2 0 1444,15-6 0,-11 5 0,-2 1 0,1-3 0,-1 3 0,14-2 0,15-9 0,8-21 0,-2 12 0,1-9 0,0-1 0,-2 9 0,-1-6 0,-1-1 0,-3-3 0,2 1 0,-2 12 0</inkml:trace>
  <inkml:trace contextRef="#ctx0" brushRef="#br0" timeOffset="185349">17630 17289 24575,'-21'10'0,"9"-5"0,-6 3 0,18-7 0,2-3 0,24-13 0,-11 8 0,14-11 0,-1-1 0,-15 11 0,12-9 0,-3 0 0,-17 11 0,7-5 0,-12 9 0</inkml:trace>
  <inkml:trace contextRef="#ctx0" brushRef="#br0" timeOffset="185528">17652 17238 24575,'-23'22'0,"1"-1"0,17-12 0,0 0 0,-1 6 0,6-1 0,-2-3 0,6 5 0,10-6 0,-7-2 0,5-1 0</inkml:trace>
  <inkml:trace contextRef="#ctx0" brushRef="#br0" timeOffset="186710">25877 17181 24575,'-5'6'0,"-12"13"0,5-9-1639,-9 8 1,0 1-1639,6-6 2580,-2 1 1,-4 4 0,0-2 696,-1 0 0,1-1 0,1 2 0,-3-1 0,-8 2 0,-5 1 0,7-5 881,5-4-881,1-3 0,-9 3 0,-2 1 0,0-2 0,8-2 0,4-3 0,1-1 0,-9 2 0,-7 1 0,0-1 0,6-1 0,3-1 0,2-2 0,-2 1 0,2 0 0,-3-1 0,24-1 0,2 0 0,2 0 0</inkml:trace>
  <inkml:trace contextRef="#ctx0" brushRef="#br0" timeOffset="187077">25128 17441 24575,'12'9'0,"6"17"0,-11-17 0,8 24 0,-12-24 0,-3 20 0,-19-7 0,6-1 0,-5-9 0,1-3 0,6-5 0,-11 4 0,20-7 0,16-14 0,11-1 0,5-1-1639,-9 3 1,0 0 1103,11-6 0,-3 3 0,-16 11 1,-3-2-1</inkml:trace>
  <inkml:trace contextRef="#ctx0" brushRef="#br0" timeOffset="187710">27022 17606 24575,'-3'2'0,"1"-1"0,22 7 0,11-5 0,4-2-547,-13 1 1,0-1 0,12 1 0,-6-2 0,-17-3 0</inkml:trace>
  <inkml:trace contextRef="#ctx0" brushRef="#br0" timeOffset="187893">27843 17596 24575,'27'0'0,"-11"0"0,2 2 0,-15-2 0,1 2 0</inkml:trace>
  <inkml:trace contextRef="#ctx0" brushRef="#br0" timeOffset="199645">27762 17234 24575,'20'-3'0,"1"0"0,1 1 0,2 0 0,2-2 0,3-2 0,-1 1-1415,-1 2 1,0 0 1414,7-2 0,4-1 0,-7 1 0,1 2 0,-7 1 0,8-2 0,3 0 0,-2 1 0,-9 0 0,11 1 0,-6 0 0,10-1 0,3 0 0,-2 0 0,-11 2 0,-9 1 0,-2 0 0,8-1 0,6 0 0,0 0 0,-7 0 897,10 2-897,0-2 465,-22 3-465,-12 3 0,-1-3 0,3 14 0,3 6 0,-2-1 1467,5 8-1467,-8-15 0,7 5 0,-7-8 0,1-5 0,-3-5 0</inkml:trace>
  <inkml:trace contextRef="#ctx0" brushRef="#br0" timeOffset="200298">28740 17159 24575,'5'30'0,"-2"1"0,-1-14 0,0 8 0,0-20 0,2 16 0,0-14 0,-1 5 0,1-9 0,1-7 0,7-16 0,-3 4 0,4-19 0,-10 12-3277,-4-9 0,0 14 3047,-5 3 230,12 9 0,7 1 0,3-4 0,13 4 0,-14 0 0,8 4 0,-17 6 3276,-2 12-2457,-8 7 0,-1-5 0,3-4 0</inkml:trace>
  <inkml:trace contextRef="#ctx0" brushRef="#br0" timeOffset="204897">29376 17131 24575,'6'-3'0,"0"2"0,2-6 0,-3 1 0,4-9 0,-4 4 0,1-4 0,1 1 0,-4 5 0,2-2 0,-2 0 0,3-8 0,0 2 0,2-11 0,0 6 0,-2 4 0,2-1 0,-5 6 0,2 1-3277,4-5 0,-6 9 0,8-11 2317,-10 14 960,5-6 0,-1 2 0,3-1 0,11-12 0,-4 7 0,1 1 0,1 2 0,-5 4 1638,5 0 0,1 0-1341,-7 3-297,8 1 0,3 0 0,-1 0 0,2 1 0,8 1 0,5 0 0,1 1-820,-6 1 1,2 0 0,-1 0 0,-2 0 447,4 0 0,-3-1 0,3 2 372,2 0 0,3 0 0,-2 1 0,-10 0 3276,-2 0-2904,5-1 0,8 0 1,-10-1-373,-12-1-1639,18 4 1,-2 0 812,-17-1-691,15 7 0,-1 0 1517,-19-6 1517,9 3 0,3 3-1517,11 4 0,-11-3-1517,9 5 0,0-2 1517,-15-5 886,16 8 1,2 0-887,-11-3 0,0-2 0,5 3 0,-5-3 0,2 0-872,-1 0 0,4 1 0,-6-3 872,-8-4 0,10 3 0,7 4 0,-7-3 0,-8-3-396,14 3 1,8 1 0,-9-1 395,-12-3 216,13 1 1,10 3 0,-8-3-217,-3 1 741,-3-2 0,5 1 1,-3-1-742,1-1 0,-3-1 0,-2 0 0,-1 0 0,4-1 0,-4-2 0,-10-2 0,7-2 0,-2 0 0,-6 0 0,11-2 0,2-1 0,1 0 0,8-1 0,-1 0 0,-5 2 0,-4 0 0,5 1 0,-6 1 0,-4 2 0,15-2 0,-1-1 0,-18 2 1638,10-1 0,0 0-1462,-11 0-176,11-2 757,-20 3 0,-5 1 1,-1 1-1</inkml:trace>
  <inkml:trace contextRef="#ctx0" brushRef="#br0" timeOffset="206726">29720 16899 24575,'9'19'0,"2"3"0,-7-12 0,5 2 0,-6-7 0,2-2 0,-2-3 0,7-4 0,-3 0 0,19-11 0,3 0 0,-2-1 0,-5 5 0,-16 7 0</inkml:trace>
  <inkml:trace contextRef="#ctx0" brushRef="#br0" timeOffset="206994">30195 16909 24575,'4'12'0,"8"10"0,-9-10 0,10 19 0,-10-21 0,2 7 0,4-14 0,6-12 0,3-5 0,8-6 0,-6 4 0,5-2 0,-9 6 0,-2 2 0,-8 6 0</inkml:trace>
  <inkml:trace contextRef="#ctx0" brushRef="#br0" timeOffset="207209">30483 16866 24575,'3'7'0,"7"9"-3277,3 4 0,-1-3 1328,1 0 1949,-7-12 1719,-1 1-1719,4 1 0,-5-4 0,10 6 0,12-2 0,-4 0 0,1-3 0,2-2 0,9-2 0,-4 0 0,-9 0 0</inkml:trace>
  <inkml:trace contextRef="#ctx0" brushRef="#br0" timeOffset="208344">32204 16985 24575,'-11'7'0,"2"1"0,3 1 0,2-2 0,-1-10 0,-7-15 0,4 6 0,-11-17 0,15 26 0,-7-10 0,14 13 0,21 4 0,-11-2 0,17 5 0,2 2 0,-8-2 0,3 2 0,-2 0 0,-7-4 0,0 3 0,-17-4 0,-4 9 0,-2-8 0,-2 7 0,4-8 0,-2 3 0,3-1-820,-4 1 1,6-5 0,-1 1 0</inkml:trace>
  <inkml:trace contextRef="#ctx0" brushRef="#br0" timeOffset="213312">29973 17753 24575,'15'24'0,"2"2"0,-1-3 0,5 4 0,-8-8 0,1 0 0,-2 4 0,-8-4 0,1 3 0,-4-4 0,-5-2 0,0-11 0,-1 2 0,-1-5 0,13-1 0,-2 2 0,29-1 0,-10 1-1639,12-3 1,0-2-1639,-12-1 3162,3 1 0,-1-2 115,4-3 0,-4 3 0,2-4 0,-16 4 0,-11 2 0,-1-1 0</inkml:trace>
  <inkml:trace contextRef="#ctx0" brushRef="#br0" timeOffset="213766">30275 17787 24575,'3'11'0,"3"8"0,2 1 0,0-1 0,8 14 0,4-8 0,-6-10 0,1 0 0,5 4 0,9-6 0,-6-20 0,-2 6-1639,-5-10 1,-2-2-1639,-7 5 2488,8-26 789,-13 21 0,-2-7 0,-1-2 0,-2 7-1639,-9-7 1,-1 1 563,6 12 686,-11-8 0,-1 0 389,9 10 3276,-12-8-2585,18 16-182,6 10-509,4 4 0,4-1 0,-5-5 0,-1-6 0</inkml:trace>
  <inkml:trace contextRef="#ctx0" brushRef="#br0" timeOffset="214298">30775 17705 24575,'-11'21'0,"6"-7"-3277,-4 18 0,8-22 1638,2 10 1,0 0-1639,0-12 2653,10 16 1,1-1 623,-6-14-1015,17 12 1,0-1 1014,-15-14 747,15 5 1,0-2-748,-14-7 2770,23 1-2770,-13-16 0,-3 4 0,1-21 0,-11 16 0,-2-7 0,-1 0 0,0 8 1616,-3-12 0,-3-1-1616,-3 11-1550,-3-7 0,-2 1 1550,1 10-1615,-19-13 1615,23 21 3276,-13-6-3146,11 7 676,-6 9-806,4-1 3276,-2 12-1058,8-5 1058,4 3-3121,7-4 0,-3-7 0,1-1 0</inkml:trace>
  <inkml:trace contextRef="#ctx0" brushRef="#br0" timeOffset="214645">31101 17725 24575,'-7'4'0,"-2"4"0,5-1 0,-1 21 0,16 4 0,-2 1 0,2-12 0,3-3 0,18 1 0,-7-5-1639,-3-10 1,-2-2-1639,-7-5 1638,12-3 1,1-2 148,-14 4 1490,9-4 0,0-1 0,2-1 0,-7-11 0,2 0 0,-25-9 0,-2 9-759,-14-5 1,13 13-1,-1 4 1</inkml:trace>
  <inkml:trace contextRef="#ctx0" brushRef="#br0" timeOffset="215111">31481 17649 8191,'-6'23'0,"4"-15"1638,-1 12 0,0-1-654,3-7 471,-1 7 0,1 1-1455,8 6 0,-5-2 0,21 4 0,-15-22-1259,12 1 0,1-3 1259,-9-3 0,8-4 0,3-2 1282,-6-4 1,-1 0-1283,3-3 0,2-1-1093,1-2 1,1-3 0,-3 2 1034,-4 4 1,-1-2 57,6-11 0,3-6 0,-6 4-245,-3-1 245,-6 5 0,0-5 0,-4 5 0,-12-3 0,-4 5 0,-2 2 0,0 5 0,-4-3 0</inkml:trace>
  <inkml:trace contextRef="#ctx0" brushRef="#br0" timeOffset="215726">29545 17825 24575,'15'27'0,"-2"0"0,0-1 0,-4-8 0,7 16 0,-1 1 0,-6-16-1639,3 11 1,1-2-1639,-6-12 3120,2 2 1,-2-1 156,-3-9 0,2 3 0,-6-30-1639,-1 1 1,0-2 406,-2-14 1232,1 0 0,1 29 0,1 2 0</inkml:trace>
  <inkml:trace contextRef="#ctx0" brushRef="#br0" timeOffset="216481">29614 17705 24575,'18'-6'0,"8"-1"0,-4 0-820,1 2 1,8-2 0,0 0 0,-4 1-820,-6 2 1,3-1 1169,2 0 1,9-1 0,4-2 0,3 0 0,-2 1 0,-4 0 0,-7 2-586,2-1 0,2 1 1054,-8 0 0,5 0 0,5-1 0,4 0 0,1-1 0,0 0 0,0 0 0,-3 1 0,-4 0 0,-4 2-147,1-1 0,-4 1 1,-1 0-1,6-1 147,-3 1 0,4-2 0,5 0 0,2 0 0,1-1 0,-1 0 0,0 1 0,-4 0 0,-3 1 0,-5 0 0,8 0 0,-8 1 0,6-1 0,-4 0 0,5-1 0,4-1 0,1 0 0,0-1 0,-2 2 0,-3-1 0,-6 2 0,3-1 0,-6 1 0,5-2 0,-1 1 0,5-1 0,3-2 0,0 1 0,0 0 0,-3 0 0,-6 2 0,0 0 0,-4 0 0,4 0 0,1-1 0,5-1 0,3-1 0,-1 0 0,-4 1 0,-7 1 0,-4 2 0,-2 1 0,12-4 0,7-3 0,-1 2 0,-11 2 0,-10 5 0,7-5 0,-2 2 0,-14 3 0,2 0 3276,-3-1-2612,1 13-1486,4 10 0,-1 3 822,1 3 0,0 6 0,2 9 0,-4-8 913,-2-7-913,0-2 0,2 4 0,-1-1-1639,-1 4 1,-1-4 1217,2 7 421,-4-5 0,-1 5 0,-1-9-1222,-3-8 1222,0 7 0,-2 3 0,-1-6 0,0-1 0,-1 11 1546,0-1 0,0 0-1546,4-8 2117,-1 6-2117,3-19 3276,-1-3-879,-10 1-2397,-7-2 0,-5-1 0,-8 0 0,-4 0 0,-4 0-656,6 0 1,-4 0-1,0 0 1,0 0 0,3-1 617,2-1 0,3 0 0,-1-1 0,-5 2 38,2 0 0,-4 0 0,-4 1 0,-3 0 0,1 0 0,0 1 0,4-2 0,4 1 0,7-2-1093,0 0 1,6 0 0,-7-1 1026,4 1 1,-5 0 0,-4 0 0,-4 0 0,-2 0 0,-3 1 0,0-1 0,-1 1 0,1-1 0,2 0 0,2 0 0,4 0 0,4 0-570,-11 0 1,7-1 0,2 1 0,-2-1 0,-6 1 634,11-1 0,-3 1 0,-3 0 0,-1-1 0,-1 1 0,-1 0 0,-1 1 0,1-1 0,0 0 0,2 1 0,1-1 0,2 1-265,-4 1 0,0-1 0,1 2 0,2-1 0,0 0 0,1 0 0,1 1 0,1-2 265,-8 2 0,2-1 0,1 0 0,1 1 0,-1-1 0,-4 2 0,-2 1 0,1 0 0,6-2 0,10-1 0,5-1 921,-13 4 1,4 1-922,23-4 0,-1 2 0,14-7 0</inkml:trace>
  <inkml:trace contextRef="#ctx0" brushRef="#br0" timeOffset="219042">30296 17513 24575,'-10'-14'0,"0"-1"0,-2-1 0,-3-4 0,-2 0 0,-9-7 0,0 0 0,7 7 0,0 1 0,-1 1 0,-3 1 0,4 2-955,0 1 955,-8-2 0,-8-4 0,5 3-1445,11 6 0,-2 1 1445,-2 0 0,-6-3 0,-3-1 0,2 2 0,6 1-1338,-1 1 0,-2-1 1338,3 3 0,-7-3 0,-6-1 0,-3-1 0,-2-1 0,2 1 0,1 1 0,4 1 0,7 2-1093,-3-1 1,5 2 0,-9-2 1017,14 4 0,-5-1 0,-3-1 0,-3-1 1,-3 0-1,-2-1 0,-2 0 0,-1 0 0,-1-1 1,-1 1-1,1-1 0,1 1 0,1 0 0,1 1 1,2 0-1,3 1 0,3 0 0,3 2-416,-9-3 1,5 2 0,4 1 0,0 0 0,-4-1 0,-7-1 490,12 4 0,-1-2 0,-2 1 0,-3-1 0,-1 0 0,-1-1 0,-2 1 0,-1-1 0,-2 0 0,0 0 0,0 1 0,-2-1 0,1 0 0,-1 0 0,0 0 0,1 0 0,0 0 0,0 1 0,1-1 0,1 1 0,2 0 0,0 0-80,-1 1 0,1-1 0,-1 1 1,1-1-1,0 1 0,0 0 1,1 0-1,-1 0 0,1 0 1,0 1-1,0-1 0,0 0 1,0 1-1,0-1 0,0 0 1,0 1-1,0-1 0,1 1 0,-1-1 80,-2 0 0,0 0 0,1 0 0,0 1 0,0-1 0,0 0 0,0 1 0,1-1 0,-1 1 0,0-1 0,0 0 0,-1 1 0,1-1 0,-2 0 0,1 1 0,-2-1 0,0 0-35,5 0 1,-2 1 0,0-1 0,-2 0 0,-1 1 0,0-1 0,-1 0 0,0 0 0,0 0 0,-1-1 0,1 1 0,0 0 0,1 1 0,0-1 0,1 0 0,1 0 0,1 1 0,2-1 0,1 1 0,1 0 0,2 1 0,2-1 0,3 1 34,-19-3 0,8 2 0,4 0 0,0 0 0,-3-1 0,-7 0 0,14 2 0,-3 0 0,-2-1 0,-3 0 0,-1 0 0,-2 0 0,-2 0 0,0-1 0,0 1 0,-1 0 0,1-1 0,1 1 0,1 0 0,1 0 0,2 0 0,2 0 0,3 1 0,4-1 0,2 2 0,-17-4 0,11 2 0,-1 0 0,-10-2 0,18 4 0,-4-2 0,-3 1 0,-3-1 0,-2 0 0,-1 0 0,-3 0 0,-1 0 0,0-1 0,-2 1 0,1-1 0,0 1 0,1-1 0,0 1 0,2 0 0,2 0 0,1 0 0,3 1 0,3 0 0,3 0 0,-13-1 0,7 1 0,3 0 0,0 0 0,-3 0 0,-9-1 0,17 2 0,-2-1 0,-3 1 0,-1-1 0,-2 0 0,-1 0 0,-1 0 0,-2 0 0,0-1 0,-2 1 0,0 0 0,-1-1 0,0 1 0,-1 0 0,1 0 0,-1-1 0,0 1 0,1 0 0,0 1 0,1-1 0,0 1 0,2-1 0,0 1 0,1 0 0,-1 1 0,1-1 0,0 1 0,0-1 0,0 1 0,0 0 0,0 0 0,0 0 0,0 0 0,0 0 0,0 1 0,1-1 0,-1 0 0,0 0 0,0 1 0,0-1 0,0 0 0,0 0 0,0 0 0,0 0 0,0 0 0,0 0 0,-1 0 0,1-1 0,-1 1 0,1 0 0,0-1 0,0 1 0,-1-1 0,1 1 0,0-1 0,-1 1 0,1-1 0,-1 1 0,1-1 0,-1 1 0,0 0 0,-1 0 0,1 0 0,-1 0 0,0 0 0,-1 1 0,1-1 0,2 1 0,0-1 0,-1 1 0,-1 0 0,0 0 0,0 0 0,0 0 0,-1 0 0,0 0 0,-1 0 0,1 0 0,0 1 0,0-1 0,-1 0 0,1 1 0,0-1 0,1 1 0,0 0 0,0-1 0,0 1 0,1 0 0,1 0 0,0 0 0,1 0 0,1 1 0,1-1 0,0 0 0,-7 1 0,0 0 0,2 1 0,0 0 0,1-1 0,1 1 0,0 0 0,1 0 0,0 0 0,1 1 0,-1-1 0,1 0 0,1 0 0,-1 0 0,0 0 0,0-1 0,-3 1 0,0-1 0,0 1 0,1-1 0,0 0 0,0 0 0,1 0 0,0 1 0,0-1 0,0 1 0,0 0 0,1 1 0,0 0 0,-4 1 0,-2 1 0,0 1 0,0 0 0,0 0 0,2 0 0,0 1 0,4-1 0,2-1 0,3 0 0,4-1 0,-6 3 0,6-2 0,-3 1 0,0 0 0,-6 2 0,-1 0 0,0-1 0,4 1 0,6-3 0,-1 2 0,1-1 0,-7 1 0,-6 1 0,0 0 0,10-3 0,2 0 240,2 0 1,-6 1-1,-3 0 1,2-1-241,0-1 0,0-2 0,1 0 0,3 1 306,-6 3 1,-4 1-307,12-4 0,-7-1 0,-4 2 0,-4-1 0,-2 0 0,-2 0 0,2 1 0,1-1 0,3-1 0,5 0 0,6 0 0,-7 1 0,7-1 0,-6 0 0,6 0 0,-5-1 0,-4 1 0,-3 1 0,-1-1 0,-1 0 0,0 0 0,1 0 0,3 0 0,3-1 33,-5 0 0,3 0 1,1 0-1,1-1 1,-1 0-1,-2 1-33,5-1 0,-1 0 0,-1 0 0,-1 0 0,1 1 0,-1-1 0,2 0 0,0 0-160,-2 1 1,0-1 0,1 1-1,0 0 1,1 0 0,1-1-1,0 1 160,-5-1 0,1 1 0,0 0 0,1-1 0,1 0 0,0-1 0,1 0 0,0 0 0,1 0 0,2 0 92,-6 0 0,4 0 0,-7 0-92,11-1 0,-5 0 0,-3-1 0,-2 0 0,-1 1 0,1-2 0,0 1 0,2 0 0,4 0 0,-6-1 0,3 1 0,1-1 0,1 0 0,-3-1 0,1 1 0,-2-1 0,0 0 0,1 0 0,0 0 0,4 0 0,-3-1 0,2 1 0,3-1 0,4 1 1240,0-3 0,4 0-1240,1-1 0,1-2 0,-1-6 0,1-4 0,0-4 0,1-1 1638,3 6 0,1 0-1608,-1-16 1,6 3 3245,5 18-2577,2-8 0,1-7 0,0 5-699,2 1 0,1-4 0,0-7 0,2 2 1463,0-4 0,2-1-1463,0 8 0,1-2 0,0 0 0,-1 3-1143,2-9 0,0 2 1143,1 3 0,2 0 0,0 4-1639,-3 7 1,1 1 794,1-4 1,1-4 843,1-4 0,1-4 0,-1 4 0,-4 9 0,1-1 0,1-6 0,1-8 0,1 1 0,-3 8 0,1-6 0,-1 1 0,-2 0 0,-4-1 0,-2 14 0,0 0 0,0-16 201,0 6 1,0 27 0,0-1 0</inkml:trace>
  <inkml:trace contextRef="#ctx0" brushRef="#br0" timeOffset="219778">15030 15002 24575,'-16'33'0,"8"-18"0,-7 14 0,8-13 0,0-1-3277,-7 12 0,10-17 0,-3 4 4605,7-11-1328,0-7-2818,2-13 2818,-1 6 0,3-11 0,-3 3 0,0 8 0,2-26 0,-1 28-343,5-25 343,-2 26 3276,6-12-2185,-5 13-1091,3 0 0,-2 5 0,10 3 0,-10-1 3276,9 3-23,1 2-3253,-8-2-3277,20 7 538,-21-7 2739,8 5 0,-14-6 0,-5 10 0,-15 11 0,4-6-1639,-1-1 1,1-2 378,5-8 4536,-4 7-2015,12-11-1261,7 2 0,8-1 0,3 0 0,-2-1 3276,-11 0-2457,-7-4 0,-1 2 0,-1-2 0</inkml:trace>
  <inkml:trace contextRef="#ctx0" brushRef="#br0" timeOffset="237728">29026 14136 24575,'19'-1'0,"-8"-1"0,23 2 0,-23 0 0,15 1 0,5 0 0,-7 0 0,1-1 0,1 1 0,3 0 0,-2 0 0,1-1 0,0 1-1639,8-2 1,-1 0-1,-7 1 1,3 0 1150,-2-1 1,4 1 0,-1 0 0,-8-1 1996,-2 1-1509,3 1 0,9 0 0,1 1 0,-8-1 0,4 4 0,5-1 0,-1-1 0,-12 1 0,-4-3 0,-11 0 0,-2 0 0,4 3 0,-5-3 0,2 1 0</inkml:trace>
  <inkml:trace contextRef="#ctx0" brushRef="#br0" timeOffset="239277">18596 14700 24575,'5'0'0,"12"0"0,-11 0 0,23 2 0,-22-2 0,27 3 0,-22-3 0,7 0 0,2 1 0,13 5 0,2-5 0,-8 5 0,2-1 0,-6-3 0,1-1 0,12 4 0,0 0 0,-13-3 0,-1-1 0,6 1 0,-2 0-3277,5-2 0,-6 0 3047,-4 0 230,-9 0 0,4 0 0,8 0 0,-7 0 0,3 0 0,-6 0 0,-2 0 0,11 0 0,-13 0-3277,23 0 2017,-21 0 2898,5 0 0,2 0-881,-3 0-757,11 0 0,-16 0 0,-5 0 0</inkml:trace>
  <inkml:trace contextRef="#ctx0" brushRef="#br0" timeOffset="239848">21295 14590 24575,'12'0'0,"-3"0"0,-3 0 0,-5 0 0</inkml:trace>
  <inkml:trace contextRef="#ctx0" brushRef="#br0" timeOffset="245778">24357 14860 24575,'-27'4'0,"10"-2"0,-7 4 0,-1 0 0,7-1 0,-11 2 0,-7 2 0,5-2-2683,4-2 2683,3 0 0,-9 3 0,-4 1 0,3 0 0,6-2 0,3-2 0,0 1 0,-2 0 0,-6 3 0,-1 0 0,1 0 0,6-2 0,-2 1 0,3-1 0,-1 1 0,-2 1 0,4-2 853,-4 3-853,8-2 0,2 0 0,4-2-1639,-4 4 1,0-1-968,10-4 1947,-11 5 0,-2-1 659,8-3 0,-19 6 0,25-10 0,1 1 0</inkml:trace>
  <inkml:trace contextRef="#ctx0" brushRef="#br0" timeOffset="246578">22402 15302 24575,'16'18'0,"0"1"0,3 3 0,-3-3 0,-3-8 0,0 3 0,-1 0 0,0-3 0,3 3 0,-13-20 0,-13-16 0,0-3 0,0 7 0,-1 2 0,3 5 0,-11-14 0,12 18 0,3-3 0,25 7 0,4 2-1639,-2 0 1,0 0-1639,-3-2 2652,14 0 625,-27 3 0,8-5 0,-12 6 0,-4-2 0,-1 3 3276,-3 1 0,1-3-3264,0 3 0,4-2 0</inkml:trace>
  <inkml:trace contextRef="#ctx0" brushRef="#br0" timeOffset="249111">28335 1920 24575,'-9'22'0,"3"1"0,1-2 0,2-11-1639,0 13 1,0-1-1639,2-13 1328,-2 20 1949,2-24 1719,1-6-1719,4-29 0,-1 3 0,-1-4 0,0-2 0,-1 10 0,0 0-1639,2-8 1,0 2 378,-2-7 4536,4 11-2015,-3 23-1261,8 8 0,7 9 0,-4 0 0,12-2 0,-19-11 3276,12-1 0,-13-1-3044,3 0-232,-1 0 0,6-7 0,-2 3 0,6-7 0,-13 5 0,5 1 0,-12 18 0,4-9 0,-7 22 0,5-12 0,-1 3 0,4 5 0,5-8 0,2 2 0,4-4 0,9 0 0,-9-5 0,3 1 0,-12-7 0</inkml:trace>
  <inkml:trace contextRef="#ctx0" brushRef="#br0" timeOffset="249361">28675 1987 24575,'36'-4'0,"-18"3"0,3-3 0,-2 1 0,-12 2 0,4-2 0</inkml:trace>
  <inkml:trace contextRef="#ctx0" brushRef="#br0" timeOffset="249599">29128 1997 24575,'-6'7'0,"2"-1"0</inkml:trace>
  <inkml:trace contextRef="#ctx0" brushRef="#br0" timeOffset="250243">28559 2388 24575,'1'29'0,"0"-5"0,0-3 0,-1-12 0,0 13 0,0 0 0,0-11 0,-3 24 0,1-26 0,7-12 0,-1-8 0,7-15 0,0-3 0,-1 6 0,-2 1 0,1-4 0,0 3 0,4-9 0,-6 11 0,0 1 0,1-2 0,-6 38 0,-1 11 0,3 3 0,2 2 0,-1-6 0,1 0 0,0 0 0,-2 5 0,3-4 0,18-3-3277,-2-21 0,-5 2 3047,6-4 230,-5-2 0,5-2 0,-3 1 0,5-3 0,-20 5 0,10-1 0,-11 12 0,-2-6 819,1 8 0,-3-10 0,0-1 0</inkml:trace>
  <inkml:trace contextRef="#ctx0" brushRef="#br0" timeOffset="252676">28463 1672 24575,'-18'10'0,"9"-4"0,-8 4 0,3-2 0,3-3 0,-15 13 0,8-2 0,1 0 0,-2 5 0,14-17 0,7-4 0,19-23-1859,-4 6 1859,-5 3 0,1 0 0,16-9 0,-12 10 0,0 0 0,0 2 0,-1-1 0,6-1 0,-3 2 0,-11 7 0,21-8 0,-27 11 1859,-4 8-1859,-10 9 0,-3 3 0,-8 9 0,7-8 0,-2 4 0,1-1-1639,-4 6 1,1-1-1,1-3 1,-1 0 1561,5-3 0,0 0 1,3-4 76,3 0 0,-3 0 0,2 0 0,7-8 0,3-1 0,11-19 0,4-3 0,2-1 0,-4 0 0,2-1-1093,5-1 1,4-1 0,-4 1 462,-5 4 0,1-1 630,13-5 0,4-2 0,-5 4 3090,-2 2-3090,-4 3 0,3-2 0,-3 2 0,8 0 0,0 0 0,-18 18 0,-22 11 0,-10 7 0,0 1 0,-3 3 0,0-1 1092,4-4 0,1-1 0,-2 1-670,1 1 1,-1 1-1,1-1 1,4-5 1610,-5 5-2033,0 4 0,4-3 0,11-15 0,-7 22 0,13-27 0,18-3 0,2-12 0,2-6 0,3 1 0,0-1 0,-2 0 0,-2 1 0,6-6 1232,-24 22-1232,-3 24 0,-2-12 0,-5 15 0,-3 0 0,2-13 0,-5 9 0,0 1 0,4-9 0,-1 1 0,1-1 0,5-3 0,10 15 0,3-16-1093,12 1 1,10 0 0,-2-1-547,-6-2 1,3-2 1580,4 1 1,8-1-1,-1 1 1,-4-2-203,-1-1 0,-1-1 260,-4-2 0,3-1 0,0 1 0,-6-2 0,-2 1 0,-3-1 0,7 0 0,-8 3 0,-22 9 0,-4-5 0,-8 9 0,-3 5 0,4-1 0,0 0 0,2-2 0,0-1-656,-1 3 1,4-5-1,9-13 1,-2 2 0</inkml:trace>
  <inkml:trace contextRef="#ctx0" brushRef="#br0" timeOffset="254380">27178 14675 24575,'22'1'0,"0"3"0,1 1-3021,7 1 3021,-7-1 0,6 3 0,4 1 0,2-1 0,-1 0-547,-2-2 1,1-1 0,1 0 0,1-1 0,-1 1 0,1 0-1,-2 2 1,0-1 0,0 1 0,1-1 0,1 0 0,3 0 532,-6-3 0,2 1 1,2-1-1,1 0 0,1-1 1,-1 1-1,0-1 0,-1 0 1,-1-1-1,-3 1-372,6-1 1,-3 0 0,-1 0 0,-1-1 0,1 0 0,0 0 385,4 1 0,0-1 0,1 1 0,-1-1 0,-1 0 0,-2 0-561,-1 0 1,1-1 0,-2 0 0,-4 0-1,-6 0 561,10-3-166,-7 1 1,-4 1 165,-11 1 2637,7 1-2637,-14 0 0,0 0 0,-3 0 0</inkml:trace>
  <inkml:trace contextRef="#ctx0" brushRef="#br0" timeOffset="255476">26343 4005 24575,'5'3'0,"26"6"0,-6-4 0,5 0 0,-1-1-1639,5 2 1,4-1 1330,-11-2 1,5-1 0,3-1-1,1 1 1,-1-1 0,-1-1-349,0 0 1,-1 0-1,0-2 1,-1 1 0,0 1 106,6-1 0,-2 1 0,1 0 0,-1 0 781,0-1 1,0 0-1,-1 0 1,-6 0-233,-2 0 0,-3 0 0,4-2 0,0 0 0,-1 3 0,-3-3-66,-3-17 66,-21 8-612,-5-15 0,1 16 0,0 0 0</inkml:trace>
  <inkml:trace contextRef="#ctx0" brushRef="#br0" timeOffset="255926">27007 3649 24575,'-1'31'0,"-1"-1"0,0 0 0,1-2 0,1 2 0,1-9 0,0 3 0,0 1 0,1 2 0,-1-3-1639,0-2 1,0-1 459,2 12 1,0-1 1854,-1-11 0,0-1-676,3 9 0,0 1 0,-1-6 0,0 0 0,1 5 0,2 3 0,0-5 291,2 5-291,-3-5 0,1 5 0,0-2 0,2-2 0,-1-2 0,-3-2 0,0-1 0,3-2 0,0-4 0,-6-9 2878,8 3-2878,-5-6 294,3-4-294,9-1 0,14-5 0,2-3 0,-5 2 0,-16 1 0</inkml:trace>
  <inkml:trace contextRef="#ctx0" brushRef="#br0" timeOffset="256293">27435 4325 24575,'3'28'0,"-1"-11"0,-1 4 0,-1 1 0,-1 8 0,1 0 0,-2-7 0,2-17 0,2-1 0,-2-7 0,7-18 0,-3 2 0,1-2 0,2-14 0,-3 4 0,-3 2 0,-6 5-656,1 3 1,0 3-1,-2 4 1,2 4 0</inkml:trace>
  <inkml:trace contextRef="#ctx0" brushRef="#br0" timeOffset="256577">27335 4262 24575,'4'27'0,"7"8"0,-1-10 0,1-3 0,0-1 0,2 1 0,0 0 0,0-2 0,-2-3 0,8 12 0,-11-17 0,7 4 0,-9-10 0,9-1 0,-5-8 0,8-3 0,2-2 0,-1-3 0,1-2 0,11-6 0,0-3 0,-4-1 0,-3 1-1639,-6 4 1,-2 2 1422,7-12 0,-21 21 0,0 3 0</inkml:trace>
  <inkml:trace contextRef="#ctx0" brushRef="#br0" timeOffset="256960">27744 4187 24575,'-28'23'0,"12"-11"0,0 12 0,15-18 0,-2 15 0,5-16 0,3 9 0,3-3-3277,11 3 0,-7-4 2187,5-1 1,0-2 1089,-6-4-3277,20 9 2663,-23-7-131,13 16 745,-15-9 0,1 6 0,0 3 0,-4-2 1638,1 3 0,-2 0-1391,-4 1-247,2 2 1764,-10-12-1764,-2-23 3276,-5-6-2560,-1-9 0,9 7 1,5 8-1</inkml:trace>
  <inkml:trace contextRef="#ctx0" brushRef="#br0" timeOffset="257263">27927 4249 24575,'7'11'0,"0"-1"0,2-6 0,-4-1 0,12-3 0,-11 0 0,9 0 0,9-3 0,1-6 0,3 4 0,1-16 0,-22 14 0,10-22 0,-13 17-1639,-1-10 1,0 0-1639,-3 8 1638,0-20 1,-1 0 1340,-3 17 0,3-4 0,-1 2 0,-1 15 0</inkml:trace>
  <inkml:trace contextRef="#ctx0" brushRef="#br0" timeOffset="257543">28033 4065 8191,'-1'29'0,"0"0"0,1 0 0,-1 1 1092,0-4 0,0 5 0,1 0-926,3 0 0,2 0 0,-1-3-166,-2-7 0,1 1 0,2 6 0,3 7 0,0 3 0,0-3 0,-2-9 2955,1 5-2955,4 2 0,2 7 0,-3-11 0,-5-17 935,5 9 1,-1 0-936,-2-6 0,2 2 3276,-4-7-264,-1-13-1516,2 5-1496,9-11 0,-8 7 0,4-5 0</inkml:trace>
  <inkml:trace contextRef="#ctx0" brushRef="#br0" timeOffset="258695">26795 4936 24575,'37'-8'0,"-1"0"0,1 0 0,-7 3 0,3 0 0,2 0 0,2 0 0,0 0 0,0 0 0,-2 0-547,0 0 1,-2 0 0,1-1 0,0 1 0,3 0 0,4 1 327,-11 1 1,2 0-1,4 1 1,1 0-1,2-1 1,1 1-1,1 0 1,0 0-1,-1 0 1,-1 0 0,-1 1-1,-1-1 1,-4 1-1,-2 0 1,-4 0-438,10 0 1,-7 1-1,-3-1 1,2 1 0,6 0 357,-5 0 0,3 0 0,2-1 0,3 1 0,1 0 0,0-1 0,0 1 0,-1 1 1,-3-1-1,-2 0 0,-4 1 48,6 1 1,-4 0 0,-3 1-1,0-1 1,1 0 249,5 0 0,-1-2 0,0 1 0,2 1-406,-3 1 0,3 1 1,-1 0-1,-3 0 0,-5-1 406,1-1 0,-5-1 1014,2 3 1,-6-1-1015,-15-3 3034,3 1-3034,1 0 3276,0-6-2015,5-7-1261,-1-19 0,-4 7 0,-3 0 0,-1 2 0,-2 6-1026,-4-14 1,-1-2 1025,-2 6-1093,-4-6 1,-4-7 0,2 6 511,-1-2 581,0 13 0,-6-8 0,-2-2 0,-2-1 0,3 4 0,4 7-1290,2 4 1,0 0 1289,-1-2 0,-4-6 0,-2-1 0,1 0 0,2 5 0,-3-1 0,2 3 0,2 1 0,2-2 0,-1-1 95,-4-2 1,-4-3 0,-1-1 0,4 2-96,5 2 0,2 2 0,-1 0 350,0 2 1,-1 0 0,1 0-351,-2-7 0,3 1 0,1-6 3276,4 11-3269,-4-15 1,2 2 3268,8 19-2454,-8-17 0,0 0-822,7 21-1639,-5-8 1,0 2 944,4 8 3507,-13-5-2813,-3 8 0,7 3-1639,-22 4 1,0 1 378,17 0 1260,-2 0 0,-10 1 0,-6 0 0,-2 1 0,2-1 0,6-1-811,0 1 1,4-2-1,-7 1 811,9-1 0,-5 0 0,-3 1 0,-2-1 0,-2 1 0,0-1 0,-1 0 0,0 0 0,2 0 0,2-1 15,-3 1 0,2-2 1,0 1-1,1-1 0,-1 0 1,-1 0-1,-1 0 0,-1 0-15,4-1 0,-1 1 0,-1-1 0,-2 1 0,0-1 0,-1 0 0,1 0 0,0 0 0,1 0 0,2 1 0,1-1 0,2 0 0,-6 0 0,2 0 0,2 1 0,2-1 0,-1 0 0,0-1 0,-1 1 0,-1-2 0,-1 1 0,-2-1 0,0 0 0,3-1 0,2 1 0,4 0 0,6 0-834,-1-3 1,3 1 833,-4 0 0,-2 1 0,3-1 2566,-9-5-2566,26 6 2801,1 22-2801,7 11 0,2 4 1638,-3-13 0,1 2-1425,1 9 0,2 6 0,-1 0 0,0-9 864,1 2-1077,-1-2 0,2 7 0,0 1 0,1 0 0,1 2 0,0-3 0,0-1 0,1 3 0,-2-6 0,0 6 0,1 3 0,0-1 0,0-3 0,-2-7-1639,1 0 1,0-2 1578,0 3 1,2 5-1,-1 1 1,-2-4 59,0 3 0,-1-4 0,0-6 0,1 1 0,-2 5 0,1 4 0,-1-5-1639,0-5 1,0-3 1249,0 0 1,-1 1-312,1 1 0,-1-5 700,-2-10 1570,3 17-1570,-2-22 2400,1 1-2400,1-7 3276,7-1-1225,10 3-2051,7 4 0,11 4 0,1 1 0,-7-2 0,-8-2 0,-1 0 0,8 2 0,-1 0 0,1 0 0,-1 0 0</inkml:trace>
  <inkml:trace contextRef="#ctx0" brushRef="#br0" timeOffset="260611">28820 3698 24575,'12'-4'0,"-3"1"0,1-3 0,3-2 0,-2 1 0,9-4 0,-12 7 0,16-16 0,-11 7 0,1-1 0,11-11-1639,-3 0 1,-2 2-1639,-8 10 1638,8-11 1,1 2 148,-12 14 1490,15-18 0,2 4 0,-12 10-1012,5-3 1,5-3 0,-3 3 1011,-2 3 0,7-6 0,7-5 0,-5 4 2500,2 2-2500,-7 2 0,5-4 0,3 0 0,-1 1 0,-1 3 0,1 2 0,0-1 0,-1 1 699,-2-1 0,-2-1 1,1 1-1,2 0-699,3 1 0,4-1 0,0 1 0,-1 1 0,-5 1 0,7-2 0,-3 2-1093,-6 2 1,0 0 0,-3 1 839,-4 1 0,-4 3 3529,-3 2-2769,1-2-507,7-1 0,-12 1 0,-1 1 0</inkml:trace>
  <inkml:trace contextRef="#ctx0" brushRef="#br0" timeOffset="267459">12864 1710 24575,'34'2'0,"-1"1"0,0-1 0,3-2 0,3 1 0,-1 0-656,-8 0 1,0 1-1,0-1 1,3 0 0,2 0 327,-5 0 0,3 0 0,2-1 1,2 0-1,1 0 0,0 1 1,-2-1-1,-1 0 0,-3 0 1,-4 0-493,9 0 1,-6 0 0,0 0 0,6 0 787,-7 0 1,4 0 0,4 0 0,2 0 0,2 0 0,0 0 0,-1 0 0,-1 0 0,-3 0 0,-4 0 0,-6 0 31,13 0 0,-9 0 0,7 0 0,-9 0 0,5 0 0,3 0 0,2 0 0,2 1 0,0-1 0,-1 0 0,-2 1 0,-2 0-390,0 0 0,0 1 0,-1 0 0,0 0 0,-2 0 1,0-1-1,-1 1 390,3-1 0,-1 0 0,-1 0 0,1 0 0,4 0 0,-7 1 0,3 0 0,3 0 0,1 0 0,0 0 0,-2 0 0,-2 0 0,-4-1 0,-5 0 291,12 0 0,-1 0-291,-7-1 0,6 1 0,4 0 0,2 0 0,0-1 0,-2 1 0,-3-1 0,0 0 0,-3 0 0,0-1 0,-1 1 0,2-1-417,0 1 0,0-1 0,0 1 1,1-1-1,1 0 417,-2 0 0,1 0 0,2-1 0,0 0 0,-1 1 0,-4-1 0,-4 1 0,1-1 0,-5 0 0,6 1 0,-2 0 0,5-1 0,5 1 0,2-1 0,1 1 0,-1 0 0,-3 0 0,-5 0 0,-5 0 0,9 1 0,0-1 0,-11 1 0,6 0 0,4 0 0,3-1 0,2 1 0,0 0 0,-2-1 0,-3 1 0,-3 0 0,-7 0 0,3 0 0,-6 0 0,5 0 0,1 0 0,6 0 0,4 0 0,1 0 0,-2 0 0,-3 0 0,-7 0 0,6 0 0,-3 0 0,-1 0 0,5 0 0,1 1 0,-3-1 0,-7 0 0,12 0 0,-6 2 0,8 0 0,0-1 0,-8 1 0,-11-1 0,0-1 0,7 1 0,5 1 0,-1-1 0,-7 0 94,0-1-94,3 0 0,0 0 2595,-1 0-2595,-6 0-1786,15-1 1786,-22 0 2394,5 0-2394,-13 1 3276,7 0-2915,13 0-927,-11 0 566,14 1 0,8 1 0,-14 0 0,7-1 0,0 1 0,-13-2 0,9 1 0,-23-1 0</inkml:trace>
  <inkml:trace contextRef="#ctx0" brushRef="#br0" timeOffset="269660">12903 1602 24575,'5'5'0,"2"5"0,-2-7 0,8 8 0,-6-8 0,8 7 0,-4-8 0,12 4 0,-8-4-1639,4-1 1,1-1-1639,-8 0 2264,13-2 0,1-2 1013,-8 2 0,11-3 0,3 0 0,-11 3 0,-1-1 0,4 1 0,0-1 0,2 0 0,-3 0 0,-8 1 0,10-2 0,1 0 0,8-5 0,-12 5 0,2-1 1638,4-3 0,-1 0-329,-4 2 1,-2 1-2435,-2 0 0,-1 0 1125,13-2 0,-12 2 0,-1 0 0,0 1-1093,5-3 1,7-2 0,-6 2-780,-2 2 1140,2-2 1,6-2-1,-6 3 732,0 1 0,6-5 0,2-1 0,-10 3 0,-1 0 1914,12-6-1914,-15 8 0,0-1 3276,11-3-1541,-1 0-1735,-3 2 0,2 0 0,-7 2 0,1 1 1638,4-2 0,1 0-1252,2-2 0,-1 0-1885,4-2 1499,-13 4 0,-1-1 0,9-3 0,-10 4 0,4-2 0,1 0 0,3-4 0,5-2 0,-8 3 0,-1 0 0,0 3 602,5-4 0,2-1-602,5-4-3277,0 3 2034,-11 2-2034,-3 5 1798,-11 4-1158,27-13 2637,-28 14 0,17-7 0,-3-2-421,-2 5 1,1 0 420,10-6 0,6 1 0,-2 2 0,-17 3 0,6 0 0,7 0 0,-7 1 0,-6-1 0,11 1 0,3 0 0,-2 2 0,7-2 0,-12 4 0,2 0 0,6 0 0,1 1 1215,-5 0 1,3 0-1216,-3 0 0,2 1 0,2 0 0,-3 1 0,1 0 0,-2 2 0,2-1 0,8-1 0,2 1 0,-3-1 0,-1 3 0,-2 1 0,3-1 0,-6 1 3276,-13-3-2795,13 5 0,-1-1 2048,-18-5-2529,24 8-1639,-11-3 1,-1 1-161,-2-1 828,6 1 1,5 1 0,-5-1 970,-1 0-531,-2-2 1,4 2 0,-4-2 530,1 2-474,5 1 0,-3 0 474,-13-3 759,9 5 0,0 1-759,-8-3 0,10 4 0,-1 0 0,-7-4 0,12 5 0,-1-2 0,-15-8 56,18 9 0,1 1-56,-18-10 1591,11 8 1,3 1-1592,-1-1 0,3 5 0,-10-6 0,-1 0 0,-7-3-1156,13 6 1,-1-1 1155,-11-6 0,19 8 2300,-5-1-2300,-8-8 1223,4 5 0,3 0-1223,-7-2 0,0-1 0,0-1 0,1 0 0,8 4 0,2-1 0,1-1 0,1 0-1093,-4 0 1,0 0 0,0 1 875,4 0 0,-1 1 217,-4-3 0,0-1 0,-2 1 925,0-1 1,-2 0-926,1 0 0,2 0-1220,6 2 0,-3-1 1220,-6-1-1283,8 1 0,0 0 1283,-14-4 783,11 0 0,-1 1-783,-11-4-613,6 2 0,-2 0 613,-5-1 1071,6 1 1,1 1-1072,-8-1 0,10 1 0,1-1 0,-7-1 0,5 1 0,-1-1 0,-10 0 150,8-1 0,-2 1-150,-9 0 3276,19 2-2608,-6 0-1312,-8 1 644,6-4 0,1 6 0,-9-5-1609,13 2 0,-1 0 1609,-11-2 0,22 2 0,-18 0 1115,-2-1-1115,3 1 3276,-8-2-2015,1 1 2015,3 1 0,0 0-3044,8 2-232,-6-1 0,4 0 0,-7-1 0,-4-2 0,-5 2 0,2 0 0,0 2 0,-1 2 0,-3-4 0,0 1 0</inkml:trace>
  <inkml:trace contextRef="#ctx0" brushRef="#br0" timeOffset="270160">18211 1805 24575,'21'0'0,"7"0"0,0 0 0,-4 0 0,0-1 0,2 0-1639,1 0 1,1 0-631,2 0 2269,-4 1 0,-2-1 0,-4 1 1658,14 0-1658,-25 0 896,1 1-896,-12 0 0,-4 0 0</inkml:trace>
  <inkml:trace contextRef="#ctx0" brushRef="#br0" timeOffset="271144">13854 1753 24575,'-14'0'0,"-6"0"0,8 0 0,-19 0 0,4 0 0,-2 0 0,3 0 0,-2 0 0,-2 0 0,0 0-528,4 0 1,-2 0 527,0 1 0,-2-1 0,6 1 259,-1-1-259,2 0 0,-4 1 0,1-1 0,-2 0 0,2 0 0,-2 0 0,-2 0 0,-8-1 0,5-1 0,15 2 0,-12-4 0,1 0 0,15 2 0,-11-3 0,-1 1 0,13 1-1639,-12-1 1,-1 0-1606,16 3 2570,-18-4 0,-2 1 674,13 3-74,-15-2 1,-4 1 73,6 2 0,0 0 0,2-1 0,-1 1-1093,3-1 1,-3 1 0,7 0 504,0-1 2226,-4-1 0,1 1-1049,6-1-589,-6-3 1857,-4-1-1857,-4 2-1639,10 1 1,0 1 549,-9 0 1818,-5-2-729,31 3 0,-17-3 0,18 3 0,-9 0 0,0-3 3276,4 3-2632,-4-4 175,8 5 0,2 0 0,0 0 0</inkml:trace>
  <inkml:trace contextRef="#ctx0" brushRef="#br0" timeOffset="272695">17491 1109 24575,'0'12'0,"-1"5"0,-2 13 0,-1-8 0,1 12 0,2-21-3277,1 18 0,0-21 0,0 12 3901,-3-1-624,2-7 907,-1 3 1,-1 3-908,1-1 0,0 0 0,-1 7 0,0 0 0,1-1 0,1-11 1638,-2 9 0,1 3-35,2 0 1,1-1-2353,-3 11 749,3-12 0,2 0 0,1 0 0,0 5 0,2-1 0,-4 3 0,0-4 0,-1-4 0,-1 0 0,3 6-1639,-3-2 1,0-2-1320,1-14 3041,-1 13 0,0 0-83,0-9-1639,0 8 1,0-1 691,0-9 628,-1 7 0,-1 2 319,0-6 1638,0 2 0,0 2-1006,-1 15-45,1-14-587,-1 7 0,3-13 0,-2-2 3276,4 16-417,-1-11-2859,3 10 0,-3-13 1497,2 0-1497,-3-6 0,2-1 0,-2-1 462,-10-8-462,2-2-820,-6-4 1,8 2 0,3 2 0</inkml:trace>
  <inkml:trace contextRef="#ctx0" brushRef="#br0" timeOffset="273611">16415 992 24575,'2'12'0,"-1"1"-3277,4 15 0,-3-14 1638,1 7 1,0 0 606,-3-8 1032,4 13 0,-1 0 0,-2-9 288,1 15 1,0 2-289,-2-7 0,1 7 0,0 1 0,2-4 0,0 6 0,0 0 0,0-11 0,0 2 0,-1 7 0,0-8 0,0-8 0,0 12 0,2 3-201,-3-11 1,1 0 200,-1 7 0,0 1 0,1 0 0,-1 2 0,-2-4 0,-1 1 0,-1 0 0,1-5 0,0 0 0,0-1 0,-2 8 0,0 2 0,1-6 0,0 3 0,0 0 0,0-6 1662,2 10-1662,-2-6 0,1 5 0,0-2 0,1 6 0,0-4 0,1 2 0,-1-4 0,0-2 2049,1-7-2049,0 10 0,0-4 1886,-2-16-1886,-17-33 0,4-1-656,-5-7 1,1 1-1,7 10 1,-8-11 0</inkml:trace>
  <inkml:trace contextRef="#ctx0" brushRef="#br0" timeOffset="274398">15560 781 24575,'0'21'0,"0"0"0,-2 12 0,0-4 0,1-12-1639,-1 13 1,0 1-1639,2-10 2184,0 4 1,-1 5 0,0-5-2185,1 0 4130,0 3 0,0 3-853,0 0 0,0 1 0,3-4 0,-1 2 0,1-1-521,-3-3 1,0-1 0,1 1 520,2 4 0,0 1 0,0-3 0,-3-1 0,1-1 0,1-1 0,0 3 0,-1 7 0,-2 4 0,2-6 0,0-11 0,-1-1 0,1 5 0,-1 3 0,-1-2 0,1-1 0,0 2 0,0 5 0,0 5 0,0-2 0,1-8 0,-1-1 0,-1 2 0,1 3 0,-1 4 0,-1-3 0,1-6 3276,-1 9-3127,0-11 0,0 4 1,0-7-150,0-5 0,0 11 0,0-1 0,1-11 0,-3 7 0,0-1 0,3-12-485,-3 12 0,-1-1 485,3-12 2132,-5 16-2132,3-20-820,-10-6 1,10 0 0,-6-5 0</inkml:trace>
  <inkml:trace contextRef="#ctx0" brushRef="#br0" timeOffset="275144">14346 916 24575,'-5'23'0,"0"-1"0,0 2 0,0 1 0,1 9 0,0-1 0,-1 1 0,1 2 0,1 7 0,1-10-2442,-1-13 2442,1 3 0,0 10 0,0 4 0,-1-2 0,2-8-866,-1-7 1,1 2 865,-1 3 0,-1 9 0,0 3 0,0 0 0,0-3 0,1-8 0,1-2 0,0-1 0,-1 4 0,-1 7 0,-1 4 0,1 0 0,1-5 0,0-7-1639,1-5 1,0-2 1143,0 13 0,-2 6 0,0-2 495,1-9 0,-1-2 0,1-1-1639,-3 12 1,1-1 1455,1-10 1,0 1-1,0-1-215,0 3 1,1 0-1,0-6 398,2-6 355,-2 12 0,1 5-355,1-5 0,-1-1 0,1-4 0,-1 0 0,1 10 0,0-3 3276,0-13-2967,0 10 2967,4-19-1192,1-2-2084,10-11 0,-8 3 0,2-3 0</inkml:trace>
  <inkml:trace contextRef="#ctx0" brushRef="#br0" timeOffset="276577">17811 1631 24575,'17'-12'0,"0"0"0,-4 5 0,10-10 0,10-7 0,2-2 0,-8 5-1639,-8 6 1,0 1 1422,6-3 1,7-5-1,4-2 1,0 0 0,-4 2-1,-8 5 216,-3 3 0,-2-1 0,6-1 0,6-4 0,3 0 0,-4 1 0,-9 6 1397,0 0-1397,11-8 0,-1 0 744,-15 10-744,2-2 0,-10 7 0,-6 6 0,1 0 0</inkml:trace>
  <inkml:trace contextRef="#ctx0" brushRef="#br0" timeOffset="277963">16809 1478 24575,'11'-11'0,"-6"3"0,9-8 0,-10 6-1639,4-7 1,1-1-1639,-5 6 1638,5-12 1,-1 0 1572,-3 8 66,2-6 0,-1 0 0,-4 5 1899,7-19-1899,-6 15 0,4-5 0,-4 11 0,-2 11 0,-1 2 0</inkml:trace>
  <inkml:trace contextRef="#ctx0" brushRef="#br0" timeOffset="280493">15901 1361 24575,'13'-18'0,"1"-6"0,-2-3 0,-4 5 0,-1 0 0,5-8 0,-4 2 0,-2 3 0,-5 17 0,3-14 0,0 0 0,-3 12-820,3-21 1,-4 25 0,2-4 0</inkml:trace>
  <inkml:trace contextRef="#ctx0" brushRef="#br0" timeOffset="281360">14681 1504 24575,'14'-9'0,"0"-2"0,-1-4 0,9-14 0,-7 5 0,-1-3 0,1-3 0,-3 0 0,-3 8 0,-1 0 0,-2-3 0,-3 3 0,-2 10 0,0-5 0,-1 13 0</inkml:trace>
  <inkml:trace contextRef="#ctx0" brushRef="#br0" timeOffset="281944">13905 1444 24575,'-25'9'0,"7"-3"0,5-6 0,-10-14 0,10 11 0,-9-13 0,0-2 0,12 9-1639,-13-13 1,1 0-1639,11 10 1638,-10-14 1,1 0 148,11 17 1490,-3-9 0,-1-1 0,-6-8 0,5 7-1517,-6-6 0,1 0 1517,9 13 1246,-7-9 1,1 1-1247,10 13 0,-9-10 0,12 14 0,2 1 0</inkml:trace>
  <inkml:trace contextRef="#ctx0" brushRef="#br0" timeOffset="285125">17462 2657 24575,'4'0'0,"-2"0"0</inkml:trace>
  <inkml:trace contextRef="#ctx0" brushRef="#br0" timeOffset="288063">18268 2499 24575,'22'0'0,"5"-2"0,-6 2 0,0-1 0,2-1 0,14 1 0,-18 0 0,0-1 0,5 1 0,-3-1 0,-5 0-1639,7-1 1,-2 0-1639,-8 3 2488,14-3 0,2 0 789,-9 1-1093,5-1 1,5 0 0,-4 0 279,0 0 813,4 0 0,11-3 0,1 1 0,-10 1-2736,0 1 2736,-8 1 0,6-2 0,1 0 0,-1 0 0,7-4 0,-1-1 0,-4 2 0,-10 3 0,3-2-31,0 0 1,8-3 0,3-1 0,1-1 0,-3 1 0,-4 0 30,1-1 0,-4-1 0,2 1 0,2-1 0,1 1 0,1-1 0,-3 1 0,3-2 0,-2-1 0,-6 3 2646,-1 0-2646,7-1 0,-2 0 0,-13 3 0,13-5 0,1 0 0,-14 5 0,8-4 0,6-5 0,-5 4 2097,-5-1-2097,3 2 0,6-3 0,-1 0 0,-2 1 0,0-1 0,2 1 0,-4 2 0,0 0 0,2 0 0,3-1 0,-1 0 0,4-2 0,1-1 0,0 1 0,-2 0 0,-3 2 0,2-2 0,-3 2 0,3-2 0,0 1 0,5-1 0,1-2 0,0 1 0,-4 2 0,-6 2 195,-4 2 1,0 0-196,2-2 0,5-2 0,2-2 0,-2 2 0,-7 4 0,9-6 0,-7 1 0,4-4 0,-8 4 0,-7 5 0,5-5 0,4-4 0,-3 3 0,-3 2 0,3-3 0,5-4 0,0 1-726,0 3 0,0 1 0,-1 0 726,5-7 0,0 2 1086,-8 7 0,1 0 1,1 2-1087,4-2 0,2 0 0,-4 2 0,8-5 0,-8 5 0,8-3 0,3-2 0,-3 2 0,-8 4 0,6-1 0,-8 2 0,8-5 0,1 0 0,-1 1 0,-7 5 0,11 0 0,-9-1 0,6-4 0,0 0 0,-6 5 0,4 3 0,0-4 0,6-3 0,-9 3 0,-11 6 0,17-4 0,9-3 0,-7 3 0,-6 1 0,-3 3 0,9 0 0,3-2 0,-2 2 0,-8 1-100,-7 1 1,1 0 99,7 0 0,7 0 0,5-1 0,1 1 0,-4 0 0,-6 1 0,2 1 0,1 1 0,-2-1 0,7 0 0,4 0 0,-1 0 0,-3 0 0,-9 1 0,-1 0 0,-1 1 0,2 0 0,6-1 0,2 0 0,-1 1 0,-3 0 0,3 0 0,-3 1 0,0 0 0,-2-1 0,0 0 0,1 0 0,6 0 0,1 1 0,-10-1 0,-13 0 0,14 2 3276,-19-3-926,-3 4-1100,-1-2-1250,17 5 2247,-15-4-2247,18 3 0,2-1-3277,-17-3 2494,9 2 1,2 1-1052,6-2 1834,-15 0 0,7-1 0,-2-1 0,-11 1 0,5-2 0,-12 0 0</inkml:trace>
  <inkml:trace contextRef="#ctx0" brushRef="#br0" timeOffset="289762">23733 793 24575,'0'17'0,"-2"2"0,1 0 0,0 3 0,-2 6 0,0 0 0,3-13-1639,-2 6 1,0 0-1639,1-9 3047,0 9 230,1-10 0,0-2 0,0 7 0,0-8 0,0 2 3276,1-6 0,0-4-3044,1-7-232,6-24 0,-4 10-1639,3-8 1,-1 2-1639,-4 12 2368,2-11 0,-1 0 909,-2 11 0,-1-11 0,1-3 0,-1 0 0,-1-9 0,0 15 0,0 14 0,15 7 0,7 9 0,3 4 0,-3-1 0,1 0 1638,7 2 0,-1 0-812,-6-3 1,-1-1-827,2-2 0,-1-1 0,11 6 0,-10-7 0,-3 1 0,-10-1 2235,8-2-2235,-14 1 0,0 0 0,-18 7 0,1 0 0,-8 3 0,-3 2 0,3-1 0,1 0 0,-1-2 0,1 1 0,-3 3 0,4-2 0,8-8-1639,-6 6 1,0 0-661,10-5 2299,-19 9 0,14-5 0,1-3 0,0-1 0,8-5 0,13-18 0,-8 10 0,12-21 0,-9 14 0,1-3 3276,-1-1 0,-3 1-3044,0 1-232,-1-6 0,-1 14 0,-2-1 0,-3 13 0,0-2 0,-10 16-3277,5-11 0,-1 5 3047,5-10 230,6-3 0,3-13 0,-1 3 0,4-22 0,-3 14 0,1-13 0,-5 16 0,-4-7 0,0 11 0,-3-6 0,0 8 3276,1 2 0,-5 0-3044,6 6-232,0 2 0,2 4 0,4-1 0,-5 3 0,10-4 0,-3-1 0,11-2 0,-9 0 0,5 0 0,-8 0 0,1 0 0</inkml:trace>
  <inkml:trace contextRef="#ctx0" brushRef="#br0" timeOffset="290944">24487 696 24575,'-6'27'0,"3"-13"0,1 21 0,4-26-3277,6 23 0,-3-24 0,2 7 4605,1-6-1328,-3-4 1719,9 9-1719,-1-6 0,10 1 0,-9-4-1639,6-3 1,-2-1 378,-8-1 1260,13-3 0,-1 0 0,-14 2 0,18-9 0,-4-1 0,6-10 0,-8 7 0,-2 0 0,6-8 1638,-11 6 0,-3 0-377,-1-6 2015,-1-10 0,-20 1-3044,-11 7-232,0 6 0,4 12 0,1 2 0,2 2 0,-11 1 0,11 1 0,1 0 0,0 2 0,-2 1 0,2 1 0,1-1 0,8-1 0,1-1 0</inkml:trace>
  <inkml:trace contextRef="#ctx0" brushRef="#br0" timeOffset="291659">25038 670 24575,'-5'9'0,"0"-3"0,1 9 0,2 6 0,0-4 0,7 9-3277,8-8 0,-4-6 3047,5 3 230,-4-9 0,0 0 0,12 2 0,-10-6 0,19 2 0,-7-6 0,3 1 0,2-8 0,-17 4 3276,3-6 0,-7 6-3044,-3-8-232,-2 7 0,-2-8 0,-1 1 0,-4-11 0,-1 3 0,-8-10 0,-7 9 0,0 0 0,3 11 0,0 1 0,-5 1-1639,-2 3 1,1 2-1639,9 0 3047,-20 1 230,26 1 0,0 4 0,1-1 0,7 1 0,0-1 0</inkml:trace>
  <inkml:trace contextRef="#ctx0" brushRef="#br0" timeOffset="292028">25286 593 24575,'9'-2'0,"10"-1"0,6-3 0,-1 2 0,11-3 0,2-1-745,-19 5 0,1-1 745,13-1 0,5-2 0,-7 2 484,1-2-484,3 1 0,-5 0 247,-22 2-247,8 1 0,-20 3 0</inkml:trace>
  <inkml:trace contextRef="#ctx0" brushRef="#br0" timeOffset="292376">25486 409 24575,'0'34'0,"-2"-12"0,-2 3 0,1 2 0,0 2 0,0-2 0,-1-5 0,0 1 0,-1 9 0,1 3 0,0-9-3277,3-14 2650,-3 24 1838,6-14-1211,2-1 638,-2 6-638,4-14 0,-7-9 0,-1-4 0,0 0 0,-1 0 0</inkml:trace>
  <inkml:trace contextRef="#ctx0" brushRef="#br0" timeOffset="296482">26246 632 24575,'10'-3'0,"2"-3"0,-4 0 0,-2 0 0,7-3 0,-1 0 0,5-4 0,-4 3 0,5 0 0,-10 7 0,17-4 0,-18 5 0,22-3 0,-21 4 0,21 2 0,-14 3 0,3 2 0,0 7 0,-12-5 0,11 23 0,-12-18 0,5 22 0,-8-23-3277,-5 21 0,2-23 2584,-6 10 0,-1-1 693,1-6 0,-6 5 0,-3 1 0,1-6 0,0-1 0,-8 9 0,4-8 0,2-2 0,10-7 0,-14 11 0,16-11 3276,3 0-340,18-6-2936,-6 0 1728,12-1-1728,2 5 0,-1 1 0,-2 0 0,-1 0 0,3 2 0,1 1 0,0 1 0,-7-1 0,3-1 0,-1-1 0,-11-1 0,6-3 0,-6 0 0,3-3 0,-2 0 0,8-12 0,2-9 0,-4 7 0,-2 0 0,-3 1 0,-6 7 0,4-6 0,-6 11 0</inkml:trace>
  <inkml:trace contextRef="#ctx0" brushRef="#br0" timeOffset="296959">26780 616 24575,'-2'15'0,"2"-5"0,7 16 0,9-1-2947,-6-5 2947,5 1 695,-5-7-695,5 4 0,1 1 0,-1-1 0,-10-9 0,-1 0 0,-2 0 0,-2-3-3277,-7 12 2022,3-13 478,-11 7 0,-4 0 777,3-6 0,-11 5 0,-4 1 0,-1-1 0,6 0 0,31-9 3276,15-4-1907,4 0 0,-1 0 955,-9 0-2324,10 0 0,2 0 0,-9 1-1639,7-1 1,-1 0-1639,-6 2 1638,5-1 1,-2 0 148,-13 1 1490,24 0 0,-26 0 0,12-4 0,-14 3 0,3-3 0</inkml:trace>
  <inkml:trace contextRef="#ctx0" brushRef="#br0" timeOffset="297577">27133 763 24575,'1'9'0,"6"6"0,-2-5 0,9 8 0,-10-14 0,10 9 0,-8-9 0,11 3 0,2-5 0,-1 0 0,5-2 0,-16 0 0,7-3 0,-9 1 0,2-7 0,-4-4 0,0 2 0,-1-2 0,-1 8 0,0-6 0,0 4 0,2-9 0,-2 6 0,1 0 0,-2 4 0,-10 6 0,6 1 0,-6 0 0</inkml:trace>
  <inkml:trace contextRef="#ctx0" brushRef="#br0" timeOffset="298159">26862 668 24575,'-7'23'0,"4"-11"-3277,-11 19 0,9-23 0,-4 9 4605,3-5-1328,4-3 0,-4 11 0,6-12-2818,5 19 2818,-1-22-174,15 24 174,-10-22 3276,17 10-2101,0-8-1175,-3-7 0,7-1 0,-8-16 0,-2-8 0,-5 4 3276,-6-15 0,-13 7-3173,3 0-103,-5 6 0,-1 3 0,2 5 194,-5-4 1,-3-1-195,-9 2 0,1-2 0,-9 7 0,19 12 0,-6-2 0,9 4 0,5-3 0,2 1 0</inkml:trace>
  <inkml:trace contextRef="#ctx0" brushRef="#br0" timeOffset="298679">27132 610 24575,'11'29'0,"0"0"0,-2-8 0,0 1 0,-1 9 0,-1-3-1179,-1-5 1179,0-2 0,0 1 0,7 11 0,0-8 0,3 8 0,-7-20 0,-6-3 385,0-10-385,-6-24 0,1 6 98,-3-10 0,0-2-98,0 7 0,0 1 0,-1-2 0,0 1 0,1-2 0,0 3 0,0 11 598,0-4-598,-8 18 0,7-2 0,-22 16 0,18-12 0,-16 13 0,20-13 0,-1-1 0,7-2 0,1-2 0</inkml:trace>
  <inkml:trace contextRef="#ctx0" brushRef="#br0" timeOffset="299092">27390 671 24575,'0'25'0,"0"-12"-1639,-1 10 1,0 0-1639,1-11 1638,1 13 1,2-1 1452,0-13 186,9 23 0,-6-26 1913,14 12-1913,3-17 0,-1 6-3277,14-18 2454,-25 6 2461,5-8 0,-1-2-1363,-8 0-275,3-4 0,-2-1 0,-3 2-1537,-2-7 0,-1-1 1537,-3 12-604,-4-15 1,-1 0 603,0 14 1619,-7-9 1,-1 1-1620,0 5 250,-3 5 0,-2 1-250,-7 4 0,5 6 0,1 1 0,-1 0 0,-1 5 0,21-6 0,-1 2 0</inkml:trace>
  <inkml:trace contextRef="#ctx0" brushRef="#br0" timeOffset="300343">15526 328 24575,'21'-4'0,"-1"0"0,-4 0 0,11 1 0,-1 0 0,-14 3 0,6 3 0,1 1 0,-2 4 0,2 1 0,-6 0 0,-11-6 0,7 9 0,-8-8 0,7 16 0,-6-10 0,1 19 0,-10-1 0,2-2 0,-15 6 0,13-23-1639,-8 4 1,-1-2-1639,7-6 3047,-13 8 230,9-8 0,5-1 0,-10 4 0,11-5 0,19-3 0,23-7 3276,-7 1-1638,6 1 0,-2 2-1406,-14 2-232,5-1 0,1 1 0,-4 4 0,11 10 0,-10-4-1639,-1 2 1,-2 1-1639,-4-7 407,21 6 2870,-26-11-218,14-1 218,-14-1 0,7-9 0,-9 0 0,0 2 0,-4 0 0</inkml:trace>
  <inkml:trace contextRef="#ctx0" brushRef="#br0" timeOffset="300694">16007 451 24575,'7'24'0,"0"-1"0,1-1 0,1-2 0,4-7 0,9 3 0,-1-9 0,-3 0 0,3-5 0,-13-2-3277,15-9 0,-17 6 2463,20-23 814,-20 15 0,10-23 0,-17 4 0,-5 10 0,-2 1 0,-5-11-820,-7 10 1,14 15 0,3 4 0</inkml:trace>
  <inkml:trace contextRef="#ctx0" brushRef="#br0" timeOffset="301243">16333 419 24575,'1'14'0,"0"-2"0,0 6 0,-1-9 0,0 8 0,0-1 0,0-3 0,0 14 0,3-11-3277,6 9 0,-3-14 3047,16 7 230,1-15 0,-2 5 0,13-11 0,-26 2 0,11-5 0,-7-3 0,0-8 0,2-17 0,-9 9 1638,-8 4 0,-4 2 1638,-9 4-3044,1-3-232,-2 11 0,1 4 0,-5 5 0,-5-1 0,11 5 0,6-3 0,8-1 0,0-1 0</inkml:trace>
  <inkml:trace contextRef="#ctx0" brushRef="#br0" timeOffset="301843">16786 327 24575,'-12'-5'0,"-7"2"0,2 2 0,-10 3 0,19 1 0,-16 9 0,18-4 0,-14 24 0,14-16 0,-1 9 0,4 2 0,9 4 0,-3 7-3277,20-20 0,-14-15 3047,10-1-359,-1-13 589,-4 1 0,3-6 0,-1-1 0,-4 3 0,1-6 0,-2 1 0,-6 6 0,4-13 0,-9 15 0,0 1 0,-6 19 3276,-2 16-1668,1-4 1,-1 1-1609,2-3 0,1 0 440,0 3 0,1-1-440,0 0 0,3-1 0,2-1 0,0-15 0,-1 17 0,-3-5 0,0-1 0,1-4 0</inkml:trace>
  <inkml:trace contextRef="#ctx0" brushRef="#br0" timeOffset="302728">17569 2734 24575,'25'-20'0,"-8"7"0,2-3 0,-12 11 0,-3 2 0</inkml:trace>
  <inkml:trace contextRef="#ctx0" brushRef="#br0" timeOffset="306694">14222 2745 24575,'27'-13'0,"0"-1"0,0 0 0,-3 3 0,-1-1 0,0-1 0,2-2 0,-6 1 0,3-5 0,7-3 0,-17 8 0,-11 12 0,0-1 0</inkml:trace>
  <inkml:trace contextRef="#ctx0" brushRef="#br0" timeOffset="307181">15560 2757 24575,'23'-15'0,"0"-1"0,2-3 0,1 1 0,-2 2 0,-6 1 0,4-1 0,0 0 0,1-3 0,1-3 0,-7 8 0,-9 6 0,-2 4 0</inkml:trace>
  <inkml:trace contextRef="#ctx0" brushRef="#br0" timeOffset="307547">16350 2686 24575,'16'-11'0,"-4"1"0,3 1 0,3-2 0,2 0 0,-1 1-1839,7-6 1839,-3 4 0,3 1 0,-2 6 0,3 3 0,-1-1 0,0-2 0,-1-1 0,1 1-520,2 2 1,0 0-1,-2 0 520,1 0 0,-7 0-820,-13 0 1,3 3 0,-6-1 0</inkml:trace>
  <inkml:trace contextRef="#ctx0" brushRef="#br0" timeOffset="307876">17306 2660 24575,'9'0'0,"1"0"-3277,16-5 0,-14 4 1638,12-8 1,0-1 1190,-7 3 448,9-7 0,0-1 0,-10 8-1040,4-5 0,-2 0 1040,-10 6-72,9-5 1,5-1 71,14 7 0,0 2 0,-17-4 0,0 1 0,13 4 0,0 0 0</inkml:trace>
  <inkml:trace contextRef="#ctx0" brushRef="#br0" timeOffset="314425">28779 678 24575,'0'13'0,"-2"18"0,2-10 0,0 2 0,1 0 0,4-7 0,-1 7 0,1-16 0,1-6 0,8-9 0,-3 3-1639,3-9 1,-1-2-1639,-5 5 2154,7-14 0,0-1 1123,-5 8 0,1-9 0,1-2 0,-7 11 0,0 0 0,-1-1 0,0 0 0,0-7 0,-4 20 0,0 21 0,3 16 0,0-1 1638,2-10 0,2-1 871,5-2-2509,0-2 3015,-3-9-3015,-4-5 0,5-1 0,-5 0 0,3 0 0,-6 0 0</inkml:trace>
  <inkml:trace contextRef="#ctx0" brushRef="#br0" timeOffset="314626">29521 776 24575,'22'3'0,"6"-1"0,5-1 0,-12-1 0,-1 0 0,-19 0 0,-2 0 0</inkml:trace>
  <inkml:trace contextRef="#ctx0" brushRef="#br0" timeOffset="337092">13076 818 24575,'-9'5'0,"-13"-1"0,10 1-1639,-11 1 1,0 0-1639,11-3 1638,-23 7 1,-1-1-404,17-5 2578,-7 3 1,-7 3 0,1-1-537,-3-1 0,2 1 0,8-1 0,0-1 0,-2 1-820,-1-1 1,-4 1 0,2-1 0,5-1 711,-9 4 108,9-4 0,-7 1 0,0 0 0,3-1 0,-6 3 0,1 0 0,9-3 0,0 0 0,-1 1 564,-6 0 1,-1 1-1,4-1-564,7 1 0,-1-1 0,-1 0 0,-2 0 0,3 0 0,3 0 0,1 1 197,-9 3 1,0 1-198,7 0 0,1 1 0,-1-3 0,-1 1 1638,-8 7 0,1 1-1067,11-7 1,2 1-572,-2-1 0,0 0 0,0 4 0,3-2 0,6-5 0,-9 16 0,15-19 0,-7 12 357,2-1-357,-3 14 0,0-6 0,1 6 0,0 0 0,4 3 0,-1-2 0,4 2 0,3-8 0,-2 6 0,4-10 0,0 0 0,2 15 0,2-11 0,0 0 3276,-2 0-1638,5 1 0,2 0-1406,-1-6-232,0-1 0,3 3 0,0 0 0,7 7 0,0-2-1639,-3-3 1,-1 0 1609,3 2 1,0 0 28,-4-8 0,0 1-1639,5 7 1,0 0 437,-3-6 0,-2-2 1201,2 5 0,-1-2-1472,4 2 1472,-2 1-1639,5 0 1,0-1 1604,-3-4 34,1 0 0,6 4 0,-5-4 213,-5-6-213,2 1 0,4 3 0,1-1 775,-2-4 0,1 0 0,0 0-775,3 2 0,1 1 0,-1 0 0,-1-2 0,-1-1 0,1 1 0,1 0 0,2 1 0,-1-1 0,-4-1 0,-2-2 0,1 1 0,3 1 0,5 2 0,1 1 0,-6-3 0,-2-1 0,0 1 0,1 0 0,6 1 0,1 1 0,-1-1 0,-6-2-533,-2-1 0,1-1 533,0 1 0,5 1 0,2 1 0,0 0 0,-2-2 0,6 2 0,-1-1 0,-1-1 0,-3-2 0,-1 0 0,6 1 0,-6-3 0,5 1 0,3 1 0,1 0 0,-1-1 0,-2-1 0,-3 0 6,0-1 0,-3-1 0,-1 0 0,5 1-6,1-1 0,3 0 0,3 0 0,0 1 0,1-1 0,-3 1 0,-3-2 0,4 2 0,-3-1 0,-1 0 0,5-1 0,-6-1 0,4 0 0,1-1 0,2 1 0,-2-1 0,-2 1 0,-3-1 0,1 1 0,-4 0 0,1 0 0,5-1 0,-7 0 0,4 0 0,2 0 0,3 0 0,0 0 0,1 0 0,0-1 0,-1 1 0,-1 0 0,-3-1 0,3 0 0,-2 0 0,0 0 0,-2 0 0,1 0 0,1 0 0,2 1-206,-3-1 1,1 0 0,0 1-1,1 0 1,1 0 0,-1-1-1,1 1 1,-2-1 0,0 1 205,2-1 0,0 0 0,1 0 0,-1 0 0,-1 0 0,-2 0 0,-2 0 0,-4 0-445,10 0 0,-6 0 0,2 0 445,1 0 0,3 0 0,-1-1 0,0 0-166,-7 0 1,0 0-1,0 0 1,-1 0 165,7 0 0,0 0 0,5 0 0,-12 0 0,5 0 0,2 0 0,1 0 0,-1 0 0,-3 0 0,-4 0 284,5 0 1,-5 0 0,6 0-285,-8 0 0,5 0 0,4-1 0,2 1 0,0 0 0,-1-1 0,-2 1 0,-3 0 0,-7-1 280,3 1 1,-5 0 0,5 0-281,-1-1 0,5 0 0,5 0 0,3 0 0,1-1 0,1 1 0,-1 0 0,-3-1 0,-4 1 0,-6 0 116,11-1 1,-8 0-1,8 1-116,-12-1 0,5 1 0,3 0 0,3-1 0,1 0 0,0 1 0,0-1 0,-2 0 0,-1 0 0,-4 1 0,3-1 0,-2 0 0,-2-1 0,0 1 0,0 0 0,0 1 0,2-1 0,0 1 0,1 0 0,-1 0 0,-1 0 0,0-1 0,4-1 0,0 1 0,-1-1 0,-2 0 0,-3 0-356,2-1 1,-4 1 0,0-1 355,-3 1 0,-1 0 0,2-1-186,2-2 1,2-2 0,-1 0 0,-6 2 185,8-4 412,1-1 0,6-4 1,-4 1-413,-3 0 0,-3 0 0,0 0 0,0-1 0,3-3 0,-5 2 2877,-15 8-2877,12-11 0,0-1 3276,-15 13-2763,15-21 1,0-3-514,-9 11 0,0-3 0,4-6 0,-3 1 371,-3 4 1,-2 1 0,0-1-372,1 1 0,0 0 0,-2-2 0,2-9 0,-1-3 0,-2 6 0,-4-3 0,1-1 0,0-7 0,-2 8 766,-2 5-766,7 4 0,3-3 0,-1 4 0,-4 1 0,3-9 0,-1-5 0,-9 12 0,-3-1 0,-1-1-820,1 0 1,-1-2 0,1 1 0,-1 1 269,0-1 1,0 3-1,-1-2 550,-2-5 0,0-1 0,-1 2-1379,-5-2 1,-1 2 1378,4-1 0,-1 0-190,-1 7 1,-1 1 0,2 4 189,2 1-412,-2-1 1,-4-4 0,3 4 411,-1-1 855,2 2 0,-3-3 1,0 0-856,-6-6 0,1 3 0,7 7 0,0 0 0,-7-4 0,-1-3 0,3 6 0,1 3 0,-3-2 0,-3-4 0,4 4 0,1 3 0,-6-3 0,-7-5 0,6 4 0,0 2 0,-3-1 0,-6-5 0,6 4 0,-1 2 0,8 4 0,-2-3 0,-1 1-297,-7-3 0,0 0 297,8 3 0,0-1 0,-7-1 0,-3-1 0,7 4 3276,6 2-3166,-7-2 0,-7-2 1,7 3-111,2 2-651,-4-3 0,-7-4 0,7 3 651,3-1 0,-1 2 0,-6-2 0,6 2-237,-2-3 237,7 7 0,-4-1 0,3 1 0,-8-6 0,-4 2 0,2-1 0,9 3 0,-1 2 0,-6-1 0,6 2 0,-1-2 0,2 1 0,-5 0 0,1 0 0,-3 0 0,-1 1 0,4 0 0,-1 0 0,2 1 0,-4 1 0,1 1 0,-3-2 0,0 2 0,6 3 0,1 1 0,5-2 0,-1 1 0,-14 1 0,4 0 3276,14 2-2920,-5-1 1,-7 1 0,1-1-357,-3 1 0,0 0-109,7 0 0,-1 0 1,-1 0 108,-4 0 0,0 0 0,2 0 0,3 0 0,2 0 1638,1 0 0,-2 0-618,-3 0 1,-2 0 0,6 0-887,4 0-134,-5 0 0,-10 0 0,-1 0 0,8 0-1504,-3 0 1504,4 1 0,-10-1 0,-4 0 0,2 1 0,7-1-911,2 0 0,-2 0 911,3 0 0,-9 1 0,-2 0 0,-1-1 0,4 1 0,8-1 0,1 1 0,0-1 0,0 0 0,-8 0 0,-3 1 0,-1-1 0,3 0 0,7 1 0,-5-1 0,1 0 0,5 0 0,-6 0 0,-1 1 0,3-1 0,5 0 0,-2 1 0,2-1 0,-6 1 0,-3-1 0,7 1 0,3-1 0,3 0 0,-9 1 0,0 1 0,6-2 0,5 1 0,0-1 0,-8 3 0,-8 1 0,-3 0 0,2 0 0,8 0 0,4-1 0,-1-1 0,0 1 0,-8 2 0,-4-1 0,1 1 0,5-2 0,8 0-3277,-8 1 2609,2-1 0,-6 1 1,3 1 667,0 0 0,5 1 351,2 0-351,1 0 0,-5 0 0,7 0 0,6 1 0,-12 1 932,13 3-932,7-5 1752,0 2-1752,3-2 0,40 5 0,-24-7 0,25 6 0</inkml:trace>
  <inkml:trace contextRef="#ctx0" brushRef="#br0" timeOffset="338159">19490 828 24575,'18'-14'0,"0"-6"0,-2 4 0,5-15 0,3 5 0,-5 2 0,-4 10 0,-1 3 0,-6 4 0,4 0 0,-8 6 0,3 0 0,12 15 0,-2-7 0,-1 5 0,1 1 0,5 5 0,-3-3 0,-8 15 0,-9-19-1639,-2 11 1,-1 0-1639,-1-11 2451,-4 12 1,-1 1 825,0-10 0,-3 6 0,0 1 0,2-7-509,-6 7 1,-1 1 508,3-6 0,-2 4 0,1 0 0,5-10 0,-4 7 0,12-16 3276,4 0-976,6-6-350,8-3-1950,-1 0 0,2 0 0,3 2 0,1 0 0,0-2 0,0 0 82,0 4 1,0 1-83,4 0-124,8 2 124,-6 2 0,-2-1 0,-11 2 0,-12-2 0,-3 0 0,-2 0 0</inkml:trace>
  <inkml:trace contextRef="#ctx0" brushRef="#br0" timeOffset="338681">19971 770 24575,'2'25'0,"0"-10"0,7 8 0,1-12 0,9 4 0,-6-8-3277,11-2 0,-17-5 2496,21 0 781,-20-1 0,25-5 0,-25 2 0,15-6 0,-14 0 0,5-10 0,-5-7 0,-4 7 0,-5-10 0,-2 24-3277,-8-15 2568,7 18 299,-20-14 410,17 12-1449,-12-3 0,-1 1 1449,8 5 1168,-11-3 1,1 0-1169,10 2 819,-16-1 0,23 2 0,-2 2 0</inkml:trace>
  <inkml:trace contextRef="#ctx0" brushRef="#br0" timeOffset="339262">20219 596 24575,'0'11'0,"0"10"0,0-13 0,3 20 0,-1-19 0,6 15 0,10-4 0,-8-5 0,8-1 0,1-2 0,-10-6 0,12 4 0,4-1 0,6-7 0,1 4 0,-2-6 0,-17-6 0,1-2 0,0-11 0,-2-7 0,-5 6 0,0-10 0,-7 20 0,0-8 0,-3 10 0,-2 1 0,-18-3 0,-10 5 0,0-2 0,12 5 0,2 1 0,7 1 0,-5 0 0,14 0 0,1 0 0</inkml:trace>
  <inkml:trace contextRef="#ctx0" brushRef="#br0" timeOffset="339894">20718 416 24575,'-13'8'0,"-10"14"0,3 2 0,1 2 0,3 6 0,14-9 0,-3-4 0,7 1 0,2-4 0,10 2 0,2 7 0,-1-12 0,-2-3 0,0-8 0,-6-1-3277,28-1 0,-25 0 2371,14-3 1,1-1 905,-11 3 0,7-6 0,1-2 0,-3-2 0,0-2 0,-7-3 0,-11 12 0,2-9 0,-6 4 3276,1 1-550,-4-1-2136,0 7 1,2-1 0,0 3 0</inkml:trace>
  <inkml:trace contextRef="#ctx0" brushRef="#br0" timeOffset="340493">20783 746 24575,'-8'3'0,"3"3"0,-5 9 0,5-6-3277,-3 18 0,6-20 1328,-1 17 1949,3-18 1719,4 8-1719,7-4 0,-1 0 0,19 0 0,-14-6-1639,11-1 1,0-1 378,-9-1 2378,13 0 1,0-1-1119,-13 0 0,8-2 0,1-3 0,2-4 0,0-1 0,-5-7 0,-17 12 0,8-18 0,-10 17 0,5-17 0,-7 17 3276,-5-9-908,-8 7-2368,-1 1-1639,-9 3 1,-1 0 1571,3 2-27,-8 1 1,-8 1-1,4-1 94,6 1 0,1-1 0,-11 2 0,2-1 0,2-1 0,26 1 0,2 0 0,0 0 0</inkml:trace>
  <inkml:trace contextRef="#ctx0" brushRef="#br0" timeOffset="344464">18029 2553 24575,'11'-5'0,"11"-1"0,-1 3 0,0 0 0,9-1-1639,4 4 1,-3 1-1639,-16 1 1638,5-1 1,3 1 1892,3 5 1,1 2-255,4-3 0,4 2 0,-3 0 0,5 2 0,1 0 0,-4-1-40,-3-2 0,-2-1 1,3 1 39,-2-1 0,2 1 0,1 1 0,1-1 0,-2-2 0,5 0 0,-1-2 0,-1 0 0,-1 1 0,1 1 0,-2 1 0,2-1 0,0-2 0,4-1 0,-3-1 0,-9 0 0,-3-1-1639,11-2 1,-1 0 1258,-17-1 380,9 1 0,-2 0 0,-16 0 403,18 1-403,-5 1 0,-10 0-830,13 0 0,0 0 830,-13 0 0,16 0 0,-1 0 0,-18 0 1776,27-1-1776,-29-1 0,9-3 0,-10 3 3276,2-1-2638,-3 3 2638,-2-1-699,-1 2 235,-1 2-2812,2 8 0,1-4 0,0 2 0,0-9 0,-1-2 0,-5-11 0,1 6 0,-1-13 0,1 12 0,-2-9 0,1 9 0,-1-3 0,4 8 0,2 2 0,6 0-3277,9-1 0,-7-1 3047,14 1 230,-20 0 0,7 4 0,-11 2-3277,-1 29 2017,-2-18 1260,1 3 0,-1 1 3276,1 4-2776,-4-5-3777,2 13 2270,1-20 1007,2 6 0,1-16 3276,0 3-2268,0-10-247,1-15-761,2 4 3276,8-6 0,2 11-3044,16 3-232,6-1 0,-8 3 0,-5 1 0,-21 6 0</inkml:trace>
  <inkml:trace contextRef="#ctx0" brushRef="#br0" timeOffset="349459">17183 4498 24575,'13'-10'0,"3"-10"0,-5 2 0,1-1 0,3 0 0,0 5 0,0 0 0,0 1 0,1 1 0,6-1 0,1 4 0,10 4 0,-7-1 0,8 5 0,-29 1 0,12 5 0,-9 13 0,-2 0 0,-2 3 0,-1 0 0,-3-2-1639,-4 14 1,-1-1-1639,1-14 3162,-3 6 0,-2 2 27,-1-7 0,-3-2 88,-9 6 0,0-1-699,7-1 0,-1-1 699,-7-1 0,1-4 0,4-7 0,-2 1 0,-14-1 0,20-6 3276,-6 1-548,18-3-2493,13 3-235,11-1 0,2 1 0,2 0 0,3 0 0,8 0 0,-5 0 455,-11-1 0,-1 0-455,7 1 0,5 1 0,-1 0 0,-5-1 0,-6 0 0,-1 0 0,20 5 0,-6-1 0,-23-5 0,11 4 0,-12-5 0,16-1 0,-8-2 604,8-2 1,1-2-605,-9-2 0,0 0 0,15-4 0,-12 0 0</inkml:trace>
  <inkml:trace contextRef="#ctx0" brushRef="#br0" timeOffset="349963">17819 4576 24575,'0'22'0,"0"-3"0,0 1 0,0-5-3277,3 21 0,-1-25 1328,8 19 1949,0-21 0,7 10 0,-7-11 1719,9-2-1719,-7-4 0,23-2 0,-16-3 0,4 0 0,0-3 0,-6-7 0,-1 0 3276,13-2-1638,-7-8 0,-4-1-1406,-9 12-232,7-19 0,-2-1 0,-10 19 0,3-21 0,-3 0 0,-7 20-1639,-2-8 1,-1 1-1639,0 10 2154,-21-10 1123,17 18-1639,-13-3 1,-1 2 674,11 3-454,-16 1 0,1-1 1418,16 1 1418,-12 0 0,0 1-1418,17 3 149,-3-1 0,12 0 1,6-2-1</inkml:trace>
  <inkml:trace contextRef="#ctx0" brushRef="#br0" timeOffset="350492">18267 4439 24575,'-9'19'0,"0"0"0,0 1 0,2-3 0,4 0 0,1 18 0,6-15 0,0 0 0,0 10 0,6-8 0,2-4 0,1-10 0,2 1 0,4-1 0,11-6 0,1-4 0,-9 2 0,1 0-1093,5-3 1,4-1 0,-6 0-2185,-3-1 3162,9-3 0,-3-2 115,-14-1 0,13-6 0,-25-14 0,-12 13 0,-1-1 0,3 2 0,-1-1 0,-13-9 0,-4 3 0,7 15 0,0 1 0,-2-4 0,-1 1 0,-2 6 0,1 2 3276,3 2-1638,-5 0 0,1-1-1406,8 2-232,-9 0 0,1 0 0,14 2 0,-11-2 0,19 1 0</inkml:trace>
  <inkml:trace contextRef="#ctx0" brushRef="#br0" timeOffset="351060">18713 4423 24575,'35'0'0,"-10"-2"0,3 0 0,-1 0 0,-5 1 0,1 0 0,12-2 0,4 0 0,-10 0 0,-16 3 0,12-3 0,-2 0 0,-17 2 0,7 7 0,-10 29-3277,-3-17 1820,1 18 1457,-1-1 0,-2-2 0,0-3 0,0-1 0,-1 3 0,0-2 0,3-19 0,3 5 0,-1-10 3276,1 1-1818,-3-2-1458,-2-3 0,0 2 0,1-4 0</inkml:trace>
  <inkml:trace contextRef="#ctx0" brushRef="#br0" timeOffset="351262">18966 4652 24575,'28'-6'0,"-2"1"0,-1 1-3277,7 0 2569,-9 0 0,2-1 1423,-4 3 0,-1 0-715,1-2 0,-1-1-2,1 3 1,-1-1 1,6-1 0,-24 4 0,1 0 0</inkml:trace>
  <inkml:trace contextRef="#ctx0" brushRef="#br0" timeOffset="356875">17558 2552 24575,'0'0'0</inkml:trace>
  <inkml:trace contextRef="#ctx0" brushRef="#br0" timeOffset="358929">16668 4291 24575,'-2'19'0,"0"0"0,-1 2-1639,0 5 1,-1-1-1639,3-13 1638,-3 11 1,0 0-1639,3-15 5064,-3 23-1787,1-3-1517,0 2 0,1 1 1517,0-10 0,0 1 0,-1 11 0,1 5 0,1-6 0,3-1 920,0-1 1,0 6 0,2-3-921,1-5 0,2-2 0,-2 2 0,1-1 0,1-5 0,-2-4 0,-3-8 3276,3 0-2150,-4-8-1126,4-19 0,-4 11 0,2-14 0</inkml:trace>
  <inkml:trace contextRef="#ctx0" brushRef="#br0" timeOffset="360227">16607 4296 24575,'13'-3'0,"5"-3"0,-4 4 0,18-7-3277,5 4 0,-6-3 2302,-5 3 1,1 0 1055,-8 0 1,-1 0-82,6 0 0,3 0 0,0-1 0,4-1 0,1 0 0,1 0 0,-3 2 0,1 1 0,0-1 0,0 1 0,-1 0-699,1-2 1,-1 0 0,1 1 0,4-1 698,-3 1 0,5 0 0,3-1 0,2 1 0,-2 0 0,-1 0 0,-5 0 0,-6 2-1548,8-2 0,-1 0 1548,-8 2 0,5-2 0,2 0 0,3 0 0,0 0 0,0-1 0,-2 0 0,3 0 0,0-1 0,0 0 0,-1 0 0,-1 0 0,-3 1 0,0-1 0,-4 1 0,1 0 0,6-2-140,-9 3 0,5-2 1,4 0-1,2 0 1,1-1-1,0 0 1,-1 1-1,-1 0 1,-3 0-1,-5 0 1,-4 2 139,5-2 0,-7 0 0,5 0 53,3 0 1,6-1 0,3 0 0,-1 0 0,-3 0 0,-7 2-54,3-2 0,-4 2 0,2-1 0,0 0 0,-3 1 0,-2 0 0,4-3 2154,-1 5-2154,-4-3 0,-3 4 0,0 2 0,-5-3 1216,14 3 0,1 1-1216,-6 0 0,7 0 0,0 0 0,1 1-900,-6 1 0,-2 0 900,-2 0 0,9 0-124,-10 1 124,-6-1 0,19 4 0,-25-4 3276,5 1-2738,-12 2-3447,5 24 2909,-6-15 0,2 6 0,-1 2 2111,0 13-2111,3 0-30,-4-6 0,-1 4 1,0 0 29,0-4 0,1-1 0,-1-1-687,-1 1 0,0-2 0,0 1 687,0 0 0,0-1 0,0 0 0,-1 9 0,0-1 0,0-9 0,1 1 0,0 3 0,-1 6 0,0 1 0,0-7 0,1-4 0,0 0 0,-1 9 0,-1 5 0,2-6 0,0-10 0,1-1 0,-1 15 0,0-1 3276,3-5-2792,0 6 0,0-1 2088,1-19-2572,0 16 0,1 0 0,-1-18 563,-1 4 0,-1 0-563,-1-7 3276,-1 3-2581,-10-3-695,-13 7 0,2-5 0,-3-2 0,-7 1 0,5-2-1359,0-1 1359,3-3 0,-9 3 0,-4 0 0,2 0 0,6-3-1639,1-2 1,-2-1 1587,-1 0 1,-7 2-1,-4 1 1,-1-1-1,3 0 1,7-2-1043,5-1 1,4-1 0,-6 0 1065,4-1 0,-6 1 0,-4-1 0,-3 1 0,-2 0 0,1-1 0,1 1 0,2-1 0,5 0 1,5 0-1047,-4-1 0,6 0 1,-7 0 1072,5 0 0,-5 1 0,-5-1 0,-3 0 0,-2 0 0,-2 1 0,0-1 0,1 0 0,2 1 0,2-1 0,4 0 0,5 0-582,-9 0 0,8 0 0,-1 0 0,-6 0 582,8 0 0,-3 0 0,-3 0 0,-3 0 0,-1 0 0,-2 1 0,0-1 0,0 0 0,0 0 0,2 1 0,2-1 0,2 1-143,-3 0 0,0 1 0,2-1 0,1 1 1,1-1-1,-1 1 0,1-1 0,-2 1 143,1-1 0,-1 0 0,1 0 0,0-1 0,-1 1 0,1 0 0,-1 1 0,0 0-79,2 0 0,-2 0 1,0 1-1,-1 0 0,1 0 1,1 0-1,3 0 0,4-1 1,3 1 78,-4-1 0,6 1 0,-3 0 84,-6 0 0,-6 1 0,0 0 0,3 0 0,11 0-84,1 0 1148,0 1 1,4-2-1149,14-3 3276,8-14-2929,-1-2-347,4-19 0,-1 12 0,-2 4 0,0 0 0,2 6 0,-2-7 0,-2 19 0</inkml:trace>
  <inkml:trace contextRef="#ctx0" brushRef="#br0" timeOffset="360777">16531 4961 24575,'11'20'0,"1"0"0,2 3 0,-3-3 0,-4-10 0,2 8 0,0 1 0,-3-8-1639,4 12 1,-1 2-1639,-4-14 1328,6 23 3280,-8-21-1331,5 3 0,0 0 0,0-6 0,-1 0 0,-2-6 0,0 2 0,-4 0 0,6 6 0,-4-4 0,14 4 0,-10-11 0,25-11 0,-24 7 0,13-10 0</inkml:trace>
  <inkml:trace contextRef="#ctx0" brushRef="#br0" timeOffset="361610">19378 4127 24575,'6'-1'0,"8"-2"0,-8-1 0,19-3 0,5-4 0,-3 3-1639,4-1 1,-1 1-1639,-13 5 1638,16-6 1,0 1 148,-19 6 1452,9-4 1,4 1 37,-6 2 0,-1 0 0,15-2 0,-4 1 0,4 0 0,-5 1 0,-4-1 0,8 1 0,8-2 0,-9 1 0,-14 3 0,17-3 0,-3 1 0,-23 3 0,8-2 0,-16 2 0</inkml:trace>
  <inkml:trace contextRef="#ctx0" brushRef="#br0" timeOffset="363592">19798 4998 24575,'16'-2'0,"21"1"-3277,-24 1 2050,5-1 1,2-1 1226,1-1 0,1 1 0,-3 0 0,3 0 0,3 1 0,3-1 0,0 1-1639,8 0 1,-1 1 713,-7 0 0,-1-1 907,7 1 0,-5-1 18,-13 1 0,19 0 0,-18 0 0,-1 0 1709,-5 0-1709,-6-1 3276,0-1-2697,-2-1 1,-2 1 0,-1 0 0</inkml:trace>
  <inkml:trace contextRef="#ctx0" brushRef="#br0" timeOffset="364194">20396 4938 24575,'4'24'0,"-1"-10"0,0 4 0,1 2 0,-1 5 0,0-3 0,0 0 0,-3-17 0,3 2 0,-1-6 0,0-2 0,-4-9 0,-4-11 0,-7-7 0,4 5 0,0 7 0,8 14 0,7 2-3277,17 2 0,-11-1 2703,9 1 1,0 0 573,-11 1-3277,22 10 2321,-25-9 639,15 16 317,-18-13 3276,9 12-2475,-15-4-801,-15 6 0,5-6 0,-19 2 0,22-13 882,4 0-882,14-7 0,1 1 0,-1-2 0</inkml:trace>
  <inkml:trace contextRef="#ctx0" brushRef="#br0" timeOffset="364876">20887 4816 24575,'-6'1'0,"-4"5"0,-6 10 0,3-1 0,-8 11 0,14-14-3277,-8 20 0,12-20 0,-5 16 2909,7-1 368,-1-7-1057,2 2 1,1-1 1056,-1-8 0,6 15 0,2-15 0,1 1 3276,8 7-2506,7-4 388,-8-3-1158,7-1 3276,-3-11 0,6-1-3241,-5-4 1,-1-1-36,5-6 0,4-4 0,-23 6 0,6-8 0,-7 9 0,-3-3 0,-3 6 485,-9-2-485,1 3 0,-6-3 0,8 6 0,-1 0 0,12-7 0,3 0 0,0-1 0,0 2 0</inkml:trace>
  <inkml:trace contextRef="#ctx0" brushRef="#br0" timeOffset="365114">21139 4980 24575,'6'32'0,"1"-8"0,-1-4 0,-3-9 0,8 17 0,-7-20 0,1 1 0,-4-8 0</inkml:trace>
  <inkml:trace contextRef="#ctx0" brushRef="#br0" timeOffset="365297">21143 4902 24575,'7'-3'0,"0"0"-820,1 12 1,-4-6 0,4 4 0</inkml:trace>
  <inkml:trace contextRef="#ctx0" brushRef="#br0" timeOffset="365880">21301 4980 24575,'6'0'0,"7"-6"0,5-5 0,-4 3 0,14-9 0,-22 13 0,22-6 0,-22 7 0,10 0 0,-5 10 0,-1-1 0,3 16 0,-1 7 0,-2 0 0,-2 2 0,2 0 0,1 0 0,-1 2 0,2-5 0,2-10 0,0-1 0,-3-13 0,-7-7 0,-1-1 0,-3-3 0,-3-1 0,-2-2 0,-1-2 0,2 2 0,1 2 0,3 3 0,0 4 0</inkml:trace>
  <inkml:trace contextRef="#ctx0" brushRef="#br0" timeOffset="367326">11717 2604 24575,'-2'6'0,"-21"7"0,6-7 0,-8 0 0,-6-1 0,4-2-2321,-1 0 2321,-2-2 0,-9 0 0,-2 0 0,6 0-900,6-1 0,-1 0 900,-3 0 0,-6 0 0,1 0 0,6 0 472,6-1 1,2 1-473,-3 0 0,-1 0 0,6 0 0,9 0 0,-12 0 0,0 0 0,13 0 536,-12-1 0,-4-1-536,9-1 0,1 0 0,-3 1 0,0 0-1639,0-5 1,3 1 235,8 3 868,-7-6 0,16 7 0,-3 1 0</inkml:trace>
  <inkml:trace contextRef="#ctx0" brushRef="#br0" timeOffset="374366">14072 4837 24575,'15'-10'0,"8"-3"0,-16 9 0,22-6 0,-19 5 0,23-3 0,-24 5 0,13 0 0,-16 3 0,9 2 0,-4 9 0,-1-3 0,0 13 0,-8-14-3277,-2 21 0,-1-21 2308,-6 11 1,-4 1 968,-1-5-116,-11 8 0,-5 3 116,4-7 0,-1-1 0,1 2 0,0-1 0,-5 2 0,4-3 0,12-8 0,-14 9 0,23-16 3276,-2 3-728,6-5-46,20 2-2502,10 4 397,-4-4-397,-2 5 0,-1 0 0,-8-1-1639,6 4 1,-1 1-1639,-6-3 3047,5 5 230,1-2 0,3-4 0,1 3-3277,0-10 2017,-16-1 1260,3-6 0,3-8 0,-2-8 0,-1 4 0,-3 2 0,-7 15 0,0 0 0</inkml:trace>
  <inkml:trace contextRef="#ctx0" brushRef="#br0" timeOffset="374777">14481 4931 24575,'-3'10'0,"-3"7"0,3 8 0,-1-1 0,4-5 0,0 0 0,0 0-1639,2 1 1,2-2-1639,-2-6 0,12 19 1845,-9-26 3468,11 9-2036,2-12 0,9-16 0,-5 6 0,-6-7 0,-3-4 0,-4-9 0,5 1 3276,-13-9-978,-10 7-895,4 7-1403,-8-2 0,1 9 0,3 6 0,-4-4 0,9 12 0</inkml:trace>
  <inkml:trace contextRef="#ctx0" brushRef="#br0" timeOffset="375292">14639 4896 24575,'2'8'0,"1"5"-3277,0 10 0,-1-9 1814,1 5 1,1-1 1462,-2-7 0,8 24 0,-5-26-2408,10 19 2408,-10-23 0,15 14 0,-15-17 3276,16 5-2295,-4-19-981,-1 4 846,7-21-846,-12-5 0,-5 12 0,-1 0 0,-1-12 3276,-10-1 0,-7 21-3044,4-2-232,-8 10 0,-6 8 0,-7 7 0,2-3 0,10 2 0,14-6 0,5-2 0</inkml:trace>
  <inkml:trace contextRef="#ctx0" brushRef="#br0" timeOffset="375758">15003 4791 24575,'4'9'0,"1"12"0,-1-2 0,0 1 0,0 14-1639,-2-9 1,0-3-1639,-2-6 1328,1 10 1949,1-14 0,1 3 0,-1-2 1719,-1-17-1719,-5-16 0,1 2 0,-1-3 0,0 2 0,1 7 0,-2-11 0,0-5 0,3 9 0,0 0 0,-1-4 0,0 1 1638,2-1 0,-1 8 1638,-6 23-3044,6-12-713,-10 24 1,12-18 0,-3 3 0</inkml:trace>
  <inkml:trace contextRef="#ctx0" brushRef="#br0" timeOffset="376110">14115 5370 24575,'5'3'0,"10"1"0,19 4 0,-4-3-1093,0-3 1,5 0 0,-6 0-2185,0-2 2457,-2-2 1,8-1 0,1 0 0,-10 0 1737,2-2-918,-1 0 0,5-1 0,-7 0 0,-8 2 1776,13-4-1776,-26 7 0,5-2 0,-10 3 0</inkml:trace>
  <inkml:trace contextRef="#ctx0" brushRef="#br0" timeOffset="376748">14982 5261 24575,'20'2'0,"-11"-1"0,12 4 0,-19-2 0,11 0 0,-3 6 0,1-4 0,14 9 0,-12-9 0,8 0 0,8 0 0,1 0 0,5 0 0,5 0 0,-1-1 0,-3 0-820,-3 0 1,-3-1 0,2 0 0,3 0 350,-1 0 1,3 1 0,3 0 0,0 0 0,0 0 0,-3-1 0,-4-1 273,0 0 0,-4-1 0,-1-1 1,4 1 194,-2-1 0,4 0 0,1 1 0,-1-1 0,-2 0 0,-3 0 0,0 0 0,-3 0 0,3 0 0,5 0 0,4 0 0,-1 0 0,-10 0 0,1 0 770,-4-1 0,-2 0-770,-11-2 0,6-1 0,-16 2 0,4 1 0</inkml:trace>
  <inkml:trace contextRef="#ctx0" brushRef="#br0" timeOffset="391129">13762 4858 24575,'4'23'0,"0"0"0,3 14 0,0-3-3277,-4-14 1638,2 2 1,0 0-1097,2 8 2735,0-11 913,2 8 0,0 3-913,-1-8 0,0-1 0,0-2 0,-1-1 0,2 7 0,-1-4 0,-3-12 3276,6 20-1765,-7-19 1165,2 3-2676,-6-10 0,1-2 0,-2-2 0</inkml:trace>
  <inkml:trace contextRef="#ctx0" brushRef="#br0" timeOffset="391762">13669 4791 24575,'32'-3'0,"1"1"0,-12-1 0,3 1 0,3-1 0,7 1 0,3 0 0,2-1 0,0 0-469,-6-1 1,2 1 0,0-1 0,2 0 0,0 0 0,1 0 0,0 0 103,-3 0 1,0 1 0,1-1 0,1 0 0,0 1 0,0-1 0,0 1 0,-1-1 0,-1 0-46,0 1 0,0-1 1,-1 0-1,0 0 1,0 0-1,-1 1 0,0-1 1,-2 0 236,7-1 1,0 1 0,0-1 0,-3 0 0,-4 1 0,-6 1 172,-3 0 0,-3 1 0,11-4 0,-6 2 2756,-19 3-2756,6-2 0,3 28 0,-4-9-1494,4 14 1,0 0 1493,-2-9 0,-1 4 0,2 7 0,-3-7-977,-2-8 977,2 10 0,0 4 1638,-3-6 0,-2 1-1527,0 8 1,-1 1-1087,2-5 0,-1 1 975,-2 2 0,-2-1 0,0-11 0,-2-2 3276,0 18-2449,-1-11 1,-1-3 903,-2-6-1731,-3-5 0,-20-9 0,3-3-739,-1 1 0,-8-1 1,-3 1 738,6-1 0,-3 0 0,-1 0 0,-2 1 0,-1 0-152,6 1 0,-3 1 0,-1 0 0,0 0 1,-1 0-1,1 0 0,1-1 0,2 1 1,-7-2-1,2 1 0,2-1 0,0 0 0,0 1 1,0 2-1,1 1 0,0-1 0,0 0 1,0 0-1</inkml:trace>
  <inkml:trace contextRef="#ctx0" brushRef="#br0" timeOffset="393846">15154 4917 24575,'3'-4'0,"3"0"0,-2 4 0,6-2 0,2-2 0,-1 2 0,10-6 0,1 1 0,-2 3-1639,-1-2 1,-2 0-1639,-6 5 3162,7-3 0,1 0 115,5-1 0,3 1 0,-5-2 0,1 1 0,-5 0 0,1 1 0,0-1 0,1 0 0,5-2 0,0 1 0,-4 1 0,0 0 0,7-2 0,0 0 0,-6 1 0,-1 1 1638,9-2 0,0 0 0,-9 2 0,0 0-1522,0 0 0,1 0-116,-1-1 0,-1 0 0,-1 2 0,13-3 0,-14 5 0,4 0 0,2 1 0,-1 1 0,0 0 0,1 0 0,0 0 0,4 0 0,0 0 0,4 0 0,-6 0 0,3-1 0,-3 0 0,-5 1 0,3-1 0,2 1 0,1 0 0,-6 0 0,0 0 0,4 0 0,-2 0 0,-4 0 0,8 0 0,-18 0 0,-5 0 0</inkml:trace>
  <inkml:trace contextRef="#ctx0" brushRef="#br0" timeOffset="398984">14695 5386 24575,'8'30'0,"1"2"0,1 0 0,-3-9 0,1 1 0,4 7 0,4 2 0,-1-3 0,-7-16 0,2 1 0,0-6 0,5 1 0,-4-5-3277,10 6 0,-14-8 3047,15 6 230,-13-8 0,16 4 0,-6-8 0,5-1 0,3-2 0,-2 0 0,0 0 0,-1-1 0,-1 1 0,1 1 0,-6 1 0,-13 0 3276,1 7 0,-19 11-3044,5-3-3509,-17 15 0,17-18 0,-17 15 1787,19-19 1159,-14 14 331,15-15 0,-12 13 0,10-9 3276,-3 2-2180,6-6 2180,12-9-13,-2-1-6540,12-18 511,-10 17-511,10-22 2017,-13 27 1260,5-11 0,-5 9 0,-4 2 0,5-5 3276,-4 7-2015,6 5 2015,0 1 0,10 8-3044,-9-8-232,6 4 0,-11-7 0,2 3 0,-10-3 0,4-1 0,-6-1 0</inkml:trace>
  <inkml:trace contextRef="#ctx0" brushRef="#br0" timeOffset="404977">14579 6282 24575,'-1'19'0,"0"-5"0,0 21 0,1-20 0,1 4 0,2 1 0,6 4 0,0 2 0,14 0 0,-14-20-3277,25 5 0,-25-9 2322,11 1 0,1-2 955,-10 0-1639,9-2 1,0 0 935,-12-1 296,22-11 407,-22 5 0,6-6 0,1-1 0,-5 4 0,3-9 0,-1 0 0,-6 10 0,11-18 1067,-15 4-1067,-1 4 0,-1 0 3276,-2-9-2761,-7 5 1,-6 1-2155,-11 8 1,-2 3 1354,12 0 1,0 0 283,-9 2 0,-4 2 0,8 3 0,11 5-593,-15 0 0,0 1 593,15 2-2641,-25 12 2641,29-8 1878,-4 16-1878,8-17 0,4 8 0,-2-12 0,1 0 0</inkml:trace>
  <inkml:trace contextRef="#ctx0" brushRef="#br0" timeOffset="405292">14963 6387 24575,'0'27'0,"0"7"0,0-4 0,0 7 0,0-22 0,0 10 0,0-17 0,0 5 0,0-9 0,0 0 0,10-12 0,-8 6 0,8-9 0</inkml:trace>
  <inkml:trace contextRef="#ctx0" brushRef="#br0" timeOffset="405958">15112 6176 24575,'-35'10'0,"10"-3"-3277,-4 13 0,20-12 0,-10 17 0,15-21 5064,-3 11-1787,6-7 0,2-2 0,13 7 0,16-11 0,-2 4 0,-3-9 0,-1-1 0,-9 2 3276,17-12-2015,-23 4-1261,4-6 0,-7 1 0,-5 6 0,-1 10 3276,6 17 0,3 13-3044,2-3-232,-5-8 0,1-1 0,-1 4 0,-1-2 0,-5 12 0,-2-23-3277,-10 17 0,7-20 3047,-16 7 230,-6-9 0,1 0 0,-7-5 0,18-1 0,8-5 0,4-1 819,10-5 0,-6 6 0,3-1 0</inkml:trace>
  <inkml:trace contextRef="#ctx0" brushRef="#br0" timeOffset="406409">15284 6166 24575,'2'34'0,"-1"-12"0,5 11 0,1-14 0,1-1 0,3-4 0,-1-11 0,-2 2 0,1-2 0,0-3 0,5-4 0,12-13 0,-4 1-1639,-7-2 1,-2 0-1639,-2 5 1638,-5-8 1,-1 1 148,-3 12 1069,-3-13 0,-1 1 421,-1 13 0,-11-17 0,0 19 3276,-1 0-2432,-2 10-844,5 15 0,4-9 0,1 7 0</inkml:trace>
  <inkml:trace contextRef="#ctx0" brushRef="#br0" timeOffset="406875">15428 6365 24575,'2'31'0,"1"-11"-3277,2 16 0,-2-27 1328,11 14 1949,-1-21 0,2 4-2818,18-16 2818,-22 6 0,16-10-648,-11 2 648,-2 2 0,8-12 0,-15 17-2028,5-15 2028,-10 17 3211,-2-14-3211,-4 9-2718,-10-9 2718,7 10 0,-6 0 3102,-9 0-3102,10 5 0,-11-1 0,-2 1 0,8 2-615,-9 3 1,2 2 614,13-3 0,-21 13 0,26-13 3276,-6 8-3000,15-7 1,-2 0 0,3 0-1</inkml:trace>
  <inkml:trace contextRef="#ctx0" brushRef="#br0" timeOffset="408027">14572 6134 24575,'-21'22'0,"0"-1"0,3 0 0,-2 4 0,1-1 0,3-4-1016,-7 7 1016,6-4 0,-3 6 0,1-1 0,5-9 0,5-6 0,-6 10 0,3 2 0,13-8 0,-2 1-1639,14 0 1,3-2-1639,-5-5 2610,6 1 1,3 0 313,3-3 1,1-2 352,-6 0 0,3-1-820,7 1 1,7 1 0,0 0 0,-6-2 656,-8-2 1,2 0 162,4 0 0,6 0 0,4 1 0,2 0 0,-2-1 0,-3 0-571,0 0 0,-3 0 1,1-1-1,1 1 571,1 0 0,1 0 0,1 0 0,0 0 0,0-1 280,-1 0 0,0-1 0,-1 0 0,0-1 0,-2-2-280,1-4 0,-1-2 0,-1-1 0,-2 1 0,6 1 0,-2 0 0,0-6 0,-1-7 0,0-7 0,-3-1 0,-7 6 0,-2-9 0,-10 4 0,1-10 0,0-4 0,-3 2 0,-2 5 33,-5-3 1,-3-1-34,1 6 0,-1-6 0,1-1 0,-2 2 0,-1 5 0,-2 3 0,-1 4 0,-1 0 0,-6-8 0,-2 0 0,2 6 0,-2-1 0,6 11 0,1 0 0</inkml:trace>
  <inkml:trace contextRef="#ctx0" brushRef="#br0" timeOffset="410810">3089 2446 24575,'5'-9'0,"2"-2"0,-2 2 0,8-7 0,3 4 0,-1 0-3277,9 0 0,-16 10 2964,13-5 313,-16 7 0,6-1 0,5 12 0,-3 0-1639,6 4 1,0 1 406,-4-2 1232,7 5 0,-1-1 0,-14-10-96,7 7 1,-1-2 95,-9-10 0,-1 11 0,-4-11 0,-13 14 0,2-10 0,-5 4 0,-1 0 0,3-2 1638,-7 0 0,-2 0-500,-1 3-1138,-6-4 3276,11 2 0,20-9-6553,35 0 371,-15-1 1267,16 2 1,-1 1 378,-18 0 698,12 4 0,-1 0 562,-15-4 0,5 4 0,1-1 0,1-3 3276,8 2-2572,-12-5-704,-5-8 0,-9 4 0,-2-4 0</inkml:trace>
  <inkml:trace contextRef="#ctx0" brushRef="#br0" timeOffset="411258">3543 2482 24575,'-8'9'0,"-4"9"0,4 11 0,6-10 0,1 0 0,2 12-1639,11-12 1,1-4-1639,-3-7 3162,8 2 0,3-2 115,11-12 0,0 8-1639,-8-13 1,-3-2 378,-11 6 1260,11-10 0,-11-7 0,-2-2 3276,1-2-2015,-12-8-1261,2 28 0,-11-14 0,0 9 0,-18-4 3276,12 5-2055,-7 1-2520,3 9 1299,7 0-3277,-20 8 958,25-4 2319,-13 13 0,20-10 0,-6 3 0,9-6 0</inkml:trace>
  <inkml:trace contextRef="#ctx0" brushRef="#br0" timeOffset="411709">3805 2541 24575,'4'18'0,"-2"1"0,3-7 0,-2-2 0,10 11 0,7-5-2892,-6-3 2892,3-1 0,0-8 0,6-3-2695,-2 0 2695,0-4 0,-7-9 0,4-20-1639,-9 12 1,-2 0 1628,1 2 1,-4-1-903,-10-5 1,-3 3 911,2 10 884,-10-7 1,-6 0-885,3 12 0,-2 1 0,4-3 0,-1 1 0,-10 3 0,5 3 0,12 3 0,-12 2 0,21 11 0,15 12 0,-2-7 0,10 0 0,-15-18 0</inkml:trace>
  <inkml:trace contextRef="#ctx0" brushRef="#br0" timeOffset="412159">4180 2496 24575,'7'19'0,"0"12"0,0-9 0,0 0 0,1 14 0,1-5 0,-4-27-3277,5-20 0,-5 7 1328,3-15 3668,-9-9-1719,-8-2 0,0 6 0,-3 1 0,3 10 0,-1 3 0,-17-9 0,17 20 0,-4 9 0,9 2 3276,1 3 0,2 0-3044,4-8-232,2 9 0,0-9 0,2 5 0,-5-7 0,1 0 0</inkml:trace>
  <inkml:trace contextRef="#ctx0" brushRef="#br0" timeOffset="412742">4550 2599 24575,'12'-1'0,"22"-4"0,-17 3 0,9-2 0,6 0 0,-6 1-3277,-7 1 1638,12-1 1,8-1 818,-10 1 1,4-1 0,-1 0 0,-3 1 14,5 0 0,4-1 805,-11 2 0,6-1 0,4 0 0,2 0 0,1-1 0,0 1 0,-2 1 0,-3 0 0,-1 0 0,-1 1 0,-1 1 0,-1-1 0,1 1 0,1-1 0,3 0 0,1-1 0,0 1 0,0-1 0,-1 1 0,0 0 0,-2 0 0,2 1 0,-1 0 0,-2 1 0,-4-1 0,-6 0 0,-1 0 0,-2 0 0,11-1 0,3 0 0,-4-1 0,-8-2 0,-2 1 0,4 0 0,1-1-811,4-2 0,-3-1 811,-13 2-695,17-1 1,0-1 694,-14 5 0,19-5 0,0 1 0,-17 4 558,9-1 0,-2-1-558,-17 4 3276,7 0-3211,-15 0 1,-2 0 0,1 0 0</inkml:trace>
  <inkml:trace contextRef="#ctx0" brushRef="#br0" timeOffset="413412">6403 2442 24575,'1'22'0,"-1"-11"0,3 6 0,-1-4 0,0-4 0,0 9 0,-1-9 0,1-4 0,-1-7 0,0-16 0,-1 1 0,-5-15 0,2 17 0,-19-14 0,10 15 0,-12-7 0,11 12 0,3 2 0,13 4 0,25 2 0,-12 1 0,14 0 0,0 1 0,-14-1 0,7 1 0,-3 1 0,-12 1 0,3 6 0,-11-3 0,3 5 0,-1 0 0,0-1 0,-2 7 0,-1-10 0,-4 6 0,1-8 0,-15 10 0,-11 2 0,7-4 0,1-3 0,1-1 0,13-6 0,-8 4 0,26-8 0,-4 0 0,5 0 0</inkml:trace>
  <inkml:trace contextRef="#ctx0" brushRef="#br0" timeOffset="414443">6903 2561 24575,'-15'-6'0,"3"2"0,-16 1 0,12 4 0,-4 6 0,0 4 0,-7 9 0,10-4 0,1 0 0,-1 4 0,11 2 0,13-14 0,6 7 0,3-6 0,13 1 0,-6-7 0,3-4 0,-11-1-3277,-6-11 0,-4 8 3047,-2-18 230,-2 7 0,-1-2 0,0 9 0,7 23 0,-4-4 0,7 6 0,0 1 0,-3-7 0,5 9 0,-1 3 0,-2 4 0,2 5 0,-11 2 0,-1-24-3277,-16 13 2017,12-17 819,-13 3 1,-3-1 440,9-2-1371,-16 1 0,0-1 1371,16-3 980,-12 1 0,0-1-980,13-2 3276,-15 0-2839,21-2 756,6-11-1193,7-1 0,1-1 0,-2 5 0</inkml:trace>
  <inkml:trace contextRef="#ctx0" brushRef="#br0" timeOffset="414742">6937 2692 24575,'18'15'0,"1"1"0,4 4 0,0 2 0,0 1 0,-6 1 0,1-2 0,-15-11 0,-20-29 0,4 8-1093,-4-8 1,-3-6 0,4 4-2185,0 2 2998,-2-6 1,-4-6-1,7 7 1,8 11 0,-3-6-1,-1 0 1</inkml:trace>
  <inkml:trace contextRef="#ctx0" brushRef="#br0" timeOffset="414894">6896 2536 24575,'11'0'0,"1"3"0,-1 2 0,-1-1 0,2 8 0,-5-4 0,8 12 0,-10-11 0,2 2 0</inkml:trace>
  <inkml:trace contextRef="#ctx0" brushRef="#br0" timeOffset="415477">7100 2710 24575,'9'-20'0,"-1"0"0,3-4 0,7-3 0,-10 22 0,2-3 0,3 19-1639,1 10 1,0 2-1639,3 1 3162,-3-2 0,0 3 115,-5 0 0,-1-1 0,-1-4 0,0 1-366,2 5 0,-2 0 366,1 2 0,-7-22 0,0-7 3276,-4-23-1703,-2 2 0,-1-1-2292,3 3 1,0 1 718,-3-3 0,-1 3 1013,2-1-1013,3-1 0,-1 3 0,8 4 0,12 8 0,18-6 0,-11 5 0,0 5 0,-2 0 0,-15 3 0,16 10 0,-17-6-3277,9 22 1288,-9-19-1288,12 20 2017,-14-23 1260,8 7 0,0-5 0,-4-5 0,9 3 0,3 0 0,-1-2 0,0-2 0,18 4 0,-14-4 0,-5-1 0,-9 0 0,3 0 0</inkml:trace>
  <inkml:trace contextRef="#ctx0" brushRef="#br0" timeOffset="416258">8361 2361 24575,'-15'18'0,"9"-8"0,-7 4-3277,2 3 0,5-9 1638,-4 11 1,1 1-1639,6-10 5064,-9 22-1787,12-12 0,-3 2 0,4-2 0,1-1 0,0-2-1517,4 7 0,1-2 1517,-4-14 920,10 15 1,1 0-921,-6-10 1638,8 4 0,3 0-969,5-6-669,2 1 0,2-9 0,-19-3 0,16-9 0,-11-4 0,3 0 3276,-7-14-652,-19 8-2624,4-3-3277,-20-2 2439,18 19-2439,-25-11 2017,25 15 690,-11-3 1,-3 1 569,7 2 0,-5 3 0,-1 2 0,0 7 0,0 0 3276,14 5-3102,16-11 0,-4 1 1,6-3-1</inkml:trace>
  <inkml:trace contextRef="#ctx0" brushRef="#br0" timeOffset="416758">8573 2514 24575,'-11'29'0,"0"-1"0,3-8 0,1 0 0,3 1 0,1-2 0,2-6 0,12 15 0,17-8 0,-3 0 0,4-10 0,0-4 0,-3-6 0,-1-3 0,-1-1 0,-6-1 0,6-15 0,-14-2-1622,-2 4 1622,-4-6 0,-4 3 0,-8-8 0,5 3 0,-7 7 0,-2 2 0,2 4-1639,-6-1 1,-1 1-1332,5 3 1331,-10 0 1,1 2 738,13 6 616,-17-2 0,-1 1 284,12 4-1303,-10 3 1,0 1 1302,12-2 2605,-17 13-2605,24-12 3276,-5 6-2655,15 5-621,-3-10 0,11 11 0,-10-15 0,2 3 0</inkml:trace>
  <inkml:trace contextRef="#ctx0" brushRef="#br0" timeOffset="417075">9176 2459 24575,'1'14'0,"-5"13"0,-6 6 0,3-7 0,-2 1-910,-1 0 910,4-9 0,1 0-3277,1 4 221,1-8 3056,-2 5 0,2-11 0,0-6 0,0 9 0,-7-11 0,8 6 0,-7-8 0</inkml:trace>
  <inkml:trace contextRef="#ctx0" brushRef="#br0" timeOffset="417326">8898 2515 24575,'5'-2'0,"0"1"0,-2 1 0,4 0 0,5 8 0,3 0 0,0 3 0,1 0 0,7 2-1639,4 1 1,-1-2-1639,-4-3 3231,2 0 0,-3-1 0,-15-6 0,6 3 0</inkml:trace>
  <inkml:trace contextRef="#ctx0" brushRef="#br0" timeOffset="417515">9264 2647 24575,'10'0'0,"-4"0"0,4 2 0,-6-2 0,2 3 0,-5-3 0,-1 2 0</inkml:trace>
  <inkml:trace contextRef="#ctx0" brushRef="#br0" timeOffset="420594">25171 1117 24575,'15'0'0,"15"4"0,-19-3 0,13 4 0,4 1 0,-1-2 0,0-1 0,-1 2 0,3 0-1093,7-2 1,2 0 0,-5-1-2185,2 1 2789,-4-2 1,10 1 0,-1-1 0,-10 1 506,-3-2-19,-4 1 0,8-1 0,6 1 0,3-1 0,0 1 0,-4-1 0,-7 1-876,-2-1 0,-5 0 1,6 0 875,1 0 0,5 0 0,6 0 0,3 0 0,0 0 0,0 0 0,-3 0 0,-4 0 0,-7 0 0,4 0 0,-7 0 0,7 0 0,-5 0 0,7 0 0,4 0 0,2 0 0,1 0 0,-1 0 0,-3 0 0,-5 0 0,-6 0 0,8 0 0,0 0 0,-10 0 0,7 0 0,4 0 0,2 0 0,1 0 0,0 0 0,-4 0 0,-3 0 0,-8 0 0,8 0 0,0 0 0,-4 0 0,8 0 0,4 0 0,3 0 0,-2 0 0,-4 0 0,-6 0 0,0-1 0,-6 1 0,5 1 0,0-1 0,3 0 0,2 0 0,3 1 0,0-1 0,0 0 0,-3 1 0,2-1 0,1 0 0,1 1 0,-1-1 0,-1 1 0,-1-1 0,-4 0-520,2 1 1,-4-1 0,-1 1-1,2-1 1,4 1 519,-4-1 0,4 1 0,3 0 0,2-1 0,1 1 0,1 0 0,-1-1 0,-2 1 0,-3 0 0,-4-1 0,-4 0 0,10 1 0,-8-1 0,6 0 0,-6 1 0,4 0 0,3 0 0,2 0 0,0 0 0,-1 0 0,-2 0 0,-5 0 624,6 0 1,-5 0-1,0 0 1,0 0-625,3 0 0,2 1 0,-2-1 0,-3 1 0,-2-1 0,-3 1 0,-2 0 0,4-1 0,-5 1 1313,-11 0-1313,23-1 0,-28-1 2968,15-1-2968,-20-1 3276,2-3-1356,-5-15-1920,2 7 0,-1-6 0,1-1 0,1 0-1639,1-8 1,-1 0-136,0 7 135,2-13 1,0 1 378,-4 19-257,1-23 0,0 0 1517,-2 21-677,-2-10 1,-2-7 0,1 7 676,1 9 703,-3-17 1,-1 0-704,4 17 0,0-8 0,1 0 0,-1 8 0,4-7 0,0 1 0,-1 12 2725,4-13-2725,-3 9 0,-1 10 931,3-11-931,-12 11 0,6 0 0,-15-2 0,-4 2 0,10 3 0,-15-3 0,-9-2 0,5 2 0,10 3 0,-1 1-506,-3-1 0,-8-2 1,-4 0-1,-1 0 1,3 0-1,7 1 506,-5 1 0,0 1-254,5 0 0,-6 0 1,-5-1-1,-2 0 1,0 0-1,2 1 1,3-1-1,7 2 254,-1-1 0,5 1 0,-4 1 185,-4-1 0,-4 0 0,-4 1 1,0-1-1,1 1 0,5 0-185,-1 0 0,3 0 0,1 1 0,1-1 0,-5 1 0,1-1 0,-1 0 0,5 0 0,-2 1 0,-1-1 0,2-1 0,5 1 0,-2-1 0,0 0 0,-2 0 0,-7 0 0,-2 0 0,2 0 0,8 0 0,5 0 0,1 0 0,-8 0 0,-7 0 0,-3 0 0,2 0 0,8 0 0,2 0 0,2 0 0,0 0 0,-5-1 0,-2 1 0,2 0 0,6 0 0,1-1 0,0 1 0,-9 0 0,-9-1 0,2 1 0,10 0 0,2 0 0,0 0 0,-10 0 0,-4 0 0,2 0 0,8 0 593,7 0 1,0 0-594,0 0 0,-6-1 0,-5 1 0,-3 0 0,0-1 0,2 1 0,5-1 0,6 1 429,-7 0 0,-1-1-429,11 1 0,-6 0 0,-5 0 0,-2 0 0,-4 0 0,0-1 0,0 1 0,2 0 0,2-1 0,4 1 0,5 0 52,-5-1 0,7 0 1,0 1-1,-8-1-52,8 0 0,-5 0 0,-2 0 0,-4 0 0,-1 0 0,-1 0 0,-1 0 0,1 0 0,2-1 0,1 1 0,2 0 0,5 0 0,-13-1 0,5 0 0,3 1 0,-1-1 0,-2-1-228,5 1 1,-3 0-1,-1 0 1,1-1 0,1 1-1,3 0 1,4 0 227,-7 1 0,5 0 0,4-1 639,2-1 0,2 0-639,-3 1 0,0 1 0,2 0 0,-2 0-282,-7-1 0,-3 1 1,6 0 281,-4 2 581,5-1 0,-4-1 1,6 1-582,7 0 1638,-7 0 0,-2 0-929,-1 0-709,3 0 0,-5 0 0,17 0 0,-1 1 0,7 1 3276,5 15-592,-1-5-2684,-2 24 0,2-16-1639,-4 6 1,0-1 620,2-6 1018,-2 3 0,-2 1-1418,-5 9 1418,6-16 0,-1 2-27,-6 11 1,0 0 26,0-5 0,1-1 0,1-1 0,2-1 0,-8 11 0,13-23 0,4-2 3276,1-3-496,1 0-2780,-1 2 0,1-2-3277,-1 10 1910,2-9-272,20 14 1,5 1 437,-7-11 594,6-2 0,12 3 0,5 1 1,-2-2-1,-9-3 607,-7-4 0,-1-1-243,2 2 1,4 0 0,2 1-1,2-1 1,-1 1 242,3-1 0,2 1 0,-1-1 0,0 0 0,-4 0 0,1 0 0,-3 0 0,6 0 0,-9 0 0,6 0 0,3 1 0,2 1 0,1-1 0,-1 0 0,-2 0 0,-3-1 0,-6 0 0,9 0 0,-6-1 0,2 1 0,6 1 0,3 2 0,-2-1 0,-11-2 2433,-2 0-2433,-37 0 0,6-1 0,-21-1 0,-2-2 0,17 0 0,-10 0 0,0 0 0</inkml:trace>
  <inkml:trace contextRef="#ctx0" brushRef="#br0" timeOffset="421491">30147 1002 24575,'29'0'0,"0"0"0,3-2 0,-5 1 0,8 1 0,-1 0 0,-6-1-825,9-4 825,-10 4 0,6 0 0,0 0 0,-9-1 0,-2 0 0,5 0 0,-3 1 0,-17 1 0,-3 0 0</inkml:trace>
  <inkml:trace contextRef="#ctx0" brushRef="#br0" timeOffset="422625">31122 897 24575,'0'-5'0,"17"-12"0,-1 7 0,2 1 0,12-10-1639,2 8 1,-1 4-1639,-15 4 1638,16 1 1,-1 0-1639,-20 2 2653,12 1 1,-3 1 623,-14 0 0,12 8 0,-10 11 0,-1-3 3034,-1 18-3034,-9-18 0,-1 1 0,-2 5 0,-1-1 0,1-5 0,-1 0 1638,-5 5 0,-2-2-377,-6 2-1261,-2 2 0,5-12 0,0-3 0,6-4-735,-12 2 0,-1-1 735,4-1-1639,-8 0 1,0 0 865,9-2-581,-12 0 0,1 0 1354,18-3 1354,-8 1 0,-1 0-1354,10-2 983,4 0-983,1 0 0,31-4 0,-2 2 0,3 0 0,5 0 0,-3 1 1638,-7-1 0,-1 1-1376,9 0 1,3 1 0,-5 0 3013,3 2-1640,-9 0 1,-2 1-1637,-7 2 0,2 9 0,-13-9 0,10 15 0,-5-13 0,6 3 0,-4-7 708,15-14-708,-1-6-1816,-1 2 1816,-4 0-508,-7 9 508,-6 1 0,7-3 0,-11 6 0,3-1 0</inkml:trace>
  <inkml:trace contextRef="#ctx0" brushRef="#br0" timeOffset="423158">31602 994 24575,'-5'27'0,"1"-8"0,3 0 0,1 0 0,1 1-3277,12 15 0,-7-20 0,11 7 4003,2-9-726,-3-3 0,2-1 0,1-1 0,3-2 900,-2-2 1,0-1-901,10-4 0,-2 0 0,-2-8 0,-11-5 0,2-14 0,-7 7 0,-9-1 0,-1 2 0,1 8 0,-10-18-559,0 11 559,0 4 0,-12-11 0,-2 14-2140,6 0 2140,-5 5 3276,2 7-1718,4 0-904,-4 2 1,-2 0-655,-10 5 0,3 0 0,9 0 0,19-4 0,-1-1 0,2-1 0</inkml:trace>
  <inkml:trace contextRef="#ctx0" brushRef="#br0" timeOffset="423992">31949 1030 24575,'13'-17'0,"7"-1"0,1 2 0,11-1 0,-17 14 0,9-1 0,-12 6-3277,7 9 0,-14-5 2809,13 20 468,-15-15 0,4 6 0,-1 2 0,-4 7 0,1 9 0,-6-11-3277,-12-5 2096,9-12 1181,-11 0 3276,-3-1-2944,4-1-220,-6-1 0,-1 1-112,-4 3 0,-2-3 0,16-1 3276,23-1-197,16-1-3538,-8 1 459,9-2 0,-8 1 0,-8-2 0,20 3 0,-10 0 0,4-1 0,-7 1 0,1 1 0,6-3 0,9 3 0,-27-7 0,-5 1-820,-15-1 1,5 1 0,6 2 0</inkml:trace>
  <inkml:trace contextRef="#ctx0" brushRef="#br0" timeOffset="426130">32103 1008 24575,'10'31'0,"0"1"0,-2-1 0,2-4 0,2 4 0,-3-7 0,-5-9 0,4 8 0,2 7 0,-2-5 0,-4-7 0,2 13 0,0 1 0,-4-14 0,-1 4 0,-1-3 0,0-10 0,-1 10 0,-1-17 0,2 2 0,0-19 0,2 1 0,-3-6 0,-1-4 0,-3 1 0,-2-1 0,-2 0 0,-2-2 0,1 3 0,-1-2 0,0 1 0,-2 0 0,-1 0 0,3 4 0,0 4 0,1-7 0,2 2 0,5 13 0,-1-11 0,4 17 0,-7 10 0,1-1 0,-11 8 0,-2 0 0,5-4 0,-8 6 0,0-2 0,14-11 0,-9 8 0,22-11 0,15 1 0,3 1 0,2-2 0,-1 1 0,-4 0 0,-13-2 0</inkml:trace>
  <inkml:trace contextRef="#ctx0" brushRef="#br0" timeOffset="426742">32440 980 24575,'-14'20'0,"8"-2"0,2 1 0,-2 9 0,4-1 0,3 0 0,8-3 0,-5 5 0,23-13 0,-3-11 0,-1-8 0,-1-1 0,7 1 0,-7-7 0,-3-1 0,-9 7 0,12-13 0,-20 14 0,2-3 0,-8 22 0,-3 6-883,3-7 883,2 9 0,-1 10 0,1 2 0,1-5-1367,2-1 1,1 2 1366,0-4 0,1 6 0,0 4 0,0 0 0,1-4 0,-2-5 0,2 5 0,1-1 0,0-4 0,1 6 0,1 1 0,-1-5 0,0-9 0,2-2 0,2 12 0,0-3 0,-6-21 0,-7 8 0,1-15 0,-6-1 0</inkml:trace>
  <inkml:trace contextRef="#ctx0" brushRef="#br0" timeOffset="428226">29635 2071 24575,'13'-12'0,"8"-1"0,3 0 0,-1 1-820,4 2 1,8-2 0,2-1 0,-6 3-820,-5 0 1,2 1 1273,-4 3 1,7-1 0,4-1 0,5 0 0,0 0 0,0 1 0,-2-1 0,-4 2 0,-6 0-438,6-1 0,-6 1 0,7-1 802,-9 3 0,6-1 0,4 0 0,1-1 0,3 0 0,-1 1 0,-2 0 0,-3 0 0,-3 1 0,-7 2 0,15-2 0,-4 2 0,0-1 0,7 0 0,-3 0 0,-11 1 960,-4 1-960,0-1 0,-29-5 0,3 1 3276,-7-7-1994,7 7 1994,-5 8-2102,3 6 1095,1 6-2269,2-5 0,2-4 0,1-4 0,-2 1 0,0-2 0</inkml:trace>
  <inkml:trace contextRef="#ctx0" brushRef="#br0" timeOffset="428908">30341 2378 24575,'34'-15'0,"1"-1"0,-1 1 0,0 0 0,-4 1 0,-2 2 0,5-1 0,-4 3 0,6-2 0,1 1 0,1 0 0,-5 1 0,-4 2-972,2-1 1,-1 1 971,-2 0 0,7 0 0,0-1 0,-3 1 0,-10 3-3277,-5 1 2797,7-2 0,-4 2 480,-16 4 1343,0 5-1343,-1 5 0,-2 2 0,0-3 0,0-5 0</inkml:trace>
  <inkml:trace contextRef="#ctx0" brushRef="#br0" timeOffset="433409">4161 3930 24575,'0'13'0,"0"-2"0,0 11 0,2 3 0,0-1 0,3 2 0,-1-13 0,-2-2 0,3-5 0,-5-3 0,15-8 0,-1-5 0,4-8 0,2-3 0,-1-3 0,-1-2 0,-3 3 0,0-1 0,4-3 0,-2 4 0,-8 6 0,16-9 0,-17 15-3277,21-5 0,-19 10 3047,23-6 230,-23 10 0,11-3 0,-13 7 0,4 10 0,-3-1 0,8 19 0,-7-19-3277,7 17 2017,-11-24 4536,12 15-2015,-7-14-1261,9 6 0,-9-9 0,8-6 0,-13 2 0,20-8 0,-5-2 0,-2 3 0,-2 1 0,0-1 0,-5 1 0,9-2 3276,-11 5 0,-5 4-3044,0 1-232,2 8 0,14 12 0,-10-5 0,4 0 0,-1-3 0,-8-5 0,12 4 0,-14-9 0,8 2 0,-8-4 0,0 2 0,-1-2-3277,21-16 0,-14 13 1638,10-12 1,0 2 148,-11 9-27,9-8 0,1-1 1517,-11 10 0,23-12 0,-26 14 3034,8-2-3034,1 20 2910,-8-12-2910,9 16 0,6-6 0,-7-6 0,16 2 0,0-2 0,-13-6 0,4 1 0,2-1-1124,-1-2 0,-2-2 1124,13-7-1085,-9 6 1,3 0 0,-4-2 1084,4-4 442,-1 2 1,-3 1-443,-14 2 3276,9-5-2861,-11 7 2137,-4-1-2552,21 6 0,-10-1 0,13 5 0,9 2 0,-6-2 0,-7 0 0,13 2 0,-1 1 0</inkml:trace>
  <inkml:trace contextRef="#ctx0" brushRef="#br0" timeOffset="453875">23353 5377 24575,'12'24'0,"-1"1"0,4 9 0,-3-7 0,1 4 0,-2-5-1894,3 1 1894,-5-3 0,2 8 0,1 2 0,-2-2-820,-2-3 1,0-2 0,-1 1 0,0 0-1,1 1 1,-1 0 0,1 1 0,-1 1 658,0-2 0,-1 3 0,0-1 0,0-1 0,-1-4-589,3 10 0,-2-3 750,0 3 0,0 1-21,3-3 1,0-3 20,-4-11 0,-1 0 0,4 5 0,0 0 0,-1 7 482,4-3-482,-9-18 3276,-3 0-2836,-2-5 0,-3-4 0,3-2 0</inkml:trace>
  <inkml:trace contextRef="#ctx0" brushRef="#br0" timeOffset="455527">23542 6356 24575,'5'7'0,"9"9"0,-3-3-1639,7 4 1,-1 0-1639,-5-4 2302,7 5 1,1 2 974,0 0 1719,2 1-1719,-3 0 0,-16-15 0,3 3 3276,-4-10-1638,1-16 0,-2-9-1522,-4-4 0,-1-2-116,4 1 0,-2-1 0,-6-4 0,-3 3 0,-4 7 0,-1-1 0,5 12 0,20 18 0,1 1 0,9 3 0,4 1-1639,-4-2 1,1 1-1,-2-1 1,0-1 1408,10 4 230,-20-5 0,-3 2-3277,-3 20 2017,-3-15 1260,-6 19 0,-7-5 0,-1-3 2191,-2 4-2191,6-15 0,5-7 0,2 1 3276,-1-3-930,5-2-2346,2-6 0,4-14 0,-2 7 3276,0-21-3044,-5 12-232,0 0 0,-5 9 0,3 12 0,-12 6 0,-17 8-3277,13-3 1819,-12 2-1819,11-5 1338,11-4 1939,-10 4 0,19-7 0,-1 0 0,3-1 3167,-6-1-3167,2 5 3276,-4-2 0,-2 7-3044,3-7-232,-3 5 0,6-6 0,1 1 0,4-4 0,-2 3 0,-6 0 0,-1 0 0,-17 3 0,6-1 0,-3-2 0,10 1 0,18-8 0,-2 1 0,11-5 0,-16 7 0,-1 1 0,-13 4 0,3-1 0,0 2 0,18-11 0,-3 6 0,22-16 0,-17 13 0,7-6 0,-16 10 0,-3 5 0,-2 2-3277,-14 6 0,12-6 3017,-16 5 260,17-6 0,-7 2 0,8-3 0,4 1 0,17 11 0,-6-7 0,6 3 0,-1 0 0,-1-2-656,2 2 1,-2-1-1,-6-2 1,6 4 0</inkml:trace>
  <inkml:trace contextRef="#ctx0" brushRef="#br0" timeOffset="470761">11271 826 24575,'33'-5'0,"-4"5"0,1 1-1639,-11-1 1,-1 0 751,10 1 0,0 3 887,4 3 0,1-1-1093,-8-1 1,4 2 0,-3-2-26,-6-2 0,-1 0 1118,9 3 0,4 1 0,-5-2 1972,-5-3-1972,2 3 0,4 2 0,-6-2 0,-4-3 0,3 4 0,7 2 0,-2 1 0,5 2 0,-1 0-340,1 0 0,1 2 340,1 2 0,2 3 0,-7-2 0,2-1 0,-7-2 0,6 3 0,-1 0 0,-6-3-2412,-3-1 2412,10 4 0,3 1 1638,-12-6 0,-2 0-1098,-1-3 1,0 1-541,3 1 0,0 0 0,8 3 797,-20-9-797,5 5 3276,-6-5-22,-1-1-3254,0-5 0,-2 2 0,3-3 0,2 0-3277,7-5 0,-5 4 3047,3-3 230,-14 12 0,1 1 0,-5 9 0,2-5 0,-2 0 0,3-8 3276,0-2 0,13-3-3044,19-6-232,-5 6-1639,-3-2 1,-3 1-1639,-8 4 3047,10-1 230,-14 1 0,0 0 0,-6 0 0,-5 0 0</inkml:trace>
  <inkml:trace contextRef="#ctx0" brushRef="#br0" timeOffset="473526">13928 1551 24575,'29'-9'0,"-7"1"0,0 2 0,-14 2 0,1 3 0,9 1 0,-12 0 0,10 0 0</inkml:trace>
  <inkml:trace contextRef="#ctx0" brushRef="#br0" timeOffset="473798">14540 1526 24575,'7'0'0,"-2"0"0</inkml:trace>
  <inkml:trace contextRef="#ctx0" brushRef="#br0" timeOffset="474110">15911 1519 24575,'28'-2'0,"-17"1"0,9-2 0</inkml:trace>
  <inkml:trace contextRef="#ctx0" brushRef="#br0" timeOffset="474360">16692 1545 24575,'36'11'0,"-10"-7"0,4 0 0,-2-1 0,-4 2 0,0 0 0,13-2 0,-1 0 0</inkml:trace>
  <inkml:trace contextRef="#ctx0" brushRef="#br0" timeOffset="474576">17400 1593 24575,'0'0'0</inkml:trace>
  <inkml:trace contextRef="#ctx0" brushRef="#br0" timeOffset="475742">17992 1595 24575,'0'-5'0,"7"-5"-3277,4-5 0,0 4 0,0-5 3913,-2-3 0,-1-4-636,1 0 0,0-2 0,1 0 0,2-3 0,-2 3-1108,-1 3 1,-1 2 1107,7-14 0,1 4 0,-9 11 0,2-1 0,5-11 0,1 0 1638,-7 12 0,0 0-873,2-3 1,0 2-4043,6-4 1780,-6 4 1497,3-1 2692,-2 3-2692,-1 4 0,3-4 0,1-3 0,-1 5 0,1 0 0,-2 1 0,0 0 0,1-2 0,-1 4 0,0 3 3276,-3 1-395,1 3-989,-2 6-1892,7-4 0,9-1 0,-8 1 0,5-4 0,-14 7 0,-2-4 0,-6 5 0,-4 2 0,2-2 0,0 2 0</inkml:trace>
  <inkml:trace contextRef="#ctx0" brushRef="#br0" timeOffset="476575">18402 674 24575,'3'15'0,"2"3"0,1-3 0,2 1 0,-3-10 0,1 2 0,-3-5 0,0-1 0,-2-4 0,-1-1 0,0-1 0,3 0 0,8-1 0,-5 2 0,19-4 0,-13 5 0,9 0 0,3 0 0,9 2 0,-14 0 0,0 0 0,1 2 0,-13 1 0,-6 0 0,4 11 0,-2 4 0,1 1 0,-3 9 0,1-16-3277,-2 15 0,1-18 3047,-1 8 230,0-13 0,-11 1 0,-3 3 0,-1-6 0,-14 12 0,24-12 0,-12 7 0</inkml:trace>
  <inkml:trace contextRef="#ctx0" brushRef="#br0" timeOffset="478359">18711 1917 24575,'26'-7'0,"1"0"0,-8 4 0,0 0 0,8-3-1639,-2 4 1,-1 0-1639,-8-1 1638,20 0 1,2 1 472,-11-1 1822,-2 2 1,6-1 0,-3 1-657,-4 1 0,-2 0-1228,0 0 1,-2 0 1227,5 0 0,-23 0 0,-1 0 0</inkml:trace>
  <inkml:trace contextRef="#ctx0" brushRef="#br0" timeOffset="491227">13217 899 24575,'6'-7'0,"4"1"0,-5 3 0,5-3 0,-3-2 0,0 1 0,3-8 0,-2-5 0,3-4 0,-4 3 0,3 6 0,-8 12 0,4-1 0,-3 8 0,3 0 0,3 10 0,0-2 0,3 9 0,-6 0 0,-1-3 0,-5 8 0,-5-2 0,0-7 0,-1 3 0,-3-10 0,0 3 0,-3 3 0,4-9 0,2 1 0,5-2 0,7 3 0,10 0 0,-2-3 0,4-4 0,2-2 0,17 0 0,-3-2 0,-10 1 0,-4 0 0,-11 1 0,16 0 0,-19 0 0,-1 0 0,-7-4 0,-6-8 0,1 1 0,0-10 0,5 15 0,-1-3 0</inkml:trace>
  <inkml:trace contextRef="#ctx0" brushRef="#br0" timeOffset="491643">13469 850 24575,'-3'11'0,"2"2"0,0-4 0,7 7 0,3-2 0,-1-2 0,2 1 0,5-3 0,-2-1 0,7 1 0,-1-6 0,-8-4 0,20 0 0,-11-3 0,15-2 0,-8-10 0,-11 4-3277,1-20 0,-15 21 2444,-3-27 833,-3 27-3277,-14-22 2217,10 24 403,-10-4 1,0 1 656,6 7 1614,-8-2 1,1-1-1615,8 5 492,-15 1-492,21 1 0,-5 2 0,10-1 0</inkml:trace>
  <inkml:trace contextRef="#ctx0" brushRef="#br0" timeOffset="492492">14486 797 24575,'10'-1'0,"4"-3"0,4 0 0,1-1-1639,5 1 1,-1 1-1639,-1 1 1638,12 0 1,-1 1-1639,-15 1 4125,8 0 1,-2 1-849,-15 2 0,7 6 0,-15 1 3276,-4 9-2059,-13 10 2059,7-12-600,-9 10-2483,2-9-193,5 3 0,-6-2 0,9-8 0,7-6 0,5-3 0,3 1 0,17-12 0,-7 4-1639,8-4 1,-1-1-1096,-9 5 2610,8-2 0,-3 1 124,-13 4 0,7-1 0,-13 3 0</inkml:trace>
  <inkml:trace contextRef="#ctx0" brushRef="#br0" timeOffset="492892">14909 812 24575,'17'17'0,"3"-3"0,-7-3 0,10-4 0,-11-5 0,12-2 0,-7-2 0,18-11 0,-9 1 0,-10 1 0,-1 0 0,1 0 0,-10 2 0,-6 3 0,-9-3 0,-16 1 0,4 2 0,0 5 0,1 2 0,-3 5 0,2-4 0,10 4 0,9-6 0</inkml:trace>
  <inkml:trace contextRef="#ctx0" brushRef="#br0" timeOffset="493492">15856 824 24575,'5'-3'0,"-1"1"0,3-1 0,4 0 0,0-1 0,3 1 0,-8 2 0,0 2 0,-4-1 0,-1 5 0,-1-2 0,-6 16 0,-1-7 0,-13 17-439,12-19 439,-8 7 0,7-7 0,4-1 0,1 2 0,18-10-3277,13-3 0,-5 0 3192,3-2-745,-12 2 830,-6-1-820,3 3 1,-8-1 0,-1 2 0</inkml:trace>
  <inkml:trace contextRef="#ctx0" brushRef="#br0" timeOffset="493792">16028 856 24575,'15'21'0,"1"1"0,-6-8 0,10 7 0,1-8 0,10 0 0,-9-7-3277,6-7 0,-20-1 1626,12-8 1651,-18 5 0,7-4 0,-8 1 0,-8-8 0,-3-1 0,1 2 0,-1 8 0</inkml:trace>
  <inkml:trace contextRef="#ctx0" brushRef="#br0" timeOffset="494392">16886 978 24575,'5'0'0,"8"0"0,-5 0 0,13 0 0,-7 2 0,4 7 0,-9 0 0,-4 14 0,-15 7 0,7-9 0,-13 7 0,-1-12 0,4-4 0,-8 12 0,16-19 0,0 6 0,18-10 0,-6 0 0,12-2 0,4-2 0,11-5 0,-14 4 0,0 0 0,12-3 0,-25 6 0,0 1 0</inkml:trace>
  <inkml:trace contextRef="#ctx0" brushRef="#br0" timeOffset="494693">17131 1137 8191,'-3'6'0,"1"10"0,4-2 0,0 1 2908,6-4-2908,3-9 2155,7 0-2155,12-7 0,-10-1 0,11-8 0,-20 9 3276,6-9-2015,-10 10 2015,2-15-2457,-5-4 0,-1 6 0,-3 0 0</inkml:trace>
  <inkml:trace contextRef="#ctx0" brushRef="#br0" timeOffset="495392">17639 1131 24575,'15'0'0,"4"1"0,3 4 0,-3 3-3277,-1 8 0,-11-6 0,-4 16 1787,-4-19 1157,-10 24 333,5-22 0,-12 19 0,10-19 0,-3 13 0,8-16 0,1 5 0,7-9 0,19-1 0,-12 0 2229,24 1-2229,-30 0 417,13 1-417,-16-3 0,7 3 0,-7-3 0,3 1 0</inkml:trace>
  <inkml:trace contextRef="#ctx0" brushRef="#br0" timeOffset="495782">17852 1237 24575,'0'17'0,"5"3"0,-1-4 0,12 5 0,11-9 0,-5-2 0,9-3 0,-11-13-3277,-1-9 0,-6 4 3047,4-21 230,-21 7 0,8 1 0,-15 7 0,-5 3 0,-2 5 0,-5 0 0,-5 1 0,-4 3 0,1 3-763,11-1 1,0 1 762,-9 2 0,2 3 3276,-2 13-1900,7 5 1,0 2-1924,3-7 1,2 0 0,1 5 0,4-4 0,8-8 0</inkml:trace>
  <inkml:trace contextRef="#ctx0" brushRef="#br0" timeOffset="502261">17749 2005 24575,'11'21'0,"0"0"0,-3-5 0,5 7 0,-3-2 0,0-2 0,3 9 0,-8-19 0,6 12 0,-6-12 0,-1 2 0,-2-5 0,-2-3 0,0 1 0,0 0 0,-3-1 0,-5-6 0,-8-16-3277,-6-8 0,6 4 3047,1 1 230,3 8 0,-1-5 0,-2-9 0,7 8 0,2-5 0,6 7 0,-2 3 0,1 6 0,-1 12 0,-10 13 0,6-4 3276,-14 15 0,7-10-3044,0-1-232,5-1 0,6-12 0,16 9 0,-11-9 0,12 4 0</inkml:trace>
  <inkml:trace contextRef="#ctx0" brushRef="#br0" timeOffset="503142">17879 2024 24575,'8'18'0,"-2"-8"0,-1 2 0,1-4 0,-1 3 0,5 3 0,-6-4 0,7 2 0,-8-7 0,8 6 0,-4-6 0,3 0 0,-3-2 0,4-10 0,3-5 0,-2 0 0,2-7 0,-9 5 0,0 0 0,-4-2 0,-1 9 0,0-6 0,-3 1 0,3 2 0,-5 0 0,2 5 0,-2-2 0,1 3 0,-5-2 0,-4 1 0,-6 0 0,5 2 0,0 1 0,7 2 0,-2 0 0,-4 0 0,-5 3 0,6-2 0,-2 1 0,11-2 0,1 0 0,2 0 0</inkml:trace>
  <inkml:trace contextRef="#ctx0" brushRef="#br0" timeOffset="506080">18156 2201 24575,'27'-5'0,"-5"2"0,7 3 0,6 3 0,-12-2 0,1 0 0,-5-1 0,0 0 0,2-2 0,-2-1 0,-1-4 0,0 1 0,-10 3 0,-2 2 0,8 1 0,-3 0 0,15 0 0,-5 0 0,-2 0 0,-5-2 0,-13 2 0,-1-2 0</inkml:trace>
  <inkml:trace contextRef="#ctx0" brushRef="#br0" timeOffset="506825">18733 2099 24575,'6'20'0,"-4"-9"0,2 14 0,1-11 0,-4-2 0,4 3 0,-5-11 0,-2-12 0,-4-8 0,0-6 0,0 2 0,1 10 0,0-4 0,2 7 0,-3-3 0,4 5 0,-2 2 0,-4 3 0,-11 11 0,3-6 0,-6 11 0,9-13 0,8 2 0,-1-5 0</inkml:trace>
  <inkml:trace contextRef="#ctx0" brushRef="#br0" timeOffset="512282">16647 2018 24575,'5'-2'0,"-1"1"0,1 1 0,-2 0 0,2 0 0,-1 0 0,-2 1 0,2 7 0,-2-1 0,4 8 0,-4-7 0,7 7 0,-7-8 0,8 18 0,-7-16 0,6 18 0,-2-18 0,-1 2 0,-1 0 0,-1 0 0,-1-1 0,2 6 0,0-7 0,-2 3 0,0-6 0,2 4 0,-3-6 0,1 6 0,-2-6 0,1 8 0,-2-4 0,1 2 0,1-2 0,-3-5 0,0-1 0,-1 0 0,1-2 0,1 1 0</inkml:trace>
  <inkml:trace contextRef="#ctx0" brushRef="#br0" timeOffset="512844">16708 2253 24575,'12'-3'0,"6"-3"0,-9 0 0,13-4 0,-17 6 0,8-2 0,-8 3 0,4 0 0,6-3 0,2-1 0,-5 1 0,-2 1 0,-8 4 0</inkml:trace>
  <inkml:trace contextRef="#ctx0" brushRef="#br0" timeOffset="514796">15775 2082 24575,'3'3'0,"-1"1"0,-1-2 0,1 4 0,-2 2 0,1-1 0,-1 4 0,0-3 0,3 3 0,-1-4 0,5 3 0,-3-8 0,8 4 0,-7-3 0,15 2 0,-7-3 0,11 3 0,-9-4 0,-3 0 0,-1-5 0,-2-4 0,2-4 0,-3 3 0,-4 1 0,-2 4 0,-2 0 0,0-2 0,0 1 0,1-2 0,-1 1 0,2-4 0,-2 6 0,0-5 0,0 6 0,0 1 0,0 16 0,0 4 0,0 4-3277,0 8 0,0-20 2693,0 23 584,0-22 0,0 17 0,0-11 0,0-1 0,0-2 3276,-2-8 0,-2-2-4096,1 0 1,-1-3 0,4 1 0</inkml:trace>
  <inkml:trace contextRef="#ctx0" brushRef="#br0" timeOffset="515976">14687 2218 24575,'6'-4'0,"3"0"0,6-4 0,13-2 0,-8 2-1639,2 4 1,-1 1-1639,-9 1 2534,12 1 0,0 0 743,-11 1 0,23 0 0,-27 0 0,4 2 0,-11 0 3276,4 6-390,0 3-1008,0 3-1878,1 0 0,-7-1 0,1-5 0,-5 9 0,2-12 0,-8 15 0,-3-8 0,0 3 0,-5-2 0,4-4 0,1-1 0,2 0 0,5-5 0,4 0 0,0 0 0,3 2 0,2-1 0,10 2 0,-5-2-3277,22 3 0,-21-5 2851,21 5 426,-22-5 0,13 4 0,-5 2 0,-1-3 0,7 3 0,-15-5 3276,6 1-2457,-20 0 0,7-1 0,-10-2 0</inkml:trace>
  <inkml:trace contextRef="#ctx0" brushRef="#br0" timeOffset="516843">13755 2249 24575,'11'33'0,"-3"-4"0,-4-14 0,-4-5 0,1-7 0,-1-3 0,5-2 0,-4-14 0,3 8 0,-4-12 0,-4 9 0,1-2 0,-7-7 0,4 7 0,-1-1 0,2 6 0,1 2 0,-4 1 0,1 0 0,-9-1 0,5 3 0,-19 0 0,2 1-577,4 2 577,0 2 0,7 5 0,-1 1 0,1 2 0,5-3 0,8-2 0,-7 0 0,5-2 144,-8 4 0,11-6 0,-4 3 1</inkml:trace>
  <inkml:trace contextRef="#ctx0" brushRef="#br0" timeOffset="517693">13940 2274 24575,'-8'15'0,"1"-3"0,-2 8 0,2-5 0,1-3 0,3-9 0,2-5 0,1-4 0,0 2 0</inkml:trace>
  <inkml:trace contextRef="#ctx0" brushRef="#br0" timeOffset="528624">17578 890 24575,'17'-4'0,"-8"1"0,15-4 0,-7 0 0,0 1 0,1-1 0,8-5 0,-2-1 0,6-2 0,-6 2-945,-1-1 945,0 1 0,8-4 0,0 1 0,-8 5 232,-5 1-232,9-3 0,8-3 0,-9 4 0,-13 6 0,15-4 0,-1 0 0,-17 6 0,14-3 0,-20 5 0,-2 2 0,-1 0 0</inkml:trace>
  <inkml:trace contextRef="#ctx0" brushRef="#br0" timeOffset="530142">18154 538 24575,'4'36'0,"-3"-19"0,3 4 0,0-2 0,-1-11 0,2 23 0,3-14 0,-4 3-3277,6 0 0,-8-14 3047,4 4 230,-6-10 0,1-3 0,-1-4 0,0-8 0,-2-10 0,0 7 0,-3-18 0,3 26 0,-3-14 0,4 19 0,-1-2 0,19 0 0,-3 4 0,7 0 0,3-1 0,4 1 0,5 1 3276,-19 2 0,-14 7-3044,-12 12-232,-3 6 0,-6 3 0,8-8 0,3-9 0,4-3 0,3-3 0,1-1 0,14-20 0,-7 10 0,7-11 0,1 0 0,-7 7 0,11-10 0,-19 16 0,-1 3 0,-14 10 0,6-4 0,-6 8 0,14-18 0,0 1 0,6-6 0,1 3 0</inkml:trace>
  <inkml:trace contextRef="#ctx0" brushRef="#br0" timeOffset="532158">19253 1698 24575,'11'-7'0,"4"-4"-3277,5 5 0,-9-2 375,21-7 2902,-21 5 923,8-2 0,3-1-923,-5 0 0,1 0 0,9-3 0,0 1 0,-9 4 0,0 1-1639,10-4 1,-2 3 652,-12 6 2624,8-3 0,-2 0-1315,-11 6 460,9-5-783,-15 6 0,1 0 0,-1 1 0,-1 0 0</inkml:trace>
  <inkml:trace contextRef="#ctx0" brushRef="#br0" timeOffset="541379">25217 1207 24575,'-7'20'0,"-1"0"0,1 0 0,-3 7 0,-1-1 0,7-11 0,-4 12 0,0 3 0,5 0 0,0 4 0,6-12 0,3-14 0,1-2 0,1-1-3277,10 2 0,-10-6 3162,11 2 0,4 1 115,-1-4 0,0 0 0,-2 1 0,2-1 0,10 1 0,1 0 0,-12-1 0,-1 0-820,16 2 1,-8-2 0,-27 0 0</inkml:trace>
  <inkml:trace contextRef="#ctx0" brushRef="#br0" timeOffset="542241">25639 1615 24575,'3'20'0,"-1"0"0,0 3 0,0 1 0,2 1 0,3 2 0,-2-8 0,0-1 0,3 1 0,2-8 0,-5-27 0,3-21 0,-5 11 0,-2-1 0,2 3 0,-1 1 0,-2-3 0,0 3 0,-2-5 0,1 2-3277,-3 0 0,3 19 3047,-2-11 230,3 9 0,-2-2 0,2 3 0,3 5 0,-1 1 3276,1 2 0,1 16-3044,-3-10-232,2 11 0,-1-3 0,-1-8 0,2 12 0,-3-7 0,0-2 0,0 4 0,0-9 0,-2 2 0,1-4 0,3-1 0,-2-1 0,4 0 0</inkml:trace>
  <inkml:trace contextRef="#ctx0" brushRef="#br0" timeOffset="542531">25867 1563 24575,'19'6'0,"6"1"0,-13-3 0,2-1 0,1-21 0,-10 11 0,12-22 0,-14 25 0,4-6 0</inkml:trace>
  <inkml:trace contextRef="#ctx0" brushRef="#br0" timeOffset="546045">29395 3956 24575,'24'-16'0,"2"-2"0,-4 5 0,5-5 0,2-2 0,-9 4 0,6-3 0,-9 7-1871,-4 0 1871,-2 7 0,0-2 0,6 0 0,14-2 0,-15 3 0,1 5 0</inkml:trace>
  <inkml:trace contextRef="#ctx0" brushRef="#br0" timeOffset="546931">29982 3679 24575,'14'34'0,"-7"-13"0,7 12 0,-10-24 0,2 6 0,-2-8 0,-1 1 0,-2-6 0,-1-15 0,-1-24 0,-1 7-1639,0 6 1,-1 2-1639,0 9 0,-3-16 1787,4 22 1490,-2-22 0,3 21 0,4-16 0,4 12 3276,-2-2-2015,3 6-1261,0 0 0,-2 4-3277,16-10 2017,-15 13 467,18-11 793,-20 11 0,8-3 0,-8 6 0,9 6 0,-7-3 0,20 20 0,-22-18 0,17 15 3276,-5-12-2408,6 3-868,-1-5 0,-6-1 296,-7-7 1,-5 2-1,0-2 1</inkml:trace>
  <inkml:trace contextRef="#ctx0" brushRef="#br0" timeOffset="548741">30127 4107 24575,'-4'32'0,"1"-1"0,-1-5 0,0 2 0,1-5 0,1 6 0,-3 4 0,4-9 0,1-38 0,3-5 0,0-4 0,0-8 0,0-1-277,2 3 1,0 0 276,-1 1 0,-2 4 137,2 12-137,-3-6 0,0 15 0,1 2 0,14 3 0,-9 1 0,23-2 0,-2-5 0,-3 3 0,8-6 0,-25 6 416,6-3-416,-10 5 0,11 17 0,-3 5 0,-1 2-2722,6 6 2722,-6-6 0,1 0 0,1-1 0,-1-4 0,5 10 0,-9-20 0,-1 2 0,-2-7 0,0 2 0,-2-6 0,-2 1 0</inkml:trace>
  <inkml:trace contextRef="#ctx0" brushRef="#br0" timeOffset="549060">30495 4286 24575,'16'21'0,"-6"-11"0,8 10 0,-12-16 0,4 2 0,-7-4 0,5-1 0,0-4 0,8-7 0,-6 1 0,7-8 0,-10 9 0,-1 0 0,0 6 0,-6 3 0,1-1 0</inkml:trace>
  <inkml:trace contextRef="#ctx0" brushRef="#br0" timeOffset="549428">30876 4247 24575,'9'9'0,"-2"-5"0,0 1 0,-3-5 0,-3 0 0</inkml:trace>
  <inkml:trace contextRef="#ctx0" brushRef="#br0" timeOffset="553841">30053 4121 24575,'-6'35'0,"2"-7"0,-1-3 0,0-2 0,2 0 0,-1 8 0,0-1 0,3-7 0,-1 10 0,0 1 0,3-2 0,0 1 0,0-6 0,2-29 0,-3 0 0,3-8 0,-3 3 0</inkml:trace>
  <inkml:trace contextRef="#ctx0" brushRef="#br0" timeOffset="554594">30018 3996 24575,'35'-4'0,"0"-1"0,1 1 0,-1-1 0,0 1 0,0-1 0,3 1 0,-3-1 0,0 1 0,4-1-469,-7 2 1,3-1 0,2 0 0,0 1 0,-1-1 0,-3 1 0,-3 0-625,5 1 1,-5 0 0,6-1 623,-7-1 1,5 0 0,3-1 0,1 0 0,-1 0 0,0 0 0,-4 0-188,3 0 1,-2 1-1,-1-1 1,0 1 0,0-1 581,3 0 1,0 0-1,0-1 1,0 1-1,-2-1 492,6 1 0,-1-1 0,-2 1 1,-6 0-419,-5 2 0,-2 1-958,7 0 0,3 0 0,-2 1 958,-3 0 0,0 1 0,2-1 0,3 1 0,2 1 0,-3-1 0,0 0 0,-2 0 0,1 0 0,3 0 0,1 0 0,-2 0 0,-4 0 0,-1 0 0,-5 0 0,-3 0-937,10 4 937,-26-3 0,9 7 0,-10-6 0,10 25 0,-10-19 548,5 20 0,0 2-548,-6-5 0,1 4 0,-1 8 0,0-5 0,0 2 0,-2-8 0,1 6 0,-1 0 0,0-5 1275,3 10-1275,-2-9 0,1 5 0,-1-6 3276,3 2-3122,0-6 1,0-1-155,2-4 0,1 4 2386,-3-5-2386,-5-10 3276,-3 3-10,-23-3-3266,13-3-467,-7-1 0,-4-2 467,-4-1 0,-3 0 0,-1-2-1093,1 0 1,0-1 0,-6 0 766,10 1 1,-2 1-1,-2 0 1,-2 0-1,-2-1 1,0 0-1,-1 0 28,5-1 0,-1 0 0,-1 0 0,-1-1 0,-1 1 0,0-1 0,-1 0 0,0 0 1,0 0-1,-1 0 0,1 1 212,2 0 0,-2 0 0,1 0 1,-1 0-1,-1 0 0,1 1 0,-1-1 1,0 0-1,0 0 0,1 0 0,0 1 1,0-1-1,1 0-159,-1-1 0,0 1 0,1-1 0,0 1 1,1-1-1,-1 1 0,0-1 0,1 1 1,-1-1-1,1 1 0,-1 0 0,0-1 245,-2 2 0,-1-1 0,-1 0 0,-1 0 0,0 0 0,0 1 0,2-1 0,1 1 0,2-1 0,3 1 0,2 0 0,5 1-295,-15-2 0,8 1 1,-3 0 294,3 1 0,-5 0 0,-2 0 0,1 0 0,4 1 0,7 0 0,1 0 0,3 1 962,-13-1 1,0 0-963,14 1 0,5 0 0,5-1 3276,5 0-3232,5-7 0,4 5 1,-2-5-1</inkml:trace>
  <inkml:trace contextRef="#ctx0" brushRef="#br0" timeOffset="556010">30881 3952 24575,'5'-11'0,"0"-6"0,1-3 0,0-1 0,0 0 0,1 0 0,-1 0 0,3-8 0,-1 4 0,-3 12 0,4-7 0,0 0 0,-4 9 0,9-12 0,2 10 0,3-6 0,-2 8 0,11-4 0,-20 12 0,16-9 0,-18 10 0,1-4 0,-7 4 0,1-2 0,-3 3 0,-6-11 0,-1 2 0,-2-2 0,1-2 0,6 13 0,-1 0 0,1 4 0,2 13 0,-1-7 0,4 10 0,1-5 0,3-3 0,1 5 0,-1-9 0,1 1 0,-18-21 0,4 8 0,-6-14 0,9 17 0,7 1 0</inkml:trace>
  <inkml:trace contextRef="#ctx0" brushRef="#br0" timeOffset="556596">31951 3289 24575,'-8'26'0,"4"-8"-1639,-3 5 1,1 0-1639,3-8 1638,-8 14 1,0-2-1639,8-17 3585,-9 16 1,0-2-309,10-16 0,-9 11 0,11-20 3276,2-14-2595,1 2-681,1-14 0,-2 17 0,-2 1 0</inkml:trace>
  <inkml:trace contextRef="#ctx0" brushRef="#br0" timeOffset="556878">31739 3360 24575,'1'19'0,"0"-1"0,1 5 0,0-2 0,1-3 0,6 12 0,4-8 0,4 2 0,-1-9 0,1-1 0,14 6 0,-4-10 0,1-2 0,-4-5 0,0-1-648,-4 0 1,-2-2 647,12-4 316,-18-4-316,3-7 0,-4 0 0,-4-4 0,-7 12 0,0 1 0</inkml:trace>
  <inkml:trace contextRef="#ctx0" brushRef="#br0" timeOffset="557128">32054 3340 24575,'8'14'0,"13"12"0,-6-10 0,1-2 0,1-1 0,0-1-1639,1-4 1,-1 0-1639,-6-2 0,20 1 2186,-24-7 3097,13-4-2006,-13 1-3277,6-18 2723,-9 14 554,-2-13 0,-2-1 0,-1 12 0,-2-15 0,3 23 0</inkml:trace>
  <inkml:trace contextRef="#ctx0" brushRef="#br0" timeOffset="557325">32110 3359 24575,'-12'19'0,"-1"0"0,-1 2 0,-3 5 0,20-28-820,9 2 1,-3-5 0,7-2 0</inkml:trace>
  <inkml:trace contextRef="#ctx0" brushRef="#br0" timeOffset="557545">32252 3266 24575,'9'32'0,"-1"-10"0,0 1 0,2-3 0,0 0 0,0 0 0,1-1 0,4 1 0,-6-14 0,-6-10 0,-3-16 0,-2 6 0,0-6 0,-1 15 0</inkml:trace>
  <inkml:trace contextRef="#ctx0" brushRef="#br0" timeOffset="557797">32193 3131 24575,'20'-1'0,"-9"0"0,5 3-3277,20-5 0,-22 2 2184,12-2 1,7-2 0,-6 1-2185,-5 0 4005,13-2 1,1-1-729,-2-4 0,-10 5 0,-1-1 0</inkml:trace>
  <inkml:trace contextRef="#ctx0" brushRef="#br0" timeOffset="558158">32517 2859 24575,'13'34'0,"0"0"0,1-1 0,-4-7 0,1 0 0,-1 3 0,2 5 0,0-2 0,-4-7-3277,-2-2 2184,1-2 1,2 5 0,-2 0 454,-4 1 1,-2 0-1,0-2-1001,2 0 1,1 0 1523,-3 1 1,1 2 0,0-3 65,0-3 0,0-5 49,-2-9 0,3 13 0,4-21 2536,-1 3-2536,11-10 0,-10 6 819,8-6 0,-12 7 0,3-3 0</inkml:trace>
  <inkml:trace contextRef="#ctx0" brushRef="#br0" timeOffset="558448">32777 3250 24575,'2'20'0,"1"0"0,0 7 0,3-2-3277,7 2 0,-3 3 0,10-11 3222,-14-16 1953,15 4-1898,4-15 0,-3 3-1639,-5-8 1,-2-2 777,-7 5 2499,1-8 0,-2 0-776,-6 6-862,1-19 0,-6 19-3277,-11-12 3263,8 16 0,-4-4 0,9 11 0</inkml:trace>
  <inkml:trace contextRef="#ctx0" brushRef="#br0" timeOffset="558878">33060 3099 24575,'-13'9'0,"6"-2"0,2 3 0,9-1 0,-2 1 0,8 2 0,0-4 0,-2-2 0,2 2 0,-6-5-3277,6 13 0,-7-10 2901,9 21 376,-10-19 0,5 21 0,-7-15 0,0 4 0,0-8 0,-2-6 0</inkml:trace>
  <inkml:trace contextRef="#ctx0" brushRef="#br0" timeOffset="559374">33239 3083 24575,'-10'27'0,"5"-15"-1639,-3 17 1,1 1-1639,3-14 1638,0 4 1,1 0 2398,1 0-760,1-7 1797,1 7-1797,8-16 0,-2-3 0,6-7 0,-4-5 0,-5 4 3276,-2-2-10,-4 20-2534,1-6-732,2 27 0,2-22 0,7 20 0,-5-24 0,5 11 0,-7-13 0,0 3 0,-2 1 0,0-4 0,0 1 0</inkml:trace>
  <inkml:trace contextRef="#ctx0" brushRef="#br0" timeOffset="560177">32756 3721 8191,'32'-4'0,"-1"0"0,1 0 0,-6-1 0,3 0 0,3 0 0,8 0 0,-1 0 0,-7 0 0,-5 1 0,-2-1 0,4-2 0,2 0 0,-6 1 0,-2 1 709,6-4 1,-1-1-710,-14 2 1099,5 2 1,-1 0-1100,-5 0 3276,2 0-2731,-9 4 2731,4-15-839,3-16-2437,-1 3 0,-2 1 0,0-1 0,-2 4 0,0-5 0,-1 2 1910,-3 8-1910,-3-14 0,-2 1 1322,0 20-1322,-5-14 0,-1 1 0,4 21 0,-6-13 0,8 18 0,-1 2 0,0 2 0,-1 17 0,1-5-1639,6 18 1,1 2-1639,-2-11 3200,3 1 0,2 7 1,1-5-3050,8 5 3126,-9-11 0,0 0 0,10 5 0,-13-23 0,10-10 0,-3-8 3276,-2-1-1316,-5 4 1316,-8 17-1878,-3 17-1398,-1 11 0,1-3 0,3-7 0,0-9 0,1-8 0,-7 13 0,6-14 0,-2 5 0</inkml:trace>
  <inkml:trace contextRef="#ctx0" brushRef="#br0" timeOffset="563991">30901 4930 24575,'-26'-11'0,"8"3"0,5 4 0,0 2-3277,-20-1 0,13 1 1638,-6 3 1,0 1 430,10 1-356,-10 2 1,1 1 1563,11-1-980,-8 3 0,0 1 980,13-4 2157,-18 8-2157,7-3 0,6-4 2933,-9 7-2933,17-9 3276,-1 2-1873,18 2-1403,-4-2-214,19 2 1,3-1 213,-12-2 0,7-1 0,10 0 0,4 1 0,-4 1-1093,2 2 1,-1 0 0,1 1 777,-5-3 0,0-1 0,1 1 0,0 1 212,0 2 1,0 2 0,-1 1 0,-5-1 102,3 5 0,-4-1-483,-3-3 1,-2 0 482,-3 0 0,-4-1 0,-6-3 0,-1 0 795,4 6-795,-8-10 401,1 10-401,-6-7-2231,-6 15 2231,1-14 0,-4 7 0,-1-1 0,4-10 51,-15 10 0,-1 0-51,12-10-173,-10 2 0,-8 3 1,-1-3 172,-2-5 0,-2-2 0,-4-1 0,12 0 0,-4-1 0,-2-1 0,-1-1 0,1 1 0,1 0 0,4 1 482,-6 1 0,3 0 0,1-1 1,-3-1-483,-1-2 0,-5-2 0,-1-1 0,3 1 0,5 0 0,9 3 0,1-1 0,0 1 0,-5-2 0,3 1 1638,5 1 0,3 1-822,-15-7-816,16-20 0,12 18 0,19-11 0,-12 23 0</inkml:trace>
  <inkml:trace contextRef="#ctx0" brushRef="#br0" timeOffset="564476">30521 4863 24575,'16'23'0,"0"0"0,4 4 0,-4 2 0,-2 0 0,-6-10 0,0 3 0,1 6 0,-2-5 0,-3-2 0,2 5 0,2 6 0,-2-4 0,-2 4-336,1-4 1,2 5-1,1-1 336,1 4 0,1-2 0,-3-4 0,1 0 0,3-6 0,1 2 0,-3-7 0,-2-5 0,7 8 0,0-3 0,-7-12 0,4 6 0,-7-13 0,10-13 0,-5-2 0,1-3 0,9-11 0,-10 4 0,0-3 0,-2 5 0,-2 4 0,-1-4 0,0 1 0</inkml:trace>
  <inkml:trace contextRef="#ctx0" brushRef="#br0" timeOffset="564841">30614 4620 24575,'6'25'0,"1"1"0,-1-1 0,2 9 0,-1-9 0,4 7 0,1 2 0,-1-2 0,-2-8-3277,3 9 3187,-3-11 0,4 7 0,3 5 0,0 2 0,0-1 0,-1-4 0,-3-7-826,2 1 0,0 0 916,-1-2 0,3 7 0,2 3 0,1 2 0,0-1 0,-2-4 0,-3-6 0,3 4 0,1 0 0,-1 0 0,3 6 0,1 1 0,-1-2 0,-4-6 0,-4-6 0,0-1 0,7 13 0,3 4 0,-8-11 0,-10-17 0,12 23 1263,-12-18-1263,2 4 0,-1-4 0,-1-6 0,-2-11 0,-1 1 0,-1-1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38:29.3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2466 3942 24575,'37'4'0,"0"-1"0,0-1 0,-3 2 0,6 1 0,-6-1 0,1-3 0,-3 4 0,1 0 0,-5-3 0,-1-1-2648,10 4 2648,-12-3 0,1 0 0,1 1 0,2 0 0,0-2 0,3 0 0,2-1 0,0 2 0,3-1 0,1 0 0,-3 0-615,3 0 1,-1 0 0,0-1 614,-4 0 0,2 0 0,-3 0 0,-4 1 0,-4 0 0,-1 1 0,7-1 0,5 0 0,1 0 0,-6 0 0,-2 0 0,1 1-656,-2-1 1,6 1-1,2 0 1,-2 0 0,-4 0-355,1 1 1,3 0 1009,-5-1 0,8 1 0,3 1 0,2 0 0,-1-1 0,-4 1 0,-6-2-886,-4 1 0,-4 0 0,6 0 886,-3-1 0,6 1 0,4 0 0,3 1 0,3 0 0,0-1 0,-1 1 0,-1-1 0,-4 0 0,-4 0 0,-6-1-671,2 0 0,-6-1 0,8 0 671,-5 1 0,5-1 0,5 1 0,3 0 0,4 0 0,2 0 0,1 0 0,0 0 0,0 0 0,-1 0 0,-3-1 0,-2 0 0,-4 0 0,-5-1-275,7-1 1,-7 0 0,-3-1-1,4 1 1,8-1 274,-13 2 0,3 0 0,2-1 0,3 1 0,2 0 0,1 0 0,2 1 0,1-1 0,1 0 0,1 0 0,0 0 0,0 0 0,0 0 0,-1 0 0,0 0 0,-2 0 0,0-1 0,-3 1 0,-1-1 0,5 0 0,-1 0 0,-2-1 0,0 1 0,0-1 0,-1 0 0,-1 0 0,1 0 0,-1 0 0,1 0 0,1 1 0,-1-1 0,2 1 0,-3-1 0,1 1 0,0 0 0,1 1 0,-1-1 0,1 0 0,-1 0 0,1 0 0,0 1 0,0-1 0,0 0 0,0 0 0,0 0 0,0-1 0,-1 1-35,1 0 1,2-1 0,0 0 0,1 0 0,0 0 0,0 0 0,-1 0 0,1 0 0,-2 0 0,-1 0-1,-1 0 1,-2 0 0,-2 0 0,-2 0 0,-3 1 34,10-2 0,-6 1 0,-2 0 0,0 0 0,5 0-6,2 0 1,4-1 0,4 1 0,1-1 0,-2 1 0,-4 0-1,-5 0 1,-8 1 5,-4 0 0,-1 1 341,8-1 0,7 0 1,1 0-1,-5 0-341,4 0 0,-5-1 0,-8 2 0,0 0 0,11-2 0,-8 1 0,-23 1 0,4 0 0</inkml:trace>
  <inkml:trace contextRef="#ctx0" brushRef="#br0" timeOffset="11900">19749 9310 24575,'8'0'0,"1"-1"0,9 0 0,-1 0-1639,4 0 1,0 0-1639,-5 1 2072,16-2 1,4-1 1204,-3 1 0,-1 0 570,-4-1 0,3 1-570,2 0 0,6-2 0,-1 1 0,-7 1-607,-13 1 1,1 0 606,6-1 0,7-1 0,4-1 0,1 0 0,-2 0 0,-7 2 1318,7-1 1,1 0-1319,-7 0 0,6-1 0,5 0 0,2 0 0,-2 0 0,-4 0 0,-6 1 0,-2 0 0,-5 0 0,5 0 0,0 1 0,6-1 0,4 1 0,0-1 0,-1 1 0,-4 0 0,-6 0 0,4 0 0,-1 0 0,1 1 0,4 0 0,1 0 0,-3 0 30,6 1 1,-4-1-31,3 0 0,-2 0 0,-10 0 0,0 1-1639,4-1 1,-5-1 711,-10 2-367,11-1 0,-2-1 1294,-15 2-688,16-1 0,1 1 688,-15 0-939,21-1 0,0 0 939,-17 1 1014,8 0 1,3 0-1015,7 1 0,-8 1 0,1 0 0,11 0 0,-7-1 0,-5 0 0,-16-1 3034,22 1-3034,-17-1 0,-5 2 0,2-2 0</inkml:trace>
  <inkml:trace contextRef="#ctx0" brushRef="#br0" timeOffset="13666">30779 8638 24575,'-13'-4'0,"-5"0"0,8 4 0,-15-4 0,18 3 0,-24-3 0,20 3 0,-23-1 0,21 1 0,-6 1 0,-1-1 0,-11 1 0,-3 0 0,10-1 0,3 0 0,0 1 0,-3-1 0,0 1 0,-7 0-1639,-4 0 1,0 0-1639,6 0 2302,-5-1 1,-2 1 57,7 0 0,-2 0 917,3 0 0,-2 0 0,-1 0-801,-6 0 1,-1-1 0,1 2 800,2-1 0,1 1 0,2-1 0,-1 0 0,1 1 0,6 0 0,0 2 0,1-1-1282,-2 0 0,3 1 1282,0 0 0,0 1 0,1-1 0,2 1 0,-3 3 0,11-1-251,-13 3 0,1-1 251,15-4 724,-9 3 1,-1 1-725,-1 0 0,0 2 0,0 0 0,1 0 0,6-2 0,-16 8 2526,12-7-2526,3 2 3276,-13 5-2267,11 1-1009,-2 3 0,13-2 0,1 0 3276,-1 0-1710,10 7 0,3-1-1566,-1-12 0,7 12 0,2 1 0,-1-10-1093,3 2 1,3 3 0,-2-4-1279,-1-2 2371,8 6 0,8 0-656,-7-10 1,5-1-1,2 0 1,-2-2 0,-4 1 25,3 3 0,1 0 196,-3-4 1,6 2-1,5 0 1,1 1 0,-3-2-1,-5 0 1,-8-3 433,10 4-242,-7-4 0,8 0 1,1 1-1,-3-1 242,-6-1 0,-3 0 0,0-1 0,7 0 0,2 0 0,-3-1 0,5 1 0,1 0 0,-2 0 0,-8-1 0,-6-2 0,1 1 0,8 0 0,9 0 0,3 0 0,-2 1 0,-10-1 0,-8-1 0,-1 0 0,9 0 0,6-1 0,0 0 0,-7-2 0,8-6 0,-5 4 0,0-1 1228,-10-3 0,-2-1-1228,0 3 0,0-1 0,-1 1 0,-1-1 0,12-14 0,-22 15 0,8-4 3276,-3-13-2781,2-5-451,0-2-44,-3 2-427,-6 6 427,-2 7 1638,2-4 0,-2-1 535,-9-13-2173,3 1 0,-5 15 0,-2 1 0,-1 3-3277,-18-9 1105,19 14 1022,-15-2 1,-1 2 1149,12 3 116,-5 1 0,-3-1-116,-2 2 0,-3 1 0,1 0 0,-6 1 0,1 0 0,4 0 0,-1-2 0,3 2 0,6 2 0,0 0 0</inkml:trace>
  <inkml:trace contextRef="#ctx0" brushRef="#br0" timeOffset="15999">20205 11169 24575,'-38'0'0,"12"-2"0,0 0-3277,-11 1 2537,9-1 0,-2-1 740,3 2 0,-1 0-1093,3 0 1,-1 0 0,0 0-110,-4 0 0,-1 0 1135,-8 0 0,7 1 67,17 0 0,-5 0 0,0 0 0,7 0 0,-10 2 0,12 0 0,-17 7 0,17-6 0,-23 8 0,21-8 700,-6 2 0,-1 1-700,-2 5 0,-2-2 3276,12 0-951,6-3-2325,0 5 0,-1 2 0,1 14 0,3-9 0,1 17 0,-2-11 0,3 7 0,0-14 0,2 6 0,1-15-3213,5 18 3213,-6-19 0,5 14 0,-2-13 0,0 3 0,5 2 0,6 5 0,-4-7 0,3 2 0,2 0 0,-1-3-1639,11 7 1,1-1 378,-9-7 1260,0 1 0,2 0 1638,-1-3 0,1-1-1039,4 2 1,0 1-600,-2-2 0,2-1 0,0 2 0,3-1 0,-5-1 0,4-3-1093,3 3 1,7 0 0,-5 0-148,3-3 1240,-7-1 0,8 2 0,4-1 0,-2 0 0,-10-1 1260,-8-1 0,1 0-1260,6 0 0,9 0 0,6 1 0,1-1 0,0 1 0,-4-1 0,-7 0-765,-3-1 0,-6 0 0,7 0 765,-3 1 0,6-1 0,4 0 0,2 1 0,1-1 0,-1 0 0,-2 1 0,-4-1 0,-6 0 0,1 0 0,-5 0 0,5 0 0,1 0 0,7 0 0,3 0 0,3 0 0,-1 0 0,-1 0 0,-6 0 0,-6 0 0,7 0 0,-2 0 0,-3 0 0,7 0 0,2 0 0,0 0 0,-3 0 0,-7 0 0,-1 0 0,0 0 0,2 0 0,7 0 0,2 0 0,-4 0 0,-8 0 0,6 0 0,-8 0 0,8 0 0,4 1 0,1-1 0,-3-1 0,-8 1 0,-1-2 0,0 1 0,5 0 0,9 0 0,4 1 0,0-1 0,-4 1 0,-8-1 0,0-1 0,0 0 0,-5 0 0,7-1 0,4 1 0,2-1 0,1 0 0,-3 0 0,-5 1 0,-7 0 0,3 0 0,-1 0 0,1-1 0,7 0 0,6-2 0,0 1 0,-1 0 0,-4 0 0,-8 2 0,0 0 0,0 0 0,0-1 0,5-1 0,3-1 0,-2 1 0,-6 1-691,6-1 0,-4 0 691,-5-1 0,1 0 0,-1 0 0,8 1 0,-4-1 0,-7 0 247,5-2 1,-2 0-248,-9 3-690,10-5 0,-1 0 690,-11 6 538,7-3 0,1-2-538,2 1 0,4-2 0,0-2 0,3-1 1638,-8 3 0,-1-1-877,-1-8-761,0-4 0,-9 6 0,-4-11 0,-7 18 0,2-16 0,-3 16 1255,-5-13-1255,-4 1 0,-2 2 1638,0 4 0,-4-1 0,-6 2 0,-1 1-4915,-9-8 2033,12 10 0,-2 1 940,-6 0 0,-1 0 304,-9 2 0,1-1 0,4-2 0,-2 0 0,-1 4 0,-2 1 0,8 0 0,4 0 0,-4 2 0,-7 0 0,6 1 0,2-1 0,-4 3 0,-10 0 0,0 1 0,8 1-1035,14-1 1,-2 0 1034,-4 1 0,-7 1 0,-6 0 0,-3 0 0,1 0 0,3 0 0,5 0-1002,-3 0 1,4 0-1,-6 0 1002,11 0 0,-5 0 0,-4-1 0,-2 1 0,-1 0 0,-1 0 0,2 0 0,2-1 0,4 1 0,3-1 0,-2 1 0,5-1 0,0 0 0,-6 1 0,1-1 0,-6 0 0,-3 0 0,-3 1 0,0-1 0,1 0 0,4 0 0,6 0 0,6-1 160,-1 1 1,2-1-161,-4 1 0,-6 0 0,-2 0 0,2 0 0,8-1 0,2 0 0,4 0 397,-11 2-397,2-2 0,3 0 0,14 2 1659,-12-2-1659,6 0 0,5 0-526,-6 1 1,1 0 525,7 0 992,-8 3 0,0 2-992,11-1 0,-8 4 0,0 0 0,8 0 0,-16 6 0,20-11 0,-3 0 0</inkml:trace>
  <inkml:trace contextRef="#ctx0" brushRef="#br0" timeOffset="21549">22764 5195 24575,'20'3'0,"-1"1"0,12-1 0,5-1 0,0 0 0,-9 0 0,0 1 0,2-1 0,2 0-469,-1-1 1,5-1 0,1 0 0,2 0 0,-2 0 0,-2 0 0,-5 0-625,7 1 1,-5 0 0,6-2 727,-9 0 1,5 0 0,3-1 0,3 0 0,0-1 0,-1 1 0,-2-1 0,-5 1 0,-4 1-84,4-1 1,-5 0 0,3 0 447,4-1 0,5-1 0,4 0 0,-1-1 0,-5 1 0,-8 1 1014,-2 0 0,-4 1-1014,6-4 0,-6-1 0,-16 1 0,3 0 0,-10 2 0</inkml:trace>
  <inkml:trace contextRef="#ctx0" brushRef="#br0" timeOffset="21898">23442 4741 24575,'-5'30'0,"-1"0"0,0 1 0,2-13 0,0 2 0,-2 9 0,-1 11 0,-1 2 0,1-3 0,2-9-1639,2-10 1,0-1 818,-1 5 1,-2 4 0,0 2 0,1 0-274,-1 7 1,2 0 0,1 0 953,1-3 0,2 0 1,0 3 138,1-4 0,0 2 0,1 2 0,0-3 0,1-3-168,0-1 1,0-3 0,3-2 167,5 7 0,5-6 0,10-9 0,-11-5-1612,13 0 0,-1-2 1612,-15-8 0,6 3 0,1-2 3095,2-8-3095,-3-4-1188,0-1 0,-2-1 1188,-3-1-591,0-5 0,-2 2 591,-6 9 2087,8-19-2087,-10 19 0,0-2 0,-1 3 0</inkml:trace>
  <inkml:trace contextRef="#ctx0" brushRef="#br0" timeOffset="22249">23784 5383 24575,'5'11'0,"0"7"0,2 4 0,0-4 0,0 1 0,0 5 0,-1 1 0,1-1 0,3 2 0,0-2-1639,-4-4 1,-1-1 59,5 0 2447,-7-7-868,0-7 917,1 9-917,-1-13-3277,11-33 787,-9 19 2490,1-8 0,1-3-1364,3 1 0,-2 2 1364,-2-1-930,5-1 1,4-4-1,-3 6 930,-3 7 0,3-4 0,2 0 0,10-1 0,-8 6 0,7-1 0,-1 2 0,-8 3 3034,16-2-3034,-28 9 0,6-1 0,-9 3 0</inkml:trace>
  <inkml:trace contextRef="#ctx0" brushRef="#br0" timeOffset="22834">24342 5360 24575,'-29'12'0,"9"-3"0,-11 11 0,18-7-1639,0 4 1,0 0-1639,6-4 0,-9 15 4605,11-5-1328,4-3 0,-1 5 1719,16-13-1719,8-7 0,-2-1-1639,1-6 1,-1-1 378,-9 0 2898,9-5 0,-1-1-1256,-9 1-382,14-15 0,-17 14-1639,0-10 1,-1 0 670,-3 10 549,0-11 1,-1 2 418,-2 12 3276,3 20-2720,6 15-556,-1-7 0,1 1 0,7 4 793,6-13-793,-3-13 0,-3-2 0,9-6 0,-17 1 0,7-4 0,-12 8 0,2-3 0</inkml:trace>
  <inkml:trace contextRef="#ctx0" brushRef="#br0" timeOffset="23404">24527 5342 24575,'-11'25'0,"1"-1"0,-1 10 0,6-1 0,17 2-3277,-7 2 2373,18-12-735,0-19 1,1-3-1098,-3 3 2736,14-2 0,3-4 157,-12-7 0,0-2-157,5-1 0,-1 0 0,-5 0 0,-2-2 0,-1-2 0,-3-2-897,-1-15 897,-6 16 0,-2-2 0,-2-10 0,-4 1 0,-5 1 0,-3-2 0,-3-5 0,0 5-390,0-2 390,0 5 0,-3-4 0,1 1 0,-4-3 0,0 3 0,3 7 0,-1-2 0,-2-6 0,-1-4 0,2 7 0,2 4 0,1-2 0,2 4 3276,5 13-1939,0 29-4529,4 8 3192,-2-13 0,0 2-132,5 10 0,-1 0 132,-1-4-1147,3 2 1,0 0 1146,-3-7-1354,5 5 0,2-2 1354,-7-13 1354,4 7 0,4 0-1354,1-7 982,7 1-982,5-5 0,-8-4 0,2-6 0,-13 1 0,4 1 0</inkml:trace>
  <inkml:trace contextRef="#ctx0" brushRef="#br0" timeOffset="23799">25002 5223 24575,'20'5'0,"11"-2"0,-13-2 0,5-3 0,-3 0-1466,-12 1 1466,17-5 41,-14 2-41,-3 1 0,2-4 0,-13-2 0,2 4 0,-6-4 0,-7 3 0,5 3-3277,-26-4 971,24 6 1812,-13 6 1,0 3 493,9 1-1639,-7 8 1,-1 2 779,10-7 859,-8 17 0,26-20 0,-5 2 0,28 3 0,-20-10 137,14 2 0,3 0-137,-6-2 0,8-1 0,3 1 0,-10 0 0,-2 0 0,15 0 0,-12 1 0</inkml:trace>
  <inkml:trace contextRef="#ctx0" brushRef="#br0" timeOffset="24066">25286 5302 24575,'15'-5'0,"8"-4"-3277,13 1 0,-13 2 0,10-1 4269,-13 2-992,-1 2 1765,12-7-1765,-16 6 0,-3-1 0,-9 4 0</inkml:trace>
  <inkml:trace contextRef="#ctx0" brushRef="#br0" timeOffset="24582">25766 5140 24575,'0'24'0,"2"8"0,-1-21 0,6 12 0,1-1 0,-5-11 0,12 17 0,2 1 0,-5-15 0,9 7 0,5-3 0,-5-9 0,0-4 0,1 2 0,1-2 0,2-4 0,-2-2 0,-5-1 0,13-14 0,-24 12 0,12-26 0,-17 22-1639,-4-13 1,-3 0-1639,2 10 3162,-9-11 0,-4-2 115,2 7 0,0 1 0,2 0 0,-3-1-1639,-11-5 1,1 3 378,12 13 845,-12-5 1,0 1 414,10 7 0,-21-3 0,25 4 3276,-2 2-2426,11 2-4127,4 9 2428,-2-4 849,5 6 0,-5-10 0,1-1 0</inkml:trace>
  <inkml:trace contextRef="#ctx0" brushRef="#br0" timeOffset="25064">26183 5182 24575,'10'24'0,"1"-1"0,-4-2 0,6 6 0,5 6 0,-5-7 0,-4-8 0,3 3 0,5 8 0,0 0 0,-5-7 0,-3-1 0,5 3 0,3 6 0,-4-6 0,-6-7 0,1 3 0,1-6 0,-4-38-2004,-2 21 2004,-2-14 0,-3-6 0,-3 2 0,-1 0 0,-3-14 0,0 8 0,-1-4 0,1 4 0,-2-4 0,0 3 0,-3-5 0,3 7 0,3 6 0,-3-3 0,-3-6 0,2 5 0,2 5 0,-8-14 0,0 1 0,6 15 0,-5-10 0,-1 1 0,6 13 2004,-7-18-2004,19 24-820,28-1 1,-16 5 0,17 1 0</inkml:trace>
  <inkml:trace contextRef="#ctx0" brushRef="#br0" timeOffset="25389">26278 5189 24575,'7'1'0,"5"2"-3277,11-4 0,-11 2 1638,9-5 1,-1-2-1639,-12 3 5064,18-9-1787,-15 6 0,-1 1 0,4-1 3276,-6 4-2961,-1 1 0,-3 1 0,-1 0 1</inkml:trace>
  <inkml:trace contextRef="#ctx0" brushRef="#br0" timeOffset="25852">26584 5250 24575,'19'29'0,"0"1"0,-7-13 0,-1 0 0,3 10 0,-3-3 0,-7-13-1639,4 10 1,1 1-1639,-6-13 1328,8 17 1949,-6-18 0,1 1 1719,-4-17-1719,-6-13 0,-1-2 0,1-2 0,-4-2 0,-4-6 0,1 6-420,-4-1 420,-1 1 0,-4-5 0,4 6 3276,-3 2-2184,3 3 0,-3-4 0,4 7-1067,7 8-25,-12-18 0,1-2 0,13 16-1639,-6-13 1,3 0-1639,8 14 2661,1-11 0,1 0 616,4 12-1639,4-9 1,0-1 918,-2 12 489,7-7 0,0 0 231,-6 9 3276,12-12-2784,-12 15 1044,0 0-1536,-4 4 0,0 1 0,-3 0 0</inkml:trace>
  <inkml:trace contextRef="#ctx0" brushRef="#br0" timeOffset="26166">26636 5184 24575,'24'-12'0,"-2"1"0,3-2 0,-7 4-1639,10-3 1,0 1-1639,-11 4 1638,12-4 1,-2 1-1639,-19 4 5064,22-8-1787,-15 8 0,-5-1-303,4 2 1,-12 4 0,-1 1 0</inkml:trace>
  <inkml:trace contextRef="#ctx0" brushRef="#br0" timeOffset="27632">29293 2980 24575,'0'31'0,"1"-3"0,1 0 0,0 0 0,1 5-1639,2 1 1,-1 0-1639,-1-10 2184,2 9 1,2 8 0,-1-7 1084,-1-4 8,1-3 0,2 10 0,2 4 0,0-3 0,-1-7 7,1-2 1,1 0-8,-3-5 0,1 5 0,1 3 0,1 3 0,-1-1 0,1-1 0,0-4-820,4 7 1,1-4 0,0 0 0,-1 1 768,-3-4 1,-2 1-1,1 0 1,0 0-1,1-3 51,2 3 0,2-1 0,-1-3 0,-4-5 3276,4 7-3149,-2-3 0,-1-1 862,-6-9-989,2 8 0,-1 1 0,-4-7 0,-1 5 0,0 2 0,-1 5 0,1-7 0,-1 0 2051,1 5-2051,2-6 0,1-2 0,-1 0 0,-1-3 0,-2-13 0,-4-7 0</inkml:trace>
  <inkml:trace contextRef="#ctx0" brushRef="#br0" timeOffset="28398">29338 2740 23963,'32'-4'0,"-1"0"0,1 1 0,-1-1 0,4 0 0,1 1 0,0 0 0,-2 0 0,-4 0 0,-1 0 0,0 1 0,2-1-820,4 0 1,0 1 0,3-1 0,2 0 350,-6 1 1,3-1 0,2 1 0,0-1 0,-1 0 0,-2 0 0,-3 1-321,0-1 0,-4 1 0,0-1 0,4 0 789,-3 0 0,5 0 0,1 0 0,1 0 0,-3 0 0,-4 0 0,-7 0 0,-1 1 0,-2-1 0,8-2 0,7-2 0,-1 1 0,-9 1 2674,-7 2-2674,2-7 0,-2 4-1594,-6 24 1,-4 2 1593,5-12 0,-4 11 0,0 9 0,1 2-452,3-3 1,0 1 0,2 3-1,0 1 452,-3-3 0,1 2 0,0 1 0,0 1 0,1-1 0,-1-2-91,0 0 1,1-2 0,0 0 0,-1 0 0,0 1 90,0 3 0,1 1 0,-1 1 0,-1-3 0,-2-2 0,-1-2 0,-1-3 0,-2 1-431,2 2 1,-1 1 0,0 4 430,-1-3 0,2 5 0,-1 2 0,1 0 0,-1-3 0,-1-4 0,0-2 0,-1-3 0,0 5 0,0-2 0,1 7 0,0 3 0,0 2 0,0-1 0,0-2 0,-1-5 0,-1-6 0,1 1 0,0-1 0,0 1 0,1 7 0,0 5 0,2 1 0,-1-2 0,-1-5 0,-1-9 0,5 10 0,-2-3 0,2 9 0,0-1 0,-3-11 0,-1-7 0,2 5 0,-1 4 0,-6-3 0,-2 1 0,2 2 0,0 1 0,-1-1 0,0 0 730,-2 4 1,0-6-731,3-15 1638,-6 7 0,-3-2-1170,-1-8 1926,-4 5-2394,-17-5 0,17-3 0,-15 5 0,-5 3 0,1-1 0,1 0 1638,5-3 0,0 1-546,-1 0 0,-2 1 0,8-3-860,9-4-232,-7 4 0,3 1 0,13 0 0,-3 0-3277,8 9 0,-2-13 3047,2 6 1,-8-4 229,2-2 0,-8 5 0,8-8 0,-2 0 0</inkml:trace>
  <inkml:trace contextRef="#ctx0" brushRef="#br0" timeOffset="28965">29888 4658 24575,'2'21'0,"-7"11"0,2-8 0,-1 6 0,1 1 0,2-6 0,0-2 0,0 2 0,2 0 0,-1 4 0,0-2 0,0-10 0,-1 7 0,2 3 0,0 6 0,3 0 0,6-3 0,14-14 0,-8-2-1639,16-2 1,0-3-1639,-13-4 3231,8-1 0,12 0 0,6 1 0,-3-1 0,-10-1-1357,-8-1 1,1 0 1402,-1 0 0,8-1 0,5 1 0,4 0 0,2 0 0,-1 0 0,-2 0 0,-5 0 0,-5-1 0,7 2 0,-6-1 0,5 0 0,-7-1 0,4 0 0,3 0 0,2 0 0,-1 0 0,-1 0 0,-5 0 0,-5 0 0,13 2 0,-6 0 0,-2-1 0,1-1 0,-12-4 0,-17-8 0,-2-9 0,-10-1 0,8-7 0,17 7 0,5 1 0,-6 4 0,0 2 0,6-5 0,-1 3 0,-7 4 0</inkml:trace>
  <inkml:trace contextRef="#ctx0" brushRef="#br0" timeOffset="29798">29426 3300 24575,'13'-4'0,"10"-1"0,-9-2 0,16 0 0,11-1 0,-4 1-1639,-12 2 1,1 0 1039,7-1 0,6-1 1,1 1-1,-7 0 599,-5 0 0,-1 1 0,6 0 0,2 0 0,-4 0-1639,-7 0 1,-2 0 696,5 1 1,0 1 714,-3 1 1,-4 0 226,-5 2-153,9 0 1,8-1 0,-1 0 152,-5 1 0,0 0 0,0 0 0,2-1 0,-1 0 0,1 0 0,1 0 0,1 1 0,-8-1 156,-7-2-156,8 0 0,-22 1 0,0 0 0</inkml:trace>
  <inkml:trace contextRef="#ctx0" brushRef="#br0" timeOffset="30298">29706 3818 24575,'25'4'0,"1"-1"0,5-2 0,7-3 0,1 0 0,-2-1-820,-7 0 1,-2 0 0,1-1 0,6-1 491,-6 1 0,4 0 0,4-1 1,2-1-1,1 1 0,0-1 1,-1 0-1,-2 1 0,-3-1 1,-5 2-493,4-3 1,-5 2 0,0-1 0,6-1 741,-6 2 0,6-1 0,2-1 0,4 0 0,0 0 0,1 0 0,-1 0 0,-1 0 0,-4 0 0,-5 1 0,-4 1 78,6-2 0,-8 1 0,5-1 0,1 1 0,7-2 0,1 1 0,0-1 0,-5 1 0,-8 2 1365,-5 0 1,-3 0-1366,5 0 0,-5 0 1639,-11 2-1639,1 2 0,-13 3 0</inkml:trace>
  <inkml:trace contextRef="#ctx0" brushRef="#br0" timeOffset="30685">30449 4283 24575,'5'0'0,"6"0"0,8-2 0,1-2 0,11-1-1093,1 0 1,6-3 0,-6 2-2185,2 0 2184,-1-1 1,5-2 0,-9 3 1118,-12 3-26,5-3 0,1-1 0,-5 3 0,-5 1 1888,4-1-1888,-22 6 0,6-3 0,-8 4 0</inkml:trace>
  <inkml:trace contextRef="#ctx0" brushRef="#br0" timeOffset="31014">29924 4798 24575,'28'-2'0,"0"0"0,-3 0 0,3 0 0,2 0 0,2 0 0,0 1 0,4 1 0,1 0 0,1 0 0,-1 0 0,-2 0-656,0-1 1,-3 0-1,1 0 1,2 0 0,4 0 381,-9 0 1,4 1 0,2 0 0,3 0 0,1 0 0,0 0 0,1 0 0,-2 0 0,-2 0 0,-2 1 0,-3-1 0,-5 0-547,9 0 1,-7 0 0,-1 0 0,5 0 409,-2 0 0,2 0 1,4 0-1,0 0 1,1 0-1,-2 0 0,-2 0 1,-4 0 97,5 0 0,-4 0 1,-2 0-1,-1 0 312,0-1 0,-2 1 0,2-1 0,3 1 0,4-1 0,-3-1 0,-8-1 0,-1-6 0,-14-11 0,-10 9 0,-11-1 0</inkml:trace>
  <inkml:trace contextRef="#ctx0" brushRef="#br0" timeOffset="31653">30448 2740 24575,'22'-7'0,"-12"4"0,13-6 0,10-5 0,-3 1-1639,-8 5 1,2-2 1137,2 0 0,8-3 0,1-2 0,-1 2 0,-6 2 501,-2 2 0,1-1 0,2 0 0,7-4 0,4 0 0,0 0 0,-4 1 0,-10 4-1639,-6 2 1,0 1 1617,4-2 1,7-4 0,2 1 0,-3-1 0,-6 3 472,7-7 0,-8 4 0,2-2 1</inkml:trace>
  <inkml:trace contextRef="#ctx0" brushRef="#br0" timeOffset="32099">31161 3148 24575,'0'20'0,"0"0"0,10-18 0,-6 1-1639,14-12 1,4-4-1639,-7 7 2302,4-7 1,4-2 103,-1 3 0,0 1 871,-3-1 0,2 0-820,3-3 1,6-2 0,0 0 0,-5 3 762,-4 3 0,0 0 57,5-4 0,6-3 0,-1 0 0,-8 5 0,-2 1 0,2-3 0,4-4 0,-6 3 3276,-8 3-3219,6-9 1,-3 0 3218,-13 14-3230,-3-29 0,-2 31 0,-5-12 1</inkml:trace>
  <inkml:trace contextRef="#ctx0" brushRef="#br0" timeOffset="32582">31451 2150 24575,'13'30'0,"1"-1"0,-1 1 0,0 0 0,1-1 0,-1 3 0,0-2 0,-1-2-678,0-3 0,0-1 0,-1-1 678,-1 1 0,1-1 0,-1 1 0,1 1 0,0 2 0,0 0 0,0 0-729,0-1 1,1-1-1,-1 1 0,1 0 729,2 5 0,1 2 0,-1-1 0,-2-7 0,-1-4 0,1-1 0,7 8 0,3 5 0,-3-7 0,-1 2 0,3-2 0,4 5 0,-6-8 1112,-9-12-1112,10 8 0,-4-2 0,-15-14 0,-9-24 894,1 12-894,-12-21 0,-2-1 0,11 13-1093,-8-6 1,-6-6 0,4 4 528,0-4 564,4 8 0,-6-5 0,0 1 0,6 5 0,2-2 0,-5 0 0,1-1 0</inkml:trace>
  <inkml:trace contextRef="#ctx0" brushRef="#br0" timeOffset="33117">31473 2137 24575,'21'-6'0,"-12"5"0,12-2 0,11 0 0,2-1 0,-3 1 0,4-1 0,1 0 0,0 1 0,-2 0-656,-4 0 1,-1 1-1,0 0 1,2 0 0,1 0 186,1-1 1,3-1 0,2 0 0,1 0 0,-3 1 0,-3 0 0,-6 0-706,8 1 1,-2 0 1173,-3 0 0,6-1 0,-4 1 0,-8 2 2424,-8 1-2424,5 9 0,-4 3 0,-18 4 0,-6 9 0,0 0 0,3-3-1093,-5 0 1,-4 5 0,2-5 664,1-2 428,-3 2 0,-6 7 0,0 2 0,2-6-653,2-6 1,0 0 652,-1 2 0,-2 5 0,-3 3 0,0 1 0,0-1 0,3-4 0,-1-1 0,0-2 0,2-1 0,-1 1 0,-3 5 0,0 2 0,1-1 0,2-3 0,0 0 0,1-2 0,6-6 0,7-7-995,-2 23 995,7-29-494,6 14 0,3 2 494,1-11 1354,12 15 1,1 2-1355,-5-11 566,1 0 1,-2-2-567,-7-8 0,-2-23 0,-9 7 0,-5-15 0,-3-4 0,-2 12 0,-1 0 0,2-3 0,0 2 0,-5-1 0</inkml:trace>
  <inkml:trace contextRef="#ctx0" brushRef="#br0" timeOffset="34332">31689 1932 24575,'20'16'0,"0"2"0,-1-1 0,-4 0 0,-15-14 0,7 18 0,0 0 0,-2 2 0,2-4 0,-2-5 0,-3-7 0,8 14 0,-7-16 0,9 14 0,-7-15 0,8 15 0,-8-14 0,3 5 0,-5-14 0,6-16 0,6-8 0,-4 4 0,10-6 0,-19 24 0,6-5 0,-8 9 0</inkml:trace>
  <inkml:trace contextRef="#ctx0" brushRef="#br0" timeOffset="47582">26629 11072 24575,'-11'4'0,"4"0"0,-15 4 0,-5 12 0,8-5 0,0 3 0,-3 7 0,3 1 0,7-10 0,2 0 0,-4 12 0,3-2 0,6-4 0,-1 3 0,2 4 0,6-2 0,3-1-1827,-3 12 1827,5-12 0,4 4 0,5-3 0,5 4 0,0 0 0,-3-4-1639,-4 0 1,1 1 1236,2-3 1,4 5 0,2 1 0,1-1 0,-3-7 401,-1-4 0,-1-5 0,1 1 0,1 3 0,1 0 0,3 0 0,1-3 0,4 1 0,2-1 0,-2-1 0,-4-2 0,4 4 0,3-2 0,-6-5 0,6 0 0,4 0 0,2 0 0,-1 0 0,-3-2 0,-6 0-1093,1-1 1,-5-1 0,4 0 861,3 0 1,5 1 0,1-1-1,1 0 1,0-2 230,-8-1 0,1-1 0,-1-1 0,1-1 0,0 0 0,0 0-494,1-2 0,0-1 1,0 0-1,1 0 1,-1 0-1,0 1 494,-1 1 0,0 1 0,0 0 0,0 0 0,0-1 0,1-1-227,1-2 0,1-1 0,2-2 0,-1 1 0,-2-1 0,-4 2 1,-6 0 226,3 0 0,-2 0-74,4-2 0,5-2 1,-1 0-1,-8 2 74,-1-2 1014,-5-1 1,-4-3-1015,-7-17 0,6 2 0,-15-5 0,-4 0 0,3 14 0,-3-6 0,-2-5 0,1 6 2110,2 10-2110,-3-8 0,-2-3 3276,-6-6-3062,1 10 1,-3-2 0,2 1-215,3 2 0,0 1 0,-11-8 0,-4-2 0,4 6-472,2 8 472,-6-3 0,-8-4 0,7 4 3276,0 2-3072,4 5 1,-8-3 0,-4-1 0,1 1 0,7 2-1089,-2 0 0,-1 0 884,4 3 0,-6-2 0,-3-1 0,0 1 0,3 0 0,5 3 0,-4-2 0,0 1 0,3 3 0,-6-1 0,-4 0 0,1 0 0,3 2 0,8 1 0,2 2 0,-1 2 0,1-2 0,-8 0 0,-3-1 0,-3-1 0,2 2 0,2-1 0,6 2 0,-1 1 0,4 1 0,-5 0 0,2-1 0,-4 0 0,-4 0 0,0 0 0,-2 1 0,2-1 0,2 0 0,1 1 0,1 0 0,0 0 0,1 0 0,0 0 0,1 0 0,-3 0 0,1 0 0,0 0 0,1 0 0,0 0 0,-9 1 0,-1 1 0,4 0 0,10 1 186,3 1-186,2 3 0,2 4 0,0 13 0,-2-2-1639,10 1 1,1 1 533,4-8 956,-5 14 0,0 0 149,7-12 1217,-2 5 1,1 1-1218,5-6 0,2-3 0,0-7 0</inkml:trace>
  <inkml:trace contextRef="#ctx0" brushRef="#br0" timeOffset="48748">28137 11680 24575,'21'-14'0,"-2"-2"0,-2 1 0,-8 6-1639,13-12 1,1 0-1639,-13 13 1638,13-10 1,0-1 647,-12 9 1989,6-6 1,4-2-999,-5 5 0,-1 0 0,14-8 0,-8 10 0,3 0 0,2 3-1093,8 2 1,3 3 0,2 0 946,-5-1 0,1 0 0,1 0 0,2 1 146,-7 1 0,3 1 0,0 0 0,0 0 0,0 1 0,-1-1 0,4 1 0,0 0 0,-1 0 0,0 0 0,-1 0 0,0 0 0,0 0 0,0 0 0,-1 0 0,-1 0 0,6 0 0,0-1 0,-3 1 0,-3-1 0,6 1 0,-5 0 682,-5-1 1,-4 0-683,-3 1 0,-7 0 0,2 1 3276,-19 6-2961,-3-1 0,-1 2 0,4-5 1</inkml:trace>
  <inkml:trace contextRef="#ctx0" brushRef="#br0" timeOffset="49331">29540 11289 24575,'-1'25'0,"-1"-1"0,0 6 0,1 2 0,0-3 0,0-12 0,0 4 0,1-3 0,0-9 0,3 14 0,-1-18 0,8-17 0,4-22 0,-3 3 0,-4 4 0,-3 2 0,-7 6 0,-5-9 0,-2 16 0,1 4 0,21 14-1639,10 2 1,4 2-1639,7 2 3219,-6-6 1,7 2-1,1-2 1,-7-1-75,-8-3 0,-1 0 132,17 1 0,5 1 0,-8-1 0,-10-2 0,11-1 0,-33 0 0,-11 3 0,-18 0 0,2 1 0,-2 1 0,9-2 0,0 0 1638,-9 2 0,1 0 1638,6-3-3152,-1 2 0,12-4 0,8 0 0</inkml:trace>
  <inkml:trace contextRef="#ctx0" brushRef="#br0" timeOffset="54233">22757 10081 24575,'-3'18'0,"-1"4"0,2 0 0,-1 0 0,4-14 0,0-2 0,11-11 0,-8 1 0,11-11 0,6-5 0,-1 1 0,-6 6 0,1 0-597,7-8 0,5-5 0,1-2 0,-1 2 597,-7 5 0,0 1 0,0 1 0,-1-1 0,5-2 0,-1 0 0,0-1 0,2-6 0,0 0 0,-8 8 0,-10 12 0,10-16 0</inkml:trace>
  <inkml:trace contextRef="#ctx0" brushRef="#br0" timeOffset="57082">30217 9799 24575,'-37'-2'0,"16"3"0,0 1 0,0-1 0,0 0-1614,-2 3 0,1 1 1614,-3-1 0,6-2 0,1 2 0,-1 0-1639,-2 0 1,1 1-1639,8-1 3262,-13 5 1902,3-3-1887,-6 5 0,1-4 0,9 1 0,1 1 0,-2 2 0,0 1 1126,-8 11-1126,12-3 0,-2 1 0,-5 8 0,19-19-321,-14 18 321,14-19 0,-8 19 0,8-20 0,0 16 0,1-19 0,4 19 0,-1-14 0,4 17 0,7 5 0,-3-5 0,0-5 0,1-2 0,-1-4 0,3 4 0,0 1 0,-4-10 0,13 18 321,0-10-321,-7-6 0,4 1 0,7 3 0,2 0 0,-8-5 0,1 0 0,10 0 0,-3-2 0,-5-3 0,12 1 0,-2-2 0,-15-2 0,10 0 0,9 2 0,-5-2-939,3-1 939,-5 0 0,9 1 0,-1 0 0,-7-1 1399,-10-3 1,1 1-1400,4 1 0,5 2 0,2-1 0,-4-1 0,6 0 0,-1-1 0,-7 1 0,0 0 0,1-1 0,2 0 0,3 0 0,-1 0 0,-3 0 0,4-1 0,0 0 0,-5 1 0,2 0 0,1-1 0,-1 0 0,1-2 0,-2 0 0,0 0 0,-2 1 0,-1 0 0,0 0 0,5-4 0,0 0 0,-5 0 0,-1-1 0,8-4 0,-3-1-3277,-16 5 3149,21-10 575,-18 6 1,0-3-448,1-2 0,-1-2 1475,2 5 1,0-2-1476,0-11 0,-4 2 0,-9 12 0,1-11 0,-1-3 0,-7-12 0,1 1 0,-6 11 0,-2-1 0,1 7 0,-1 0 3276,-7-12-2673,2 6 1,0 2-604,2 6-1639,-5-6 1,0-1-1639,4 9 1638,-8-7 1,0 1 148,9 11 478,-7-3 1,-6-4 0,3 4 1011,-6 2-508,4 3 1,-6-3 0,0 0 0,5 3 507,-11 0 0,12 4 0,-8-2 0,-5 0 0,0-1 0,2 2 0,7 0 0,-6 2 0,-1 0 0,5 0 0,-7 0 0,-3 0 0,0 0 0,5 0 0,6 1 0,3 0 0,1 1 127,-3 2 0,-5 0 1,1 1-1,8 0-127,1 1 0,-1 2 0,-5 3 0,6-2 0,2-1 0,-13 7 0,33-12 0</inkml:trace>
  <inkml:trace contextRef="#ctx0" brushRef="#br0" timeOffset="58748">21647 9343 24575,'18'-5'0,"-10"2"0,23-7 0,-20 6 0,7 0 0,4 0 0,1 1 0,1 0-3277,9-2 1638,-12 3 1,2-1 1284,5-2 1,-3 0 353,-2 2 0,0-1 0,8-1 0,2-1 0,-3 1-1093,-1-2 1,-1 1 0,1 0 1065,1 1 1,0 0 0,3-1 26,3-1 0,4-2 0,-3 0 0,-7 3-982,5-2 982,-11 3 0,7-2 0,5-1 0,-1 1 0,-3 0 0,-7 2-1471,-3 1 0,-1 0 1471,6-2 0,5-1 0,3 0 0,-1-1 0,1 0 0,3 0 0,-3 1 0,-4 0 621,-3 0 1,2-1-622,-4 1 0,6-1 0,5-1 0,3-1 0,-1 0 0,-1 1 0,-4 0 0,-7 3 550,0-1 1,-5 2 0,4-1-551,2-1 0,6-2 0,3 0 0,-1 0 0,-3 1 0,-8 2 0,0-1 0,-2 2 0,3 0 0,2 0 0,-5 0 977,-3-1-977,11 2 0,-2 0 3276,-17 3-2485,15-2 1,0 1-792,-15 1-656,15-2 1,0 0-1,-17 3 1,17-3 0</inkml:trace>
  <inkml:trace contextRef="#ctx0" brushRef="#br0" timeOffset="60664">31420 9056 24575,'10'-6'0,"-4"5"0,4-5 0,-5 6 0,2-1 0,1-1 0,0-1 0,5-2 0,-6 3 0,14-3 0,-13 3-1639,14-3 1,1 1-1639,-9 1 2346,17-1 1,0 0 930,-14 0-1639,11 2 1,0-1 918,-12 0 402,6 1 0,0 0 318,-10 1 0,9-2 0,0-1 0,-10 3-895,12-2 0,0 0 895,-14 3 1006,16-2 1,2 0-1007,-11 1-1049,11 0 1,1-1 1048,-11 2 998,9 0 0,-2 0-998,-12 0 0,25 0 0,-24-1 3276,20-2-2810,-10-1-466,0 1 1153,3-2-1153,-12 4 3276,1-5-385,0 6-1027,-5-3-1864,0 2 0,9-4 0,0 2 0,-3-1 0,12-3-2346,-22 5 2346,11-3 0,-6 3 0,-3 1 0,3-1 0,-9 1 0</inkml:trace>
  <inkml:trace contextRef="#ctx0" brushRef="#br0" timeOffset="64816">19465 7415 22473,'-37'6'0,"1"0"0,14-3 0,0 0 0,-4 3 0,-2 0 0,5 0 0,1 0 1022,-2 7-1022,19-9 354,-4 3-354,6-3 179,1 3-179,0-1 0,3 7 0,-2-4 547,3 6-547,1 2 0,4 0 0,2 1 0,9 14-1639,4-2 1,1-3-1639,-2-5 3219,-2-6 1,7 4-1,0-1 1,-7-5-786,2 0 843,2-1 0,10 4 0,3 3 0,-1-3 0,-8-3-852,-6-5 1,1 0 851,5 2 0,9 3 0,4 2 0,0 0 0,-3-2 0,-9-2-1639,0-2 1,0 0 1618,-2 0 0,6 2 1,2 0-1,0 0 0,-3-1 20,1-1 0,-2 0 0,-1-1 0,0 0 0,5 3 0,-2-1 0,6 2 0,-11-4 0,4 0 0,3 1 0,1 0 0,0 1 0,-2-2 0,-2 0 0,-5-1 0,5 2 0,-5-1 0,5 0 0,-2-1 0,6 2 0,1 0 0,2-1 0,-2 0 0,-3-3 0,3 0 0,-1-3 0,-2 0 0,1 0 0,-1 2 0,0 0 0,1 1 0,5-2 0,-8-1 0,4-1 0,1-1 0,2 1 0,0-1 0,1-1 0,-1 1 0,-2-1-320,2 0 1,-1-1 0,0-1 0,0 1 0,-1-1 0,0 1 0,0 0 319,2 0 0,-1 1 0,1 0 0,-2-1 0,1 1 0,-2-2-78,4 0 1,-1 0 0,-1-1 0,-1 0 0,-1 0 77,1 1 0,-1 0 0,-2 0 0,-2 0 0,-2 0 0,-2 0 0,4 0 0,2 0 0,6 0 0,2 0 0,-4 1 0,-7-1 0,-2-1 0,-2 1 0,3 2 0,2 0 0,-7 0 0,-10 0 0,7-1 0,0 0 0,3-4 0,-2-1-106,7-3 1,-1-1 105,-9 4 0,3-3 0,3-2 386,-1-3 1,-2 0-387,-6 5 0,0-2 924,6-4 0,2-2 0,-2 0-924,-4 1 0,-2 1 687,-1 0 0,-1 1-687,5-8 3276,-14 8-1830,0 3 1830,1-20-2776,-7 13 1,-1-2-501,0 1 0,-1-2 0,-6-14 0,-1 2 132,-1 6-132,-1 5 0,-2-4 0,1 5 0,-7-1-40,1 3 1,-3-4-1,-3 2 40,-2 5 0,-2 2 0,0 0-912,3-1 0,1 1 0,-2 0 912,-4 3 0,-2 0 0,-1 1 0,3 1 0,3 1 0,2 2 0,-5-1 0,4 2 0,-3 0 0,-3 0 0,-1 0 0,-1 1 0,1-1-469,-2 0 1,-1 0 0,-1 0 0,0 1 0,0-1 0,1 1 0,2-1 123,2 1 0,1 0 1,1 0-1,1 0 0,-2 0 1,-1 0 344,-1 0 0,-1 0 0,0 0 0,-2 0 0,2 1 0,-1-1 0,3 0 0,-2 0 0,1 0 0,1 1 0,0-1 0,2 0 0,1 1-800,-2-1 0,4 0 0,-2 0 1,-5 0 799,8 1 0,-4 0 0,-4-1 0,-2 1 0,-2-1 0,0 0 0,-1 1 0,2-1 0,1 1 0,4-1 0,3 1 0,4 1 0,-11-2 0,8 0 0,-9 1 0,11 0 0,-5 1 0,-5 0 0,-3-1 0,-2 1 0,-1-1 0,0 1 0,1 0 0,1 0 0,4 0 0,3 1 0,6 0 0,-6 0 0,6 1 0,1 0 0,-6 0 0,3 0 0,-5 0 0,-4-1 0,-1 1 0,-1 0 0,1 0 0,2 0 0,5 0 0,4 0 0,-4 0 0,7 1 0,-5 0 0,2 0 0,-5 1 0,-2-1 0,1 1 0,4 0 0,6 1 0,3 2 0,0 1 0,-9-1 0,-7 2 0,-2 0 0,4 0-715,5 2 0,1 0 1,2-1 714,0-1 0,2 0 0,-1 0 0,0 0 0,1 1 0,0 0-380,-1 1 0,1 1 0,3-1 380,2-2 0,-1 0 543,-7 5 0,-3 2 0,8-2-543,9-2 0,-5 2 0,12-5 0</inkml:trace>
  <inkml:trace contextRef="#ctx0" brushRef="#br0" timeOffset="67881">30414 7236 24575,'-9'2'0,"-4"0"0,6-1 0,-10 2 0,0-1 0,-1 2 0,-9-3 0,17 0 0,-11 0 0,-2-1 0,3 1 0,-9-1 0,0 1 0,4-1 0,-6 1 0,1-1 0,11 1 0,-16 0 0,2-1-1775,20 0 1775,-8 0 0,-3 0 0,-2 3 0,3-1-1639,-5 1 1,1 1-1281,10 0 2145,-15 1 0,-2 0 774,13 0-1639,-10 1 1,0 0 1284,13-2 328,-8 3 0,0 0 26,13-2 1638,-7 2 0,-1 1-1310,0 3-328,2 0 0,2 0 0,2 1 0,3-4-2577,-14 16 2577,17-16 0,-4 7 0,1 2 0,7-10 854,-11 17-854,5-5 0,3-5 0,-2 4 0,2 1 0,5-5 0,-4 19 0,7-22 0,4 18 0,0-17 0,8 15 0,-5-13 0,15 15 0,-13-15 0,12 6 0,1 0 0,-11-8 0,9 4 0,5 0 1501,4-2 1,4-2-1502,-4-2 0,1 1 0,1-1 0,-4-2 0,1 0 0,1 0 0,1-1-820,3 0 1,1-2 0,0 0 0,-2-1 568,-3 0 1,-1 0 0,4-1 250,0 0 0,5-1 0,0 1 0,0 0 0,-6-1-740,5 1 0,2-1 740,-11 0 0,7-1 0,3 1 0,3-1 0,-1 1 0,-2-1 0,-4 0 0,-6 0 622,6-1 0,2 0-622,-10 1 0,5-1 0,5 1 0,3-1 0,2 1 0,1 0 0,-2-1 0,-3 1 0,-3-1 0,-5 1 0,8-1 0,-5 0 0,5 0 0,-5 1 0,5-1 0,4 0 0,2 1 0,0-1 0,-2 1 0,-5-1 0,-5 0 0,1 0 0,-5 0 0,3 0 0,0 0 0,4 0 0,3 0 0,-1 0 0,-1-1 0,-6-1-650,1-2 0,-4 0 0,1 0 650,7 2 0,0 1 0,-1-2 0,-5-3 0,-2-2 0,-4-1 1881,4-5-1881,6-4 870,-14 7 1,-3-1-871,1-6 0,-2 2 0,1 1 0,-3-3-754,-2-1 1,-2 2 753,-5 8 0,3-13 3276,-5 1-2559,-1-6-3614,-4-10 2897,1 16 0,-2 4-178,-5 8 178,3 0 0,-10-2 0,-6 0 0,-4 0 0,-5 1 0,0 0 468,0 0 1,0-1-1,-6-1-468,11 5 0,-6-2 0,-2 0 0,-1 0 0,-1 0 0,1 0 0,4 1 0,3 1-770,0 0 1,5 0 0,-1 1 0,-7-2 769,5 2 0,-5-1 0,-4-1 0,-3 0 0,-1-1 0,-1 1 0,1-1 0,2 1 0,3 1 0,5 1 0,5 0 0,-5 0 0,6 1 0,-4 0 0,0 0 0,-4-2 0,-3 0 0,-2 1 0,0-1 0,0 0 0,1 1 0,2 1 0,-1 1 0,1-1 0,0 1 0,-1 1 0,1-1 0,-1 0 0,1 1 0,1 0 0,0 0 0,-1 0 0,0 0 0,-2 1 0,-1-1 0,4 0 0,-1 0 0,-2 1 0,-1-1 0,-1 0 0,0 0 0,0 0 0,1 1 0,2 0 0,1 0 0,3 0-224,-9 0 0,4 0 0,1 1 1,1 0-1,0 0 0,-1 2 224,-2 0 0,-2 1 0,-1 1 0,3 0 0,4 1 0,6-1-116,-3 2 1,4 1 0,0-1 0,-3 1-1,8-2 1,9-2 0</inkml:trace>
  <inkml:trace contextRef="#ctx0" brushRef="#br0" timeOffset="70048">20631 12401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40:01.7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6170 5221 24575,'8'-3'0,"5"-4"0,8-8 0,-4-8 0,2-7 0,-1 3-1639,-5 9 1,0-2 1542,2-7 1,2-8-1,1-4 1,-2 3-1,-3 7 96,-3 2 0,-2 0 0,3-3 0,2-7 0,1-3 0,-2 3 0,-2 8 0,-2 6 0,-2 0 0,2-5 0,1-7 0,0 2 0,-3 9 1168,-3 8-1168,8-20 0,-1 2 0,-7 24 0,6-15 0</inkml:trace>
  <inkml:trace contextRef="#ctx0" brushRef="#br0" timeOffset="5516">10135 7538 24575,'13'-4'0,"8"-6"0,2-1 0,5-4-820,-6 3 1,6-4 0,3-1 0,-2 1 574,-4 3 0,1 0 1,-1 0-1,1 0 245,1-2 0,0 0 0,0-1 0,2 1 0,0-1 0,3 0 0,0 0 0,-3 1 0,-5 3 0,-2-1 0,-1 1 0,6-4 0,6-3 0,-2 0 0,-6 5 0,-2 0 0,-1 0 0,6-5 0,0 0 0,-7 5-3277,2-1 2738,6-5 1,-4 2-1,-17 13 1,-1 1-1</inkml:trace>
  <inkml:trace contextRef="#ctx0" brushRef="#br0" timeOffset="6415">13325 9242 24575,'22'-11'0,"-12"6"-1093,10-7 1,8-7 0,-5 5-2185,-5 2 2457,5-2 1,8-5 0,0-1 0,-7 5 163,4-2 1,3-2-1,-3 3 1,-17 9 0</inkml:trace>
  <inkml:trace contextRef="#ctx0" brushRef="#br0" timeOffset="8565">2439 14731 24575,'-16'9'0,"6"0"-3277,-17 8 0,19-9 1638,-8 7 1,1-2-1639,9-6 2653,-13 13 1,1 1 623,12-13-1015,-13 12 1,0-1 1014,14-12 740,-10 9 1,0 1-741,6-7 0,-5 9 0,0 0 0,6-7 0,-6 11 0,2 0 0,6-11 0,-6 20 0,0 2 0,6-14-186,2 5 1,-1 7-1,3-5 186,6 5 0,0-8 0,1 4 0,1-4 0,10 8 0,-1-9 0,2 5 0,1-2 0,-2-7 0,1-1 0,0 1 0,-1 1 0,1 0 0,0 1 0,8 1 0,1 1 0,-3-4 2172,5 4-2172,-6-8 0,6 3 0,0 0 0,-6-4 0,8 7 0,-4-7 0,7 2 0,0 0 0,-7-3 0,2 0 0,-4-2 0,7 2 0,3 0 0,-2-1 0,-2-3 0,0-2 0,0 0 0,-1 0 0,6 3 0,-1 1 0,4-2 0,-9-4 0,4-1 0,3 0 0,0-1 0,-1 0 0,-3 0 0,-5-1 39,-1-1 1,-4 0-1,5 0-39,0 0 0,7 0 0,4-1 0,1 1 0,0-1 0,-2 0 0,-4 1 0,-7-1 0,4 0 0,1 0 0,-6 0 0,5 0 0,6 0 0,2 0 0,1 0 0,-1 0 0,-1 0 0,-5 0 0,-6 0 0,4 0 0,-5 0 0,4 0 0,2 0 0,5 0 0,4 0 0,2-1 0,-1 1 0,-3 0 0,-5-1 0,0 0 0,-3 0 0,-2 0 0,1 0 0,7 0 0,-1 0 0,1-1 0,-2-1 0,3-1 0,-3 0 0,-8 0 0,3-4 0,-5 2 0,7-1 0,4-1 0,-1-1 0,-5 1 0,1-4 0,-4 0 0,2 0 0,6 0 0,1 0 0,0-1 0,0-3 0,-2-1 0,-2 0-1104,1-3 0,-3 0 1104,-2 3 0,1 0 821,-7 0 0,-1-2 0,-2-1-821,-3-3 0,-2-2 0,6-7 0,-1 0 0,-5 7 0,-1 0 0,3-9 0,-3 4 1517,-4 10-1517,8-13 0,0-1 0,-6 13 74,2-7 0,0 1-74,-5 10 0,0-7 0,-1 1 0,-3 13-453,1-15 0,-3-1 453,-5 13 0,0-9 0,-1-2 0,-14-8 3276,6 6-2953,-4 3 1,-1 4-324,5 9 0,-13-10 0,0-1 0,12 12-739,-7-4 0,-8-3 0,6 3 739,-1 0-265,3 4 1,-7-1 0,-1-1 0,-1 2 264,1 2 0,-1 2 0,0-1 0,0 1-552,0-1 1,1 1-1,-3-1 1,-3 0 551,7 3 0,-3-1 0,-1 0 0,-2 0 0,-1 1 0,-1 0 0,0-1 0,-1 1 0,5 1 0,-1 0 0,0 0 0,-1 0 0,-1 0 0,0 0 0,-1 0 0,0 0 0,-1 0 0,-1 0 0,0 0 0,4 0 0,-2-1 0,0 1 0,-1-1 0,-1 0 0,0 1 0,-1-1 0,0 0 0,1 0 0,-1 1 0,1-1 0,0 0 0,1 1 0,1 0 0,0-1-49,-2 1 0,1 0 0,1 1 0,1-1 0,0 0 0,0 1 0,-1 0 0,1-1 0,-1 1 0,0-1 0,-1 0 0,-1 1 49,3-1 0,-2 0 0,-1 0 0,-1 0 0,-2 0 0,1 0 0,-1 0 0,1 0 0,0 0 0,1 0 0,2 1 0,1-1 0,2 1 0,3-1 0,3 1 0,3 0-359,-13 0 0,9 1 1,1 0-1,-8 0 359,8 0 0,-3-1 0,-5 1 0,-2-1 0,-2 1 0,-2-1 0,1 1 0,0 0 0,2-1 0,2 1 0,4 0 0,4 0 0,5 1-179,-7 0 0,7 0 0,-4 1 179,1-2 0,-4 0 0,-4 0 0,0 0 0,-1 1 0,3 0 0,3 1 0,-6 3 0,2 1 0,3 1 0,0 1 0,-4 4 0,2 2 0,-2-1 0,3-5 0,-1-1 0,0 0 0,3 4 31,3 5 1,2 3 0,3-1 0,5-2-32,0 2-38,0 4 0,-4 5 0,5-5 38,4-6 0,-2 11 0,1-4 0,10-17 0,-4 10 0</inkml:trace>
  <inkml:trace contextRef="#ctx0" brushRef="#br0" timeOffset="9665">19362 14945 24575,'0'17'0,"0"4"0,-1-6 0,-1 18 0,-2-13 0,2 6 0,-3 0 0,5-17-3277,-3 15 0,3-17 3047,0 10 230,2-14 0,2 1 0,2-9-1639,12-14 1,2-4 378,-2 1 1260,-1 0 0,5-8 0,0-3 0,-4 2 0,-5 2 0,-2-1 0,0 0 0,1 5 0,2-2 0,-1 1 0,-3-2-159,-4-3 0,-1-1 0,-4 0 0,-3 2 159,-4 4 0,-4 1 0,1 1 0,2-11 0,0 3 0,-5 9 0,-1 1 0</inkml:trace>
  <inkml:trace contextRef="#ctx0" brushRef="#br0" timeOffset="11451">1775 12755 24575,'-14'15'0,"5"-4"0,-6 1 0,-1 0 0,2 0-1639,-4 6 1,0-1-1639,8-7 1638,-7 14 1,2 3 420,8-9 1656,2 6 1,-1 7 0,2 0-439,2-3 0,2-1 0,-1 0-1639,0 9 1,0-2 1496,1 1 1,2-4 141,4-10 0,3 0 0,5 12 0,-1 2 0,-3-9 0,2 2-479,5 3 0,5 2 0,-2-6 479,-6-13 0,2 0-414,6 6 1,6 4 0,1 1-1,-5-5 414,-5-5 0,3 0 92,0-1 0,6 4 0,4 2 0,1 0 0,2 0 0,-2-3-92,0-3 0,2-1 0,0-1 0,0-1 0,0 1 0,-1 1 63,-3 0 1,-2 0 0,0 0 0,1 1 0,1-1 0,3 0-64,-3-3 0,4 1 0,2 0 0,2-1 0,0 1 0,-1-1 0,-1-1 0,-4-1 0,-3-1 0,-6-1 0,11 0 0,0 0 0,-9-2 0,7 1 0,5 1 0,2 0 0,2 0 0,-2 0 0,-2-1 0,-5-1 0,-6-1 0,0-1 0,-6-2 0,7 0 0,-1 1 0,5 0 0,4 1 0,4-1 0,1 0 0,0 1 0,1-1 0,-3-1 0,-3 0 0,2 0 0,-1-1 0,-1-1 0,-1 0 0,1 1 0,-1-1 0,1 1 3,-3 0 1,-1 0 0,1 1 0,-1-1 0,1 1 0,0-1 0,0 0-1,1 0-3,3-1 0,3-1 0,1 0 0,-1 0 0,-1-1 0,-2 1 0,-4 0 0,-4 0 0,2-1 0,-6 1 0,5-2 0,0 1 0,4-2 0,3 0 0,0-1 0,-2 0 0,-6 0 0,1-3 0,-4-1 0,1 1 0,9 0 0,1 0 0,-3-1 0,-7-3 0,-2-1 0,-6 2 1610,-4 3-1610,10-9 0,3-2 0,0 3 0,-1 2 1167,-8 1 0,2 0-1167,7-4 0,4-2 0,-8 5 3276,-10 5-2909,6-8 1,5-5 0,-6 4-368,-7 2 0,7-14 0,-1 1 0,-11 14-734,1-9 0,-2 0 734,-6 12 0,3-13 0,-1 0 0,-2 11-1639,-2-13 1,0 1 1153,-1 16-200,-7-16 1,-3 1 684,2 9 0,-9-11 0,-1 0 0,9 12 230,-1-1 0,-4-5 0,0 2-230,-4 0 0,0 1 0,2-3 0,-2 0 0,-2 4 0,-3-1 0,-1 3 0,3 5 0,-1 2 0,1 0 0,1-2 0,0 1 0,-4 0 0,1 2 0,-4 0 0,-2 1 0,-2 0 0,2 1-151,-3 0 1,0 1-1,-1 0 1,-2 1-1,-1-1 151,5 1 0,-2-1 0,-2 1 0,-1-1 0,0 1 0,1-1 0,1 1 0,2 0 92,-1 0 0,3 1 0,1 0 0,0 0 0,-2-1 0,-3 1-92,5-1 0,-5 1 0,-1-1 0,-2 0 0,0 0 0,0 0 0,3 0 0,2 1 0,5 0 0,4 1 0,-2 0 0,6 1 0,-6-1 0,1 0 0,-7 0 0,-5-1 0,-2 0 0,-2 0 0,2 1 0,2-1 0,5 2 0,7 0 0,-2 1 0,7 1 0,-6 0 0,-2 0 0,-6-1 0,-5 1 0,-1 0 0,2 0 0,5 0 0,7 0 0,-3 0 0,1 1 0,-3 1 0,-7 1 0,-2 1 0,4 0 0,10-1 0,-3 2 0,2-1 0,-9 2 0,-1 0 0,10-1 0,-2 1 0,7-1 0,-6 2 0,-3 1 0,-1 1 0,2 0-579,0 1 1,1 0 0,-1 1-1,0 0 579,3-2 0,1 1 0,-2 0 0,-1 0 0,-1 1 0,1-1 0,-3 2 0,-1 0 0,-1 0 0,1 0 0,0 1 0,2-1 0,0 1 0,2-1 0,0 1 0,0 0 0,0-1 0,0 0 0,0 0 0,-1-1 0,1 0 0,0 0 0,0 1 0,0 0-88,0 1 0,-2 2 0,0 1 0,3-2 0,3 0 1,5-3 87,3-1 0,2 0 553,-7 7 1,-3 3 0,5-1-554,8-2 0,3-1 0,-4 0 0,2 0 0,-4 8 0</inkml:trace>
  <inkml:trace contextRef="#ctx0" brushRef="#br0" timeOffset="14383">3916 15857 24575,'20'24'0,"-7"-12"-1639,5 10 1,-2-1-1639,-5-10 1638,7 11 1,0-1-1639,-11-13 2750,11 13 1,1 1 526,-9-12-1047,10 13 1,-1 0 1046,-8-12 555,9 10 1,1 0-556,-6-8 0,10 5 0,1 0 0,-9-7-55,4-2 1,5 3 0,-4-4 54,1-1 0,2-1 0,6 3 0,-5-3 0,2-1 179,1-1 0,8 0 0,-2 0-179,-6-2 0,-1-1 0,0 0 0,2 1 0,-1 0 0,2-1 0,0 0 0,3-1 0,-3-1 0,-5 1 2828,4 0-2828,-1-3 0,6 0 0,-9 0 0,-9 1 1638,6-4 0,-1 0-684,-11 4 2322,4-4-2514,-13 4 0,0 1 1,-3 1-1</inkml:trace>
  <inkml:trace contextRef="#ctx0" brushRef="#br0" timeOffset="15031">5050 16243 24575,'0'15'0,"2"8"0,-1-18 0,3 16 0,-3-16 0,1 11 0,-1-12 0,1 2 0,-3-19 0,0-4 0,-3-4 0,-6-4 0,7 18 0,-10-9 0,19 13 0,-3-1 0,30 0 0,-14 1-1639,11 0 1,-1 0-1639,-14 2 3162,11-3 0,-2 2 115,-18 2 0,3 9 0,-26 18-742,6-8 742,-7 9 0,9-15 0,3 0 3276,-6 7-135,20-18-3141,8-2 0,-1-7 0,9-4 0,-33 7 0,8-2 0,-12 4 0,8 1 0</inkml:trace>
  <inkml:trace contextRef="#ctx0" brushRef="#br0" timeOffset="23500">27161 10634 24575,'23'-18'0,"-1"0"0,0 0 0,0 0 0,2 0 0,0-1 0,-1 0 0,4-4 0,2-2 0,0-1 0,-2 3-820,-1 0 1,-1 0 0,-1 1 0,1-1 163,-1 3 1,0-2-1,0 1 1,0-1 0,0 0-1,2-3 1,1 0-1,-1-1 1,-2 2 0,-4 4 1113,2-2 1,-3 1-459,4-5 0,1-4 0,-6 6 0,-5 5 0,1-3 0,-3 2 0,-6 13 0,-2-2 0</inkml:trace>
  <inkml:trace contextRef="#ctx0" brushRef="#br0" timeOffset="28766">22721 12266 24575,'17'0'0,"-6"0"0,19 0 0,-10 0 0,1 0 0,8 0-1639,4 0 1,-2 0-1639,-13 0 2184,5 0 1,7-1 0,-6 1-398,-2-1 478,9 1 1,8-1 0,-5 1 1011,-1 0-406,-8 0 0,9 0 1,3 0-1,-3 0 0,-7 0 406,-6 0 0,1 0 0,8 0 0,8 0 0,6 0 0,0 0 0,-6 0 0,-9 0 0,-7 0 0,-2 0 290,11 0 1,7 0 0,2 0-1,-2 0-290,-4 0 0,0 0 0,-2 0 0,-2 0 673,4 0 0,4 0-673,-9 0 0,5 0 0,3 0 0,3 0 0,1 0 0,-2 0 0,-3 0 0,-1 0 0,-2 0 0,0 0 0,0 0 0,-1 0 0,2 0 0,-1 0 0,-1 0 0,1 0 0,0 0 0,1 0 0,2 0 0,-1 0 0,3 0 0,2 0 0,1 0 0,-2 0 0,-3 0 0,-3 0 0,-6 0 881,10 0 0,-1 0-881,-9 0 0,5 0 0,4-1 0,2 1 0,1 0 0,-3 0 0,-3 0 0,-6 1-364,1 0 1,-4 0 0,5-1 363,-1 1 0,6-1 0,3 0 0,3 0 0,0 0 0,-2 0 0,-3 0 0,-6 0 0,6 1 0,-6 0 0,6 0 0,-4-1 0,6 0 0,4 1 0,1-1 0,0 0 0,-2-1 0,-5 1 0,-7 0 0,7-1 0,0-1 0,-8 1 0,7 0 0,5 0 0,2-1 0,0 1 0,-2-1 0,-5 0 0,-6 1 0,-1-2 0,-5 1 0,5-1 0,1 1 0,6 0 0,3-1 0,2 0 0,0 0 0,-2 1 0,-4 0-371,6 0 0,-3 0 1,-2 1-1,1-1 371,-1 0 0,-2 0 0,1 0 0,1 1 0,4 0 0,3 0 0,-3 0 0,-11 1 2870,-4-2-2870,5 2 0,6 0 0,-9 0 1562,-12-2-1562,7 3 0,-2-2 3276,-14 0-3081,7-1-195,-8-1 0,-2 0 0,10-4 0,-1-5 0,2 2 0,-1-9 0,-8 3 0,1-1 0,-3-8 3276,-4 6 0,0-7-3044,-1 10-232,-3-5 0,5 3 0,-3 3 0,-2-16 0,6 23 0,-6-15 0,5 13 0,0 3 0,1 1 0</inkml:trace>
  <inkml:trace contextRef="#ctx0" brushRef="#br0" timeOffset="29384">28502 12106 24575,'-30'4'0,"1"0"0,0 0 0,-6 1 0,-1-1 0,2 1-1117,0 0 0,-1 0 1117,3-1 0,-5 1 0,2-2 0,9 0 0,4-2 0,-2 1 0,-9 0 0,0 0 0,9 0 0,2-3-1639,-15 2 1,0 1-1639,23-2 4105,-23 2-828,30-2 0,-5 0 0,9 0 0</inkml:trace>
  <inkml:trace contextRef="#ctx0" brushRef="#br0" timeOffset="32967">27802 12097 24575,'10'32'0,"-4"-14"0,0 2 0,0-1 0,-3-9 0,3 21 0,-4-23 0,4 15 0,-5-19 0,3 5 0,-4-6 0,1-14 0,-1 5 0,-2-19 0,-1 7 0,-3-2 0,3 6 0,0 7 0,0 4 0,-6 4 0,-11 3 0,-4 2 0,-5 4-1093,5-3 1,-4 0 0,4 0-2185,1 1 2044,-8 1 0,2 0 1233,16-4-345,-7 2 1,2-1 344,11-4 0,-5 3 0,15-4 0,17-1 0,-8-1 0,15 0 0,1-1 0,-16 2 314,16 0 0,1-1-314,-18 1 729,18-2-729,-23 2 0,0 0 0,1 0 3276,-1 2-544,11-2-2732,-10 1 0,18-1 0,-19 0 2344,10 0-2344,-1 0 0,-8 0 0,-5 0 0,-4 0 0,-10-1 0,11-1 0,1-1 0,0-6 0,-2-1 0,2-4 0,-4 0 0,2 7 0,-2-2 0,2 6 0,-1-1 0,-1 2 0,-1 2 0,-23 11 0,-6 2 0,14-5 0,-1 1 0,-4 2 0,1-1 0,3 1 0,0-4 0,24-22 0,2 1-1639,8-5 1,-1 0-1639,-7 8 2907,7-4 1,0 1 369,-9 8 0,7-8 0,-8 13 0,-11 11 0,6-4 0,-10 11 0,1-5 0,-5 3 0,4-4 3276,4-2-21,12-9-2493,1-2-762,2 0 0,-3 1 0,0-2 0,11 1 0,-7-1 0,13-2 0,-14 3 0,8-3 0,-1-4 0,7-3 0,-5 0 0,8-1 0,-13 9 0,-11 5 0,-5 3 0,-17 10 0,14-7 0,-1-2 0,10-5 0,4-8 0,-1 1 0,11-14 0,-8 11 0,9-13 0,-10 16 0,4-6 0,-7 12 0,1-2 0,-3 6 0,0 10 0,0-3 0,4 12 0,-3-13 0,11 13 0,-6-13 0,12 9 0,-9-13 0,0-1 0,-6-4 0</inkml:trace>
  <inkml:trace contextRef="#ctx0" brushRef="#br0" timeOffset="36466">29908 10722 24575,'-7'19'0,"-5"16"-3277,9-26 0,-5 17 5046,3-9-1769,0 14 1080,0-8-1080,2 2 0,-1-3 0,2-12 0,-1 14 0,0 1 0,0-11 1638,1 10 0,0 2-1209,-1 10-429,0 0 0,1-11 0,0-2 0,0-8 0,-2 14 0,2 0-3277,1-16 2816,0 6 1,-1 2-1199,2 6 1659,-1-11 0,0 9 0,2 4 0,1-5 0,0-1 0,-1-2 0,1 1-1639,6 13 1,0-4 71,-3-14 790,8 16 1,1-1 776,-10-19-219,13 17 0,1 0 219,-10-15-860,6 4 0,4 5 0,-3-5 860,-3-4 307,4 4 1,5 4-1,-4-4-307,-1-6 0,8 11 0,0-2 0,-9-9-654,10 5 0,-1-2 654,-11-8 169,8 3 1,7 4-1,-5-4-169,3-1 405,-1-1 1,6 2-1,-1-3-405,3-5 0,-1-2 0,-5 3 0,1-2 0,1-5 0,2-3 0,-8 0 3242,-6-3-3242,15-7 0,-2-1 3276,-20 5-2490,10-9 1,-1 0-787,-13 6-698,6-13 0,-1 0 698,-7 14-732,2-19 1,-1-3 731,-1 9-1093,-1-1 1,1-5 0,-2 5 467,1-6 625,-1 0 0,0-6 0,0 7-88,-2 8 88,0-7 0,1-8 0,-1 8 0,0 5 0,-3 2 0,0-5 0,0 5 0,0 4-209,-3-2 1,-4-4-1,2 4 209,-3 1 1019,-1-1 0,-3-6 0,-2 3-1019,-9-1 0,0 2 0,8 2 0,-1 0 0,-8 2 0,-3 0 0,6 5 0,5 4 38,-2 1 1,-4-1 0,4 1-39,-3-2 0,-4 2 3276,10 6-1433,3 3-1843,5 2 0,-3-2 0,11 2 0</inkml:trace>
  <inkml:trace contextRef="#ctx0" brushRef="#br0" timeOffset="37115">30788 10239 24575,'-7'20'0,"1"1"0,-7 10 0,0 1-500,5-6 1,0 1 499,-5 5 0,-2 2 0,3-9 328,5-9-328,-4 7 0,-3 7 0,3-8 0,4-8 0,-6 13 0,0 0 0,10-17 165,-8 13-165,11-22 0,-2 1 0,1-8 506,-1 4-506,2-4 0,7 4 0,17-5 0,-1 3 0,-1-2 0,0 0 0,-5 3 0,16-6 0,-29 12 0,-16 16 0,0-6 0,-9 6 0,-7 5 0,5-4-787,3-3 787,-2-2 0,-7 6 0,0-2 0,8-4 0,6-5 0,-11 5 0,0 0 0</inkml:trace>
  <inkml:trace contextRef="#ctx0" brushRef="#br0" timeOffset="43515">18094 11832 24575,'-13'6'0,"3"-5"0,-16 13 0,4-4 0,-9 6 0,-3 2 0,17-9 0,-2 1-820,-8 5 1,-7 2 0,1 0 0,6-3-820,10-5 1,-1-1 1248,-9 6 0,-9 5 0,-3 0 1,3-1-1,10-4-2428,-5 0 2818,9-3 0,-4 2 0,-1 1 0,-1 0-759,-3-1 1,-2 1-1,2-1 1,4-2 758,2 1 0,-1 0-290,2-1 0,-6 1 0,-5 2 1,0 1-1,1-2 0,5-1 0,7-2 290,3-1 0,2-1 0,-8 3 0,-8 3 0,-1 1 0,2-1 0,8-3 0,-7 5 376,5-4 1,-6 3 0,-3 0 0,4-1-377,3-3 0,2-2 0,-1 1 0,-3 2 0,-1 0 0,1-1 0,1-2 0,1-1 0,3-1 0,1-2 0,2-2 0,3 1 0,0 0 693,-7 1 1,20-4 0,5-1 0</inkml:trace>
  <inkml:trace contextRef="#ctx0" brushRef="#br0" timeOffset="47883">16466 12450 24575,'6'17'0,"6"6"0,1 6 0,-1-5 0,-6-1 0,-7-3 0,-4 4 0,0-6 0,-8-4 0,2-10 0,1 0 0,1-2 0,6-2 0,2-4 0,-1 1 0,-2-13 0,3 11 0,-5-14 0,2 16 0,-32 10 0,15-4-820,-1 5 1,-8 3 0,-1 0 0,7-2-2458,-7 1 3219,2 0 1,-8 2-1,-1 1 1,9-3-103,-4 1 160,3 0 0,-5 1 0,4 0 0,9-1 0,2 0 0,-2 0 0,2 0 0,-9 12 0,23-17 0,0 1 0,20-14 3276,-1 1-1638,10-7 0,6-2-1587,4 2 0,4 0 0,-3 0-1383,-5 0 1,2-1 1331,-6 5 0,6-2 0,3-1 0,2 0 0,-2 0 0,-4 2 0,-5 1 0,3-1 0,0 0 0,-2 1 0,7-3 0,2 0 0,1-1 0,-4 2 0,-7 1-1639,1-2 1,-3 2 365,9-3 0,-6 1 1273,-13 5 0,-34 16 0,-9 6 0,11-6 0,-11 3 0,-7 3 0,8-4 0,9-5 0,-5 2 0,-6 0 0,7-1 0,10-4 970,-9 4 1,5-4-971,17-6 0,4-17 0,3 10 3276,6-14 0,-1 7-3044,-3 4-232,11-13 0,-13 19 0,0 0 0,-25 21 0,-9 7-446,8-6 446,-7 5 0,-9 4 0,7-4 0,1-5 0,6-2 0,-3 2 0,4-4 0,2-3 0,-8 5 0,25-11 0,10-10 0,3 1 0,3-5 0,3-3-1639,1 1 1,1 0-1423,4-7 3061,-7 10 0,-2-1 0,1-2 0,1 1 0,1-2 0,-7 6 0,-7 8 0,-4 0 0,-2 6 3276,-4 1-1638,-7 7 0,-4 4-1522,-4 1 0,-1 0-1519,5-2 1,-1 0 1402,-3 2 0,-1-2 0,-7 2 0,10-5-460,-3 1 1,3-2 459,10-6 0,-4 4 0,14-8 0,24-13 0,-4 3 0,0 0 2659,13-6-2659,-7 7 0,4 1 0,-4 2 0,4 2-1093,-4 1 1,5-1 0,-6 1-1350,-1 0 2061,-1 1 0,-4 1 381,-13-1 0,8 0 0,-11 0 0,4 0 0,4 0 3276,-2 0-146,1 0-1990,-7-2-1140,-37-1 0,16 1-1093,-6 2 1,-6 0 0,6 0-2185,2 1 2011,-14 3 1,1 1 1265,17-2 0,-1 0 0,0 1 0,9-2 0,9-1 0,7-1 3276,1 0-907,1-1 907,-7 2-3112,-9 3-164,-16 18 0,7-9 0,-2 2 0,9-3 0,26-10 0,-11 3 0,19-8 0,5-3 0,-7 3 0,2-3 0,-2 1 0,-7 3 0,5-3 0,-15 3 0,3 1 0,-4-1 0,3-4 0,4-7 0,1-6 0,-1 1-3277,2-5 0,-10 16 0,4-12 2544,-6 16 733,3-7 0,-3 5 0,2 0 0,0-1 3276,9 0-1640,-4 4-1636,3-2 3276,-6 4-900,-5 2-2376,-16 14 0,7-7-1639,-16 8 1,0-1-1639,10-8 3200,-11 3 0,-8 3 1,5-2-490,0 0 566,-1 0 0,-6 1 0,7-2 0,7-1 0,-7 3 0,2-1 0,17-8 0,-10 8 0,19-11 3276,7-1-49,-1 0-3227,12 1 0,4 1 0,4-1 0,4-1 0,7 2 0,-5-2 0,4 0 0,-3-1 0,6-1 0,-8-1 847,-8 0-847,2-1 0,-1-1 0,-12 3 0,-2-1 0,-2 3 0,-3 0 0,2 0 0,-4-1 0,2 0 0,1-7 0,4-9 0,-3 3-3277,3-15 0,-6 22 1357,5-21 1920,-5 20 0,6-24 0,-7 24 0,9-19 0,-10 16 0,6-5 0,-5 6 3276,1 5-604,-4 3-2672,1 8 0,-2-2 2526,-1 16-2526,2-13 0,-5 15 0,6-16 0,-6 16 0,0 1 0,-1-1 0,-8 11 0,6-24 0,-6 4 0,0-16 0,5 0 0,-4-3 0,10 6 0,3-1 0,15 1 0,-5 0 0,6 0 0,4 0 0,-2 0 0,3-2 0,-7-4 0,-18-10 0,4 5 0,-3-5 0,-2 6 0,5 5-3277,-12-15 0,12 15 2576,-11-20 701,10 17 0,-4-17 0,3 7 0,-2-2 0,3 6 3276,-1 4-1,3 3-2571,3 2-704,-2 2 0,2 5 0,-2 0 0,5 6 0,4 6 0,-3-3 0,8 20 0,-12-20 0,5 8 0,-1 1 0,-5-7-1639,4 9 1,-1-1-1639,-2-11 3047,3 17 230,1-10 0,-2-5 0,0 5 0,-2-12 0,-11-3 0,3 2 3276,-6 3 0,6-1-3044,-4 4-232,6-6 0,-2 2 0,4-4 0</inkml:trace>
  <inkml:trace contextRef="#ctx0" brushRef="#br0" timeOffset="52515">18036 15755 24575,'20'21'0,"-13"-11"0,12 17 0,-1 2 0,-9-7 0,2 0 0,3 7 0,-1-2-1639,2 6 1,-2-2-1,-2-5 1,1 1 545,3 4 1,1 4 0,-3-9 2360,-3-6-1268,4 7 0,4 6 0,-4-7 1728,-4-8-1728,3 5 0,5 4 0,-4-6 0,-2-6 0,4 9 0,1-1 0,-6-14 3276,-2 5 0,-6-13-2993,-6-1-283,-5-10-820,1-3 1,1 0 0,1 2 0</inkml:trace>
  <inkml:trace contextRef="#ctx0" brushRef="#br0" timeOffset="53664">18138 15802 24575,'-4'26'0,"0"0"0,0-1 0,1-5 0,0-2 0,-2 19 0,1-5 0,2-19 0,-7 22 0,4-18 0,0 1 0,1-9 0,1-24-1639,-2-2 1,-1-2-1639,0-7 2356,-2-2 1,0 3 920,2 12 0,-1-4 0,-1-1 0,2 8 0,-2-8 0,7 15 0,2-3 0,10 6 0,11 7 0,13 4 0,-10 1 0,1 2 0,-21-11 0,0 1 3276,-4-1-565,-1 1-303,-3 10-2408,-7 6 0,0 1 0,-11 9 0,12-18 0,-6 8 0,17-18 0,8-6 0,0-3 0,9-10 0,-14 14 0,3-5 0,-9 7 0,-4 5 0,-2 2 0,1 0 0,3-2 0</inkml:trace>
  <inkml:trace contextRef="#ctx0" brushRef="#br0" timeOffset="55399">18449 16932 24575,'0'6'0,"0"13"0,0-10 0,1 12 0,0 1-3277,-1-11 2694,1 20 1474,-1-4-891,5 2 0,-4-3 0,1 1 0,5 3 0,-4-6 0,1-3 0,-2-10 0,3 9 0,0 3 0,3 4 0,2 3 0,-3-10 0,1-2 0,6 3 0,-4 0 0,16 0 0,-19-16-1639,20 6 1,2 1 1100,-10-5 538,3-1 0,10 2 0,1 1 0,-7-3-583,-6-2 0,0-1 583,7 2 0,7 1 0,4 0 0,-1-1 0,-3-1 0,-3-1 0,-2-2 0,-1 0 0,1 0 0,1 2 0,1 0 0,-1 0 0,0-1 0,5-1 0,0 0 0,-10-1 0,-8 0 0,3 0 0,-12 0 0,-9-3 819,-1-3 0,-4 1 0,2 0 0</inkml:trace>
  <inkml:trace contextRef="#ctx0" brushRef="#br0" timeOffset="56065">19311 17418 24575,'0'21'0,"0"-11"0,2 8 0,0 2 0,-1-7 0,5 9 0,2 2 0,4 7 0,3 1 0,-1-7 0,-10-17 0,1 2 0,-4-7 0,0-4 0,-9-16 0,3 6-1639,-6-6 1,0 0-1639,4 10 3047,-13-20 230,15 23-3277,-2-14 2017,7 14 1260,11-11 0,-3 10 0,27-4 0,-24 6-216,8 2 0,-1 1 216,-11 0 3276,10 1-2230,-13 13-1046,-2-6 0,2 23 0,-3-21 0,0 21 0,-1-24 0,-10 15 0,6-17 0,-24 12 0,7-11 3276,-8 3-88,3-10-2221,16 0-967,-12-12 0,13 8-1639,-8-5 1,-2 0-1639,7 4 3219,-17-8 1,25 13-1,-1-2 1</inkml:trace>
  <inkml:trace contextRef="#ctx0" brushRef="#br0" timeOffset="57932">20204 17140 24575,'-21'-1'0,"12"-1"0,-26 4 0,25-1-1639,-12 5 1,-1 0-1639,10-1 0,-19 6 2379,1 2 898,12-5-951,-8 4 1,1 1 950,10-5-911,-5 3 1,3-1 910,12-3 1672,-18 13-1672,20-12 1284,-13 16-1284,16 0 0,-2-3 0,6 0 0,3-3 0,0-8 200,5 9 0,1 0-200,-3-10 0,9 7 0,0-1 0,-5-6 0,13 3 0,1-1 0,-11-7 0,7 1 0,-1 0 0,-9-5 1603,15 0-1603,-7 0 0,-4 0 0,3-1 0,0 0 0,-8 1 0,15-1 0,0-1 0,-17 2 0,16-2 0</inkml:trace>
  <inkml:trace contextRef="#ctx0" brushRef="#br0" timeOffset="58583">20349 17409 24575,'-31'-1'0,"8"-1"0,6 8 0,10 5 0,5-2 0,0 8 0,5-8 0,-1-1 0,10 3 0,-2-8 0,1 2 0,2-2 0,-9-2 0,4 0 0,-3-4 0,-1 0 0,3-6 0,-2-3 0,0 5 0,1 0 0,8 25 0,2-4 0,1 8 0,-1-10 0,-6-7 0,1-1 0,-2-2 0,-4-4 0,-4 1 0,-4-2 0,1 3 0,-1 0 0</inkml:trace>
  <inkml:trace contextRef="#ctx0" brushRef="#br0" timeOffset="59118">20441 17457 24575,'24'-12'0,"-11"6"0,15-4 0,-22 8 0,15-1 0,-17 1 0,11 8 0,-3 17 0,-2-10 0,-1 7 0,-2-1 0,-5-11 0,6 15 0,-13-35 0,5 13 0,-9-27-3277,6 10 0,-1 1 3047,3-9 230,7 13 0,-2-3 0,5 6 0,-2 7 0,6 4 0,-4-1 0,14 8 0,-16-7-422,22 11 422,-20-11 0,14 5 0,-12-6 0,-1-1 0,-3-1 0,-4 0 0,-1 0 0</inkml:trace>
  <inkml:trace contextRef="#ctx0" brushRef="#br0" timeOffset="61748">23036 17688 24575,'8'-9'0,"6"-2"0,2-1 0,-1 0 0,7-2 0,-6 5 0,-2 0 0,4 0 0,4-6 0,-10 6 0,7-4 0,-1 0 0,-9 5-1639,9-6 1,1 1-1639,-9 6 2806,6-6 1,1-1 470,-6 5 0,15-17 0,0 2 0,-12 7 0,2 1 0,0 1 0,-7 6 1638,5-5 0,3 0 1518,14-7-3156,-11 8 0,1 0 0,8-6 531,-10 8 1,-2 1-532,0-3 0,2 1-3277,-3-2 0,-13 9 3047,6-5 230,-6 8 0,3-5 0,-5 6 0,1-2 0</inkml:trace>
  <inkml:trace contextRef="#ctx0" brushRef="#br0" timeOffset="64016">24369 17224 24575,'0'20'0,"0"-2"0,0-2 0,1 15 0,1-8 0,0 3 0,2 1 0,4 5 0,-5-13 0,1 2 0,2 0 0,1-1 0,1 4 0,0-1 0,2 2 0,-8-19 0,6 16 0,-3-14 0,-2 4 0,0-5 0,-6-5 0,1-3 0,-1 0 0,1-3 0</inkml:trace>
  <inkml:trace contextRef="#ctx0" brushRef="#br0" timeOffset="64515">24333 17274 24575,'15'-13'0,"9"-3"0,-9 6-1639,4 1 1,-1 1-1639,-7 5 1795,8-3 1,-1 2 1481,-10 3 1854,14 1-1854,-10 16 0,-3-8 0,0 11 0,-1 0 0,-2-11 1638,3 10 0,-4 3 1434,-15 9-1757,11-6-1315,-14-7 0,-5-3 0,-9-3 0,3-2 0,-9 1 0,27-9 0,0-3 0,20-5 0,-5 1 0,5 1 0</inkml:trace>
  <inkml:trace contextRef="#ctx0" brushRef="#br0" timeOffset="64898">24591 17295 24575,'12'13'0,"-5"-9"-3277,9 23 0,-10-22 181,7 17 3096,-9-19 1870,3 8-1870,-4-9 0,-1 0 0,8-17 0,-7 8 0,17-23 0,-15 23 121,8-8 0,-1 1-121,-4 7 0,15-13 0,-18 16 0,3-2 0</inkml:trace>
  <inkml:trace contextRef="#ctx0" brushRef="#br0" timeOffset="65498">24960 17268 24575,'-10'4'0,"-5"7"-3277,4 7 0,1-3 620,10 15 2657,3-20 0,6 20 0,-4-21-2519,14 14 2519,-15-18-391,23 15 391,-19-16 3276,14 6-2412,-10-8-280,-1-2-584,2-9 0,-3-10 0,-3 5-287,4-17 287,-10 23 0,0-18 0,-10 14 0,-1-1 0,-13 6 0,-2 6 3276,7 2-2511,-9 3 1,23-3-1,-6 1 1</inkml:trace>
  <inkml:trace contextRef="#ctx0" brushRef="#br0" timeOffset="66148">25097 17147 24575,'5'32'0,"-2"-12"0,1-2 0,-2-7 0,5 14 0,-3-9 0,6 20 0,-4-16-1639,-1-1 1,1-2-1639,-2-11 1328,0 8 3668,9-26-1719,2-4 0,3-3 0,5-4 0,-15 18 0,5-5 0,4 22 0,-10-9 0,18 20 1476,-23-18-1476,9 6 0,-4 0 0,-4-3 0,4 6 0,-15-5 0,-6-1 0,-1-3 0,-8 0 0,3-4 0,3 0 3276,-1-1-1244,14-1-2032,-3-2 0,5-1 0,-1 1 0,2 2 0</inkml:trace>
  <inkml:trace contextRef="#ctx0" brushRef="#br0" timeOffset="68035">26886 17161 24575,'7'16'0,"4"13"0,-6-18 0,1 8 0,-1 1 0,-1 3 0,3 6 0,-3 1 0,-1-9 0,0-2 0,-3-1 0,1-11 0,-1 1 0,0-5 0,0-2 0</inkml:trace>
  <inkml:trace contextRef="#ctx0" brushRef="#br0" timeOffset="68417">26942 17169 24575,'31'-1'0,"-9"-1"0,2 0 0,5-1 0,-4 1 0,1-1 0,2-1 0,5 0 0,-7-1 0,-9 1 0,10-1 0,-2 1 0,-14-1 0,6 4 0,-14 0 0,-1 2 0,-1 0 0</inkml:trace>
  <inkml:trace contextRef="#ctx0" brushRef="#br0" timeOffset="69583">26967 17493 24575,'18'10'0,"1"0"0,9 4 0,-5-1 0,-14-8 0,13 7 0,2 0 0,-10-5 0,5 3 0,1 1 0,-2 1 0,-1-2 0,-1 3 0,-12-12 0,12 10 0,-2-8 0,-1 3 0,4-5 0,-13-1 0,9-3 0,-9 1 0,9-7 0,-1-6 0,4-4 0,-3 4 0,4 0 0,-1 12 0,0-4 0,10 2 0,-16 3 0,9-1 0,-13 3 0,2-1 0,-7-1 0,-4-12 0,0-13 0,-1 2 0,1 2 0,-1-1 0,-1 3 0,1 0 0,1 2 0,-1 0 0,-3-6 0,0 2 0,5 8 0,-9-15 0,8 14 0,-2-2 0,4-6 0,2 5 0,-1 0 0,3 1 0,-1 15 0,0-3 0,-1 6 0</inkml:trace>
  <inkml:trace contextRef="#ctx0" brushRef="#br0" timeOffset="71149">27844 17194 24575,'-18'4'0,"5"-1"0,-9 7 0,13-5 0,-5 8 0,7 2 0,0-3 0,1 8 0,9-3 0,-4-3 0,12 11 0,-8-17 0,17 16 0,-1-5-3277,-4-3 0,2-1 957,-3-7 2320,-8-6-3277,22 5 2710,-20-6 222,20-1 345,-17-4 0,14-2 0,-15 2 0,0 0 0,-9 4 0</inkml:trace>
  <inkml:trace contextRef="#ctx0" brushRef="#br0" timeOffset="71666">28115 17310 24575,'-18'6'0,"3"2"0,10 3 0,9 4 0,0-4 0,10 4 0,-3-8 0,-1 0 0,4-3 0,-9-4 0,2 0 0,-3-3 0,4-9 0,0-9 0,-1 2 0,-3-10 0,-8 12 0,-7-4 0,0 10-3277,-15 5 0,16 6 3047,-11 0 230,17 0 0,-2 0 0,4 0 0</inkml:trace>
  <inkml:trace contextRef="#ctx0" brushRef="#br0" timeOffset="72181">28209 17236 24575,'15'21'0,"2"6"0,-4-12 0,-1 0 0,2 1 0,-5-8 0,-3-4 0,-2-2 0,-4-15 0,0 6 0,6-14 0,2 9 0,1-2 0,2 2 0,-6 9 0,1-2 0,-1 4 0,-3 1 0,-1 0 0</inkml:trace>
  <inkml:trace contextRef="#ctx0" brushRef="#br0" timeOffset="72848">28474 17178 24575,'31'-5'0,"-15"3"-3277,19-10 0,-29 10 0,18-11 3202,-19 12 75,3-6 0,-6 6 0,-2 0 0</inkml:trace>
  <inkml:trace contextRef="#ctx0" brushRef="#br0" timeOffset="73098">28553 17095 24575,'1'23'0,"0"1"0,-1-3 0,3 7 0,1 1 0,1-8 0,5 7 0,1-4 0,4-13 0,-2 1 0,7-6 0,-12-6 0,5 0 0,-11 0 0,1 0 0</inkml:trace>
  <inkml:trace contextRef="#ctx0" brushRef="#br0" timeOffset="73285">28715 17306 24575,'8'1'0,"5"1"0,-9-2-3277,10-4 0,-9 3 1328,9-9 1949,-10 8 0,4-3 0,-7 5 0</inkml:trace>
  <inkml:trace contextRef="#ctx0" brushRef="#br0" timeOffset="74236">27064 17969 24575,'16'7'0,"5"7"0,-6-3 0,4 9 0,-10-7 0,0-3 0,6-16 0,-3-11 0,7-11 0,-9 11 0,-1 5 0,-7 10 0,4 2 0,6 6 0,-4 0 0,9 4 0,-11-6 0,4 1 0,0-16 0,20-11 0,-13 4 0,7 3 0,-2 2 0,-10 8 0,12-2 0,-17 22 0,-4-9 0,6 24 0,-5-19 0,3 4 0,-1-7 0,7-3 0,-3 0 0,2-1 0,-9-2 0</inkml:trace>
  <inkml:trace contextRef="#ctx0" brushRef="#br0" timeOffset="74618">27755 18064 24575,'-1'5'0,"0"-2"0,0-2 0</inkml:trace>
  <inkml:trace contextRef="#ctx0" brushRef="#br0" timeOffset="74800">27783 18032 24575,'0'0'0</inkml:trace>
  <inkml:trace contextRef="#ctx0" brushRef="#br0" timeOffset="75868">23974 17626 24575,'25'22'0,"-2"-5"0,4 0 0,-5-5 0,2-1 0,-1 0-833,3 4 1,2-2 832,0-6 0,5 0 0,-1-1 0,-5-2-1047,-7-2 0,0-1 1047,6 0 0,7 2 0,5 0 0,0 0 0,-3-1 0,-8 0-656,2-1 0,-1-1 656,-1 1 0,6-1 0,5 1 0,1-1 0,-1 0 0,-4 1 0,-6-1 0,6 0 0,-2-1 0,-5 0 0,4 0 0,4-1 0,-1 0 0,0 0 0,-4 0 0,1-1 0,-3-1 0,0 0 0,1 0 0,1 0 0,1 0 0,0-1 0,-2 1 0,0-1 0,-2 0 0,-1-1 0,5-1 0,-6 0 668,-15 3-668,14-8 0,0-4 0,-4 0 0,1-2 0,4-4 0,-4 2 1175,3-7-1175,-8 8 0,4-5 0,-1-1 0,-2 2 0,-1-6 0,-1 0 0,-2 8 0,1-1 0,-2 0 0,4-11 0,-8 2 0,-15-3 0,6 2-1639,-13 7 1,-2 3 833,6 12-834,-10-9 1,0 0 553,13 13 1085,-19-9 0,-1 0 0,16 7-1459,-21-3 0,-1 0 1459,20 7 0,-14-1 0,-10-1 0,7 2 0,4 1 0,-7-1 0,3 0 0,22 4 0</inkml:trace>
  <inkml:trace contextRef="#ctx0" brushRef="#br0" timeOffset="77348">28608 16952 24575,'-23'5'0,"-7"-2"0,12 0 0,-7-1 0,2-2 0,12 0 0,-12 0 0,-7 1 0,5-1 0,2 2 0,-8-1 0,-8 0 0,7 0 0,8 1 0,-9-1 0,-9-1 0,8-1-688,5 1 688,1-1 0,-5 1 0,1-1 0,-1 0 0,0 1 0,2 0 0,-1 1 0,1-1 0,-1 0 0,1 0 0,-1 1 0,-1 0 0,7 1 0,6-2 0,-4 2 0,-7 1 0,5-1 0,0 2 0,-2-1 0,-5 0 0,6 1 0,-1 3 0,0-4 0,-6 0 0,8 0 0,10 1 0,-9 0 0,-7 1 0,7-1 0,12-2 0,-19 5 0,-2 4 0,2 4 0,12-9 0,-1 2-1639,-5 5 1,3-1-1181,7-6 1180,-11 6 1,0 1 378,16-7 332,-19 8 1,0 0 927,15-8-1210,-12 8 1,1 0 1209,14-8 1150,-6 5 0,0 0-1150,9-1 3276,-14 10-2993,10 7-283,-2 7 0,6-6-1734,1 8 1734,6-27 3276,-1 18-2456,3-19-820,0 15 0,0-15-3277,9 19 2358,-7-21 476,9 11 0,2 0 443,-5-4 1638,10 6 0,3 2-1289,-1-6 1,-1 0-350,-1 0 0,2-1 0,8 1 0,-1-3 335,-8-3-335,14 0 0,0-1 0,-16-2 0,11 0 0,8 1 0,-5-1 3276,-1 3-2497,2-2 1,7 1-1,0 0-1872,-9-1 1,0 0 0,0-1 644,-3-1 0,0 0 1,2-1 447,3 1 0,3 0 0,1 0 0,-1-1-531,-3-2 0,-2-1 0,2 0 0,1 0 531,-2 1 0,2-1 0,1 0 0,1 0 0,-2 0 0,-1 0-523,3 0 0,-3 0 0,1 0 0,4 0 523,-5 0 0,4-1 0,2 0 0,0 0 0,-2 0 0,-2 0 0,-6-1 0,2 0 0,-5 0 0,5-1 0,-2 1 0,6-1 0,3 0 0,3-1 0,-1 1 0,-2 0 0,-5 0 0,-6-1-1425,9 0 0,-3-2 1425,-5 3 0,4-2 0,3 1 0,-2-1 0,-3-1 0,3-3 0,-3-1 0,-3 0 1458,-3 3 1,1-1-1459,3-3 0,5-2 0,-2-1 0,-8 3 1740,-7-1-1740,11-10 0,-2-1 0,-13 9 1253,9-11 1,1-4-1254,-12 9 0,-1-1 0,5-11 0,0 0 0,-7 12 0,-2 1-1639,0-12 1,-2 4 648,-2 15 273,2-17 1,-1-2 716,-1 14 0,1-11 0,-3-2 0,-4 11 0,-1 1 0,3-1 0,-2-1 0,-11-3 0,-5 1 0,1 7 0,-2 2 0,-3 0 0,-2 0 0,-4-1 0,0 1 0,1 0 0,1 0 0,1 2 0,-3 0 0,1 2 0,-5 0 0,-1 1 0,4 2 0,7 0 3276,-7 0-3195,6 2 0,-8-2 0,0 1 0,9 1-81,3 0 0,-12 0 0,1 0 0,14 3 0,-10 0 0,24 0 0,-1 0 0</inkml:trace>
  <inkml:trace contextRef="#ctx0" brushRef="#br0" timeOffset="78368">31764 15552 24575,'-5'21'0,"-1"-2"0,1 1 0,1 4 0,-6 9 0,-2 0 0,4-14 0,-5 5 0,-5 7 0,-1-3-875,0-8 0,-1-1 0,-2 1 875,0-1 0,-2 2 0,-1 0 0,0 0 0,2-3-521,-3 1 1,1-2-1,-3 1 521,3-3 0,-4 3 0,-2 0 0,1 0 0,3-3 0,5-3 0,1-3 0,1 1 0,-7 4 0,-7 5 0,-3 2 0,3-1 0,8-5 0,5-4 0,1 0 0,-7 4 0,-5 3 0,-1 2 0,3-1-1093,1-1 1,2 0 0,1 0 385,1-3 1,0 0-1,0 0 707,-4 4 0,-2 1 0,1-2-1093,0-4 1,-1-1 0,4-1 926,-1 2 0,0 0-373,-7 1 0,-4 0 1,9-5 538,14-6 380,-15 4 0,-3 0-380,6-2 3185,-5 0-3185,12-1 0,25-7 0,-7 2 0,10-3 0</inkml:trace>
  <inkml:trace contextRef="#ctx0" brushRef="#br0" timeOffset="79599">30309 16471 24575,'-19'15'0,"1"0"0,-1-1 0,1 1 0,-1 0 0,0 0 0,-4 5 0,5-4 0,11-10 0,-16 18 0,27-26 0,16-4 0,-5-1 0,10-3 0,0 0 0,-11 5-1639,11-1 1,-1 0-1639,-13 4 2972,9 1 1,-1 0 304,-9 1 0,16 2 0,-17 0 0,6 7 0,0 6 0,-5-3 0,10 12 0,-15-17 0,16 12 0,-14-14 0,11 5 0,-12-8 3276,-7-6 0,-18-11-2665,5 5-611,-6-4 0,0 0 0,11 6 0,-8-5 0,1 0 0,10 6 0,-5-6 0,15 4 0,-1 3 0,-2 6 0,-15 22 0,4-4 0,-5 1 0,-1-2 0,3-4 0,-2 0 0,22-6 0,3-5 0,20 3 0,-16-4 0,15 2 0,-21-3 0,-12 13 0,-4-8 0,-11 7 0,-1-1 0,7-5 0,-15 6 0,42-23 0,-15 10 0,16-9 0,5-1 0,-6 3 0,6-5 0,-11-13 0,-9 19-3277,-5-27 0,3 29 3047,-4-12 230,-4 9 0,1 2 0,-5-2 0,6 6 0,0 3 0,-6 10 0,6-5 0,-12 12 0,17-14 0,-4 4 0</inkml:trace>
  <inkml:trace contextRef="#ctx0" brushRef="#br0" timeOffset="81598">29515 17502 24575,'10'-3'0,"5"-2"0,10 0 0,-7 0 0,0 4 0,3 1 0,3 0 0,-1 0 0,-3 0 0,0 0 0,9 0 0,4-1 0,-8 1 0,-5-1 0,9 0 0,7 0 0,-7-1 0,-6 0 0,2-1 0,6 0 0,-5 0 0,-4 0 0,14-4 0,-1 0 0,-20 5 0,21-6 0,0-2 0,-18 5 0,11-4 0,2-2 0,-8 2 0,0 0 0,1-1 0,2 0 0,-2 1 0,0-1 0,0 0 0,4 1 0,3-1 0,-7 2 0,-6 1 0,16-3 0,0 1 0,-19 6 0,12-4 0,1 0 0,8 0 0,0-2-1639,-15 3 1,-2 1-1639,-9 4 3047,24-11 230,-16 8 0,4-2 0,-6 2 0,-14 3 0,1 0 0</inkml:trace>
  <inkml:trace contextRef="#ctx0" brushRef="#br0" timeOffset="82515">31644 16979 24575,'5'0'0,"4"6"0,-5-4-3277,10 21 0,-11-16 1638,5 13 1,-2 1 1335,-5-6 1266,2 8 0,0 1-963,-3 5 0,0-3 0,0-1 0,0-20 3276,-3-4-474,2-4-6079,-4-20 1900,4 15 220,-7-27 1157,5 24-1639,-2-8 1,0 1 761,2 8-129,-4-16 1006,7 21 2990,-6-12-2990,4 12 0,-8-13 0,5 13 764,-12-14-764,10 13 3276,-9-6-1037,-9 18 30,13-5-2269,-13 14 0,1 3 32,12-10-32,-5 6 0,-3 1 329,-7 3-329,-1-2 0,10-4 0,1 0 0,-3-1 0,6 0 0,6-5 0,2-3 0,2 0 0</inkml:trace>
  <inkml:trace contextRef="#ctx0" brushRef="#br0" timeOffset="83118">30050 17568 24575,'21'0'0,"-1"0"0,9 3 0,-3 0 0,-10-2 0,11 4 0,0 2 0,-12-3 0,9 1 0,1 1 0,-8-1-1639,12 2 1,0 0-1639,-12-3 2627,14 4 0,11 1 1,-8-1 1838,-4-3-1189,-2 1 0,7 2 0,-1-1 0,-7-1 0,0 0 0,5 2 0,7 1 0,-6-1 0,-3-1 0,-4-1 0,4 1 0,-5 0 0,3 0 0,3 3 0,0 0-3099,-15-4 3099,3 1 0,2 1 1638,0-2 0,1-2-783,0-1 1,0-1-856,5 4 0,0-2 605,3-5-605,-23-7 0,0 2 0,-5-1 0,5 4 0</inkml:trace>
  <inkml:trace contextRef="#ctx0" brushRef="#br0" timeOffset="83781">31481 17672 24575,'0'32'0,"0"5"0,2-12 0,-1-2 0,7 9 0,0-14 0,1 2 0,2-9 0,5-7 0,-5-6 0,22-6 0,-2-7 0,-1 2 0,-11 4 0,-2-2 0,10-8 0,-9 6 0,-3-2 0,-2 0 0,-8 6 0,8-19 0,-11 11 0,1-1 0,-8 1 0,-3 6 0,-7-3 0,1 6-3277,-21-1 0,23 7 1638,-20 0 1,-1 0 148,16 2-27,-17-1 0,1 0 1517,19 1-2029,-22 4 2029,30-3 2029,-7 6-2029,8-2 3034,-3 2-3034,0 4 0,3-5 3276,-8 7-2961,7-8 0,-3 2 0,6-5 1</inkml:trace>
  <inkml:trace contextRef="#ctx0" brushRef="#br0" timeOffset="86682">25526 17054 24575,'16'-10'0,"0"-2"0,0 1 0,6-4 0,6-5 0,-2 3-1768,-13 12 1768,5-7 0,3 0 427,8-3-427,-5 2 0,1-1 0,-9 5 0,0-1 0,17-7 0,-3 2 0,-13 5 0,2 1 0,5-2 0,1 0 0,1 2 0,0 1 0,-1-1-1001,4-1 0,3-1 1001,-3 3 0,5-2 0,2 1 0,-2 0 0,-4 1-896,3 0 1,2 0 895,-8 1 0,5-1 0,4-1 0,2 0 0,-1 0 0,0 0 0,-4 2-656,2 0 1,-2 2-1,0-1 1,-1 1 0,1 0 354,-3-1 0,0-1 0,0 0 0,1 1 0,0 0 0,1 1 301,1 1 0,2 1 0,1 0 0,-1 1 0,-1 1 0,-4-1 0,-5 0-535,5 0 0,0 0 535,-1 1 0,8 1 0,3 0 0,-1 0 0,-3 0 0,-8 0 0,-1 0 0,-1 1 0,7-1 0,8 2 0,-1-1 0,-8 0 537,-10-1 0,-1 1-537,9-1 0,3 1 0,-5 0 0,2 1 0,-7-2 0,1 0 2001,11 3-2001,-10-1 0,1-1 0,6 1 0,-24-2 1428,12 1-1428,-14-1 0,0 3 0,-2-3 0,-5 2 0,2-2 0</inkml:trace>
  <inkml:trace contextRef="#ctx0" brushRef="#br0" timeOffset="87516">28490 16634 24575,'26'-7'0,"1"2"0,-1 1 0,-6 3 0,8 2 0,6-1 0,-6 1-1147,-4 0 1147,2 1 0,7 2 0,2 0 0,-8-2-1419,10 0 1419,-12 1 0,9 0 0,2 2 0,-2-2 0,-8 0 0,-7-2 0,0 0 0,13 2 0,10 1 0,-1 1 0,-10-1 0,-5 1 0,6 0 0,8 1 0,-8 0 0,-5 1 0,-4-2 0,8 2 0,0 0 0,-5-2 0,9 3 0,-9-2 0,7 1 0,2 0 0,-1 1 0,-7-2 0,-1 1 0,-1-1 0,2 0 0,7 1 0,1-1 0,-1 0 0,-6-1 0,3 1 0,-2-2 0,-2 0 0,1-1 0,-3 0 609,11 3-609,-2 1 0,-14-2 0,8-1 0,-1-1 0,-9-3 0,2 1 0,-1 0 0,-7-1 542,5 0-542,-10 1 0,1-1 0,-4 2 0</inkml:trace>
  <inkml:trace contextRef="#ctx0" brushRef="#br0" timeOffset="88216">31901 16363 24575,'-18'16'0,"-6"13"0,14-11 0,1 1 0,-7 12 0,8-11 0,1-2 0,6-9 0,-1 1 0,29-22 0,-1-6 0,5-5 0,0 0-1093,-6 5 1,-1 1 0,4-4 726,-5 2 0,4-3 0,3-3 0,2-1 0,-1 0 0,-2 0 0,-2 3 0,-4 4 366,2-3 0,-4 3 0,4-4 0,-5 3 0,5-4 0,3-4 0,2 0 0,-1-2 0,0 2 0,-3 2 0,-4 3 0,-5 6 0,1-3 0,-1 0 0,1-2 0,4-7 0,4-4 0,1-2 0,-2 2 0,-4 4 0,-5 6 0,-3 1 0,-1 0 0,1-3 0,5-6 0,0-1 0,-2 2 0,-5 9 0,-3-3 0,-1 5 0,-1 0 0</inkml:trace>
  <inkml:trace contextRef="#ctx0" brushRef="#br0" timeOffset="90247">23926 17605 24575,'5'-14'0,"-2"-1"0,1-8 0,-3 9 0,-1-8 0,0 6 0,0 3 0,4-18 0,-3 22-1639,5-12 1,0-1-1639,-3 13 2227,6-15 0,2 0 1050,-5 10 0,7-8 0,2-2 0,3 0 0,4-3 0,-3 6 0,1 7 3276,-9 5-1985,7 0 0,-1 1-1291,-6 4 0,12-6 0,6-1 0,-3 5 0,1-1 1028,-3-1 1,1-2-1029,0 3 0,3 0 0,-2 1 0,0 0 0,-1 0 0,-2 0 0,1 1 0,11-1 0,-3 3 0,-15 3 0,10-1 0,7 1 0,-6-1-722,-5 1 722,4 1 0,10 0 0,0 0 0,-8 0-803,-10 0 1,0-1 802,7 2 0,7-1 0,3 1 0,-2 0 0,-7-1 0,-5 0 0,0-1 0,10 2 0,9 0 0,-1 1 0,-10-2 0,-1 0 0,-1 0 0,7 1 0,0-1 0,-8 0 651,0 0-651,-1-1 0,5 1 0,-7-1 0,-9 0 0,6 0 0,-17 0 0</inkml:trace>
  <inkml:trace contextRef="#ctx0" brushRef="#br0" timeOffset="91832">32375 17707 24575,'12'16'0,"2"0"0,-2-2 0,-6-8 0,10 13 0,3 2 0,0 0 0,-6-7 0,0 0 0,9 9 0,-15-17 0,1 4 0,-4-8 0,6-2 0,-3 1 0,7-8 0,-8 4 0,-1-1 0,-4 2 0</inkml:trace>
  <inkml:trace contextRef="#ctx0" brushRef="#br0" timeOffset="92083">32573 17745 24575,'-15'11'0,"-11"7"0,2-4 0,3 2 0,1 1 0,-5 8 0,0-1 0,5-2 0,15-19 0,-1 4 0,1-4 0,3-1 0,1 1 0</inkml:trace>
  <inkml:trace contextRef="#ctx0" brushRef="#br0" timeOffset="101781">21397 16664 24575,'3'24'0,"-1"1"0,0 3 0,0-3 0,3-3 0,-2-1 0,2 8 0,-1-17 0,0 4 0,-1-10 0,2-28 0,-2 8 0,0-7 0,0 0 0,-2 7 0,2-7 0,1-2 0,2-10 0,2-3 0,-4 15 0,0 2 0,1 7 0,10-3 0,4 15 0,-5 3 0,10 1 0,-12-7 0,3 1 0,0-3 0,-3-2 0,-3 20 0,0 8 0,6 12 0,-9-11 0,-1 2 0,1 7 0,-1-5 0,-4-15-1639,5 10 1,-1 0-1639,-3-14 3047,7 14 230,-6-16 0,5 7 0,-4-7 0,1 0 0,-4-3 0</inkml:trace>
  <inkml:trace contextRef="#ctx0" brushRef="#br0" timeOffset="102117">21757 16845 24575,'21'12'0,"-2"-2"0,-6-6 0,1-1 0,-1-1 0,0-1 0,6 1 0,-8-2 0,-3 0 0,-5 0 0,-4 0 0</inkml:trace>
  <inkml:trace contextRef="#ctx0" brushRef="#br0" timeOffset="102614">21999 16841 24575,'16'-3'0,"-8"2"0,10-3 0,-13 3 0,5-3 0,-8 2 0,2-1 0,-2 2 0,1 1 0,-2 0 0,1 0 0</inkml:trace>
  <inkml:trace contextRef="#ctx0" brushRef="#br0" timeOffset="103166">22368 16698 24575,'14'-8'0,"-6"9"0,2 18 0,-9-6 0,3 7 0,-4-19 0</inkml:trace>
  <inkml:trace contextRef="#ctx0" brushRef="#br0" timeOffset="105265">20988 16672 24575,'4'19'0,"0"0"0,5 17 0,-4-4 0,0 1 0,0 1-1743,-1 3 1743,0-9 0,0 7 0,0 0 0,-1-8 0,0 2 0,-1-5 0,0 10 0,1 3 0,0-2 0,-1-7-1146,0-1 1,-1 0 1145,1 2 0,1 7 0,1 3 0,0-1 0,0-3-820,-1-3 1,1-2 0,-1-1 0,1 0 302,0 6 0,1-1 0,0 2 517,-1-3 0,0 2 0,-1-2 0,0-8-236,0 1 236,0 8 0,1 9 0,0-9 0,0-8 0,3 8 0,1 7 0,0-8 0,1-8 0,0 1 0,2 6 0,-2-7 518,3-2-518,3 11 0,0-1 1518,-5-17-1518,6 17 0,-1-1 0,-9-19 1638,4 10 0,0 2 1638,-6-3-3182,2 4 322,-5-6-416,-1-6 0,-3-1 0,1-2 0,-7-8 0,4-8 0,-6-25 0,4 2 0,2-2 0,2 13 0</inkml:trace>
  <inkml:trace contextRef="#ctx0" brushRef="#br0" timeOffset="106231">21001 16596 24575,'23'-1'0,"0"-1"0,7 0 0,9-1 0,3 1 0,-1-1 0,-8 1-1639,2-1 1,2 0 1340,-12 0 0,4 1 0,4-2 0,3 1 0,3-1 0,2 0 0,0-1 0,1 1 1,-1-1-1,0 1 0,-3-1 24,-3 1 1,-1-1 0,1 1 0,0-1 0,0 0 0,0 0 0,0 0 0,0 0 0,0 0 0,0 0 0,-1 0 0,1 0-16,1 0 1,-1 0-1,-1 0 1,1 0-1,-1 0 1,0 0-1,1 0 1,1 0 0,1-1-1,0 1 1,2-1 226,-5 1 1,1 0-1,3 0 1,1-1 0,1 1-1,0-1 1,1 0-1,0 0 1,0 0 0,-1 0-1,-1 1 1,-1-1-1,-3 1 1,-1 0 0,-3 0-1,-2 1 1,-4 0 61,15-3 0,-8 2 0,-2-1 0,8 0-214,-7 1 1,5-1 0,5-1 0,1 1 0,2-1 0,-2 0 0,-2 1 0,-4 0 0,-6 0 0,-8 2 213,1-2 0,-3 1 456,7-4 0,6-3 0,-2 3 0,-9 12-456,-13 19 0,-10 12 0,0 0 0,4-5 0,0 0 0,-1 1 523,-2-3 1,-1 1 0,0 2 0,0 1-524,0 0 0,0 3 0,0 1 0,1-1 0,-1-3 0,1-5 1190,0-1 1,0 1-1191,-1 4 0,1 8 0,-1 4 0,0 1 0,1-6 0,-1-8 0,1-6 0,-1-1 0,-1 6 0,0 9 0,-2 3 0,0 2 0,0-4 0,1-8 1377,-2 4 0,-1 0-1377,2-7 0,-1 5 0,-1 4 0,0 1 0,0 1 0,-1-1 0,1-3-547,-1-2 1,-1-1 0,0-1 0,0 0 0,0 0 0,1-1 316,0 2 1,0-1 0,1 0 0,-1 1-1,0 1 230,-1 1 0,-1 3 0,-1 1 0,0 0 0,1-2 0,1-4 0,2-7 343,0-1 1,1-2-344,-3 13 0,-1 9 0,0-2 0,3-13 1533,4-9-1533,-2 14 0,2-2 0,1-19-1150,3 11 1,1-1 1149,-2-14 3156,10 25-3156,-10-26 0,10 20 0,-9-20 418,5 14-418,-8-10 0,-21 6 0,-11-11 0,-4-3 0,9 1 0,-2-2 257,1-1 0,-4 0 0,-4-1 1,-1 0-1,-1 0-257,6 0 0,-3 0 0,-1 1 0,0-1 0,0 1 0,2-1 0,2 0-655,-2 1 1,4-1 0,0 0-1,-2 0 1,-6 0 654,10 0 0,-3 0 0,-4 0 0,-2 1 0,-2-1 0,0 0 0,-1 0 0,1 0 0,2 0 0,1 1 0,4-1 0,3 0 0,4 1 0,-14 0 0,8 0 0,-8 0 0,12 0 0,-4-1 0,-4 1 0,-3 0 0,-2 0 0,-1 0 0,-1 0 0,2 0 0,1 0 0,2 1 0,5-1 0,4 1-820,-12 2 1,8 0 0,1 1 0,-3-1 788,2-2 1,-2 1 0,-1-1 0,1 0 0,3 1 0,5 0 30,-12 3 0,14-1 0,22-4 0,15-11 0,-5 7 556,9-11 0,-15 13 0,1-2 0</inkml:trace>
  <inkml:trace contextRef="#ctx0" brushRef="#br0" timeOffset="106833">21215 17332 24575,'34'-10'0,"-1"-1"0,1 1 0,0-1 0,-1 1 0,-4 0 0,3 0 0,-8 4 0,8-1 0,4-1 0,4 0 0,2 0 0,0 0 0,-1 1 0,-4 0 0,-5 1 0,-6 2-1639,9 0 1,0 1 1310,-10 0 0,7-2 0,4 0 1,3-1-1,2 0 0,0 0 1,-1 0-1,-4 1 0,-4 1 1,-7 1 67,11-1 0,-2 1 260,-6-1 0,7 0 0,4-1 0,0 0 0,-1 1 0,-5 0 0,-8 1 0,-1 1 0,-2 0 0,7 0 0,8-1 0,-2 1 0,-8 1 0,2 3 0,-3-1 0,6 1 0,0 0-1093,-4 2 1,-1 1 0,-2-1 542,4 0 0,-1 0 1576,3 0 0,-3 1-1026,-4 1 0,-14-5 0,11 5 0,-20-6 0</inkml:trace>
  <inkml:trace contextRef="#ctx0" brushRef="#br0" timeOffset="107284">21334 17833 24575,'32'-7'0,"0"0"0,0 1 0,-2 0 0,3-1 0,-8 3 0,6-2 0,4 0 0,2 0 0,1-1 0,-2 1 0,-2 0 0,-6 1-820,2 0 1,-6 0 0,2 1 0,6-1 566,-5 1 1,4 0 0,5-1 0,3 0 0,1 0 0,3 0 0,0 0 0,-1 0 0,-1 0 0,-2 0 0,-3 1 0,-3 0 0,-6 1-568,9-1 1,-9 1 0,1 0 0,9-1 614,-12 2 0,5-1 0,4 0 0,2-1 1,3 1-1,2-1 0,2 0 0,-1 0 0,1 0 1,0 0-1,-2 0 0,-2 1 0,-3 0 0,-2 0 1,-4 0-1,-5 1 157,12-1 1,-9 0 0,-1 1 0,7-1 47,-5 1 0,3-1 0,5 0 0,2-1 0,1 0 0,0 1 0,0-1 0,-2 0 0,-3 1 0,-4 0 0,-5 0 0,8 0 0,-7 0 0,2 0 0,8-1 0,2 0 0,-8 0 0,-4 1 0,-21 2 0</inkml:trace>
  <inkml:trace contextRef="#ctx0" brushRef="#br0" timeOffset="107914">21731 18183 24575,'12'-2'0,"8"0"0,-1 1-2340,-9 1 2340,16-2 0,15 0 0,3 0 0,-8-1-1639,-6 0 1,2-1 1476,-8 2 1,4-1 0,4 1 0,3-1 0,2-1-1,1 1 1,1 0 0,-1-1 0,-1 1 0,-2 0-249,2-1 0,0 0 1,0 0-1,-1 0 1,0 0-1,1 0 0,-1 0 1,2 0 398,-3 1 1,0-1-1,-1 1 1,1-1 0,1 1-1,0 0 1,0 0 0,2-1-1,0 1-241,-5 0 0,2 0 0,1 0 1,1 0-1,1 0 0,0 0 1,0 0-1,-1 0 0,-1 0 1,-2 1-1,-2-1 0,-3 1 1,-3 0 251,13-1 0,-8 1 0,-1 0 0,7 0-192,-7 0 1,5 0 0,3 0 0,3 0-1,0 0 1,0 0 0,-3 0 0,-2 1-1,-6-1 1,-5 1 191,7-1 0,-2 1-120,0-1 0,7 1 1,2 0-1,-5-1 0,-10 1 120,-3 0 405,6-1 1,-5 1 0,-16 1 0,-2 0 0</inkml:trace>
  <inkml:trace contextRef="#ctx0" brushRef="#br0" timeOffset="108565">23390 18466 24575,'34'9'0,"0"-1"0,-5-3 0,0 3 0,4 3 0,-8-3 0,-12-5 0,11 4 0,8 2 0,-6-1 0,-8-1 0,6 0 0,7 1 0,-3 0 0,1-1 0,-2 0 0,2 0 0,0 0 0,1-2 0,-3 0 0,-2 2 0,0-5 0,-3 3 0,-8-10 0,-4 4 0,-3-3 0</inkml:trace>
  <inkml:trace contextRef="#ctx0" brushRef="#br0" timeOffset="109284">24063 18460 24575,'14'16'0,"3"9"0,-2-7 0,-5 1 0,0 1 0,3 7 0,-3 2 0,-2-9 0,0-2 0,-3-3 0,2 6 0,-3-16 0,-9-20 0,-3-11 0,1 0-1639,1 4 1,1 2-1639,1 9 596,-4-26 2681,6 31-68,-2-18 68,4 19 0,-2-7 0,6 9 3276,10-8-2146,5 7 1,2 0-1131,7-6-1551,3 5 1,-3 3 1550,-13 0-60,15 6 60,-27-1-3277,3 19 2065,-6-15 687,0 26 525,0-26 3276,-3 20-2322,2-21-819,-2 7-135,3-4 3276,3 0-161,-2 0-1930,2-3-1185,-10 7 0,2-8 0,-18 12 0,13-13-1639,-9 2 1,-1-2-1639,9-1 3047,-21-1-492,24-3 1,-1 1 0,5-2 0</inkml:trace>
  <inkml:trace contextRef="#ctx0" brushRef="#br0" timeOffset="110315">25930 18441 24575,'11'22'0,"0"0"0,2 1 0,-2 6 0,-2 0 0,-6-15 0,5 13 0,-2 3 0,-3 1 0,1 2 0,-3-3 0,-1-19 0,0-7 0,-4-33 0,2 7 0,-3-10 0,-2-1 0,0 13 0,1 2 0,1 0 0,0 0 0,-4-5 0,1 3 0,6 10 0,-10-25 0,6 25 0,-1-6 0,-4 15 0,-8 6 0,-3 2 0,-3 2 0,0-2 0,-7 1 0,4-1 0,5-1 0,1-1 0,-5 0 0,1 0 0,-1 2 0,14-1 0,2 1 0,-1-1 0,5-2 0</inkml:trace>
  <inkml:trace contextRef="#ctx0" brushRef="#br0" timeOffset="112133">25536 18299 24575,'-12'0'0,"-15"5"0,15-4 0,-8 2 0,-1 0 0,8-2-1639,-12 3 1,1 0-1639,9-1 1638,-15 3 1,2 0 148,18-2 737,-19 2 1,-1 2 752,16-2-1268,-11 4 0,1 0 1268,12-5 950,-6 7 0,0 0-950,8-5 0,-6 7 0,0-1 0,7-5-701,-7 10 1,1 0 700,8-10 728,-7 15 0,1 2-728,6-11 320,0 8 0,2 3-320,8 4 0,1 0 0,4-10 0,1-3 0,0-6 0,5 8 0,1-1 0,-9-10-61,15 12 0,3 1 61,-11-8-838,5 2 0,6 4 0,-4-4 838,-5-1 0,6 0 0,5 3 0,-5-4 0,-9-6 1207,9 5 0,4-1-1207,-1-6 0,-2-1 0,10 2 0,-4-3 0,7 0 0,2-1 0,-6 0 286,-6-1 1,2 1-287,4-1 0,9 0 0,3 0 0,-3 1 0,-7-1 0,-3 2 0,-1-1 0,1 0 0,6-1 0,3 0 0,-3 1 0,-7 0 0,-1 0 0,-2 1 0,5-2 0,5 1 0,0-1 0,-7 1 0,-10-1 0,0 0 0,17-1 0,5 0 0,-7 0 0,-7 0 0,4-3 0,5-1 0,-6 0 0,-6-1 0,9-7 0,-1-3 0,-14 4 1638,8-11 0,0-4-1332,-12 9 0,-1-2-306,6-9 0,-1 0 0,-3-4-1639,-11 11 1,-1 4 1063,-4 9 472,-2-12 1,0-1 102,-3 7 23,-4-11 1,-2-4-24,-5 6 0,-1 1 0,5 3 0,-1-1 0,-3 3 0,-2 0 0,-2 2 0,1 4 0,-2 2 0,-3 0 0,-2 0 0,-3 1 0,-2-1 0,1 1 0,2 1 0,1-1 0,3 0 0,-2 1 0,-3 0 0,2 2 0,-5 0 0,-3 1 0,0-1 0,-1 1 0,3 1 0,3 0 0,5 0 1084,-11 0 0,0 0-1084,11 1 0,-7 0 0,-3 0 0,-2 0 0,1 0 0,1 0 0,4 1 0,7 0 0,-8 1 0,2 1 0,2-1 0,-5 0 0,-2 0 0,4 0 0,7 1 1514,-10 0-1514,9 0 0,6 0 0,17 0 0,-8 0 0,12 0 0</inkml:trace>
  <inkml:trace contextRef="#ctx0" brushRef="#br0" timeOffset="114383">25717 18217 24575,'14'-27'0,"-2"4"0,0-1 0,2-3 0,0-1 0,2-6 0,-3 7-1383,-3 7 1383,0-6 0,2-8 0,0-1 0,-4 8 0,-2-3 0,-1 1 0,2-10 0,0 0 0,-3 10-3277,-3-2 2431,1 7 0,1-3 0,-2 0 846,-3 1 0,-1 0-1093,-2-2 1,-1-3 0,1 1 1038,-1-4 1,0-1 53,-1 3 0,-3-5 0,0 3 0,3 7-213,-1 1 213,0 1 0,-4-7 0,0 0 0,2 8 0,-2-3 0,-4-2 0,-4-5 0,0 3 0,-1 2 0,1 3 0,-2-2 0,-1-1 0,6 6 0,0 1 0,2 4 344,2 3-344,-8-12 0,1 2 3276,8 13-3228,-9-12 0,-1 0-48,6 12 1638,-5-7 0,-2 0 0,4 8 0,1 2-1596,1-1 1,0 0-43,-12-2 0,2 3 442,11 6-442,-16-7 0,-4 0 0,7 3 0,1 0-240,-1 0 1,0-1 239,-1-1 0,-2-1 0,6 3 0,2 2 0,-7-4 0,-8-2 0,7 2 0,1 2 0,1 2 0,-4-1 0,6 2 0,5 1 0,-5 3 0,2 0 0,15 0 0,-9 2 0,0 0 0,12-1 0,-18 8 0,8-5 0,4 3 0,-10-1 0,15-2 479,-11 3-479,11-4 0,-1 1 0,10-10 0,7-12 0,-2 4 0,2-7 0,-40 36-1639,13-8 1,-2 1-1,0 4 1,0 0 1523,-1-2 0,3-2 115,6-1 0,4-5 0,-21 8 0,25-8 0,-24 11 0,27-9 0,-9 5 0,13-8 3276,-2 1 0,14-5-3044,-8 2-232,22-4 0,-15 3 0,0 3 0,-23 9 0,-1-2 0,-9 8 0,40-5-3277,4-1 0,7-1 0,7-5 2317,-31-4 960,11 0 0,-15 2 0,-1 0 0,-4 6 0,-3 6 0,0-1 3276,-1 0-1753,5-9 1753,13-1-560,2-2-2716,6 0 0,-8-4-3277,-13-20 0,1 15 2753,-6-11 1,-2 1 523,4 10-1639,-7-6 1,-2 1 649,6 6 989,-20-13 0,23 14 3276,-7-3-2286,10 5-173,3-4-817,-2 5 0,9-19 0,-6 16 0,12-19 0,-8 16 0,2-5 0,-4 13 0,-7 7 0,-10 19 1638,2-9 0,-1-1 0,0 1 0,0-1-1406,-6 7-232,15-16 0,29-6 0,-13-1 0,14-2 0,1 0 0,-10 0 0,4 0 0,0 1 0,-9 1 0,4 0 0,-15 2 0,-8 6 0,-17 7 0,1 0 0,-5 0 0,0-2 0,12-4 0,-18 6 0</inkml:trace>
  <inkml:trace contextRef="#ctx0" brushRef="#br0" timeOffset="122383">23335 16715 24575,'17'-9'0,"-4"2"0,16-11 0,-12 7 0,1 0 0,9-8 0,5-2 0,-3 1 0,-15 13 0,10-6 0,7-5 0,-7 5 0,-6 6 0,10-5 0,8-2 0,-4 3-2341,2 0 2341,-7 4 0,8-2 0,4-1 0,2 1 0,-3 0-547,-6 2 1,-1 1 0,1 0 0,0 1 0,0-1 0,0 0 90,0 0 1,1 0 0,0 0 0,0 0-1,1 0 1,-1 0 455,2 0 0,2 0 0,1 0 0,-3 1 0,-3 0 0,-5 1-116,4 1 1,-3 0 115,5-1 0,3-1 0,-6 2 0,5 0 0,-8-1 0,-2 1 0,-3-1 1536,-18 1-1536,-1 1 819,1 0 0,-1 1 0,1 0 0</inkml:trace>
  <inkml:trace contextRef="#ctx0" brushRef="#br0" timeOffset="123348">25387 16102 24575,'8'19'0,"-5"-8"0,6 5 0,0 2 0,5 8 0,-1 1-1639,-4-8 1,-2-3-1639,-3-8 3047,5 23 230,-3-21 0,-1-4 0,-1-26 0,-2 1 0,-3-8 0,-1-1 0,-3-8 0,3 15 0,-1 1 0,-2-2 0,1 4 0,2 8 0,-5-8 0,5 15 0,-13-3 0,-9 8 0,-2 2 0,1-2 0,-6 3 0,-6 3 0,7-2 0,7-2 0,-14 5 0,3 0 819,23-7 0,-8 3 0,19-4 0</inkml:trace>
  <inkml:trace contextRef="#ctx0" brushRef="#br0" timeOffset="124099">24911 16064 24575,'-12'21'0,"3"-8"0,-1 21 0,8-7 0,-3 2 0,11 3 0,5-14 0,-2-2 0,7-3 0,2-2 0,-3-2-1093,7 1 1,7 1 0,-5-2-2185,-1 1 3200,8-1 0,9 2 1,-7-3-739,0-2 815,-6-1 0,8 2 0,0-1 0,-7-2 0,-9-1 0,1-2 0,6 2 0,6 0 0,2-1 0,-4-1 0,-3-2 0,-2-2 0,0 1 0,0 1 0,1 1 0,1-2 0,10-4 0,1-1 0,-8 0 0,-7 3 0,13-8 0,-3 0-802,-23 6 802,20-8 0,-12-1 0,-8 8 1638,5-6 0,-1-2 1069,-2-8-2707,5-3 571,-11 5 0,-4 0-571,-7-13-1639,-1 8 1,-2 2-1446,-2-5 1445,-7 8 1,0 5 1231,9 9-318,-14-9 1,-3 0 724,10 7-130,-3-1 0,-6-4 1,-1 3 129,-1 2 0,-2 2 0,1-1 1400,-4-3 0,-2-1-1400,1 5 0,-5 0 0,-1 1 0,2 1 0,-1 2 0,1 2 0,-1 0 0,3 0 0,-2 1 0,1-1 0,1 1 1092,0 0 0,2-1 0,4 3-224,-2 4 1,7 2-869,11 8 0,-1-2 2846,0 12-2846,6-8 0,0-3 0,3-4 0</inkml:trace>
  <inkml:trace contextRef="#ctx0" brushRef="#br0" timeOffset="126799">22524 17453 24575,'5'-3'0,"1"1"0,-3 1 0,1-1 0,0 2 0,0-3 0,-1 3 0,2-2 0,-1 2 0,4-1 0,9-4 0,-3 2 0,20-6 0,-15 4 0,0 0-1639,13-4 1,0 0-1,-13 3 1,0 0 1523,15-7 0,-1-1 115,0-2 0,-13 7 0,0-1-1639,2 0 1,-4 1 378,-9 4 705,24-7 555,-22 9 3276,21-7-2290,0-4-986,-8 6 0,-2-2 0,-2 1 0,-5 3 0,6-3 0,3-1 0,-5 3 0,-1 0 1638,-1 0 0,1 0-90,10-4 1,0 2-3188,-10 1 1,0 2 505,2-2 0,0 1-506,11-6 1,-2 3 1527,-11 4 31,13-7 1,6-1 79,-8 3 0,0 1 0,-3-2 0,1 0 0,-3 2 0,1 0 0,0 1 0,9-4 0,1 0-1093,-4 3 1,0 0 0,0 0 1063,-6 2 1,-1 1 0,0 0 28,8-1 0,0-1 0,-7 3 1144,-7 0-1144,2 1 0,-1 0 2606,4-2-2606,4-3 166,0 3-166,-5 1 0,-3 1 3276,-12 3-2264,16-2 1,2 0-1013,-12 3-1154,14-1 0,0 0 1154,-14 2-390,8-1 1,-1 0 389,-13 1 0,12-1 0,-14 1 0,1 0 0,1 0 3276,3 0-154,-2 0-1957,4 0-1165,-9 0 0,2 0 0,-4 0 0</inkml:trace>
  <inkml:trace contextRef="#ctx0" brushRef="#br0" timeOffset="130065">23228 17871 24575,'27'-11'0,"-1"5"0,3 1 0,-2 1 0,2-1 0,-2 1 0,4-1 0,-1 1 0,0 1 0,2 0 0,-8 1 0,-11 0 0,20 0 0,-1 1 0,-19 1 0,11-1 0,1 1 0,-2-1 0,3 0 0,-5 1 0,-15-2 0,5-1 0,3 0 0,-6 0 0,10 1 0,1 1 0,-4 0-656,9 1 1,-1-1-1,-11 1 1,7 0 0</inkml:trace>
  <inkml:trace contextRef="#ctx0" brushRef="#br0" timeOffset="130598">25044 17862 24575,'0'10'0,"-4"10"0,1-5 0,-1 3 0,2-18 0,2 0 0,0-7 0</inkml:trace>
  <inkml:trace contextRef="#ctx0" brushRef="#br0" timeOffset="131499">23295 18329 24575,'13'0'0,"-6"0"0,21 0 0,-7 3 0,1-1 0,-2-1 0,3 0-1093,9 1 1,3 1 0,-3-1-547,-5-2 1,-1 0 988,10 0 0,3 1 1,-4-1 1306,-9 1 1,-1-2-658,6 0 0,4-1 0,-6 1 0,1 0 0,-7-2 0,4-1 0,-2 2 0,-2 1 0,-2 1 0,0-2 0,2-1 0,11 3 0,-4 0 3276,-14 0-1638,14 1 0,-2 0-4289,-18-1 2651,19 2 0,-11-2 0,-10 0 0,10 0 0,-11 0 0,2 0 0,4 0 0,-6 0 0,2 0 3276,-4 0-3265,-2 1-11,0 1 0,-2-1 0,-1 1 0</inkml:trace>
  <inkml:trace contextRef="#ctx0" brushRef="#br0" timeOffset="132486">24748 18153 24575,'-3'13'0,"0"6"-3277,1 5 0,2-7 1314,8 6 1963,-3-15-2812,14 15 2812,-11-15 0,8 2 0,2-1 0,12-2 0,2 4 1638,-11-9 0,-1-2-381,-3-2-1257,4-1 0,-5-3 0,-12 2 12,10-3-12,-5-2 0,-1 0 3276,-1-4 0,-8 1-3044,1 2-232,-5-5 0,3 9 0,-5-5 0,-2 3 0,1 1-3277,-13-6 0,15 10 2927,-19-10 350,18 12 0,-14-6 0,-1 6 0,-2 3 0,3 0 0,4 2 0,10 4 3276,-3-4 0,0 11-3104,7-10 8,-4 9-180,6-6 0,-1-1 0,2 5 0,0-8 0,1 2 0,-1-5 0</inkml:trace>
  <inkml:trace contextRef="#ctx0" brushRef="#br0" timeOffset="132982">24764 18544 24575,'33'2'0,"-2"-6"0,-20-9 0,-3-9 0,-8-4 0,-7 5 0,2 4 0,-6 6 0,6 6 0,-11-2 0,10 5 0,-12-1 0,10 3 0,-2 0 0,4 1 0,6 2 0,7 20 0,11 0 0,-7 2 0,4-10 0</inkml:trace>
  <inkml:trace contextRef="#ctx0" brushRef="#br0" timeOffset="133367">28514 18097 24575,'0'0'0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42:30.4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2693 5045 24575,'24'4'0,"-1"1"0,5-2 0,4 0 0,-5-1 0,7 2 0,2-1 0,1 1 0,-2-1 0,-5 0-1093,2-1 1,-4-1 0,5 1 623,-3 0 1,3 0 0,3 0 0,1 0 0,2 0 0,-1 0 0,-1-1-1,0 0 1,0-1 0,1 0 0,-1 0 0,1 0 0,-1 0 0,-1-1-1,-2 1 1,-3 0 0,1 0 0,-1-1 0,2 1 0,3-1 0,4 0 394,-11 0 1,3-1 0,3 0-1,1 1 1,3-2 0,0 1-1,2 0 1,0-1 0,0 1-1,0-1 1,-1 1 0,-1-1-1,-1 1 1,-2 0 0,-3 0-1,-1 0 1,-4 0 73,11 0 0,-7 0 0,-3 1 0,1 0 0,3-2 0,7 0-89,-14 0 1,3 0 0,2 0 0,3-1 0,2 0-1,1 0 1,3-1 0,0 0 0,2 0 0,0 0-1,0-1 1,1 1 0,-1 0 0,0-1 0,-1 1 0,-1 0-1,-2 0 1,-1 0 0,-2 0 0,-3 1 0,-2 0-1,-4 1 1,-2 0 88,14-2 0,-9 1 0,-4 1 0,4-1 0,6-1 0,-10 2 0,3-1 0,2 0 0,2 0 0,2-1 0,2 0 0,0 0 0,2 0 0,0 0 0,1-1 0,0 1 0,-1-1 0,1 0 0,-1 1 0,-2-1 0,0 0 0,-2 0 0,3 0 0,-1-1 0,0 1 0,-1-1 0,-1 0 0,1 0 0,-1 0 0,1-1 0,0 1 0,0 0 0,1 0 0,0 0 0,1 0 0,2 0 0,-7 2 0,1-1 0,0 1 0,1-1 0,0 1 0,0-1 0,1 1 0,-1 0 0,2-1 0,-1 1 0,1 0 0,0-1 0,0 1 0,1 0 0,0-1 0,0 0 0,1 1 0,0-1 0,0 0 0,1 0 0,-6 1 0,1-1 0,0 1 0,1-1 0,1 1 0,0-1 0,0 0 0,1 0 0,-1 0 0,2 0 0,-1 0 0,0 0 0,1 0 0,0 0 0,-1 0 0,1 0 0,-1 0 0,0 0 0,1 0 0,-2 0 0,1 0 0,-1 0 0,0 1 0,-1-1 0,0 1 0,-1 0 0,-1-1 0,0 1 0,6 0 0,-1-1 0,0 1 0,-2-1 0,0 1 0,0 0 0,-1 0 0,0 0 0,0 0 0,-1 0 0,1 1 0,0-1 0,-1 0 0,2 0 0,-1 1 0,1-1 0,1 0 0,0 0 0,2 0 0,-5 0 0,2 1 0,1-1 0,0 0 0,2 0 0,0 0 0,1 0 0,0 0 0,0 0 0,1 0 0,-1 0 0,0 1 0,0-1 0,0 0 0,-1 0 0,-1 0 0,0 1 0,-2-1 0,-1 1 0,-1 0 0,-1 0 0,-2 0 0,-2 1 0,-1-1 0,-3 1 0,16-2 0,-6 0 0,-4 1 0,-1 1 0,-1-1 0,3 0 0,5-1 0,-6 1 0,5 0 0,3-1 0,3 0 0,0 0 0,1 0 0,-1-1 0,-1 1 0,-3 1 0,-4 0 0,-4 0 0,-5 1 0,-6 1 0,14-2 0,-7 4 0</inkml:trace>
  <inkml:trace contextRef="#ctx0" brushRef="#br0" timeOffset="17023">25197 7493 24575,'-7'0'0,"-9"-2"0,-6 0 0,-4-1 0,7 0 0,1 0 0,0 1-1639,-4-1 1,1 2-1639,9 1 2302,-12 0 1,-5 0 974,5 0 0,0 0 0,2 0 0,-3 0 0,-2 0 0,-2 0 0,1 1-745,-4 1 0,2 0 745,-1 2 0,0-1 0,-5 1 0,2 0-1141,12 2 1,2 0 1140,1-2 0,0 0 981,-7 3 1,2 0-982,4 1-490,-6 1 1,-2 0 489,4-2 1406,-2 4 1,-1 0-1407,-4 1-873,10-2 1,1 1 872,-1-1 0,2 3-1980,5-5 1980,7-2-2153,-18 13 2153,20-13 0,-10 8 0,7-4 3034,4-3-3034,-3 9 0,1 3 0,3-7 3276,-1 4-2015,4 3-1261,4 0 0,-3 0 0,5-2 0,5 5-3277,7 1 2017,-1 1-257,0-8 0,-1-3 1517,-6-6 3034,18 12-3034,-1-5 0,-8-6 0,1 0 0,-1 1 0,1 0-304,1-1 0,0 0 304,7 3 0,-6-3 0,3 1 0,0-2 0,3 0 0,-2 0 0,-4 0 0,1-1 0,3 0 0,3-1 0,-2 0 1638,0-1 0,1-1-1407,7-1 0,2 0-231,-2 1 0,0 0-692,-4-3 0,-2 0 692,3 0-43,-7-1 0,1-1 43,-7 2 0,0-1 0,11-3 0,0-1 0,-7 3 0,1-1 0,2-3 0,1-1 0,-1 0 0,-2 1 0,9-4 0,-13 2 0,-1 1 0,1-3 1638,2-1 0,2-2-630,-6 1 1,-1 0-1009,0 2 0,-2-1 0,8-8 653,-13 7-653,2 0 2127,7-11-2127,-2 6 1504,-6 1-1504,-1 5 84,-4-6-84,1 4 0,-1-8 0,0 5 0,-4 2 0,-1-2-3277,-1-7 0,0 12 3047,-3-5 230,-4 1 0,-3 0 0,-3 1 0,0 0 0,-8-6 0,-2 8 0,-3 3 0,5 2 0,0 2-162,-2 0 1,0 1 161,-6 0 0,0 2 0,8 1 0,0 0 0,-15 0 0,17 0 0,0 2-3277,-15 4 2124,10-3 2264,-2 2 1,2 1-1112,14-2 0,-11 1 0,19-3 0</inkml:trace>
  <inkml:trace contextRef="#ctx0" brushRef="#br0" timeOffset="18019">30742 7656 24575,'0'12'0,"0"-4"0,0 7 0,-2-4 0,2-1 0,-2 2 0,2-7 0,0 4 0,18-9 0,5-6 0,7-5 0,0-2-1093,0-1 1,0-2 0,4-3 669,-7 3 0,4-2 1,1-1-1,2-2 0,-1-1 1,0 1-1,-4 1-124,-1 0 1,-3 1 0,0 0 0,0-1 0,1-1 0,3-3 425,-5 5 1,2-2 0,1-2 0,1 0 0,1-2 0,1 0 0,-1 0 0,1 0 0,-1 0 0,0 0 0,-2 1 0,-1 1-231,1-2 0,-1 1 1,-1 1-1,0 0 1,-1 0-1,1-1 0,0 0 1,1 0-1,1-2 351,-3 3 0,1-1 0,0-1 0,2 0 0,0-1 0,0 0 0,0-1 0,0 1 0,-1 0 0,0 1 0,-1 0 0,-1 1 0,-1 1-264,4-4 0,-1 0 1,-2 2-1,0 0 0,-1 0 1,0 0-1,1-1 0,1-1 264,-2 2 0,1 0 0,1-2 0,0 0 0,-1 1 0,1-1 0,-1 1 0,0 0 0,-2 2 0,-1 1-28,3-4 1,-2 2 0,-1 1 0,0 0-1,0 1 1,0 0 27,5-5 0,0 0 0,0 1 0,-1 1 0,-2 3 0,2-3 0,-3 3 0,-5 8 0,-9 10 0,5-6 0</inkml:trace>
  <inkml:trace contextRef="#ctx0" brushRef="#br0" timeOffset="20272">4240 9044 24575,'0'0'0</inkml:trace>
  <inkml:trace contextRef="#ctx0" brushRef="#br0" timeOffset="27015">25032 8669 24575,'-10'-1'0,"-1"-2"0,-5 1 0,-1-3 0,-14 2 0,2 1-1085,8 1 0,-1-1 1085,-10 2 0,8 0 0,-1 0-1639,4 3 1,1 0-803,-16-2 2441,2 6-59,6-2 59,-7 0 0,9 0 0,-2 2 0,3-2 0,1 1 0,3-1 0,1 1 0,-2 0 0,3 0 0,2 2-3277,-15 4 3137,20-6 140,-6 3 3276,0 3-2037,-1 7-1174,0-3-65,-2 9 0,18-19 0,-13 20 3276,12-20 0,-12 25-3044,8-14-232,-1 7 0,0 2 0,8-1 0,-3-3 0,14 14 0,7-7-1305,-2-8 1305,9 7-49,1-10 49,-4-4 0,0 0 0,9 8 0,2-7 0,-3-1-1103,-17-7 1103,9 1 0,3-1 241,-2 1 0,2 0-241,1-3 0,2 0 0,1 0 0,-4 1 0,-1 0 0,2 1-1093,11-1 1,2 0 0,-5-1 799,-9-2 1,-1 0 292,7 1 0,4 0 0,-5-1 0,2 0 0,-2 0 0,5 1 0,-7-2 0,-8-3 0,10 2 0,2 0-1287,-9-2 1,-2-1 1286,12 2-1639,3-4 1,-1 0 1411,-14 1 227,2 1 0,0-2 80,-2-3-80,3 0-660,-4-1 0,-1 0 660,-2 1 0,10-4 1390,-9 1-1390,5-1 0,7-8 0,-10 3 0,-6 2 0,-1 0 0,-2-5 0,-2 0 0,0 0 0,-6 3 3276,4-18-2234,-6 20-1042,2-12 0,-1 11 398,0-15-398,-1 0 0,-4 0 3276,-5-4 0,-6 7-4915,1 9 1,1 0-1373,-4-3 3011,-4-3 0,8 15 0,-2-4 0,-1 4 0,-3-2 0,7 6 0,-22-5 0,9 1-955,0 2 1,-2 1 954,9 2 0,-1 2 0,-17-4 0,1 2 0,3 1 0,3 2 0,-5-1 0,8 1 3092,6-1-3092,-6 2 0,0 0-198,8 0 198,6 0 2378,-4 0-2378,7 4 0,2-3 0,-2 9 0,3-9 0,2 5 0</inkml:trace>
  <inkml:trace contextRef="#ctx0" brushRef="#br0" timeOffset="29432">30641 8080 24575,'29'11'0,"-1"0"0,-3-2 0,2 0 0,-4 0 0,-3-1 0,-2 1-1639,17 3 1,-5-1-1639,-16-5 0,20 11 0,-29-12 5064,8 5-1787,-2 3-3034,0 7 3034,0-2 0,-2 6 3034,-5 0-3034,-2 7 0,3-4 0,-1-1 0,-3 4 0,3 6 0,-10-8 0,-5-3 0,4-7 0,-2-1 0,-6-4 0,0-1 0,-14 9 0,5-7 0,0 0 3276,-1 2-2646,-6 3 1,1 0-631,7-3-800,-4 2 1,0 1 799,4-2 0,2-1 0,2-1 0,4-3 0,-13 10 0,11-6 0,-1 2 0,2-2 0,8 1 1599,8-13-1599,2 1 0,9-10 0,-3-1 0,5-2 0,-10 5 0,0 1 0,-1 2 0</inkml:trace>
  <inkml:trace contextRef="#ctx0" brushRef="#br0" timeOffset="30104">30615 8777 24575,'0'10'0,"0"0"0,0 5 0,0-5 0,-3 10 0,1-9 0,-1 3 0,1-11 0,5-19 0,-1 4 0,1-18 0,-1 16 0,-4 0 0,0 10 0,-1 2 0,0 2 0,-4 4 0,-14 13 0,-8 4-941,5-2 941,-1-1 0,9-12 0,2 3-225,-11 1 225,15-4 0,-3 1 0,14-4 0,8-5 0,6 2 930,-2-3-930,-5 1 236,-2 2-236,-6-1 0,2 1 0</inkml:trace>
  <inkml:trace contextRef="#ctx0" brushRef="#br0" timeOffset="31234">30622 8840 24575,'5'7'0,"4"4"0,-2-4 0,8 4 0,-7-5 0,0 0 0,-5-3 0,-3-2 0,-2-1 0</inkml:trace>
  <inkml:trace contextRef="#ctx0" brushRef="#br0" timeOffset="36033">24927 9899 24575,'-12'0'0,"-10"0"0,10 0 0,-6 0 0,-6 0 0,15 0 0,-18 0 0,-1 0-726,16 0 726,-9-1 0,-2 2 0,-3 1 0,0 0-1639,3 1 1,2 0-1628,2 1 2845,-7 0 1,-1-1 420,-1 1 0,1 0 0,0 0 0,-4-1 0,8 0 0,1-1 0,-5 0-236,5 0 1,0 0 235,-7 0 437,9 1-437,-13 1 0,16-1 0,-15 2 3276,11 0-442,-7 1-1581,16-3-1253,-8 5 0,2 0 0,7-3 0,-19 11 781,3-1-781,-5 2 0,0 0 0,1 3 0,19-9 0,-4 8 0,6 11-711,4-14 711,2 13 0,4 0 0,4-4 0,-2-6 0,1 0 0,8 9 0,1-5 0,-1-5 0,1-1 0,12 11-1466,-2-3 1466,-2-8 0,0-5 0,0 0-1639,5 0 1,1 0-708,-6-3 2346,0 0 0,1 0-856,9 0 856,-5 0 0,2-2 0,1 0 0,7 0 0,-9-3 0,5 0 0,-4 0 0,-4 0 0,0 0-821,9-1 1,5 0-1,-4-1 821,-5 0 0,1-1 0,6 0 0,5-1 0,-6-1 0,-10 1 0,0 0 0,7 0 0,8 0 0,0-1 0,-8 0 0,-10 0 0,-1 0 0,9 0 0,7 0 0,1-1 0,-8 1 0,-6-2 0,-1 1 0,4-1 0,3 0 0,-5 1 0,0-1 0,-4 0 0,-1 0 649,-3-2-649,1 1 3276,9-6-1593,-2-7-1683,-7 7 0,6-13 1083,-8 1-1083,8-5 3276,-8 4-3225,0 3 145,-7 5-196,5-8 0,2-10 0,-2 9 0,-4-9 0,-6 15 0,-3-2 0,-3 0 0,0-2 0,-4-1 0,-3-1 0,-8-5 0,2 1 0,-4 9 0,-2 1 0,-2 5-820,-1 2 1,-9-1 0,-1-1 0,6 4-483,6 2 1,-3 1 1301,4 2 0,-6-1 0,-5-1 0,-3-1 0,-3 1 0,0-1 0,-1 1 0,3 1 0,3 0 0,4 2-656,-4 0 1,4 1-1,1 1 1,-1 0 0,-4 0 529,3-2 0,-2 0 0,-3-1 0,-2 0 0,-1 0 0,1 0 0,1 0 0,1 1 0,4 0 0,4 2-76,-8 1 0,5 0 1,3 2-1,-2 0 202,-3-1 0,-1 1 0,2-1 0,7 1-1225,-5 4 1225,7-3 0,5 1 819,15-2 0,0-1 0,1 1 0</inkml:trace>
  <inkml:trace contextRef="#ctx0" brushRef="#br0" timeOffset="36784">23443 9701 8191,'-7'-22'0,"-2"2"3276,1-4-1489,-5 1-1787,12 15 0,-6-14 0,5 11-2155,-3-24 2155,3 22-440,0-12 1,1 0 439,1 15 1517,0-8 0,-1-2-1517,1-12 0,-1 2 0,0-2-198,1 7 1,0-2 197,0-1 0,0-3 0,0 4 0,0-8 0,1-2 0,1-1 0,1 12 0,0 1 0,0 3 0,0 0 0,0 2 0,1 1 3276,3-16-2744,-1 12 1,-1 0-533,0-1 0,0 0-601,3-3 1,0 2 600,1-3 268,-2 6 0,1 0-268,-1 2 0,0 0 3276,4-9-1277,2-1-2143,-4 11 144,4-4 0,-4 3 0,10-7 0,-5 5 434,-2 8 1,2-2-435,3-3 0,-1 2 0,2-2 0,0 3 0,1-2-1639,-2 2 1,-1 0-1193,9-7 2831,-6 3 0,-2 2 200,-6 7-200,4-6 103,-2 6-103,-7 6 620,5 1-620,5-2 0,2 2 1638,3-2 0,1-1-983,-3 1 0,-1 2 1,15-5-1,-13 2 0</inkml:trace>
  <inkml:trace contextRef="#ctx0" brushRef="#br0" timeOffset="40451">29896 9789 24575,'-9'-3'0,"-11"3"0,9-3 0,-9 3-3277,1-3 0,9 2 2889,-11-1 0,-1-1 388,5 1 0,-8-1 0,-2 0 0,-7 1-383,4-1 383,-1 3 0,11 0 1638,-2 0 0,-3 0-114,-5 0 0,1 0-1949,7 0 1,0 0 424,-5 0 0,2 0 0,0 3-228,-10-5 228,5 5 0,0 0-199,4-4 199,-1 3 0,1 0 0,4 1 0,-8-1 0,8 1 0,0 0 0,3 0 0,-1 0 0,-7-1 0,0 1 0,5 2 0,0-1 0,-2-2 0,0 0 0,-11 6 0,9-3 0,-2-1 0,1 4 0,-1-1 0,2 1 0,0-1 0,-3 2 0,2 0 0,5-1 0,-6 5 0,1 0 686,13-6-686,-6 5 0,-1 0-207,0 2 207,0 3 759,-10 4-759,17-7 0,2-1 0,-4-1 0,0 10 944,10-12-944,2 3-3277,0 11 253,2-14 3024,2 11 0,4-7 0,0 1 0,9 11 0,-4-10 0,7 8 0,-4-8 0,7 4 0,9 1 3276,-11-7-913,11 3-2716,-9-10 0,2-1 353,1 0 0,2 0 0,0 0 0,2 1 0,0-1-1495,10-2 0,0 0 1495,-9 0 0,1 0 0,-1-1 0,0-2 0,0-1 0,-2 1 0,3 1 0,-1 0 0,5-1 0,1-1 0,-4 1 0,0 0 0,5-1 0,1 0-748,-7 0 0,1 0 0,-2 0 748,6 0 0,-3 0 0,-9 0 0,-1 0 0,9 0 0,2 0 0,5-1 0,1 0 0,-11 1 0,1 0 0,0 0 0,1 0 0,1-1 0,0 0 0,-1 0 0,1-2 0,-1 1-1639,6 0 1,-1 0 1323,-3-3 0,1 0 315,-2 3 0,2 0 0,-8 1 286,-7-3-286,12 1 0,8 0 0,-8 1 1175,-12 0-1175,17-3 0,3 1 0,-8 0 0,10 2 0,-14-2 0,-2-1 1834,-4 4-1834,4-4 0,-3-1 3276,-12 3-1857,12-3-1288,-10-4-131,-2 4 1117,7-15-1117,-5-1 0,-2 5 0,-2-1 0,0 7 0,-1-2 1754,0 0-1754,0-5 0,-3 8 0,0-15-3277,-11-6 0,6 9 3047,-10-6 230,-1 7 0,-6-5 0,0 3 0,-6-1 0,15 16-1639,-4-3 1,-1 0 378,5 4-257,-17-8 0,0 0 1517,15 11 1155,-14-8 1,-8-1-1156,3 6 0,-2 2 0,-3 0 0,8 1 0,-3 0 0,0 0 0,-1 1 0,1-1-366,1 0 0,-1 0 0,0-1 0,1 1 1,-1 1 365,-1 1 0,-1 1 0,1 0 0,2 0 0,5 1 1636,-3-2 0,4 2-1636,-6 3 0,2 3 0,-3 7 0,5-4 0,-1 9-2706,6-6 2706,9-3-210,-5 0 1,2 0-1,12-8 1,-12 6-1</inkml:trace>
  <inkml:trace contextRef="#ctx0" brushRef="#br0" timeOffset="44916">1833 11095 24575,'-20'0'0,"0"0"0,3 2 0,-18 1 0,0 2 0,14-1 0,-4 2 0,-5 1 0,6-2 0,2-1 0,-3 3 0,-7 1 0,7-1-3277,8-3 1638,-7 3 1,-2 0 838,-6 1 800,15-6-717,-11 6 0,-2 0 717,7-3 0,-2 2 0,0 2 0,1-3-1639,2 2 1,1 0 1042,5-1 596,-10 6 2625,13-4-2625,2-2 1666,-9 7-1666,7 0 332,5-3-332,2 2 3276,2-2-389,-1 2-2887,-1-1 139,-1 5-139,4 5 0,-1-1 0,1 12 0,3-13 0,5 17 0,0-14 0,0-4 0,1-1 0,7 4 0,-3-3 0,2 1 0,5 1 0,0-1 395,6 9-395,-5-12 0,0-1 0,6 3 0,-3-9 0,1 1 0,-4 0 0,1-1 0,12 1 0,0-1 0,5 0 0,-10-4 0,4 0 0,-2 0 0,-1-1 0,2 0 0,2 0 0,5 0 0,0 0-820,-6-2 1,2 0 0,-1 0 0,-2-1-713,7 3 1,1-2 1531,-9-1 0,4 0 0,-1-1 0,-2 0-1639,8 1 1,0-2 1317,-8 1 0,3 0 1,3-1-153,-5 1 0,5-1 1,2 0-1,0 1 1,-3-1-1,-4 0 473,1 0 0,-5 0 0,4 0-191,1 0 0,4 0 0,2 0 0,0-1 0,-4 1 191,6-1 0,-2-1 0,-1 1 0,-6 0 0,-1-1 0,3 1 0,-1-1 0,2 0 0,2 0 0,-1-1 0,-3 1 0,5-2 0,-2 1 0,-1-1 0,-5 1 0,-2 1 0,0-1 0,9-2 0,-2 1 1066,-12 0 0,0 1-1066,12 1 0,0-1 649,-7-1 0,1 0-649,-1 1 0,2 2 0,1-2 0,-2 0 0,2 0 0,1-1 0,0 0-289,1 1 0,1-1 0,0 1 0,1-1 289,-1 1 0,1-1 0,-1 1 0,2-1 0,4 0 0,2-1 0,-2 0 0,-5 1 1383,-5 1 1,-1-1-1384,3 0 0,5-1 0,0 0 0,-3 0 0,-5 1 0,-3 0 0,0 0 0,9-2 0,-1 1 0,0-1 0,-3 0 0,-9-1 163,2 0 1,2-1-164,-4-1 0,-1 1 738,14-4-738,-1-5 0,-13 9 0,-1 0 0,3-4 1638,9-2 0,2 0-1073,-10 5-24,-1-1 0,1 1-541,2-4 0,-6 4 0,3-10 0,-17 11 2736,10-14-2736,-12-9 1375,4 13-1375,-4-12 0,-4 12 0,-2-1 0,-2 0-2220,1-4 2220,-9-8-1238,0 12 1238,-6 0 0,3 2 0,-1-1 0,-7 0 0,4 5 0,-3 0 0,2 2-1165,-1-1 1165,2 3 0,-4-2 0,2 2 0,0 1 0,1 1 0,-7-5 0,-4 0 0,4 3 0,-2-1 0,3 1-1001,5-1 0,-1 0 1001,-5 2 0,-3 1 0,2 0 0,5 1 0,0 0 0,-1 1 0,-1 0 0,-1 0 0,-3 0 0,-1 0 0,0 1 0,1 0 0,0 1 0,-2-1 0,-2 0 0,-2-1 0,-1 0 0,5 1-747,6 2 0,3 0 0,-2 0 747,-8-2 0,-2 1 0,3 0 0,-2 0 0,3 1-145,-3 1 0,-2 1 145,0-2 0,-3 1 0,5-1 0,10 2 0,0 0 0,-3 0 0,-3-1 0,0 1 0,7-1-552,0 1 552,0 0 0,-5 0 0,1-1 0,3 1 0,2-1 0,2 3 0,-2 0 0,-12-2 0,-5 0 0,5 0-1175,16 1 0,0 0 1175,-17-1 0,-2 0 0,10 1 0,2 0 1087,2 0 0,-3 1-1087,-6 0 0,-4 1 0,-1 0 0,1 0 0,0 2 0,3-1-577,-3 1 0,1 1 577,10-3 0,0 0 0,3 1 0,-13 7 1481,10-5-1481,-6 2 0,1 0 3276,14-3-2708,-4 0 1,-1-1-569,-3 1 0,1-3-1639,0 1 1,1 0 619,6-3 1019,-13 2 2166,10 2-2166,4-2 0,-19 4 0,9-1 0,0 1 0,6-2 0,-1 0-295,-13 5 0,-1 1 295,15-4 0,1 0 0,-6 3 0,0 0 1638,6-3 0,1 0-468,0 1 1,1 0-1171,-3 2 599,-3 1-599,12-4 0,-3 1 0,5-3 1822,1 1-1822,-1-1 99,2 0 0,4-1 0,2-3 1</inkml:trace>
  <inkml:trace contextRef="#ctx0" brushRef="#br0" timeOffset="47450">10111 10959 24575,'-16'13'0,"0"1"0,-5 3 0,-2 4 0,1 1 0,9-8 0,-4 3 0,1 1 0,3-3 0,-10 10 0,10-11 0,0 2-1639,1 2 1,1 0-1639,-10 10 1638,11-2 1,3-1 148,4-15 1490,-1 21 0,6-7 0,1-7 0,4 7 0,3 0 0,1-3 0,5 2 0,2-1 0,-2-5 0,10 1 0,4 0 0,2-1 0,0-1 269,-6-3 1,-1-2-270,3 2 0,2-1 0,5-3 0,-3-2 0,-12-2 0,1-1 0,5 2 0,7 0 0,4 1 0,-2-1 0,-6-1 0,6-3 0,0 1 0,-6 0 0,6 1 0,3 0 0,0 1 0,-2-2 0,-6 0 0,0-2 0,-4-1 0,3 1 0,4 1 0,5 1 0,0-1 0,-2 1 0,-8-2 0,-4 0 0,-2-2 0,7 1 0,5-1 0,0-1 0,-9-1 3276,1-3-2910,0 1 1,6-1 0,-6-1-367,-1-5 0,1-2 0,1-1 0,-3-4 0,-3 0 0,-2 1 0,-4-2-1639,-2-3 1,-2 0 253,-2 6 1385,-1-5 0,-2-1-430,-6-3 430,-1-3-250,-8 0 1,-1 2 249,2 8 0,-5 0 0,-4-5 0,1 3-528,-9-4 1,8 8-1,1 0 1,0 1-1</inkml:trace>
  <inkml:trace contextRef="#ctx0" brushRef="#br0" timeOffset="48400">14115 10880 23561,'-29'9'0,"1"0"0,-3 2 0,-3 0 0,3-1-1639,4-1 1,-1 0 545,-4 1 1,-4 2 0,1 0 1065,2-1 0,1 0 0,-2 1-793,3-1 1,-1 1 0,0 1 0,1-2 622,3 0 1,1-1 0,1 0 0,1-1 772,-5 2 1,1 0 0,6 0-577,-5 9 0,10-8-1639,-2 8 1,2 1 1527,10-11 495,-5 19 1,2 4-385,6-10 0,0 13 0,1 1 0,3-13 51,1-1 1,0 5 0,4-3-52,5-3 0,1-1 1463,-5 6 0,0 0-1463,8-7 0,3-3 0,8 0 0,5 2 0,1-5 0,6 0 0,-3-2-602,-12-6 0,1 1 602,8 2 0,4 1 0,0-1 0,-4-5 0,1-2 0,0 0 0,-2-1 0,1 1 0,1-1 0,-2 1 0,5-1 0,-1 1 0,2-2 0,-1-2 0,4 0 0,-3-1 0,-10 0-2018,-3-3 2018,8-1 0,4-2-1033,-1-1 0,-2-1 1033,1-3 0,-6 1 0,9-6 0,-2 1 0,-7 3 245,0-1-245,-2-2 0,5-5 0,-4 1 958,0-5 1,-3-1-959,-5 1 0,-1-1 0,6 0 0,-4 3 0,-9-1 0</inkml:trace>
  <inkml:trace contextRef="#ctx0" brushRef="#br0" timeOffset="51700">25285 11105 24575,'-7'-2'0,"2"0"0,-8-1 0,5 0 0,-15-1 0,0 0 0,1-1 0,-5 2 0,18 2 0,-18-2 0,13 1 0,-23 0 0,16 1 0,-6 1 0,-3 0 0,1 0 0,-1 0-1490,2 0 0,-1 0 1490,1 0 0,1 0 0,6 2 0,2 0 0,0 0 0,0 0-373,-14 3 373,9-1 0,2-1 0,-6 0 1306,2 0-1306,-4 2-497,6-1 497,5-1 0,-1 0 0,-4 1 0,0 2 0,2-4 0,-1 1 0,-5 3 0,3 0 0,0 0 0,5-1 0,1 0 0,2 3 0,-7 2-3277,-5 7 874,14-8 2403,-8 10-17,11-6 17,-8 12 1069,8-11-1069,1 4 0,0 1 0,3-3 0,1 8 0,0 0 0,3-3 184,3 0 1,3 1-185,3-4 0,2 0 0,4 15 0,-1-13 0,1-1 0,2-1 0,0-3 0,0-1 0,-2-3 0,10 11-88,-9-12 88,3 4-3277,9 3 2052,-11-7-1785,19 4 3010,-23-11 3010,20 8-3010,-3-7 72,-8 2-72,15-2 0,0-1 3276,-16-1-3185,12 1 0,2-1-91,-7-2 0,-2-2 0,-3 2 0,1-1 0,7-1 0,3 0 0,-5 0 0,3-2 0,4 0 0,2 0 0,-1 0 0,-9 0 0,2-1 0,-1 2 0,2 0 0,-1 1 0,1-1 0,0 0 0,3 1 0,2-1 0,4-1 0,-2 0 0,-4 2 0,-2-1 0,6-3 0,-4 2 0,-9 1 0,-1 0 0,4-1 0,2 0 0,-1-1 0,1-1 0,-2 1 0,11-2 0,0 0 0,-10 1 0,4-4 0,0 2 0,-3-4 0,-19 4 0,8-3 0,-12 3 1079,6-1-1079,-6 0 3276,2 3 0,-1-13-3044,-1 12-232,0-17 0,1 15 0,-3-16 0,1 14 0,-2-12 0,-6-4 0,5 10 0,-8-9 0,3 10 0,-5-5 0,2 4 0,-1 1 0,1 1 0,-6-6 0,2 1 0,-9-4 0,9 14 0,-12-8 0,9 7 0,-11-4 0,13 8 0,-10-4 0,12 7 0,-9-7 0,-4 8 0,10-2 0,-12 4-3277,1 1 0,9 0 1638,-13 2 1,1 0 148,16-1 1490,-9 1 0,-3 1 0,1 2 0,-1 0-1517,0 0 0,0 0 1517,6-1 0,-15 3 2482,11-2-2482,5-3 0,-3 2 0,-1-1 0,-3-1 0,-7 4 0,19-4 0,6 1 0</inkml:trace>
  <inkml:trace contextRef="#ctx0" brushRef="#br0" timeOffset="52950">23090 12060 24575,'7'-14'0,"0"7"-3277,-6-13 0,1 16 1328,1-14 1949,-1 8 1719,-1-1-1719,2-10 0,3-7 0,-2 8-1639,2-3 1,1 3 378,-3 9 1260,6-13 0,1 1 0,-5 14 0,4-7 0,0 0 0,5 1 0,-1 1 0,4 1 0,3-1 0,5 3 0,0 2 1507,-8 0 1,1 0-1508,7 1 0,1 1 1638,-6 4 0,-1 0-261,0 0 1,1-1-1839,0 0 0,-1 0 461,4 1 0,-19 0 0,7 6 0,12-1 2160,-10 1-2160,10 0 0,-15-3 0,-3 0 0,1 0 0</inkml:trace>
  <inkml:trace contextRef="#ctx0" brushRef="#br0" timeOffset="54039">23582 11564 24575,'0'12'0,"1"8"0,1-11 0,2 15 0,3-6 0,-4-3 0,1-1 0,-2-9 0,1 2 0,0 1 0,0-13 0,-5-8 0,1-1 0,-5-7 0,0 4-3277,-1-3 0,0 2 3047,2 5 230,2 4 0,2 6 0,0-4 0,9 7 0,2-2 0,14-1 0,-12 1 3276,11-1 0,-15 5-3044,17 8-232,3 6-1683,-6-2 1683,2 3 0,-8-6 0,-3-2 0,4 2 0,-16-6 0,-6 5 0,-6 1 1683,-5 4-1683,-12 7-3277,-2-4 0,5-2 3047,5-3 230,8-3 0,6-6 0,-2 1 0,14-15-3277,4-7 2017,-3 5 4536,1-3-2015,-6 6-1261,-1-2 0,1 1 0,-2-5 0,0 9 3276,-2-1 0,1 4-3044,-2 3-232,-1 0 0,-2 3 0,1-1 0,-7 5 0,6-5 0,-2 4 0,7-6 0,11-3 0,-2-1 0,13-3 0,-11-2 0,1 4 0,-8-2 0,-4 7 0,0-1 0,-1 1 0</inkml:trace>
  <inkml:trace contextRef="#ctx0" brushRef="#br0" timeOffset="55098">25664 11723 24575,'24'0'0,"-12"0"0,8 0-3277,-7 0 0,-5 0 0,20-1 0,-21 0 5064,17 0-1787,-3-5 0,10-1 0,-2-2 0,-2-1 0,-16 7 0,0-1 0,-5 3 3276,4-1-2015,-5 0-1261,11-1 0,-9 1 819,6 1 0,-12 1 0,1 0 0</inkml:trace>
  <inkml:trace contextRef="#ctx0" brushRef="#br0" timeOffset="55950">25583 11681 24575,'-6'8'0,"2"-1"0,-6 0 0,6 1 0,-3-1 0,3 1 0,1 3 0,2-3 0,2 14 0,1-10 0,7 12 0,-3-12-3277,15 15 0,-12-18 3047,10 10-215,-2-8 445,1 1-79,5-1 1,2 0 78,-3-4 0,-1-1-368,-2 0 1,1 0 367,0-2 0,2-2 0,5-2 0,1-1 0,-4-1 0,2-1 0,0 0 0,1 0 0,-3 0 1638,0-3 0,-2 0-1116,-4-1 0,0 0-2161,3-2 1,-2 0-236,-4-1 1943,1-1 0,-1-1-69,-4 0 0,3-9-3277,-1-11 3154,-10 17 1016,2-18-893,-8 12 0,-3-4 0,1 7 0,-10-3 0,10 19 0,-8-11 0,-7 5 0,1 3 0,-3 0 0,-3 1 0,-2 0 0,1 1 1134,1-1 0,0 2-1134,-1 0 0,-1 1 0,0 1 0,-5 2 0,3 1 0,7-3 0,-1 1 0,-12 2 0,-6 2 0,9-2-2591,9-1 2591,-11 3 0,-1 1 0,4 4 3276,5 1-2726,0 0 1,2 1-1949,7-3 1398,-9 6 0,9 2 0,3-6-1173,-2 7 1,1 1 1172,5-6 0,-10 14 0,18-23 0,-1 2 0</inkml:trace>
  <inkml:trace contextRef="#ctx0" brushRef="#br0" timeOffset="58932">28580 11290 24575,'-8'12'0,"5"-3"0,-9 10 0,11-10 0,-3 9 0,4-9 0,3 9 0,0-1 0,5 4 0,-3-5-3277,8 7 0,-10-16 0,19 21 1787,-17-23 1490,12 13 0,-3-6 0,-2-4 0,17 13 0,-11-12 0,-1-1 3276,6 4-2928,-4-5 1,0 0-349,6 0 0,3 1 0,6 0 0,0 0 0,-15-2 0,1 0 0,16 1 0,-1 0 0,0 5 0,-11-9 0,4-1 0,-4 1 3276,5 3-3191,3-2 0,2-1-85,-11-2 0,0 1 0,-1 0 0,2 1-1093,2-3 1,4-1 0,-4 1-1123,9 1 2215,-2-1 0,5-2 0,-7 1-1522,-7-1 1522,1 0 0,4 0 0,-1-2-12,2-1 0,-2-2 12,6 0 0,-1 0 0,-2 1 0,1-1 0,-3 2 0,2 0 0,-5 0 0,1-1 0,0 3 0,5-1 0,-6 1 1760,-5-1-1760,5 0 0,6 0 0,-5-1 0,-2-3 1638,10-1 0,0-2-222,-12-3 697,4-7-2113,-14 3 0,3-3 0,-8 2 0,2-16 0,-5 17 0,-1-15 0,-4 22-3277,3-10 1109,-3 12 2168,3-10 0,-3 9 717,0-19-717,-3 11-3277,0-10 2336,-1 17 4217,-10-13-2151,7 13-1125,-16-14 0,9 13-3277,-12-7 2062,14 12 966,-7-4 1,-1 1 248,4 3 0,-10-3 0,0 1 0,10 1-928,-10 1 1,-6-2 0,6 2 927,7 1 740,-1 0 1,-6-1 0,0 0-741,-2 2 0,-1 0 0,1 1-215,3 1 1,1 0 0,-4 0 214,-2-1 0,-3 0 0,-3 0 0,1 1 0,3 0 0,2 2 0,1 0 0,2 0 0,-1 1 0,-7-2 0,1 1 0,1 1 0,4 2 0,1 0 0,3 2 0,-3 3 0,3 1 0,5-3 0,1 0 0,-6 5 0,-1 0 1174,-7 1 1,-4 1-1175,9-3 0,-2 1 0,-1 0 0,2-1 0,-1 1 0,2-1 0,-4 1 0,2-1 0,-5 2 0,-1-1 0,3 0 0,6-2 0,4 0 0,0 0 0,-4 1 0,-4 2 0,0-1 0,6-1 783,-7 4-783,10-2 0,-2 3 0,5-3 0,5 2 789,-6 4 1,1 3-790,12 1 0,11 3 0,-2-10-2920,11-7 2920,-11-6 0,1 0 0,-3 0 0</inkml:trace>
  <inkml:trace contextRef="#ctx0" brushRef="#br0" timeOffset="63700">27457 5217 24575,'15'31'0,"-1"1"0,-4-6 0,1 2 0,2 1 0,0 2 0,0-1-1093,-1-3 1,-2-2 0,1 0 417,0-1 1,-1 0 0,1 1 674,2 7 0,1 1 0,-2-3 0,0-3 0,1 0 0,-3-2 0,1 2 0,-1-2 0,0 1 0,1 0 0,0 0 0,1 3 0,1 2 0,-1-2 0,-2-1 0,-1-2 0,0 2 0,1 1-656,0 1 1,2 3-1,0 1 1,0-1 0,-2-2 131,-1-1 1,0-2 0,-2 1-1,2 2 524,-1 4 0,1 3 0,0 1 0,0-2 0,-2-4-410,1-4 1,-2-3 0,1 3 409,-1 0 0,-1 3 0,1 2 0,-1-2 0,-1-3 0,1 2 0,-1-3 0,1 2 0,0 0 0,0 1 0,0 1 0,0 0 0,1 1 0,0 1 0,0-1 0,0-3 0,1 5 0,1 0 0,-1-5 0,0 2 0,1-5-598,-1-8 1,0-1 597,3 12 0,1 1 220,2-2 1,1-2-221,-2-5 0,0 0 1638,6 5 0,2 1-1437,-2 0 0,-1-2 1437,-4-9 0,-1 0-1124,9 13 0,-3-3 2044,-9-18-2558,12 16 0,-1 0 1208,-12-17-1208,6 6 0,-1-1 339,-5-8-339,4 3 0,-1-5 0,-3 0 0,-2-3 0,-2-2 0,5-1 0,-6 0 566,16-13-566,-10 6 0,3-5 0,1-1 0,2-6-947,-2-1 947,-5 7 0,-4 4 0,-1 4 0,1 3 0,-5 12 0,-1 3 0,-3 12 947,0-9-947,-1 10 0,1-14 0,-2 15 0,4-15 0,-2 10 0,4-12 0,0-2 0,1-4 0,0 0 0,-3-36 0,-1 3 0,2 12 0,0 1 0,-1-5 0</inkml:trace>
  <inkml:trace contextRef="#ctx0" brushRef="#br0" timeOffset="65950">5452 7532 20003,'7'32'0,"-1"0"0,1 0 0,-1 0 0,1 4 0,-1-2 0,-1-5 0,-1 3 0,0-1 0,0-4 0,0 2 0,-1-5 0,0 8 0,19-12 0,-5-29 0,6-13 0,2-9 0,2-2 0,-2 1 0,-4 7-1093,-1 3 1,-3 3 0,5-6 818,-5 7 1,2-5 0,3-1 0,2-4 0,1-1 0,1-1 0,1-1 0,0 0 0,0 1 0,0 0 0,-2 2 0,-1 2-51,2-3 0,0 2 0,-2 1 0,1 0 0,-1 1 0,1-1 0,1-1 0,2 0 1,2-3 323,-8 8 0,1-1 0,0 0 0,2-1 0,-1-1 0,2 1 0,0-2 0,0 1 0,1-1 0,0 0 0,1 0 0,0 0 0,0-1 0,0 1 0,1 0 0,0 0 0,0 1-32,-3 2 1,1 0 0,0 0-1,1 0 1,0-1 0,1 0 0,0 1-1,1-1 1,0 0 0,-1 0-1,1 0 1,0 1 0,0-1 0,-1 1-1,1 0 1,-1 0 0,-1 1-1,0 0 1,0 0 0,-1 1 0,-1 0-1,0 1 32,4-4 0,-2 1 0,0 1 0,-2 1 0,0 0 0,-1 0 0,1 1 0,-1-1 0,1 1 0,1-1 0,0 0 0,2-1 0,1-1 0,2 0-37,-6 4 0,1-1 0,2 0 1,1-2-1,2 0 0,0 0 0,1-1 1,1-1-1,1 0 0,0 1 0,0-1 1,0 0-1,0 0 0,0 0 0,-1 1 1,0 0-1,-1 1 0,-1 1 0,-1 0 1,-1 1-1,-1 1 0,-2 1 1,-2 1-1,-1 1 0,-2 2 0,-3 1 1,16-10-1,-7 5 0,-4 2 0,2 0 1,6-5-1,-1 0 0,0 1 0,1-1 1,-1 0-1,0 0 0,0 1 0,0-1 1,1 0-1,-1 0 0,0 1 0,0-1 1,0 0-1,1 0 0</inkml:trace>
  <inkml:trace contextRef="#ctx0" brushRef="#br0" timeOffset="83733">29138 15620 24575,'15'4'0,"6"0"0,-5 0 0,5 1-3277,-7-4 0,-5 1 0,20-1 1787,-21 1 1490,15-2 0,-3 3 0,-2-2 0,4 0 0,7-1 0,0 1 1638,-7 0 0,-2 0-1610,3-1 0,-1 0-28,2 1 0,-7-1-274,5 1 1,-1 0 273,-9 2 0,19-1 0,-8 1 0,6-2 0,-2-1 0,7 0 0,-18 0 0,20 0 0,-16 1 0,13 0 0,-13 2 1151,7 1-1151,7 4 3276,-13-3-1324,7 4-1112,-6-6-840,-1 3 0,5-1 0,-10-2 0,-6-1 0,-5-2 0,-1 0 0</inkml:trace>
  <inkml:trace contextRef="#ctx0" brushRef="#br0" timeOffset="84582">29738 9413 24575,'19'-14'0,"-4"4"0,2 0 0,4-3 0,5 2 0,0-1 0,-2 1 0,-4 3 0,-1 2 0,-6 2 0,2 2 0,-9 2 0,-1 0 0</inkml:trace>
  <inkml:trace contextRef="#ctx0" brushRef="#br0" timeOffset="87165">28305 15993 24575,'0'0'0</inkml:trace>
  <inkml:trace contextRef="#ctx0" brushRef="#br0" timeOffset="103686">25648 17763 24575,'0'0'0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44:25.0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14970 5241 24575,'20'-9'0,"-7"5"-3277,13-9 0,-19 10 781,24-11 2496,-17 6 0,8-4 0,7-2 0,-1 2 0,3 0 0,-2 0-885,0-3 1,0 1 884,1 2 0,2-1 0,0 2 0,-3 1 0,-1 0 0,-2 2 0,-4 2 0,2 0 0,1-2 0,8-1 0,4-1 0,-1 1 0,-4 0 0,-8 3 0,10-1 0,-6 0 0,0 0 0,1-1 0,-1 1 0</inkml:trace>
  <inkml:trace contextRef="#ctx0" brushRef="#br0" timeOffset="415">17852 6891 24575,'29'-18'0,"1"0"0,-1-1 0,0 1 0,0-1 0,1 0 0,-4 4 0,4-2 0,-1 1 0,-3 2-1639,0 0 1,-3 1 1091,2 1 1,-1 0 0,-4 1 0,-5 3 0,-12 8 0</inkml:trace>
  <inkml:trace contextRef="#ctx0" brushRef="#br0" timeOffset="898">14171 9260 24575,'18'-10'0,"0"0"0,-1-2 0,5-4 0,10-7 0,0-1 0,-7 4-1639,-9 6 1,1-2 1273,2 2 1,7-6 0,4-2 0,5-2 0,1-2 0,-1 1 0,-1 1 0,-3 3 0,-5 3-456,-1 0 1,-4 4 0,1 0 0,4-4 666,-3 2 0,5-2 1,2-2-1,3-2 1,2-1-1,0 0 1,1 0-1,-2 0 1,-1 2-1,-3 1 1,-3 3-1,-5 2 153,10-5 0,-7 5 0,5-4 0,-4 4 0,5-4 0,4-2 0,0-1 0,0 2 0,-4 1 0,-5 3 0,-7 4 0,6-4 0,3 1 0,4-2 0,-10 4 0,-16 9 0,6-1 0</inkml:trace>
  <inkml:trace contextRef="#ctx0" brushRef="#br0" timeOffset="1333">16666 10550 24575,'26'-11'0,"1"-1"0,0 1 0,-3 2 0,-1 0 0,0 0 0,9-5 0,-1 0 0,-2 5 0,-5 2 0,-14 3 0,8 0 0</inkml:trace>
  <inkml:trace contextRef="#ctx0" brushRef="#br0" timeOffset="1715">17167 11915 24575,'30'-11'0,"0"0"0,-3 3 0,-1 1 0,-7 1 0,-2 1 0,2 2 0,-17 8 0,-3-4 0,-1 3 0</inkml:trace>
  <inkml:trace contextRef="#ctx0" brushRef="#br0" timeOffset="2533">10574 13477 24575,'5'9'0,"29"-2"0,-5-8 0,4-2 0,2 2 0,2-1 0,-1 0-1093,-7 0 1,-1-1 0,0 1 719,4-1 1,1 1 0,-8 0 0,-4-1 0,1 1 0</inkml:trace>
  <inkml:trace contextRef="#ctx0" brushRef="#br0" timeOffset="3234">18344 15653 24575,'22'-1'0,"0"-1"0,3 0 0,-1-1 0,-3-1 0,-2 0 0,17-6 0,-31 7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226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La pregunta de hoy es la que dejamos abierta en la Clase 6: ya tenemos un modelo que ordena (AUC 0.704 en 2010), pero con el umbral de 0.5 llama a casi nadie. El gráfico de la derecha es el resultado final de la clase: la curva de ganancia en 2009 y en 2010. Volvemos a él en el Bloque 5. Anuncia la idea fuerza desde el inicio: hoy vamos a ver que el umbral vale más que el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minutos incluyen teoría y laboratorio. El notebook tiene unos 68 minutos de práctica; el resto es exposición con estas slides. Si el tiempo aprieta, el Bloque 4 se puede dar solo con la slide y la demostración 4.2. El Bloque 5 no se recorta.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de 5 minutos. La Celda 0 del notebook rearma todo esto con una sola función (la escalera de la Clase 6) y entrena la misma logística: es el modelo a batir. Pregunta a la clase antes de avanzar: si el modelo ordena bien, ¿por qué llama a tan pocos? La respuesta (probabilidades descalibradas) es la semilla del Bloque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la impureza con la intuición del grupo puro: si en una hoja todos contratan o nadie contrata, la pregunta ya no aporta. Gini y entropía son dos formas de medir lo mismo; la diferencia está cerca de p = 0: la entropía sube más rápido. Eso lo vamos a ver con los datos reales en dos slides. Recuerda que en la Clase 4 vieron árboles de regresión con el error cuadrático; aquí cambia solo la medida de impureza.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Hazlo en la pizarra antes de mostrar los resultados. Que calculen el Gini de la raíz (0.48) y el del corte por canal. Es el Ejercicio 1.1: en el notebook programan las tres funciones (gini, entropia, ganancia) y verifican exactamente estos números. Aquí los dos criterios coinciden: el árbol empezaría preguntando por el canal.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1.2 y Demostración 1.3. La sorpresa: con datos reales los dos criterios eligen raíces distintas. La explicación intuitiva: la entropía tiene pendiente infinita cerca de p = 0, así que distinguir tasas bajas (4 % contra 9 %) le pesa más. Pero a profundidad 2 los dos árboles terminan casi en la misma partición. Remata con la frase de abajo: el árbol no manda llamar a nadie porque todas sus hojas tienen menos del 50 % de contratantes. Eso abre el Bloque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1.4 y Demostración 1.5. Es el mismo sobreajuste de la Clase 4, ahora en clasificación. Desde la profundidad 3 la curva de entrenamiento sube y las otras dos bajan. Nota que el OOT va por encima de la validación en toda la curva: 2010 es más fácil de ordenar (ya lo vimos en la Clase 6), no es que el modelo mejore. Lo que importa es la forma de cada curva.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2.1. El mejor k es 201 (AUC 0.616), elegido en validación, casi empatado con 101. Pregunta a la clase por qué escalar importa en KNN y no en el árbol: el árbol compara una variable con un corte; KNN suma diferencias entre todas. En producción, KNN obliga a cargar toda la base de entrenamiento para puntuar cada 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2.2. Bloque corto a propósito: el margen y el kernel ya los vieron con SVR. Lo que importa para el trabajo es lo práctico: no da probabilidades y no escala. La fila de 20 000 la medimos al preparar la clase; no la corras en vivo. Si alguien pregunta, el SVC con kernel lineal da prácticamente lo mismo que la logística.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3.1. Dos mensajes. Uno: con clases desbalanceadas la exactitud es inútil (92.7 % sin vender nada). Dos: la receta de balancear no le da al modelo nueva información; reparte distinto el peso, y el resultado es casi el mismo orden con probabilidades infladas. Como en una campaña el orden es lo que importa y el umbral lo vamos a elegir con costos, balancear no hace falta. En fraude, con 1 positivo cada mil, la discusión es la misma.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4.1 y Demostración 4.2. El lift es PR-AUC dividido entre la tasa. En entrenamiento el lift es 2.03 con un PR-AUC de apenas 0.148: con positivos raros, un PR-AUC bajo puede ser un gran modelo. Para ellos que vienen de riesgos: en fraude, una ROC de 0.95 puede esconder que de cada 100 alertas solo 3 son fraude; la curva PR lo muestra de frente.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 en que los costos son supuestos del caso, no del dataset, y que en la vida real los pone el área de negocio, por escrito. El falso negativo vale 0 en caja, aunque sea una venta perdida: es un costo de oportunidad. El punto de equilibrio 0.417 es clave: en el segundo semestre de 2009 contrata el 39.8 %, debajo del equilibrio, así que llamar a todos pierde. En 2008 contrataba el 5 %: con estos costos, el banco perdía dinero llamando a todos, y por eso cambió de estrategia después de la crisis.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5.1. La función ganancia_campana es de tres líneas; lo importante es la búsqueda: se prueba cada score único como umbral. Muestra la forma de la curva: sube mientras los llamados contratan más del 41.7 %, llega a un máximo cerca del 23 % de la lista y después baja hasta quedar en negativo. El umbral elegido es 0.219, y a partir de aquí queda congelado: se aplica tal cual a 2010.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5.2 y Demostración 5.3. En 2010 llamar a todos ya no pierde (la tasa subió al 52 %), pero el modelo con el umbral de validación gana más porque deja de llamar a los que no compran. Nota la meseta de la curva en 2010 entre el 40 % y el 85 %: ahí casi cualquier corte gana parecido. Si se fija la capacidad en vez del umbral (llamo al 20 %), el volumen no se adapta cuando llegan mejores clientes. El máximo ex post es solo una referencia: nadie lo conoce al decidir.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5.4. Es la slide que resume la clase. Con estos datos ningún modelo no lineal le gana a la logística, y el SVC queda incluso debajo de llamar a todos. El árbol de dos niveles se traduce en una regla que cualquier gerente entiende: llamar a los que ya contactamos antes. Antes de pedir un modelo más complejo, hay que preguntarse cuánto le gana a esa regla. El viernes probamos Random Forest y XGBoost con la misma vara: ganancia en 2010 con umbral de validación.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el checklist en voz alta y pide que cada uno marque lo que no le quedó claro: eso guía el repaso del viernes. Recuerda el reto del notebook (recalibrar en validación y usar la regla C/M: da casi la misma ganancia, 14 530 euros). El parcial del lunes 19 cubre los Módulos 1 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customXml" Target="../ink/ink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ustomXml" Target="../ink/ink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customXml" Target="../ink/ink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customXml" Target="../ink/ink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60120"/>
            <a:ext cx="251460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9601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CLASE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6035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cortamos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lista?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3246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de clasificación, KNN y SVC, el desbalance, la curva precision-recall y el umbral que paga, con el mismo caso del banco.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4434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€14 455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en 2010 con 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validación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4434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€3 415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4846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lista con 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0.5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modelos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4846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casi la misma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5440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Josef Renato Rodriguez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6172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Programa de Especialización Data Scientist · Sesión 7 de 15</a:t>
            </a:r>
            <a:endParaRPr lang="en-US" sz="11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6903720" y="1234440"/>
          <a:ext cx="48463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6903720" y="5486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según cuánto de la lista se llama, de mayor a menor score</a:t>
            </a:r>
            <a:endParaRPr lang="en-US" sz="11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E3D2F74-BEF9-3CAE-0D08-4F92AE2CDDDF}"/>
                  </a:ext>
                </a:extLst>
              </p14:cNvPr>
              <p14:cNvContentPartPr/>
              <p14:nvPr/>
            </p14:nvContentPartPr>
            <p14:xfrm>
              <a:off x="1682640" y="4591080"/>
              <a:ext cx="4570200" cy="7095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E3D2F74-BEF9-3CAE-0D08-4F92AE2CDD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73280" y="4581720"/>
                <a:ext cx="4588920" cy="728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repartimos los 120 minutos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bloques con el mismo caso: primero tres modelos nuevos, después cómo se mide y dónde se corta.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6949440" cy="365760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 quedamos y la pregunta del día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árbol a mano: Gini, entropía y profundidad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y SVC en bloque corto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desbalance: por qué el árbol no llama a nadie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curva precision-recall y el PR-AUC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umbral según el costo de la llamada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 y la tabla del día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2103120"/>
            <a:ext cx="38679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19288" y="2212848"/>
            <a:ext cx="3465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llevas hoy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19288" y="26060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a mano el Gini, la entropía y la ganancia de un corte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profundidad y k con la validación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PR-AUC junto a su línea base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umbral con los costos del negocio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818120" y="4617720"/>
            <a:ext cx="3867912" cy="1371600"/>
          </a:xfrm>
          <a:prstGeom prst="roundRect">
            <a:avLst>
              <a:gd name="adj" fmla="val 5333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0" y="4727448"/>
            <a:ext cx="34107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5 es el importante. </a:t>
            </a: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se ve que mover el umbral vale más dinero que cambiar de modelo.</a:t>
            </a:r>
            <a:endParaRPr lang="en-US" sz="12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241D1E4-2087-2C96-F181-5E5752886ACF}"/>
                  </a:ext>
                </a:extLst>
              </p14:cNvPr>
              <p14:cNvContentPartPr/>
              <p14:nvPr/>
            </p14:nvContentPartPr>
            <p14:xfrm>
              <a:off x="3825000" y="1841760"/>
              <a:ext cx="6686640" cy="32659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241D1E4-2087-2C96-F181-5E5752886A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15640" y="1832400"/>
                <a:ext cx="6705360" cy="3284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quedamos: un modelo que ordena y no se anima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regresión logística, entrenada en 2008–2009 y probada en 2010.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240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0.704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en el OOT de 2010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ordena: el primer decil contrataba el 77 %.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9392" y="21031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07992" y="2240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de 2 058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 llamar con el umbral 0.5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de 11.6 %: deja casi todas las ventas sin hacer.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55864" y="21031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84464" y="2240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0.216 vs 0.521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284464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media contra tasa real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Aprendió con un 7 % de éxito: sus probabilidades quedaron bajas.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2976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" y="4407408"/>
            <a:ext cx="5038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 · ¿un modelo no lineal ordena mejor?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" y="48006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de clasificación, KNN y SVC contra la logística, con el mismo corte temporal y las mismas variables sin fugas.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45352" y="42976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407408"/>
            <a:ext cx="5038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 · ¿dónde cortamos la lista?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8006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llamada cuesta y cada venta deja margen. El 0.5 no es sagrado: el umbral lo fijan los costos.</a:t>
            </a:r>
            <a:endParaRPr lang="en-US" sz="12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5F7EF2C-825E-5B46-AAC0-3C2A660F48A1}"/>
                  </a:ext>
                </a:extLst>
              </p14:cNvPr>
              <p14:cNvContentPartPr/>
              <p14:nvPr/>
            </p14:nvContentPartPr>
            <p14:xfrm>
              <a:off x="637200" y="1474560"/>
              <a:ext cx="9960840" cy="47444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5F7EF2C-825E-5B46-AAC0-3C2A660F48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7840" y="1465200"/>
                <a:ext cx="9979560" cy="476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59152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ÁRBOLES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árbol hace preguntas de sí o no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paso elige la pregunta que deja grupos más puros: casi todos contratan o casi nadie.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5669280" cy="2514600"/>
          </a:xfrm>
          <a:prstGeom prst="roundRect">
            <a:avLst>
              <a:gd name="adj" fmla="val 290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86000"/>
            <a:ext cx="5212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Gini(p) = 1 − p² − (1 − p)²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Entropía(p) = −p·log₂p − (1 − p)·log₂(1 − p)</a:t>
            </a:r>
            <a:endParaRPr lang="en-US" sz="1700" dirty="0"/>
          </a:p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= impureza(padre) − promedio ponderado de la impureza de los hijos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46520" y="2103120"/>
            <a:ext cx="5239512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47688" y="221284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valen 0 en un grupo puro y son máximas en p = 0.5</a:t>
            </a:r>
            <a:endParaRPr lang="en-US" sz="12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583680" y="2560320"/>
          <a:ext cx="4983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502920" y="484632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04088" y="4956048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" y="5321808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variable y un corte: ¿contactado antes? ¿edad ≤ 40?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474720" y="484632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75888" y="4956048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elección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675888" y="5321808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prueban todos los cortes y gana el de mayor ganancia.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8D0BD88-FF6D-B62D-FDB8-D23652950A07}"/>
                  </a:ext>
                </a:extLst>
              </p14:cNvPr>
              <p14:cNvContentPartPr/>
              <p14:nvPr/>
            </p14:nvContentPartPr>
            <p14:xfrm>
              <a:off x="626760" y="470520"/>
              <a:ext cx="11153880" cy="60624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8D0BD88-FF6D-B62D-FDB8-D23652950A0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7400" y="461160"/>
                <a:ext cx="11172600" cy="608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59152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ÁRBOLES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papel primero: diez llamadas, cuatro ventas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Raíz: p = 0.4 · Gini 0.48 · entropía 0.971. ¿Por qué pregunta empieza el árbol?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3112" cy="1536192"/>
        </p:xfrm>
        <a:graphic>
          <a:graphicData uri="http://schemas.openxmlformats.org/drawingml/2006/table">
            <a:tbl>
              <a:tblPr/>
              <a:tblGrid>
                <a:gridCol w="1673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fijo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fijo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fijo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fijo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contactado antes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8862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4088" y="3995928"/>
            <a:ext cx="5038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por canal · gana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04088" y="43891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Celular: 4 de 6 → Gini 1 − (2/3)² − (1/3)² = 0.444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Fijo: 0 de 4 → Gini 0 (puro)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Ponderado: 0.6 · 0.444 + 0.4 · 0 = 0.267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Gini 0.213 · entropía 0.420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45352" y="38862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3995928"/>
            <a:ext cx="5038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por contactado antes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43891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Sí: 2 de 3 → Gini 0.444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2 de 7 → Gini 0.408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Ponderado: 0.3 · 0.444 + 0.7 · 0.408 = 0.419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Gini 0.061 · entropía 0.091</a:t>
            </a:r>
            <a:endParaRPr lang="en-US" sz="12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48E7891-D708-5A18-06ED-BFEB23D78A73}"/>
                  </a:ext>
                </a:extLst>
              </p14:cNvPr>
              <p14:cNvContentPartPr/>
              <p14:nvPr/>
            </p14:nvContentPartPr>
            <p14:xfrm>
              <a:off x="302760" y="2325600"/>
              <a:ext cx="11595600" cy="30322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48E7891-D708-5A18-06ED-BFEB23D78A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400" y="2316240"/>
                <a:ext cx="11614320" cy="3051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59152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ÁRBOLES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datos reales, Gini y entropía no coinciden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36 939 clientes del entrenamiento: ¿primero «contactado antes» o «canal»?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6949440" cy="15087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Hijo «sí»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Hijo «no»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Ganancia Gini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Ganancia entropía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contactado antes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342 · tasa 40.4 %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36 597 · tasa 7.0 %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 celular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22 533 · tasa 9.3 %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14 406 · tasa 4.2 %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502920" y="379476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4088" y="3904488"/>
            <a:ext cx="2935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aísla lo raro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04088" y="4270248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Prefiere separar a los 342 ya contactados, que contratan el 40 %.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14800" y="379476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15968" y="3904488"/>
            <a:ext cx="2935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entropía mira las tasas bajas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315968" y="4270248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importa más separar un 4.2 % de un 9.3 %.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5349240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458968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ninguna hoja pasa del 50 %: </a:t>
            </a: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árbol no manda llamar a nadie. Pero ordena.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726680" y="2103120"/>
            <a:ext cx="3959352" cy="3977640"/>
          </a:xfrm>
          <a:prstGeom prst="roundRect">
            <a:avLst>
              <a:gd name="adj" fmla="val 1848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27848" y="2212848"/>
            <a:ext cx="3557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profundidad 2, las mismas hojas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927848" y="26517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4.1 %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9189720" y="2651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fijo, sin contacto previo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14 392 clientes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7927848" y="3520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8.8 %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918972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celular, sin contacto previo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22 205 clientes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927848" y="4389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40.4 %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9189720" y="4389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contactados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 clientes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7927848" y="5257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en validación: 0.617 con Gini, 0.617 con entropía. El criterio rara vez decide.</a:t>
            </a:r>
            <a:endParaRPr lang="en-US" sz="11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79E9BFD-4663-9563-85A1-8D825E4067A1}"/>
                  </a:ext>
                </a:extLst>
              </p14:cNvPr>
              <p14:cNvContentPartPr/>
              <p14:nvPr/>
            </p14:nvContentPartPr>
            <p14:xfrm>
              <a:off x="217080" y="420120"/>
              <a:ext cx="11632680" cy="62992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79E9BFD-4663-9563-85A1-8D825E4067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7720" y="410760"/>
                <a:ext cx="11651400" cy="63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59152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ÁRBOLES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preguntas: mejor en el entrenamiento, peor en el futuro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según la profundidad máxima. La profundidad se elige con la validación, nunca con el entrenamiento.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73152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640080" y="2194560"/>
          <a:ext cx="70408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092440" y="2103120"/>
            <a:ext cx="35935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93608" y="2212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niveles · 4 hojas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93608" y="272491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elegida. AUC 0.617 en validación y 0.700 en el OOT: lo mismo que la logística.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92440" y="4069080"/>
            <a:ext cx="359359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93608" y="41788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límite: 5 963 hojas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293608" y="4690872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niveles. AUC 0.990 en el entrenamiento y 0.523 en validación: memorizó a los clientes, no aprendió nada.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0E2F717-65CC-FC5D-2D65-CBDB35C87E38}"/>
                  </a:ext>
                </a:extLst>
              </p14:cNvPr>
              <p14:cNvContentPartPr/>
              <p14:nvPr/>
            </p14:nvContentPartPr>
            <p14:xfrm>
              <a:off x="1263240" y="592560"/>
              <a:ext cx="10345680" cy="50587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0E2F717-65CC-FC5D-2D65-CBDB35C87E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53880" y="583200"/>
                <a:ext cx="10364400" cy="5077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KNN Y SVC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KNN: dime con quién andas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 los k clientes más parecidos del entrenamiento y devuelve la proporción que contrató.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67665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2212848"/>
            <a:ext cx="6364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en validación según k (variables escaladas)</a:t>
            </a:r>
            <a:endParaRPr lang="en-US" sz="12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0" y="2560320"/>
          <a:ext cx="64922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543800" y="2103120"/>
            <a:ext cx="41422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44968" y="2212848"/>
            <a:ext cx="3739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chico memoriza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44968" y="2578608"/>
            <a:ext cx="3739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5 vecinos, AUC 0.570: muy poca evidencia por cliente.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543800" y="3474720"/>
            <a:ext cx="41422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44968" y="3584448"/>
            <a:ext cx="3739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escalar, se rompe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44968" y="3950208"/>
            <a:ext cx="3739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k = 201 cae a 0.541: la edad aplasta a todas las demás variables en la distancia.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543800" y="4846320"/>
            <a:ext cx="41422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44968" y="4956048"/>
            <a:ext cx="3739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escondido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44968" y="5321808"/>
            <a:ext cx="3739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entrena: guarda las 36 939 filas y las recorre cada vez que puntúa.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C4A32FC-6B06-EDF3-6AF0-D04B5B1A082B}"/>
                  </a:ext>
                </a:extLst>
              </p14:cNvPr>
              <p14:cNvContentPartPr/>
              <p14:nvPr/>
            </p14:nvContentPartPr>
            <p14:xfrm>
              <a:off x="480240" y="619200"/>
              <a:ext cx="11154240" cy="55778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C4A32FC-6B06-EDF3-6AF0-D04B5B1A08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0880" y="609840"/>
                <a:ext cx="11172960" cy="5596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KNN Y SVC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SVC: la frontera con el mayor margen, a un precio alto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del SVR de la Clase 3, ahora para separar a los que contratan de los que no.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6949440" cy="23774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 de entrenamiento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Vectores de soporte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validación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1 425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2 708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35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02920" y="455371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medidos en el entorno de preparación; en Colab cambian, pero crecen igual.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4983480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093208"/>
            <a:ext cx="6492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gana: </a:t>
            </a: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0.577 y 0.591, debajo de la logística (0.619). El kernel curvo no encuentra lo que la recta no vio.</a:t>
            </a:r>
            <a:endParaRPr lang="en-US" sz="1250" dirty="0"/>
          </a:p>
        </p:txBody>
      </p:sp>
      <p:sp>
        <p:nvSpPr>
          <p:cNvPr id="6" name="Shape 7"/>
          <p:cNvSpPr/>
          <p:nvPr/>
        </p:nvSpPr>
        <p:spPr>
          <a:xfrm>
            <a:off x="7726680" y="2103120"/>
            <a:ext cx="3959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27848" y="2212848"/>
            <a:ext cx="3557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un score, no una probabilidad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927848" y="2578608"/>
            <a:ext cx="3557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decision_function es la distancia a la frontera: sirve para ordenar y para el AUC. probability=True las estima con validación cruzada interna y tarda varias veces más.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26680" y="4069080"/>
            <a:ext cx="39593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27848" y="4178808"/>
            <a:ext cx="3557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los datos cuesta 4 a 8 veces más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927848" y="4544568"/>
            <a:ext cx="3557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entrenamiento compara pares de clientes. Con los 36 939 completos serían minutos, y eso cada vez que se reentrena.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8B65A93-1FCE-CBC7-6CC9-17E8555FB4BA}"/>
                  </a:ext>
                </a:extLst>
              </p14:cNvPr>
              <p14:cNvContentPartPr/>
              <p14:nvPr/>
            </p14:nvContentPartPr>
            <p14:xfrm>
              <a:off x="356040" y="144720"/>
              <a:ext cx="11720160" cy="56552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8B65A93-1FCE-CBC7-6CC9-17E8555FB4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6680" y="135360"/>
                <a:ext cx="11738880" cy="567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660904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DESBALANCE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Balancear no mejora el orden: mueve las probabilidades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entrenamiento contrata el 7.3 %. Decir siempre «no» acierta casi siempre.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6949440" cy="8229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llamar nunca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Entrenamiento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exactitud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92.7 %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47.9 %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154680"/>
          <a:ext cx="6949440" cy="12344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Logística · OOT 2010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media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con 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class_weight="balanced"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1 683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663440"/>
            <a:ext cx="6949440" cy="1371600"/>
          </a:xfrm>
          <a:prstGeom prst="roundRect">
            <a:avLst>
              <a:gd name="adj" fmla="val 5333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4773168"/>
            <a:ext cx="64922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de orden: 0.98. </a:t>
            </a: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clientes, casi en el mismo orden. Balancear es mover el umbral por otra vía, y de paso rompe la calibración.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726680" y="2103120"/>
            <a:ext cx="3959352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6" name="Text 7"/>
          <p:cNvSpPr txBox="1"/>
          <p:nvPr/>
        </p:nvSpPr>
        <p:spPr>
          <a:xfrm>
            <a:off x="7927848" y="2212848"/>
            <a:ext cx="3557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recetas de siempre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927848" y="263347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 cada contratante como unos 13 no contratantes: mismo orden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927848" y="35021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submuestreo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5 390 filas: AUC 0.625 y 0.711, con el 15 % de los datos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7927848" y="437083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 clientes interpolando vecinos: no lo usamos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7927848" y="52578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limpio: dejar las probabilidades como salen y elegir el umbral a propósito.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3A32D3C-0AFC-12B4-0E32-AE6E3BEC9C66}"/>
                  </a:ext>
                </a:extLst>
              </p14:cNvPr>
              <p14:cNvContentPartPr/>
              <p14:nvPr/>
            </p14:nvContentPartPr>
            <p14:xfrm>
              <a:off x="276120" y="82440"/>
              <a:ext cx="11760840" cy="6684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3A32D3C-0AFC-12B4-0E32-AE6E3BEC9C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6760" y="73080"/>
                <a:ext cx="11779560" cy="6702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59152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EVALUAR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PR-AUC solo se lee junto a su línea base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curva precision-recall mira la punta de la lista: de los que llamo, ¿cuántos contratan?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60350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2212848"/>
            <a:ext cx="5632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de la logística contra un modelo al azar</a:t>
            </a:r>
            <a:endParaRPr lang="en-US" sz="12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0" y="2560320"/>
          <a:ext cx="57607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2103120"/>
          <a:ext cx="4873752" cy="12344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al azar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0.5, siempre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tasa de positivos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cambia la tasa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mueve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mueve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812280" y="3520440"/>
            <a:ext cx="487375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13448" y="36301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 mejora y no lo es</a:t>
            </a:r>
            <a:endParaRPr lang="en-US" sz="1300" dirty="0"/>
          </a:p>
        </p:txBody>
      </p:sp>
      <p:sp>
        <p:nvSpPr>
          <p:cNvPr id="9" name="Text 8"/>
          <p:cNvSpPr txBox="1"/>
          <p:nvPr/>
        </p:nvSpPr>
        <p:spPr>
          <a:xfrm>
            <a:off x="7013448" y="3995928"/>
            <a:ext cx="4471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0.540 a 0.703, pero el lift es el mismo: 1.36 y 1.35. En 2010 hay más contratantes.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812280" y="4892040"/>
            <a:ext cx="4873752" cy="1143000"/>
          </a:xfrm>
          <a:prstGeom prst="roundRect">
            <a:avLst>
              <a:gd name="adj" fmla="val 64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040880" y="5001768"/>
            <a:ext cx="4416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Úsalo cuando los positivos son raros: </a:t>
            </a: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fraude, lavado, default en carteras sanas. Y nunca compares períodos sin la línea base.</a:t>
            </a:r>
            <a:endParaRPr lang="en-US" sz="12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896530B-A459-9A21-4D92-8AC5428E8856}"/>
                  </a:ext>
                </a:extLst>
              </p14:cNvPr>
              <p14:cNvContentPartPr/>
              <p14:nvPr/>
            </p14:nvContentPartPr>
            <p14:xfrm>
              <a:off x="1718640" y="136080"/>
              <a:ext cx="10384200" cy="60890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896530B-A459-9A21-4D92-8AC5428E88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09280" y="126720"/>
                <a:ext cx="10402920" cy="6107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EL UMBRAL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costos los pone el negocio, y hay que escribirlos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no traen costos. Estos son los supuestos del caso.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22128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7614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una gestión: 2.6 intentos, agente, supervisión y sistema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1031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0168" y="22128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27614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de un depósito: un año de margen financiero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49040"/>
          <a:ext cx="5669280" cy="13716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llamar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contrata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−€25 · FP: llamada perdida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FN: venta que no se hizo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+€35 · VP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 10"/>
          <p:cNvSpPr txBox="1"/>
          <p:nvPr/>
        </p:nvSpPr>
        <p:spPr>
          <a:xfrm>
            <a:off x="502920" y="53035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= 60 · VP − 25 · (VP + FP)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46520" y="2103120"/>
            <a:ext cx="5239512" cy="2103120"/>
          </a:xfrm>
          <a:prstGeom prst="roundRect">
            <a:avLst>
              <a:gd name="adj" fmla="val 3478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75120" y="2240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Llamar si  p · M &gt; C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C / M = 25/60 = 0.417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3520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teórica: llamo si lo que espero ganar supera lo que cuesta.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46520" y="4434840"/>
            <a:ext cx="52395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47688" y="454456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vale si p está calibrada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647688" y="4910328"/>
            <a:ext cx="4837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nuestra no lo está: en 2010 el modelo predice en promedio 0.216 y contrata el 0.521. La alternativa: probar todos los umbrales en validación y quedarse con el que más gana.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6EA2CDB-93DD-A8C7-1D77-D7C59A17A4E4}"/>
                  </a:ext>
                </a:extLst>
              </p14:cNvPr>
              <p14:cNvContentPartPr/>
              <p14:nvPr/>
            </p14:nvContentPartPr>
            <p14:xfrm>
              <a:off x="239040" y="111600"/>
              <a:ext cx="11832120" cy="64378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6EA2CDB-93DD-A8C7-1D77-D7C59A17A4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680" y="102240"/>
                <a:ext cx="11850840" cy="6456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EL UMBRAL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validación: probar todos los umbrales, quedarse con uno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semestre de 2009 · 2 191 gestiones · tasa 39.8 %, debajo del equilibrio.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62179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2212848"/>
            <a:ext cx="5815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según la parte de la lista que se llama</a:t>
            </a:r>
            <a:endParaRPr lang="en-US" sz="12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0" y="2560320"/>
          <a:ext cx="59436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2103120"/>
          <a:ext cx="4690872" cy="2194560"/>
        </p:xfrm>
        <a:graphic>
          <a:graphicData uri="http://schemas.openxmlformats.org/drawingml/2006/table">
            <a:tbl>
              <a:tblPr/>
              <a:tblGrid>
                <a:gridCol w="222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Estrategia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llamar a todos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2 191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−€2 455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umbral 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€1 760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 C/M = 0.417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€3 040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umbral = 0.219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€6 070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995160" y="4617720"/>
            <a:ext cx="4690872" cy="1417320"/>
          </a:xfrm>
          <a:prstGeom prst="roundRect">
            <a:avLst>
              <a:gd name="adj" fmla="val 516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223760" y="4727448"/>
            <a:ext cx="423367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0.5 y la regla teórica llaman a muy pocos </a:t>
            </a: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las probabilidades son bajas. El mejor umbral llama al 23 % de la lista.</a:t>
            </a:r>
            <a:endParaRPr lang="en-US" sz="12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7FE1CA1-1A25-9494-7C47-51D959E5F034}"/>
                  </a:ext>
                </a:extLst>
              </p14:cNvPr>
              <p14:cNvContentPartPr/>
              <p14:nvPr/>
            </p14:nvContentPartPr>
            <p14:xfrm>
              <a:off x="887760" y="695520"/>
              <a:ext cx="10796400" cy="37692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7FE1CA1-1A25-9494-7C47-51D959E5F0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8400" y="686160"/>
                <a:ext cx="10815120" cy="3787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EL UMBRAL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2010, el umbral de validación saca el 84 % de lo posible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se eligió en 2009 y se aplicó sin tocar a las 2 058 gestiones de 2010.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67665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640080" y="2240280"/>
          <a:ext cx="649224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543800" y="2103120"/>
            <a:ext cx="414223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44968" y="2212848"/>
            <a:ext cx="3739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+€11 040 sobre el 0.5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44968" y="2578608"/>
            <a:ext cx="3739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modelo y la misma lista. Solo cambió dónde se corta.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543800" y="3520440"/>
            <a:ext cx="41422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44968" y="3630168"/>
            <a:ext cx="3739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viaja con el score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44968" y="3995928"/>
            <a:ext cx="3739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0.219 llamaba al 23 % en 2009 y llama al 36 % en 2010: llegaron mejores clientes.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543800" y="5029200"/>
            <a:ext cx="414223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44968" y="5138928"/>
            <a:ext cx="3739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máximo no se puede saber antes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744968" y="5504688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€17 280: hace falta ver las respuestas.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29DB728-81FF-1813-19B8-5BBF4448D1CE}"/>
                  </a:ext>
                </a:extLst>
              </p14:cNvPr>
              <p14:cNvContentPartPr/>
              <p14:nvPr/>
            </p14:nvContentPartPr>
            <p14:xfrm>
              <a:off x="420120" y="1583280"/>
              <a:ext cx="11398680" cy="52416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29DB728-81FF-1813-19B8-5BBF4448D1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0760" y="1573920"/>
                <a:ext cx="11417400" cy="5260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57984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DEL DÍA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vale más que el modelo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modelos, cada uno con su umbral elegido en validación y aplicado sin tocar en 2010.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3112" cy="26334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OOT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 OOT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 OOT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Ganancia 2010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logística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€14 455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 (prof. 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€14 395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 = 201)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€14 325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SVC rbf (10 000)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€11 495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Llamar a todos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€12 930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93776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047488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+€11 040 </a:t>
            </a: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mover el umbral de la logística, de 0.5 al de validación.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07408" y="493776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08576" y="5047488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−€60 a −€130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608576" y="5413248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cambiar la logística por el árbol o el KNN.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74152" y="4937760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5047488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del árbol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541324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«Llamar a los ya contactados» gana €14 395. ¿Cuánto le gana un modelo complejo?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3F9B46B-A15B-3103-BE67-B865D21976CF}"/>
                  </a:ext>
                </a:extLst>
              </p14:cNvPr>
              <p14:cNvContentPartPr/>
              <p14:nvPr/>
            </p14:nvContentPartPr>
            <p14:xfrm>
              <a:off x="375480" y="1501560"/>
              <a:ext cx="11498040" cy="4893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3F9B46B-A15B-3103-BE67-B865D21976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6120" y="1492200"/>
                <a:ext cx="11516760" cy="491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salida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30352" y="183794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17830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Calculo a mano el Gini, la entropía y la ganancia de un corte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0352" y="2441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38658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Elijo la profundidad y el k con la validación, nunca con el entrenamiento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" y="30449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7552" y="299008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Escalo antes de KNN y SVC; el árbol no lo necesita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" y="36484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359359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que el SVC da un score, no una probabilidad, y que no escala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" y="42519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7552" y="419709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clases desbalanceadas no miro la exactitud; balancear mueve las probabilidades, no el orden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485546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" y="48006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el PR-AUC junto a su línea base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0352" y="54589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540410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Escribo los costos del negocio y elijo el umbral que más gana en validación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89520" y="1783080"/>
            <a:ext cx="4096512" cy="2514600"/>
          </a:xfrm>
          <a:prstGeom prst="roundRect">
            <a:avLst>
              <a:gd name="adj" fmla="val 2909"/>
            </a:avLst>
          </a:prstGeom>
          <a:solidFill>
            <a:srgbClr val="061834"/>
          </a:solidFill>
          <a:ln w="12700">
            <a:solidFill>
              <a:srgbClr val="0618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1812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· VIERNES 16/10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2286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8 · Random Forest y XGBoost para clasificación, y repaso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31546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árboles juntos: ¿le ganan por fin a la logística en 2010? Cerramos el Módulo 2 con la comparativa completa.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0" y="4526280"/>
            <a:ext cx="4096512" cy="1508760"/>
          </a:xfrm>
          <a:prstGeom prst="roundRect">
            <a:avLst>
              <a:gd name="adj" fmla="val 4848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18120" y="466344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· LUNES 19/10</a:t>
            </a:r>
            <a:endParaRPr lang="en-US" sz="12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1 y 2: regresión y clasificación.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6B134B9-E791-3DB5-9316-7E38617DFE6E}"/>
                  </a:ext>
                </a:extLst>
              </p14:cNvPr>
              <p14:cNvContentPartPr/>
              <p14:nvPr/>
            </p14:nvContentPartPr>
            <p14:xfrm>
              <a:off x="3806640" y="1776960"/>
              <a:ext cx="2862360" cy="38584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6B134B9-E791-3DB5-9316-7E38617DFE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97280" y="1767600"/>
                <a:ext cx="2881080" cy="3877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3575</Words>
  <Application>Microsoft Macintosh PowerPoint</Application>
  <PresentationFormat>Widescreen</PresentationFormat>
  <Paragraphs>406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7 · ¿Dónde cortamos la lista?</dc:title>
  <dc:subject>PptxGenJS Presentation</dc:subject>
  <dc:creator>Josef Renato Rodriguez</dc:creator>
  <cp:lastModifiedBy>Josef Rodriguez</cp:lastModifiedBy>
  <cp:revision>2</cp:revision>
  <dcterms:created xsi:type="dcterms:W3CDTF">2026-10-15T00:21:25Z</dcterms:created>
  <dcterms:modified xsi:type="dcterms:W3CDTF">2026-10-17T02:44:42Z</dcterms:modified>
</cp:coreProperties>
</file>