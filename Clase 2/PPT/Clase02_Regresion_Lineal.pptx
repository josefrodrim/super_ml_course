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95838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Arranca con la conexión: en la Clase 1 predijimos sí o no. Hoy la pregunta es cuánto: cuánto vale la vivienda típica de un barrio. Es la pregunta detrás de toda tasación de garantías hipotecarias. Y por primera vez en el curso, los datos son reales.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Remarca la última fila: por primera vez los datos son reales, y eso trae problemas que los simulados nunca tienen: datos faltantes, topes, categorías con muy pocos casos. Los vamos a ir encontrando a lo largo de la clase. El libro de Géron es el mismo que tienen en la bibliografía.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vas retrasado, Galton y la slide de coeficientes estandarizados se pueden pasar rápido. El bloque 1 y los residuos reales del bloque 4 no se tocan.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5 distritos están simplificados para que las cuentas salgan a mano; el resto de la clase usa los 20 640 reales. La suma cero de la columna e es una propiedad de la recta de mínimos cuadrados con intercepto.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Hazlas en la pizarra con la tabla de la slide anterior. El R² merece una frase extra: no es un porcentaje de aciertos, es cuánto mejor que predecir siempre el promedio.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tarjeta del medio conecta con el negocio: en tasación, sobrevalorar una garantía es mucho peor que un error pequeño, porque la garantía deja de cubrir la deuda. Eso inclina hacia RMSE. En el bloque 4 veremos que en nuestros datos los errores más grandes tienen una causa muy concreta: el tope del censo.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R² no es un porcentaje de aciertos: es una comparación contra el modelo más tonto posible. En prueba puede ser negativo si el modelo sobreajustó. El R² trivial en prueba no es exactamente cero porque el promedio se calculó con el entrenamiento.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Caso corto, dos minutos. La tarjeta de la derecha suele generar discusión con gente de banca: campañas de cobranza que 'funcionan' en las peores agencias, cuando en parte es regresión a la media.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Hazlo en la pizarra columna por columna: es el ejercicio 2.1. Con varias variables hay una fórmula matricial equivalente que resuelve scikit-learn. La solución es única y exacta: no hay búsqueda ni azar.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gráfico muestra una muestra de 220 distritos. La correlación entre ingreso y valor es 0.69, la más alta del dataset. Pregunta qué significa el intercepto de 46 186: sería el valor en un distrito con ingreso cero, que no existe. El intercepto muchas veces no tiene interpretación de negocio.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los 207 vacíos, 159 caen en entrenamiento y 48 en prueba. La regla de oro conecta con la Clase 1: la prueba se usa una sola vez y no puede influir en nada del entrenamiento, ni siquiera en un relleno. Hay 1273 distritos con antigüedad 52 y 49 con ingreso topado en 15.</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última fila de la tabla es a propósito: los coeficientes de las variables de tamaño salen con signos raros (más dormitorios suman, más habitaciones restan). Pide al grupo que lo note y que no lo interprete todavía: la explicación es la multicolinealidad del bloque 4.</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zona, el R² sube de 0.643 a 0.651 y el MAE baja de 50 588 a 49 664. Categorías con muy pocos casos: opciones prácticas son juntarlas con otra parecida, dejarlas fuera, o no interpretar su coeficiente.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Muestra primero solo la tabla de abajo y pregunta si los cuatro conjuntos son parecidos. Luego los gráficos. Y enseguida pasamos a hacer lo mismo con nuestro modelo real.</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Ninguna de las tres cosas aparece en una métrica; todas aparecen en un gráfico. Quitar los topados baja más el RMSE que el MAE porque son los errores más grandes. Pero en producción no se pueden quitar: esto es diagnóstico, no solución. Hay además 57 predicciones por encima del tope. Ojo: sin los topados el R² baja a 0.600, porque también baja la variación total de y; el R² depende de cuánto varían los datos.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correlación entre dormitorios y hogares es 0.976. El arreglo con razones es un trade-off real: se pierden dos puntos de R² pero se ganan coeficientes explicables ante un comité de riesgos. Latitud y longitud tienen VIF cercano a 9, pero tienen sentido juntas: no todo VIF alto se arregla; a veces solo se entiende.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bloque 1 no se recorta. Si el grupo va lento, las demostraciones 3.4 (coeficientes estandarizados) y 4.6 (razones) se pueden solo ejecutar y comentar.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Pide que cada uno diga qué métrica usaría para tasar garantías y por qué. Y que alguien explique con sus palabras por qué el modelo con razones, que tiene menor R², podría ser el que se lleve a producción.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960120"/>
            <a:ext cx="256032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960120"/>
            <a:ext cx="256032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MÓDULO 1 · CLASE 2</a:t>
            </a:r>
            <a:endParaRPr lang="en-US" sz="1100" dirty="0"/>
          </a:p>
        </p:txBody>
      </p:sp>
      <p:sp>
        <p:nvSpPr>
          <p:cNvPr id="4" name="Text 2"/>
          <p:cNvSpPr txBox="1"/>
          <p:nvPr/>
        </p:nvSpPr>
        <p:spPr>
          <a:xfrm>
            <a:off x="502920" y="1508760"/>
            <a:ext cx="6400800" cy="1463040"/>
          </a:xfrm>
          <a:prstGeom prst="rect">
            <a:avLst/>
          </a:prstGeom>
          <a:noFill/>
          <a:ln/>
        </p:spPr>
        <p:txBody>
          <a:bodyPr wrap="square" lIns="0" tIns="0" rIns="0" bIns="0" rtlCol="0" anchor="t"/>
          <a:lstStyle/>
          <a:p>
            <a:pPr marL="0" indent="0">
              <a:buNone/>
            </a:pPr>
            <a:r>
              <a:rPr lang="en-US" sz="3800" b="1" dirty="0">
                <a:solidFill>
                  <a:srgbClr val="FFFFFF"/>
                </a:solidFill>
                <a:latin typeface="Calibri" pitchFamily="34" charset="0"/>
                <a:ea typeface="Calibri" pitchFamily="34" charset="-122"/>
                <a:cs typeface="Calibri" pitchFamily="34" charset="-120"/>
              </a:rPr>
              <a:t>Predecir un número</a:t>
            </a:r>
            <a:endParaRPr lang="en-US" sz="3800" dirty="0"/>
          </a:p>
          <a:p>
            <a:pPr marL="0" indent="0">
              <a:buNone/>
            </a:pPr>
            <a:r>
              <a:rPr lang="en-US" sz="3800" b="1" dirty="0">
                <a:solidFill>
                  <a:srgbClr val="FFFFFF"/>
                </a:solidFill>
                <a:latin typeface="Calibri" pitchFamily="34" charset="0"/>
                <a:ea typeface="Calibri" pitchFamily="34" charset="-122"/>
                <a:cs typeface="Calibri" pitchFamily="34" charset="-120"/>
              </a:rPr>
              <a:t>y medir cuánto se equivoca</a:t>
            </a:r>
            <a:endParaRPr lang="en-US" sz="3800" dirty="0"/>
          </a:p>
        </p:txBody>
      </p:sp>
      <p:sp>
        <p:nvSpPr>
          <p:cNvPr id="5" name="Text 3"/>
          <p:cNvSpPr txBox="1"/>
          <p:nvPr/>
        </p:nvSpPr>
        <p:spPr>
          <a:xfrm>
            <a:off x="530352" y="3246120"/>
            <a:ext cx="6217920" cy="731520"/>
          </a:xfrm>
          <a:prstGeom prst="rect">
            <a:avLst/>
          </a:prstGeom>
          <a:noFill/>
          <a:ln/>
        </p:spPr>
        <p:txBody>
          <a:bodyPr wrap="square" lIns="0" tIns="0" rIns="0" bIns="0" rtlCol="0" anchor="t"/>
          <a:lstStyle/>
          <a:p>
            <a:pPr marL="0" indent="0">
              <a:buNone/>
            </a:pPr>
            <a:r>
              <a:rPr lang="en-US" sz="1500" dirty="0">
                <a:solidFill>
                  <a:srgbClr val="C9D4EA"/>
                </a:solidFill>
                <a:latin typeface="Calibri" pitchFamily="34" charset="0"/>
                <a:ea typeface="Calibri" pitchFamily="34" charset="-122"/>
                <a:cs typeface="Calibri" pitchFamily="34" charset="-120"/>
              </a:rPr>
              <a:t>Métricas de regresión y regresión lineal simple y múltiple,</a:t>
            </a:r>
            <a:endParaRPr lang="en-US" sz="1500" dirty="0"/>
          </a:p>
          <a:p>
            <a:pPr marL="0" indent="0">
              <a:buNone/>
            </a:pPr>
            <a:r>
              <a:rPr lang="en-US" sz="1500" dirty="0">
                <a:solidFill>
                  <a:srgbClr val="C9D4EA"/>
                </a:solidFill>
                <a:latin typeface="Calibri" pitchFamily="34" charset="0"/>
                <a:ea typeface="Calibri" pitchFamily="34" charset="-122"/>
                <a:cs typeface="Calibri" pitchFamily="34" charset="-120"/>
              </a:rPr>
              <a:t>con datos reales: el censo de California de 1990.</a:t>
            </a:r>
            <a:endParaRPr lang="en-US" sz="1500" dirty="0"/>
          </a:p>
        </p:txBody>
      </p:sp>
      <p:sp>
        <p:nvSpPr>
          <p:cNvPr id="6" name="Text 4"/>
          <p:cNvSpPr txBox="1"/>
          <p:nvPr/>
        </p:nvSpPr>
        <p:spPr>
          <a:xfrm>
            <a:off x="53035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120 min</a:t>
            </a:r>
            <a:endParaRPr lang="en-US" sz="1800" dirty="0"/>
          </a:p>
        </p:txBody>
      </p:sp>
      <p:sp>
        <p:nvSpPr>
          <p:cNvPr id="7" name="Text 5"/>
          <p:cNvSpPr txBox="1"/>
          <p:nvPr/>
        </p:nvSpPr>
        <p:spPr>
          <a:xfrm>
            <a:off x="53035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1 sesión</a:t>
            </a:r>
            <a:endParaRPr lang="en-US" sz="1150" dirty="0"/>
          </a:p>
        </p:txBody>
      </p:sp>
      <p:sp>
        <p:nvSpPr>
          <p:cNvPr id="8" name="Text 6"/>
          <p:cNvSpPr txBox="1"/>
          <p:nvPr/>
        </p:nvSpPr>
        <p:spPr>
          <a:xfrm>
            <a:off x="263347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20 640</a:t>
            </a:r>
            <a:endParaRPr lang="en-US" sz="1800" dirty="0"/>
          </a:p>
        </p:txBody>
      </p:sp>
      <p:sp>
        <p:nvSpPr>
          <p:cNvPr id="9" name="Text 7"/>
          <p:cNvSpPr txBox="1"/>
          <p:nvPr/>
        </p:nvSpPr>
        <p:spPr>
          <a:xfrm>
            <a:off x="263347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distritos reales</a:t>
            </a:r>
            <a:endParaRPr lang="en-US" sz="1150" dirty="0"/>
          </a:p>
        </p:txBody>
      </p:sp>
      <p:sp>
        <p:nvSpPr>
          <p:cNvPr id="10" name="Text 8"/>
          <p:cNvSpPr txBox="1"/>
          <p:nvPr/>
        </p:nvSpPr>
        <p:spPr>
          <a:xfrm>
            <a:off x="4736592" y="4343400"/>
            <a:ext cx="2011680" cy="365760"/>
          </a:xfrm>
          <a:prstGeom prst="rect">
            <a:avLst/>
          </a:prstGeom>
          <a:noFill/>
          <a:ln/>
        </p:spPr>
        <p:txBody>
          <a:bodyPr wrap="square" lIns="0" tIns="0" rIns="0" bIns="0" rtlCol="0" anchor="ctr"/>
          <a:lstStyle/>
          <a:p>
            <a:pPr marL="0" indent="0">
              <a:buNone/>
            </a:pPr>
            <a:r>
              <a:rPr lang="en-US" sz="1800" b="1" dirty="0">
                <a:solidFill>
                  <a:srgbClr val="4A82FF"/>
                </a:solidFill>
                <a:latin typeface="Calibri" pitchFamily="34" charset="0"/>
                <a:ea typeface="Calibri" pitchFamily="34" charset="-122"/>
                <a:cs typeface="Calibri" pitchFamily="34" charset="-120"/>
              </a:rPr>
              <a:t>R² = 0.651</a:t>
            </a:r>
            <a:endParaRPr lang="en-US" sz="1800" dirty="0"/>
          </a:p>
        </p:txBody>
      </p:sp>
      <p:sp>
        <p:nvSpPr>
          <p:cNvPr id="11" name="Text 9"/>
          <p:cNvSpPr txBox="1"/>
          <p:nvPr/>
        </p:nvSpPr>
        <p:spPr>
          <a:xfrm>
            <a:off x="4736592" y="4709160"/>
            <a:ext cx="2011680" cy="274320"/>
          </a:xfrm>
          <a:prstGeom prst="rect">
            <a:avLst/>
          </a:prstGeom>
          <a:noFill/>
          <a:ln/>
        </p:spPr>
        <p:txBody>
          <a:bodyPr wrap="square" lIns="0" tIns="0" rIns="0" bIns="0" rtlCol="0" anchor="ctr"/>
          <a:lstStyle/>
          <a:p>
            <a:pPr marL="0" indent="0">
              <a:buNone/>
            </a:pPr>
            <a:r>
              <a:rPr lang="en-US" sz="1150" dirty="0">
                <a:solidFill>
                  <a:srgbClr val="A9B7D4"/>
                </a:solidFill>
                <a:latin typeface="Calibri" pitchFamily="34" charset="0"/>
                <a:ea typeface="Calibri" pitchFamily="34" charset="-122"/>
                <a:cs typeface="Calibri" pitchFamily="34" charset="-120"/>
              </a:rPr>
              <a:t>nuestro mejor modelo de hoy</a:t>
            </a:r>
            <a:endParaRPr lang="en-US" sz="1150" dirty="0"/>
          </a:p>
        </p:txBody>
      </p:sp>
      <p:sp>
        <p:nvSpPr>
          <p:cNvPr id="12" name="Text 10"/>
          <p:cNvSpPr txBox="1"/>
          <p:nvPr/>
        </p:nvSpPr>
        <p:spPr>
          <a:xfrm>
            <a:off x="530352" y="5349240"/>
            <a:ext cx="5943600" cy="320040"/>
          </a:xfrm>
          <a:prstGeom prst="rect">
            <a:avLst/>
          </a:prstGeom>
          <a:noFill/>
          <a:ln/>
        </p:spPr>
        <p:txBody>
          <a:bodyPr wrap="square" lIns="0" tIns="0" rIns="0" bIns="0" rtlCol="0" anchor="ctr"/>
          <a:lstStyle/>
          <a:p>
            <a:pPr marL="0" indent="0">
              <a:buNone/>
            </a:pPr>
            <a:r>
              <a:rPr lang="en-US" sz="1400" dirty="0">
                <a:solidFill>
                  <a:srgbClr val="A9B7D4"/>
                </a:solidFill>
                <a:latin typeface="Calibri" pitchFamily="34" charset="0"/>
                <a:ea typeface="Calibri" pitchFamily="34" charset="-122"/>
                <a:cs typeface="Calibri" pitchFamily="34" charset="-120"/>
              </a:rPr>
              <a:t>Docente  </a:t>
            </a:r>
            <a:r>
              <a:rPr lang="en-US" sz="1400" b="1" dirty="0">
                <a:solidFill>
                  <a:srgbClr val="FFFFFF"/>
                </a:solidFill>
                <a:latin typeface="Calibri" pitchFamily="34" charset="0"/>
                <a:ea typeface="Calibri" pitchFamily="34" charset="-122"/>
                <a:cs typeface="Calibri" pitchFamily="34" charset="-120"/>
              </a:rPr>
              <a:t>Josef Renato Rodriguez</a:t>
            </a:r>
            <a:endParaRPr lang="en-US" sz="1400" dirty="0"/>
          </a:p>
        </p:txBody>
      </p:sp>
      <p:sp>
        <p:nvSpPr>
          <p:cNvPr id="13" name="Text 11"/>
          <p:cNvSpPr txBox="1"/>
          <p:nvPr/>
        </p:nvSpPr>
        <p:spPr>
          <a:xfrm>
            <a:off x="530352" y="6172200"/>
            <a:ext cx="73152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Programa de Especialización Data Scientist · Sesión 2 de 16</a:t>
            </a:r>
            <a:endParaRPr lang="en-US" sz="1050" dirty="0"/>
          </a:p>
        </p:txBody>
      </p:sp>
      <p:sp>
        <p:nvSpPr>
          <p:cNvPr id="14" name="Shape 12"/>
          <p:cNvSpPr/>
          <p:nvPr/>
        </p:nvSpPr>
        <p:spPr>
          <a:xfrm>
            <a:off x="8037726" y="4019223"/>
            <a:ext cx="0" cy="433694"/>
          </a:xfrm>
          <a:prstGeom prst="line">
            <a:avLst/>
          </a:prstGeom>
          <a:noFill/>
          <a:ln w="19050">
            <a:solidFill>
              <a:srgbClr val="FF6B9A"/>
            </a:solidFill>
            <a:prstDash val="solid"/>
          </a:ln>
        </p:spPr>
      </p:sp>
      <p:sp>
        <p:nvSpPr>
          <p:cNvPr id="15" name="Shape 13"/>
          <p:cNvSpPr/>
          <p:nvPr/>
        </p:nvSpPr>
        <p:spPr>
          <a:xfrm>
            <a:off x="8403072" y="3795079"/>
            <a:ext cx="0" cy="669866"/>
          </a:xfrm>
          <a:prstGeom prst="line">
            <a:avLst/>
          </a:prstGeom>
          <a:noFill/>
          <a:ln w="19050">
            <a:solidFill>
              <a:srgbClr val="FF6B9A"/>
            </a:solidFill>
            <a:prstDash val="solid"/>
          </a:ln>
        </p:spPr>
      </p:sp>
      <p:sp>
        <p:nvSpPr>
          <p:cNvPr id="16" name="Shape 14"/>
          <p:cNvSpPr/>
          <p:nvPr/>
        </p:nvSpPr>
        <p:spPr>
          <a:xfrm>
            <a:off x="8810836" y="1589643"/>
            <a:ext cx="0" cy="1955268"/>
          </a:xfrm>
          <a:prstGeom prst="line">
            <a:avLst/>
          </a:prstGeom>
          <a:noFill/>
          <a:ln w="19050">
            <a:solidFill>
              <a:srgbClr val="FF6B9A"/>
            </a:solidFill>
            <a:prstDash val="solid"/>
          </a:ln>
        </p:spPr>
      </p:sp>
      <p:sp>
        <p:nvSpPr>
          <p:cNvPr id="17" name="Shape 15"/>
          <p:cNvSpPr/>
          <p:nvPr/>
        </p:nvSpPr>
        <p:spPr>
          <a:xfrm>
            <a:off x="9781037" y="2949681"/>
            <a:ext cx="0" cy="421360"/>
          </a:xfrm>
          <a:prstGeom prst="line">
            <a:avLst/>
          </a:prstGeom>
          <a:noFill/>
          <a:ln w="19050">
            <a:solidFill>
              <a:srgbClr val="FF6B9A"/>
            </a:solidFill>
            <a:prstDash val="solid"/>
          </a:ln>
        </p:spPr>
      </p:sp>
      <p:sp>
        <p:nvSpPr>
          <p:cNvPr id="18" name="Shape 16"/>
          <p:cNvSpPr/>
          <p:nvPr/>
        </p:nvSpPr>
        <p:spPr>
          <a:xfrm>
            <a:off x="8916086" y="2995012"/>
            <a:ext cx="0" cy="485327"/>
          </a:xfrm>
          <a:prstGeom prst="line">
            <a:avLst/>
          </a:prstGeom>
          <a:noFill/>
          <a:ln w="19050">
            <a:solidFill>
              <a:srgbClr val="FF6B9A"/>
            </a:solidFill>
            <a:prstDash val="solid"/>
          </a:ln>
        </p:spPr>
      </p:sp>
      <p:sp>
        <p:nvSpPr>
          <p:cNvPr id="19" name="Shape 17"/>
          <p:cNvSpPr/>
          <p:nvPr/>
        </p:nvSpPr>
        <p:spPr>
          <a:xfrm>
            <a:off x="9341427" y="3219387"/>
            <a:ext cx="0" cy="530849"/>
          </a:xfrm>
          <a:prstGeom prst="line">
            <a:avLst/>
          </a:prstGeom>
          <a:noFill/>
          <a:ln w="19050">
            <a:solidFill>
              <a:srgbClr val="FF6B9A"/>
            </a:solidFill>
            <a:prstDash val="solid"/>
          </a:ln>
        </p:spPr>
      </p:sp>
      <p:sp>
        <p:nvSpPr>
          <p:cNvPr id="20" name="Shape 18"/>
          <p:cNvSpPr/>
          <p:nvPr/>
        </p:nvSpPr>
        <p:spPr>
          <a:xfrm>
            <a:off x="9500098" y="3122041"/>
            <a:ext cx="0" cy="378142"/>
          </a:xfrm>
          <a:prstGeom prst="line">
            <a:avLst/>
          </a:prstGeom>
          <a:noFill/>
          <a:ln w="19050">
            <a:solidFill>
              <a:srgbClr val="FF6B9A"/>
            </a:solidFill>
            <a:prstDash val="solid"/>
          </a:ln>
        </p:spPr>
      </p:sp>
      <p:sp>
        <p:nvSpPr>
          <p:cNvPr id="21" name="Shape 19"/>
          <p:cNvSpPr/>
          <p:nvPr/>
        </p:nvSpPr>
        <p:spPr>
          <a:xfrm>
            <a:off x="8901388" y="3489356"/>
            <a:ext cx="0" cy="268476"/>
          </a:xfrm>
          <a:prstGeom prst="line">
            <a:avLst/>
          </a:prstGeom>
          <a:noFill/>
          <a:ln w="19050">
            <a:solidFill>
              <a:srgbClr val="FF6B9A"/>
            </a:solidFill>
            <a:prstDash val="solid"/>
          </a:ln>
        </p:spPr>
      </p:sp>
      <p:sp>
        <p:nvSpPr>
          <p:cNvPr id="22" name="Shape 20"/>
          <p:cNvSpPr/>
          <p:nvPr/>
        </p:nvSpPr>
        <p:spPr>
          <a:xfrm>
            <a:off x="9379634" y="2602523"/>
            <a:ext cx="0" cy="593424"/>
          </a:xfrm>
          <a:prstGeom prst="line">
            <a:avLst/>
          </a:prstGeom>
          <a:noFill/>
          <a:ln w="19050">
            <a:solidFill>
              <a:srgbClr val="FF6B9A"/>
            </a:solidFill>
            <a:prstDash val="solid"/>
          </a:ln>
        </p:spPr>
      </p:sp>
      <p:sp>
        <p:nvSpPr>
          <p:cNvPr id="23" name="Shape 21"/>
          <p:cNvSpPr/>
          <p:nvPr/>
        </p:nvSpPr>
        <p:spPr>
          <a:xfrm>
            <a:off x="10801994" y="1927696"/>
            <a:ext cx="0" cy="395616"/>
          </a:xfrm>
          <a:prstGeom prst="line">
            <a:avLst/>
          </a:prstGeom>
          <a:noFill/>
          <a:ln w="19050">
            <a:solidFill>
              <a:srgbClr val="FF6B9A"/>
            </a:solidFill>
            <a:prstDash val="solid"/>
          </a:ln>
        </p:spPr>
      </p:sp>
      <p:sp>
        <p:nvSpPr>
          <p:cNvPr id="24" name="Shape 22"/>
          <p:cNvSpPr/>
          <p:nvPr/>
        </p:nvSpPr>
        <p:spPr>
          <a:xfrm>
            <a:off x="8407541" y="3792337"/>
            <a:ext cx="0" cy="182630"/>
          </a:xfrm>
          <a:prstGeom prst="line">
            <a:avLst/>
          </a:prstGeom>
          <a:noFill/>
          <a:ln w="19050">
            <a:solidFill>
              <a:srgbClr val="FF6B9A"/>
            </a:solidFill>
            <a:prstDash val="solid"/>
          </a:ln>
        </p:spPr>
      </p:sp>
      <p:sp>
        <p:nvSpPr>
          <p:cNvPr id="25" name="Shape 23"/>
          <p:cNvSpPr/>
          <p:nvPr/>
        </p:nvSpPr>
        <p:spPr>
          <a:xfrm>
            <a:off x="8604504" y="3147576"/>
            <a:ext cx="0" cy="523922"/>
          </a:xfrm>
          <a:prstGeom prst="line">
            <a:avLst/>
          </a:prstGeom>
          <a:noFill/>
          <a:ln w="19050">
            <a:solidFill>
              <a:srgbClr val="FF6B9A"/>
            </a:solidFill>
            <a:prstDash val="solid"/>
          </a:ln>
        </p:spPr>
      </p:sp>
      <p:sp>
        <p:nvSpPr>
          <p:cNvPr id="26" name="Shape 24"/>
          <p:cNvSpPr/>
          <p:nvPr/>
        </p:nvSpPr>
        <p:spPr>
          <a:xfrm>
            <a:off x="8544079" y="3393198"/>
            <a:ext cx="0" cy="315372"/>
          </a:xfrm>
          <a:prstGeom prst="line">
            <a:avLst/>
          </a:prstGeom>
          <a:noFill/>
          <a:ln w="19050">
            <a:solidFill>
              <a:srgbClr val="FF6B9A"/>
            </a:solidFill>
            <a:prstDash val="solid"/>
          </a:ln>
        </p:spPr>
      </p:sp>
      <p:sp>
        <p:nvSpPr>
          <p:cNvPr id="27" name="Shape 25"/>
          <p:cNvSpPr/>
          <p:nvPr/>
        </p:nvSpPr>
        <p:spPr>
          <a:xfrm>
            <a:off x="8751012" y="3359013"/>
            <a:ext cx="0" cy="222601"/>
          </a:xfrm>
          <a:prstGeom prst="line">
            <a:avLst/>
          </a:prstGeom>
          <a:noFill/>
          <a:ln w="19050">
            <a:solidFill>
              <a:srgbClr val="FF6B9A"/>
            </a:solidFill>
            <a:prstDash val="solid"/>
          </a:ln>
        </p:spPr>
      </p:sp>
      <p:sp>
        <p:nvSpPr>
          <p:cNvPr id="28" name="Shape 26"/>
          <p:cNvSpPr/>
          <p:nvPr/>
        </p:nvSpPr>
        <p:spPr>
          <a:xfrm>
            <a:off x="9621679" y="3047449"/>
            <a:ext cx="0" cy="315995"/>
          </a:xfrm>
          <a:prstGeom prst="line">
            <a:avLst/>
          </a:prstGeom>
          <a:noFill/>
          <a:ln w="19050">
            <a:solidFill>
              <a:srgbClr val="FF6B9A"/>
            </a:solidFill>
            <a:prstDash val="solid"/>
          </a:ln>
        </p:spPr>
      </p:sp>
      <p:sp>
        <p:nvSpPr>
          <p:cNvPr id="29" name="Shape 27"/>
          <p:cNvSpPr/>
          <p:nvPr/>
        </p:nvSpPr>
        <p:spPr>
          <a:xfrm>
            <a:off x="8956957" y="3455264"/>
            <a:ext cx="0" cy="437407"/>
          </a:xfrm>
          <a:prstGeom prst="line">
            <a:avLst/>
          </a:prstGeom>
          <a:noFill/>
          <a:ln w="19050">
            <a:solidFill>
              <a:srgbClr val="FF6B9A"/>
            </a:solidFill>
            <a:prstDash val="solid"/>
          </a:ln>
        </p:spPr>
      </p:sp>
      <p:sp>
        <p:nvSpPr>
          <p:cNvPr id="30" name="Shape 28"/>
          <p:cNvSpPr/>
          <p:nvPr/>
        </p:nvSpPr>
        <p:spPr>
          <a:xfrm>
            <a:off x="8001150" y="4416341"/>
            <a:ext cx="73152" cy="73152"/>
          </a:xfrm>
          <a:prstGeom prst="ellipse">
            <a:avLst/>
          </a:prstGeom>
          <a:solidFill>
            <a:srgbClr val="6F86B8"/>
          </a:solidFill>
          <a:ln w="12700">
            <a:solidFill>
              <a:srgbClr val="6F86B8"/>
            </a:solidFill>
            <a:prstDash val="solid"/>
          </a:ln>
        </p:spPr>
      </p:sp>
      <p:sp>
        <p:nvSpPr>
          <p:cNvPr id="31" name="Shape 29"/>
          <p:cNvSpPr/>
          <p:nvPr/>
        </p:nvSpPr>
        <p:spPr>
          <a:xfrm>
            <a:off x="8366496" y="4428369"/>
            <a:ext cx="73152" cy="73152"/>
          </a:xfrm>
          <a:prstGeom prst="ellipse">
            <a:avLst/>
          </a:prstGeom>
          <a:solidFill>
            <a:srgbClr val="6F86B8"/>
          </a:solidFill>
          <a:ln w="12700">
            <a:solidFill>
              <a:srgbClr val="6F86B8"/>
            </a:solidFill>
            <a:prstDash val="solid"/>
          </a:ln>
        </p:spPr>
      </p:sp>
      <p:sp>
        <p:nvSpPr>
          <p:cNvPr id="32" name="Shape 30"/>
          <p:cNvSpPr/>
          <p:nvPr/>
        </p:nvSpPr>
        <p:spPr>
          <a:xfrm>
            <a:off x="8774260" y="1553067"/>
            <a:ext cx="73152" cy="73152"/>
          </a:xfrm>
          <a:prstGeom prst="ellipse">
            <a:avLst/>
          </a:prstGeom>
          <a:solidFill>
            <a:srgbClr val="6F86B8"/>
          </a:solidFill>
          <a:ln w="12700">
            <a:solidFill>
              <a:srgbClr val="6F86B8"/>
            </a:solidFill>
            <a:prstDash val="solid"/>
          </a:ln>
        </p:spPr>
      </p:sp>
      <p:sp>
        <p:nvSpPr>
          <p:cNvPr id="33" name="Shape 31"/>
          <p:cNvSpPr/>
          <p:nvPr/>
        </p:nvSpPr>
        <p:spPr>
          <a:xfrm>
            <a:off x="9744461" y="3334465"/>
            <a:ext cx="73152" cy="73152"/>
          </a:xfrm>
          <a:prstGeom prst="ellipse">
            <a:avLst/>
          </a:prstGeom>
          <a:solidFill>
            <a:srgbClr val="6F86B8"/>
          </a:solidFill>
          <a:ln w="12700">
            <a:solidFill>
              <a:srgbClr val="6F86B8"/>
            </a:solidFill>
            <a:prstDash val="solid"/>
          </a:ln>
        </p:spPr>
      </p:sp>
      <p:sp>
        <p:nvSpPr>
          <p:cNvPr id="34" name="Shape 32"/>
          <p:cNvSpPr/>
          <p:nvPr/>
        </p:nvSpPr>
        <p:spPr>
          <a:xfrm>
            <a:off x="8879510" y="2958436"/>
            <a:ext cx="73152" cy="73152"/>
          </a:xfrm>
          <a:prstGeom prst="ellipse">
            <a:avLst/>
          </a:prstGeom>
          <a:solidFill>
            <a:srgbClr val="6F86B8"/>
          </a:solidFill>
          <a:ln w="12700">
            <a:solidFill>
              <a:srgbClr val="6F86B8"/>
            </a:solidFill>
            <a:prstDash val="solid"/>
          </a:ln>
        </p:spPr>
      </p:sp>
      <p:sp>
        <p:nvSpPr>
          <p:cNvPr id="35" name="Shape 33"/>
          <p:cNvSpPr/>
          <p:nvPr/>
        </p:nvSpPr>
        <p:spPr>
          <a:xfrm>
            <a:off x="9304851" y="3713660"/>
            <a:ext cx="73152" cy="73152"/>
          </a:xfrm>
          <a:prstGeom prst="ellipse">
            <a:avLst/>
          </a:prstGeom>
          <a:solidFill>
            <a:srgbClr val="6F86B8"/>
          </a:solidFill>
          <a:ln w="12700">
            <a:solidFill>
              <a:srgbClr val="6F86B8"/>
            </a:solidFill>
            <a:prstDash val="solid"/>
          </a:ln>
        </p:spPr>
      </p:sp>
      <p:sp>
        <p:nvSpPr>
          <p:cNvPr id="36" name="Shape 34"/>
          <p:cNvSpPr/>
          <p:nvPr/>
        </p:nvSpPr>
        <p:spPr>
          <a:xfrm>
            <a:off x="9463522" y="3463607"/>
            <a:ext cx="73152" cy="73152"/>
          </a:xfrm>
          <a:prstGeom prst="ellipse">
            <a:avLst/>
          </a:prstGeom>
          <a:solidFill>
            <a:srgbClr val="6F86B8"/>
          </a:solidFill>
          <a:ln w="12700">
            <a:solidFill>
              <a:srgbClr val="6F86B8"/>
            </a:solidFill>
            <a:prstDash val="solid"/>
          </a:ln>
        </p:spPr>
      </p:sp>
      <p:sp>
        <p:nvSpPr>
          <p:cNvPr id="37" name="Shape 35"/>
          <p:cNvSpPr/>
          <p:nvPr/>
        </p:nvSpPr>
        <p:spPr>
          <a:xfrm>
            <a:off x="8864812" y="3721256"/>
            <a:ext cx="73152" cy="73152"/>
          </a:xfrm>
          <a:prstGeom prst="ellipse">
            <a:avLst/>
          </a:prstGeom>
          <a:solidFill>
            <a:srgbClr val="6F86B8"/>
          </a:solidFill>
          <a:ln w="12700">
            <a:solidFill>
              <a:srgbClr val="6F86B8"/>
            </a:solidFill>
            <a:prstDash val="solid"/>
          </a:ln>
        </p:spPr>
      </p:sp>
      <p:sp>
        <p:nvSpPr>
          <p:cNvPr id="38" name="Shape 36"/>
          <p:cNvSpPr/>
          <p:nvPr/>
        </p:nvSpPr>
        <p:spPr>
          <a:xfrm>
            <a:off x="9343058" y="2565947"/>
            <a:ext cx="73152" cy="73152"/>
          </a:xfrm>
          <a:prstGeom prst="ellipse">
            <a:avLst/>
          </a:prstGeom>
          <a:solidFill>
            <a:srgbClr val="6F86B8"/>
          </a:solidFill>
          <a:ln w="12700">
            <a:solidFill>
              <a:srgbClr val="6F86B8"/>
            </a:solidFill>
            <a:prstDash val="solid"/>
          </a:ln>
        </p:spPr>
      </p:sp>
      <p:sp>
        <p:nvSpPr>
          <p:cNvPr id="39" name="Shape 37"/>
          <p:cNvSpPr/>
          <p:nvPr/>
        </p:nvSpPr>
        <p:spPr>
          <a:xfrm>
            <a:off x="10765418" y="1891120"/>
            <a:ext cx="73152" cy="73152"/>
          </a:xfrm>
          <a:prstGeom prst="ellipse">
            <a:avLst/>
          </a:prstGeom>
          <a:solidFill>
            <a:srgbClr val="6F86B8"/>
          </a:solidFill>
          <a:ln w="12700">
            <a:solidFill>
              <a:srgbClr val="6F86B8"/>
            </a:solidFill>
            <a:prstDash val="solid"/>
          </a:ln>
        </p:spPr>
      </p:sp>
      <p:sp>
        <p:nvSpPr>
          <p:cNvPr id="40" name="Shape 38"/>
          <p:cNvSpPr/>
          <p:nvPr/>
        </p:nvSpPr>
        <p:spPr>
          <a:xfrm>
            <a:off x="8370965" y="3938391"/>
            <a:ext cx="73152" cy="73152"/>
          </a:xfrm>
          <a:prstGeom prst="ellipse">
            <a:avLst/>
          </a:prstGeom>
          <a:solidFill>
            <a:srgbClr val="6F86B8"/>
          </a:solidFill>
          <a:ln w="12700">
            <a:solidFill>
              <a:srgbClr val="6F86B8"/>
            </a:solidFill>
            <a:prstDash val="solid"/>
          </a:ln>
        </p:spPr>
      </p:sp>
      <p:sp>
        <p:nvSpPr>
          <p:cNvPr id="41" name="Shape 39"/>
          <p:cNvSpPr/>
          <p:nvPr/>
        </p:nvSpPr>
        <p:spPr>
          <a:xfrm>
            <a:off x="8567928" y="3111000"/>
            <a:ext cx="73152" cy="73152"/>
          </a:xfrm>
          <a:prstGeom prst="ellipse">
            <a:avLst/>
          </a:prstGeom>
          <a:solidFill>
            <a:srgbClr val="6F86B8"/>
          </a:solidFill>
          <a:ln w="12700">
            <a:solidFill>
              <a:srgbClr val="6F86B8"/>
            </a:solidFill>
            <a:prstDash val="solid"/>
          </a:ln>
        </p:spPr>
      </p:sp>
      <p:sp>
        <p:nvSpPr>
          <p:cNvPr id="42" name="Shape 40"/>
          <p:cNvSpPr/>
          <p:nvPr/>
        </p:nvSpPr>
        <p:spPr>
          <a:xfrm>
            <a:off x="8507503" y="3356622"/>
            <a:ext cx="73152" cy="73152"/>
          </a:xfrm>
          <a:prstGeom prst="ellipse">
            <a:avLst/>
          </a:prstGeom>
          <a:solidFill>
            <a:srgbClr val="6F86B8"/>
          </a:solidFill>
          <a:ln w="12700">
            <a:solidFill>
              <a:srgbClr val="6F86B8"/>
            </a:solidFill>
            <a:prstDash val="solid"/>
          </a:ln>
        </p:spPr>
      </p:sp>
      <p:sp>
        <p:nvSpPr>
          <p:cNvPr id="43" name="Shape 41"/>
          <p:cNvSpPr/>
          <p:nvPr/>
        </p:nvSpPr>
        <p:spPr>
          <a:xfrm>
            <a:off x="8714436" y="3322437"/>
            <a:ext cx="73152" cy="73152"/>
          </a:xfrm>
          <a:prstGeom prst="ellipse">
            <a:avLst/>
          </a:prstGeom>
          <a:solidFill>
            <a:srgbClr val="6F86B8"/>
          </a:solidFill>
          <a:ln w="12700">
            <a:solidFill>
              <a:srgbClr val="6F86B8"/>
            </a:solidFill>
            <a:prstDash val="solid"/>
          </a:ln>
        </p:spPr>
      </p:sp>
      <p:sp>
        <p:nvSpPr>
          <p:cNvPr id="44" name="Shape 42"/>
          <p:cNvSpPr/>
          <p:nvPr/>
        </p:nvSpPr>
        <p:spPr>
          <a:xfrm>
            <a:off x="9585103" y="3326869"/>
            <a:ext cx="73152" cy="73152"/>
          </a:xfrm>
          <a:prstGeom prst="ellipse">
            <a:avLst/>
          </a:prstGeom>
          <a:solidFill>
            <a:srgbClr val="6F86B8"/>
          </a:solidFill>
          <a:ln w="12700">
            <a:solidFill>
              <a:srgbClr val="6F86B8"/>
            </a:solidFill>
            <a:prstDash val="solid"/>
          </a:ln>
        </p:spPr>
      </p:sp>
      <p:sp>
        <p:nvSpPr>
          <p:cNvPr id="45" name="Shape 43"/>
          <p:cNvSpPr/>
          <p:nvPr/>
        </p:nvSpPr>
        <p:spPr>
          <a:xfrm>
            <a:off x="8920381" y="3856095"/>
            <a:ext cx="73152" cy="73152"/>
          </a:xfrm>
          <a:prstGeom prst="ellipse">
            <a:avLst/>
          </a:prstGeom>
          <a:solidFill>
            <a:srgbClr val="6F86B8"/>
          </a:solidFill>
          <a:ln w="12700">
            <a:solidFill>
              <a:srgbClr val="6F86B8"/>
            </a:solidFill>
            <a:prstDash val="solid"/>
          </a:ln>
        </p:spPr>
      </p:sp>
      <p:sp>
        <p:nvSpPr>
          <p:cNvPr id="46" name="Shape 44"/>
          <p:cNvSpPr/>
          <p:nvPr/>
        </p:nvSpPr>
        <p:spPr>
          <a:xfrm>
            <a:off x="8957427" y="3588950"/>
            <a:ext cx="73152" cy="73152"/>
          </a:xfrm>
          <a:prstGeom prst="ellipse">
            <a:avLst/>
          </a:prstGeom>
          <a:solidFill>
            <a:srgbClr val="6F86B8"/>
          </a:solidFill>
          <a:ln w="12700">
            <a:solidFill>
              <a:srgbClr val="6F86B8"/>
            </a:solidFill>
            <a:prstDash val="solid"/>
          </a:ln>
        </p:spPr>
      </p:sp>
      <p:sp>
        <p:nvSpPr>
          <p:cNvPr id="47" name="Shape 45"/>
          <p:cNvSpPr/>
          <p:nvPr/>
        </p:nvSpPr>
        <p:spPr>
          <a:xfrm>
            <a:off x="9055543" y="3531342"/>
            <a:ext cx="73152" cy="73152"/>
          </a:xfrm>
          <a:prstGeom prst="ellipse">
            <a:avLst/>
          </a:prstGeom>
          <a:solidFill>
            <a:srgbClr val="6F86B8"/>
          </a:solidFill>
          <a:ln w="12700">
            <a:solidFill>
              <a:srgbClr val="6F86B8"/>
            </a:solidFill>
            <a:prstDash val="solid"/>
          </a:ln>
        </p:spPr>
      </p:sp>
      <p:sp>
        <p:nvSpPr>
          <p:cNvPr id="48" name="Shape 46"/>
          <p:cNvSpPr/>
          <p:nvPr/>
        </p:nvSpPr>
        <p:spPr>
          <a:xfrm>
            <a:off x="8921756" y="3833305"/>
            <a:ext cx="73152" cy="73152"/>
          </a:xfrm>
          <a:prstGeom prst="ellipse">
            <a:avLst/>
          </a:prstGeom>
          <a:solidFill>
            <a:srgbClr val="6F86B8"/>
          </a:solidFill>
          <a:ln w="12700">
            <a:solidFill>
              <a:srgbClr val="6F86B8"/>
            </a:solidFill>
            <a:prstDash val="solid"/>
          </a:ln>
        </p:spPr>
      </p:sp>
      <p:sp>
        <p:nvSpPr>
          <p:cNvPr id="49" name="Shape 47"/>
          <p:cNvSpPr/>
          <p:nvPr/>
        </p:nvSpPr>
        <p:spPr>
          <a:xfrm>
            <a:off x="8218742" y="3847866"/>
            <a:ext cx="73152" cy="73152"/>
          </a:xfrm>
          <a:prstGeom prst="ellipse">
            <a:avLst/>
          </a:prstGeom>
          <a:solidFill>
            <a:srgbClr val="6F86B8"/>
          </a:solidFill>
          <a:ln w="12700">
            <a:solidFill>
              <a:srgbClr val="6F86B8"/>
            </a:solidFill>
            <a:prstDash val="solid"/>
          </a:ln>
        </p:spPr>
      </p:sp>
      <p:sp>
        <p:nvSpPr>
          <p:cNvPr id="50" name="Shape 48"/>
          <p:cNvSpPr/>
          <p:nvPr/>
        </p:nvSpPr>
        <p:spPr>
          <a:xfrm>
            <a:off x="9096414" y="2027858"/>
            <a:ext cx="73152" cy="73152"/>
          </a:xfrm>
          <a:prstGeom prst="ellipse">
            <a:avLst/>
          </a:prstGeom>
          <a:solidFill>
            <a:srgbClr val="6F86B8"/>
          </a:solidFill>
          <a:ln w="12700">
            <a:solidFill>
              <a:srgbClr val="6F86B8"/>
            </a:solidFill>
            <a:prstDash val="solid"/>
          </a:ln>
        </p:spPr>
      </p:sp>
      <p:sp>
        <p:nvSpPr>
          <p:cNvPr id="51" name="Shape 49"/>
          <p:cNvSpPr/>
          <p:nvPr/>
        </p:nvSpPr>
        <p:spPr>
          <a:xfrm>
            <a:off x="9155292" y="2150669"/>
            <a:ext cx="73152" cy="73152"/>
          </a:xfrm>
          <a:prstGeom prst="ellipse">
            <a:avLst/>
          </a:prstGeom>
          <a:solidFill>
            <a:srgbClr val="6F86B8"/>
          </a:solidFill>
          <a:ln w="12700">
            <a:solidFill>
              <a:srgbClr val="6F86B8"/>
            </a:solidFill>
            <a:prstDash val="solid"/>
          </a:ln>
        </p:spPr>
      </p:sp>
      <p:sp>
        <p:nvSpPr>
          <p:cNvPr id="52" name="Shape 50"/>
          <p:cNvSpPr/>
          <p:nvPr/>
        </p:nvSpPr>
        <p:spPr>
          <a:xfrm>
            <a:off x="9576937" y="3839636"/>
            <a:ext cx="73152" cy="73152"/>
          </a:xfrm>
          <a:prstGeom prst="ellipse">
            <a:avLst/>
          </a:prstGeom>
          <a:solidFill>
            <a:srgbClr val="6F86B8"/>
          </a:solidFill>
          <a:ln w="12700">
            <a:solidFill>
              <a:srgbClr val="6F86B8"/>
            </a:solidFill>
            <a:prstDash val="solid"/>
          </a:ln>
        </p:spPr>
      </p:sp>
      <p:sp>
        <p:nvSpPr>
          <p:cNvPr id="53" name="Shape 51"/>
          <p:cNvSpPr/>
          <p:nvPr/>
        </p:nvSpPr>
        <p:spPr>
          <a:xfrm>
            <a:off x="9914090" y="1553067"/>
            <a:ext cx="73152" cy="73152"/>
          </a:xfrm>
          <a:prstGeom prst="ellipse">
            <a:avLst/>
          </a:prstGeom>
          <a:solidFill>
            <a:srgbClr val="6F86B8"/>
          </a:solidFill>
          <a:ln w="12700">
            <a:solidFill>
              <a:srgbClr val="6F86B8"/>
            </a:solidFill>
            <a:prstDash val="solid"/>
          </a:ln>
        </p:spPr>
      </p:sp>
      <p:sp>
        <p:nvSpPr>
          <p:cNvPr id="54" name="Shape 52"/>
          <p:cNvSpPr/>
          <p:nvPr/>
        </p:nvSpPr>
        <p:spPr>
          <a:xfrm>
            <a:off x="9093706" y="3692136"/>
            <a:ext cx="73152" cy="73152"/>
          </a:xfrm>
          <a:prstGeom prst="ellipse">
            <a:avLst/>
          </a:prstGeom>
          <a:solidFill>
            <a:srgbClr val="6F86B8"/>
          </a:solidFill>
          <a:ln w="12700">
            <a:solidFill>
              <a:srgbClr val="6F86B8"/>
            </a:solidFill>
            <a:prstDash val="solid"/>
          </a:ln>
        </p:spPr>
      </p:sp>
      <p:sp>
        <p:nvSpPr>
          <p:cNvPr id="55" name="Shape 53"/>
          <p:cNvSpPr/>
          <p:nvPr/>
        </p:nvSpPr>
        <p:spPr>
          <a:xfrm>
            <a:off x="8121055" y="4392918"/>
            <a:ext cx="73152" cy="73152"/>
          </a:xfrm>
          <a:prstGeom prst="ellipse">
            <a:avLst/>
          </a:prstGeom>
          <a:solidFill>
            <a:srgbClr val="6F86B8"/>
          </a:solidFill>
          <a:ln w="12700">
            <a:solidFill>
              <a:srgbClr val="6F86B8"/>
            </a:solidFill>
            <a:prstDash val="solid"/>
          </a:ln>
        </p:spPr>
      </p:sp>
      <p:sp>
        <p:nvSpPr>
          <p:cNvPr id="56" name="Shape 54"/>
          <p:cNvSpPr/>
          <p:nvPr/>
        </p:nvSpPr>
        <p:spPr>
          <a:xfrm>
            <a:off x="8374704" y="3760505"/>
            <a:ext cx="73152" cy="73152"/>
          </a:xfrm>
          <a:prstGeom prst="ellipse">
            <a:avLst/>
          </a:prstGeom>
          <a:solidFill>
            <a:srgbClr val="6F86B8"/>
          </a:solidFill>
          <a:ln w="12700">
            <a:solidFill>
              <a:srgbClr val="6F86B8"/>
            </a:solidFill>
            <a:prstDash val="solid"/>
          </a:ln>
        </p:spPr>
      </p:sp>
      <p:sp>
        <p:nvSpPr>
          <p:cNvPr id="57" name="Shape 55"/>
          <p:cNvSpPr/>
          <p:nvPr/>
        </p:nvSpPr>
        <p:spPr>
          <a:xfrm>
            <a:off x="8675370" y="4118176"/>
            <a:ext cx="73152" cy="73152"/>
          </a:xfrm>
          <a:prstGeom prst="ellipse">
            <a:avLst/>
          </a:prstGeom>
          <a:solidFill>
            <a:srgbClr val="6F86B8"/>
          </a:solidFill>
          <a:ln w="12700">
            <a:solidFill>
              <a:srgbClr val="6F86B8"/>
            </a:solidFill>
            <a:prstDash val="solid"/>
          </a:ln>
        </p:spPr>
      </p:sp>
      <p:sp>
        <p:nvSpPr>
          <p:cNvPr id="58" name="Shape 56"/>
          <p:cNvSpPr/>
          <p:nvPr/>
        </p:nvSpPr>
        <p:spPr>
          <a:xfrm>
            <a:off x="8847277" y="3426257"/>
            <a:ext cx="73152" cy="73152"/>
          </a:xfrm>
          <a:prstGeom prst="ellipse">
            <a:avLst/>
          </a:prstGeom>
          <a:solidFill>
            <a:srgbClr val="6F86B8"/>
          </a:solidFill>
          <a:ln w="12700">
            <a:solidFill>
              <a:srgbClr val="6F86B8"/>
            </a:solidFill>
            <a:prstDash val="solid"/>
          </a:ln>
        </p:spPr>
      </p:sp>
      <p:sp>
        <p:nvSpPr>
          <p:cNvPr id="59" name="Shape 57"/>
          <p:cNvSpPr/>
          <p:nvPr/>
        </p:nvSpPr>
        <p:spPr>
          <a:xfrm>
            <a:off x="9944389" y="2429842"/>
            <a:ext cx="73152" cy="73152"/>
          </a:xfrm>
          <a:prstGeom prst="ellipse">
            <a:avLst/>
          </a:prstGeom>
          <a:solidFill>
            <a:srgbClr val="6F86B8"/>
          </a:solidFill>
          <a:ln w="12700">
            <a:solidFill>
              <a:srgbClr val="6F86B8"/>
            </a:solidFill>
            <a:prstDash val="solid"/>
          </a:ln>
        </p:spPr>
      </p:sp>
      <p:sp>
        <p:nvSpPr>
          <p:cNvPr id="60" name="Shape 58"/>
          <p:cNvSpPr/>
          <p:nvPr/>
        </p:nvSpPr>
        <p:spPr>
          <a:xfrm>
            <a:off x="7974676" y="4179582"/>
            <a:ext cx="73152" cy="73152"/>
          </a:xfrm>
          <a:prstGeom prst="ellipse">
            <a:avLst/>
          </a:prstGeom>
          <a:solidFill>
            <a:srgbClr val="6F86B8"/>
          </a:solidFill>
          <a:ln w="12700">
            <a:solidFill>
              <a:srgbClr val="6F86B8"/>
            </a:solidFill>
            <a:prstDash val="solid"/>
          </a:ln>
        </p:spPr>
      </p:sp>
      <p:sp>
        <p:nvSpPr>
          <p:cNvPr id="61" name="Shape 59"/>
          <p:cNvSpPr/>
          <p:nvPr/>
        </p:nvSpPr>
        <p:spPr>
          <a:xfrm>
            <a:off x="7807239" y="3842168"/>
            <a:ext cx="73152" cy="73152"/>
          </a:xfrm>
          <a:prstGeom prst="ellipse">
            <a:avLst/>
          </a:prstGeom>
          <a:solidFill>
            <a:srgbClr val="6F86B8"/>
          </a:solidFill>
          <a:ln w="12700">
            <a:solidFill>
              <a:srgbClr val="6F86B8"/>
            </a:solidFill>
            <a:prstDash val="solid"/>
          </a:ln>
        </p:spPr>
      </p:sp>
      <p:sp>
        <p:nvSpPr>
          <p:cNvPr id="62" name="Shape 60"/>
          <p:cNvSpPr/>
          <p:nvPr/>
        </p:nvSpPr>
        <p:spPr>
          <a:xfrm>
            <a:off x="8752127" y="3847866"/>
            <a:ext cx="73152" cy="73152"/>
          </a:xfrm>
          <a:prstGeom prst="ellipse">
            <a:avLst/>
          </a:prstGeom>
          <a:solidFill>
            <a:srgbClr val="6F86B8"/>
          </a:solidFill>
          <a:ln w="12700">
            <a:solidFill>
              <a:srgbClr val="6F86B8"/>
            </a:solidFill>
            <a:prstDash val="solid"/>
          </a:ln>
        </p:spPr>
      </p:sp>
      <p:sp>
        <p:nvSpPr>
          <p:cNvPr id="63" name="Shape 61"/>
          <p:cNvSpPr/>
          <p:nvPr/>
        </p:nvSpPr>
        <p:spPr>
          <a:xfrm>
            <a:off x="10334618" y="1774639"/>
            <a:ext cx="73152" cy="73152"/>
          </a:xfrm>
          <a:prstGeom prst="ellipse">
            <a:avLst/>
          </a:prstGeom>
          <a:solidFill>
            <a:srgbClr val="6F86B8"/>
          </a:solidFill>
          <a:ln w="12700">
            <a:solidFill>
              <a:srgbClr val="6F86B8"/>
            </a:solidFill>
            <a:prstDash val="solid"/>
          </a:ln>
        </p:spPr>
      </p:sp>
      <p:sp>
        <p:nvSpPr>
          <p:cNvPr id="64" name="Shape 62"/>
          <p:cNvSpPr/>
          <p:nvPr/>
        </p:nvSpPr>
        <p:spPr>
          <a:xfrm>
            <a:off x="8779331" y="2997685"/>
            <a:ext cx="73152" cy="73152"/>
          </a:xfrm>
          <a:prstGeom prst="ellipse">
            <a:avLst/>
          </a:prstGeom>
          <a:solidFill>
            <a:srgbClr val="6F86B8"/>
          </a:solidFill>
          <a:ln w="12700">
            <a:solidFill>
              <a:srgbClr val="6F86B8"/>
            </a:solidFill>
            <a:prstDash val="solid"/>
          </a:ln>
        </p:spPr>
      </p:sp>
      <p:sp>
        <p:nvSpPr>
          <p:cNvPr id="65" name="Shape 63"/>
          <p:cNvSpPr/>
          <p:nvPr/>
        </p:nvSpPr>
        <p:spPr>
          <a:xfrm>
            <a:off x="9644970" y="3202792"/>
            <a:ext cx="73152" cy="73152"/>
          </a:xfrm>
          <a:prstGeom prst="ellipse">
            <a:avLst/>
          </a:prstGeom>
          <a:solidFill>
            <a:srgbClr val="6F86B8"/>
          </a:solidFill>
          <a:ln w="12700">
            <a:solidFill>
              <a:srgbClr val="6F86B8"/>
            </a:solidFill>
            <a:prstDash val="solid"/>
          </a:ln>
        </p:spPr>
      </p:sp>
      <p:sp>
        <p:nvSpPr>
          <p:cNvPr id="66" name="Shape 64"/>
          <p:cNvSpPr/>
          <p:nvPr/>
        </p:nvSpPr>
        <p:spPr>
          <a:xfrm>
            <a:off x="9158859" y="2560250"/>
            <a:ext cx="73152" cy="73152"/>
          </a:xfrm>
          <a:prstGeom prst="ellipse">
            <a:avLst/>
          </a:prstGeom>
          <a:solidFill>
            <a:srgbClr val="6F86B8"/>
          </a:solidFill>
          <a:ln w="12700">
            <a:solidFill>
              <a:srgbClr val="6F86B8"/>
            </a:solidFill>
            <a:prstDash val="solid"/>
          </a:ln>
        </p:spPr>
      </p:sp>
      <p:sp>
        <p:nvSpPr>
          <p:cNvPr id="67" name="Shape 65"/>
          <p:cNvSpPr/>
          <p:nvPr/>
        </p:nvSpPr>
        <p:spPr>
          <a:xfrm>
            <a:off x="8744778" y="3766203"/>
            <a:ext cx="73152" cy="73152"/>
          </a:xfrm>
          <a:prstGeom prst="ellipse">
            <a:avLst/>
          </a:prstGeom>
          <a:solidFill>
            <a:srgbClr val="6F86B8"/>
          </a:solidFill>
          <a:ln w="12700">
            <a:solidFill>
              <a:srgbClr val="6F86B8"/>
            </a:solidFill>
            <a:prstDash val="solid"/>
          </a:ln>
        </p:spPr>
      </p:sp>
      <p:sp>
        <p:nvSpPr>
          <p:cNvPr id="68" name="Shape 66"/>
          <p:cNvSpPr/>
          <p:nvPr/>
        </p:nvSpPr>
        <p:spPr>
          <a:xfrm>
            <a:off x="8607338" y="3907372"/>
            <a:ext cx="73152" cy="73152"/>
          </a:xfrm>
          <a:prstGeom prst="ellipse">
            <a:avLst/>
          </a:prstGeom>
          <a:solidFill>
            <a:srgbClr val="6F86B8"/>
          </a:solidFill>
          <a:ln w="12700">
            <a:solidFill>
              <a:srgbClr val="6F86B8"/>
            </a:solidFill>
            <a:prstDash val="solid"/>
          </a:ln>
        </p:spPr>
      </p:sp>
      <p:sp>
        <p:nvSpPr>
          <p:cNvPr id="69" name="Shape 67"/>
          <p:cNvSpPr/>
          <p:nvPr/>
        </p:nvSpPr>
        <p:spPr>
          <a:xfrm>
            <a:off x="8452793" y="3730752"/>
            <a:ext cx="73152" cy="73152"/>
          </a:xfrm>
          <a:prstGeom prst="ellipse">
            <a:avLst/>
          </a:prstGeom>
          <a:solidFill>
            <a:srgbClr val="6F86B8"/>
          </a:solidFill>
          <a:ln w="12700">
            <a:solidFill>
              <a:srgbClr val="6F86B8"/>
            </a:solidFill>
            <a:prstDash val="solid"/>
          </a:ln>
        </p:spPr>
      </p:sp>
      <p:sp>
        <p:nvSpPr>
          <p:cNvPr id="70" name="Shape 68"/>
          <p:cNvSpPr/>
          <p:nvPr/>
        </p:nvSpPr>
        <p:spPr>
          <a:xfrm>
            <a:off x="10118230" y="3084412"/>
            <a:ext cx="73152" cy="73152"/>
          </a:xfrm>
          <a:prstGeom prst="ellipse">
            <a:avLst/>
          </a:prstGeom>
          <a:solidFill>
            <a:srgbClr val="6F86B8"/>
          </a:solidFill>
          <a:ln w="12700">
            <a:solidFill>
              <a:srgbClr val="6F86B8"/>
            </a:solidFill>
            <a:prstDash val="solid"/>
          </a:ln>
        </p:spPr>
      </p:sp>
      <p:sp>
        <p:nvSpPr>
          <p:cNvPr id="71" name="Shape 69"/>
          <p:cNvSpPr/>
          <p:nvPr/>
        </p:nvSpPr>
        <p:spPr>
          <a:xfrm>
            <a:off x="8908175" y="4145397"/>
            <a:ext cx="73152" cy="73152"/>
          </a:xfrm>
          <a:prstGeom prst="ellipse">
            <a:avLst/>
          </a:prstGeom>
          <a:solidFill>
            <a:srgbClr val="6F86B8"/>
          </a:solidFill>
          <a:ln w="12700">
            <a:solidFill>
              <a:srgbClr val="6F86B8"/>
            </a:solidFill>
            <a:prstDash val="solid"/>
          </a:ln>
        </p:spPr>
      </p:sp>
      <p:sp>
        <p:nvSpPr>
          <p:cNvPr id="72" name="Shape 70"/>
          <p:cNvSpPr/>
          <p:nvPr/>
        </p:nvSpPr>
        <p:spPr>
          <a:xfrm>
            <a:off x="8253295" y="4266942"/>
            <a:ext cx="73152" cy="73152"/>
          </a:xfrm>
          <a:prstGeom prst="ellipse">
            <a:avLst/>
          </a:prstGeom>
          <a:solidFill>
            <a:srgbClr val="6F86B8"/>
          </a:solidFill>
          <a:ln w="12700">
            <a:solidFill>
              <a:srgbClr val="6F86B8"/>
            </a:solidFill>
            <a:prstDash val="solid"/>
          </a:ln>
        </p:spPr>
      </p:sp>
      <p:sp>
        <p:nvSpPr>
          <p:cNvPr id="73" name="Shape 71"/>
          <p:cNvSpPr/>
          <p:nvPr/>
        </p:nvSpPr>
        <p:spPr>
          <a:xfrm>
            <a:off x="8769016" y="3327502"/>
            <a:ext cx="73152" cy="73152"/>
          </a:xfrm>
          <a:prstGeom prst="ellipse">
            <a:avLst/>
          </a:prstGeom>
          <a:solidFill>
            <a:srgbClr val="6F86B8"/>
          </a:solidFill>
          <a:ln w="12700">
            <a:solidFill>
              <a:srgbClr val="6F86B8"/>
            </a:solidFill>
            <a:prstDash val="solid"/>
          </a:ln>
        </p:spPr>
      </p:sp>
      <p:sp>
        <p:nvSpPr>
          <p:cNvPr id="74" name="Shape 72"/>
          <p:cNvSpPr/>
          <p:nvPr/>
        </p:nvSpPr>
        <p:spPr>
          <a:xfrm>
            <a:off x="8969159" y="3762404"/>
            <a:ext cx="73152" cy="73152"/>
          </a:xfrm>
          <a:prstGeom prst="ellipse">
            <a:avLst/>
          </a:prstGeom>
          <a:solidFill>
            <a:srgbClr val="6F86B8"/>
          </a:solidFill>
          <a:ln w="12700">
            <a:solidFill>
              <a:srgbClr val="6F86B8"/>
            </a:solidFill>
            <a:prstDash val="solid"/>
          </a:ln>
        </p:spPr>
      </p:sp>
      <p:sp>
        <p:nvSpPr>
          <p:cNvPr id="75" name="Shape 73"/>
          <p:cNvSpPr/>
          <p:nvPr/>
        </p:nvSpPr>
        <p:spPr>
          <a:xfrm>
            <a:off x="8577426" y="2881837"/>
            <a:ext cx="73152" cy="73152"/>
          </a:xfrm>
          <a:prstGeom prst="ellipse">
            <a:avLst/>
          </a:prstGeom>
          <a:solidFill>
            <a:srgbClr val="6F86B8"/>
          </a:solidFill>
          <a:ln w="12700">
            <a:solidFill>
              <a:srgbClr val="6F86B8"/>
            </a:solidFill>
            <a:prstDash val="solid"/>
          </a:ln>
        </p:spPr>
      </p:sp>
      <p:sp>
        <p:nvSpPr>
          <p:cNvPr id="76" name="Shape 74"/>
          <p:cNvSpPr/>
          <p:nvPr/>
        </p:nvSpPr>
        <p:spPr>
          <a:xfrm>
            <a:off x="8786938" y="3819378"/>
            <a:ext cx="73152" cy="73152"/>
          </a:xfrm>
          <a:prstGeom prst="ellipse">
            <a:avLst/>
          </a:prstGeom>
          <a:solidFill>
            <a:srgbClr val="6F86B8"/>
          </a:solidFill>
          <a:ln w="12700">
            <a:solidFill>
              <a:srgbClr val="6F86B8"/>
            </a:solidFill>
            <a:prstDash val="solid"/>
          </a:ln>
        </p:spPr>
      </p:sp>
      <p:sp>
        <p:nvSpPr>
          <p:cNvPr id="77" name="Shape 75"/>
          <p:cNvSpPr/>
          <p:nvPr/>
        </p:nvSpPr>
        <p:spPr>
          <a:xfrm>
            <a:off x="8605533" y="2872974"/>
            <a:ext cx="73152" cy="73152"/>
          </a:xfrm>
          <a:prstGeom prst="ellipse">
            <a:avLst/>
          </a:prstGeom>
          <a:solidFill>
            <a:srgbClr val="6F86B8"/>
          </a:solidFill>
          <a:ln w="12700">
            <a:solidFill>
              <a:srgbClr val="6F86B8"/>
            </a:solidFill>
            <a:prstDash val="solid"/>
          </a:ln>
        </p:spPr>
      </p:sp>
      <p:sp>
        <p:nvSpPr>
          <p:cNvPr id="78" name="Shape 76"/>
          <p:cNvSpPr/>
          <p:nvPr/>
        </p:nvSpPr>
        <p:spPr>
          <a:xfrm>
            <a:off x="8458380" y="3101504"/>
            <a:ext cx="73152" cy="73152"/>
          </a:xfrm>
          <a:prstGeom prst="ellipse">
            <a:avLst/>
          </a:prstGeom>
          <a:solidFill>
            <a:srgbClr val="6F86B8"/>
          </a:solidFill>
          <a:ln w="12700">
            <a:solidFill>
              <a:srgbClr val="6F86B8"/>
            </a:solidFill>
            <a:prstDash val="solid"/>
          </a:ln>
        </p:spPr>
      </p:sp>
      <p:sp>
        <p:nvSpPr>
          <p:cNvPr id="79" name="Shape 77"/>
          <p:cNvSpPr/>
          <p:nvPr/>
        </p:nvSpPr>
        <p:spPr>
          <a:xfrm>
            <a:off x="8663165" y="4097286"/>
            <a:ext cx="73152" cy="73152"/>
          </a:xfrm>
          <a:prstGeom prst="ellipse">
            <a:avLst/>
          </a:prstGeom>
          <a:solidFill>
            <a:srgbClr val="6F86B8"/>
          </a:solidFill>
          <a:ln w="12700">
            <a:solidFill>
              <a:srgbClr val="6F86B8"/>
            </a:solidFill>
            <a:prstDash val="solid"/>
          </a:ln>
        </p:spPr>
      </p:sp>
      <p:sp>
        <p:nvSpPr>
          <p:cNvPr id="80" name="Shape 78"/>
          <p:cNvSpPr/>
          <p:nvPr/>
        </p:nvSpPr>
        <p:spPr>
          <a:xfrm>
            <a:off x="9212580" y="3123661"/>
            <a:ext cx="73152" cy="73152"/>
          </a:xfrm>
          <a:prstGeom prst="ellipse">
            <a:avLst/>
          </a:prstGeom>
          <a:solidFill>
            <a:srgbClr val="6F86B8"/>
          </a:solidFill>
          <a:ln w="12700">
            <a:solidFill>
              <a:srgbClr val="6F86B8"/>
            </a:solidFill>
            <a:prstDash val="solid"/>
          </a:ln>
        </p:spPr>
      </p:sp>
      <p:sp>
        <p:nvSpPr>
          <p:cNvPr id="81" name="Shape 79"/>
          <p:cNvSpPr/>
          <p:nvPr/>
        </p:nvSpPr>
        <p:spPr>
          <a:xfrm>
            <a:off x="8397568" y="3692136"/>
            <a:ext cx="73152" cy="73152"/>
          </a:xfrm>
          <a:prstGeom prst="ellipse">
            <a:avLst/>
          </a:prstGeom>
          <a:solidFill>
            <a:srgbClr val="6F86B8"/>
          </a:solidFill>
          <a:ln w="12700">
            <a:solidFill>
              <a:srgbClr val="6F86B8"/>
            </a:solidFill>
            <a:prstDash val="solid"/>
          </a:ln>
        </p:spPr>
      </p:sp>
      <p:sp>
        <p:nvSpPr>
          <p:cNvPr id="82" name="Shape 80"/>
          <p:cNvSpPr/>
          <p:nvPr/>
        </p:nvSpPr>
        <p:spPr>
          <a:xfrm>
            <a:off x="8752127" y="3899142"/>
            <a:ext cx="73152" cy="73152"/>
          </a:xfrm>
          <a:prstGeom prst="ellipse">
            <a:avLst/>
          </a:prstGeom>
          <a:solidFill>
            <a:srgbClr val="6F86B8"/>
          </a:solidFill>
          <a:ln w="12700">
            <a:solidFill>
              <a:srgbClr val="6F86B8"/>
            </a:solidFill>
            <a:prstDash val="solid"/>
          </a:ln>
        </p:spPr>
      </p:sp>
      <p:sp>
        <p:nvSpPr>
          <p:cNvPr id="83" name="Shape 81"/>
          <p:cNvSpPr/>
          <p:nvPr/>
        </p:nvSpPr>
        <p:spPr>
          <a:xfrm>
            <a:off x="7962686" y="4152361"/>
            <a:ext cx="73152" cy="73152"/>
          </a:xfrm>
          <a:prstGeom prst="ellipse">
            <a:avLst/>
          </a:prstGeom>
          <a:solidFill>
            <a:srgbClr val="6F86B8"/>
          </a:solidFill>
          <a:ln w="12700">
            <a:solidFill>
              <a:srgbClr val="6F86B8"/>
            </a:solidFill>
            <a:prstDash val="solid"/>
          </a:ln>
        </p:spPr>
      </p:sp>
      <p:sp>
        <p:nvSpPr>
          <p:cNvPr id="84" name="Shape 82"/>
          <p:cNvSpPr/>
          <p:nvPr/>
        </p:nvSpPr>
        <p:spPr>
          <a:xfrm>
            <a:off x="8476817" y="3765570"/>
            <a:ext cx="73152" cy="73152"/>
          </a:xfrm>
          <a:prstGeom prst="ellipse">
            <a:avLst/>
          </a:prstGeom>
          <a:solidFill>
            <a:srgbClr val="6F86B8"/>
          </a:solidFill>
          <a:ln w="12700">
            <a:solidFill>
              <a:srgbClr val="6F86B8"/>
            </a:solidFill>
            <a:prstDash val="solid"/>
          </a:ln>
        </p:spPr>
      </p:sp>
      <p:sp>
        <p:nvSpPr>
          <p:cNvPr id="85" name="Shape 83"/>
          <p:cNvSpPr/>
          <p:nvPr/>
        </p:nvSpPr>
        <p:spPr>
          <a:xfrm>
            <a:off x="9613854" y="3871288"/>
            <a:ext cx="73152" cy="73152"/>
          </a:xfrm>
          <a:prstGeom prst="ellipse">
            <a:avLst/>
          </a:prstGeom>
          <a:solidFill>
            <a:srgbClr val="6F86B8"/>
          </a:solidFill>
          <a:ln w="12700">
            <a:solidFill>
              <a:srgbClr val="6F86B8"/>
            </a:solidFill>
            <a:prstDash val="solid"/>
          </a:ln>
        </p:spPr>
      </p:sp>
      <p:sp>
        <p:nvSpPr>
          <p:cNvPr id="86" name="Shape 84"/>
          <p:cNvSpPr/>
          <p:nvPr/>
        </p:nvSpPr>
        <p:spPr>
          <a:xfrm>
            <a:off x="8154835" y="4209335"/>
            <a:ext cx="73152" cy="73152"/>
          </a:xfrm>
          <a:prstGeom prst="ellipse">
            <a:avLst/>
          </a:prstGeom>
          <a:solidFill>
            <a:srgbClr val="6F86B8"/>
          </a:solidFill>
          <a:ln w="12700">
            <a:solidFill>
              <a:srgbClr val="6F86B8"/>
            </a:solidFill>
            <a:prstDash val="solid"/>
          </a:ln>
        </p:spPr>
      </p:sp>
      <p:sp>
        <p:nvSpPr>
          <p:cNvPr id="87" name="Shape 85"/>
          <p:cNvSpPr/>
          <p:nvPr/>
        </p:nvSpPr>
        <p:spPr>
          <a:xfrm>
            <a:off x="9460040" y="3381944"/>
            <a:ext cx="73152" cy="73152"/>
          </a:xfrm>
          <a:prstGeom prst="ellipse">
            <a:avLst/>
          </a:prstGeom>
          <a:solidFill>
            <a:srgbClr val="6F86B8"/>
          </a:solidFill>
          <a:ln w="12700">
            <a:solidFill>
              <a:srgbClr val="6F86B8"/>
            </a:solidFill>
            <a:prstDash val="solid"/>
          </a:ln>
        </p:spPr>
      </p:sp>
      <p:sp>
        <p:nvSpPr>
          <p:cNvPr id="88" name="Shape 86"/>
          <p:cNvSpPr/>
          <p:nvPr/>
        </p:nvSpPr>
        <p:spPr>
          <a:xfrm>
            <a:off x="9254998" y="3100238"/>
            <a:ext cx="73152" cy="73152"/>
          </a:xfrm>
          <a:prstGeom prst="ellipse">
            <a:avLst/>
          </a:prstGeom>
          <a:solidFill>
            <a:srgbClr val="6F86B8"/>
          </a:solidFill>
          <a:ln w="12700">
            <a:solidFill>
              <a:srgbClr val="6F86B8"/>
            </a:solidFill>
            <a:prstDash val="solid"/>
          </a:ln>
        </p:spPr>
      </p:sp>
      <p:sp>
        <p:nvSpPr>
          <p:cNvPr id="89" name="Shape 87"/>
          <p:cNvSpPr/>
          <p:nvPr/>
        </p:nvSpPr>
        <p:spPr>
          <a:xfrm>
            <a:off x="9666544" y="3360420"/>
            <a:ext cx="73152" cy="73152"/>
          </a:xfrm>
          <a:prstGeom prst="ellipse">
            <a:avLst/>
          </a:prstGeom>
          <a:solidFill>
            <a:srgbClr val="6F86B8"/>
          </a:solidFill>
          <a:ln w="12700">
            <a:solidFill>
              <a:srgbClr val="6F86B8"/>
            </a:solidFill>
            <a:prstDash val="solid"/>
          </a:ln>
        </p:spPr>
      </p:sp>
      <p:sp>
        <p:nvSpPr>
          <p:cNvPr id="90" name="Shape 88"/>
          <p:cNvSpPr/>
          <p:nvPr/>
        </p:nvSpPr>
        <p:spPr>
          <a:xfrm>
            <a:off x="9095984" y="1553067"/>
            <a:ext cx="73152" cy="73152"/>
          </a:xfrm>
          <a:prstGeom prst="ellipse">
            <a:avLst/>
          </a:prstGeom>
          <a:solidFill>
            <a:srgbClr val="6F86B8"/>
          </a:solidFill>
          <a:ln w="12700">
            <a:solidFill>
              <a:srgbClr val="6F86B8"/>
            </a:solidFill>
            <a:prstDash val="solid"/>
          </a:ln>
        </p:spPr>
      </p:sp>
      <p:sp>
        <p:nvSpPr>
          <p:cNvPr id="91" name="Shape 89"/>
          <p:cNvSpPr/>
          <p:nvPr/>
        </p:nvSpPr>
        <p:spPr>
          <a:xfrm>
            <a:off x="8516055" y="3438918"/>
            <a:ext cx="73152" cy="73152"/>
          </a:xfrm>
          <a:prstGeom prst="ellipse">
            <a:avLst/>
          </a:prstGeom>
          <a:solidFill>
            <a:srgbClr val="6F86B8"/>
          </a:solidFill>
          <a:ln w="12700">
            <a:solidFill>
              <a:srgbClr val="6F86B8"/>
            </a:solidFill>
            <a:prstDash val="solid"/>
          </a:ln>
        </p:spPr>
      </p:sp>
      <p:sp>
        <p:nvSpPr>
          <p:cNvPr id="92" name="Shape 90"/>
          <p:cNvSpPr/>
          <p:nvPr/>
        </p:nvSpPr>
        <p:spPr>
          <a:xfrm>
            <a:off x="8410762" y="4202371"/>
            <a:ext cx="73152" cy="73152"/>
          </a:xfrm>
          <a:prstGeom prst="ellipse">
            <a:avLst/>
          </a:prstGeom>
          <a:solidFill>
            <a:srgbClr val="6F86B8"/>
          </a:solidFill>
          <a:ln w="12700">
            <a:solidFill>
              <a:srgbClr val="6F86B8"/>
            </a:solidFill>
            <a:prstDash val="solid"/>
          </a:ln>
        </p:spPr>
      </p:sp>
      <p:sp>
        <p:nvSpPr>
          <p:cNvPr id="93" name="Shape 91"/>
          <p:cNvSpPr/>
          <p:nvPr/>
        </p:nvSpPr>
        <p:spPr>
          <a:xfrm>
            <a:off x="8545795" y="4092854"/>
            <a:ext cx="73152" cy="73152"/>
          </a:xfrm>
          <a:prstGeom prst="ellipse">
            <a:avLst/>
          </a:prstGeom>
          <a:solidFill>
            <a:srgbClr val="6F86B8"/>
          </a:solidFill>
          <a:ln w="12700">
            <a:solidFill>
              <a:srgbClr val="6F86B8"/>
            </a:solidFill>
            <a:prstDash val="solid"/>
          </a:ln>
        </p:spPr>
      </p:sp>
      <p:sp>
        <p:nvSpPr>
          <p:cNvPr id="94" name="Shape 92"/>
          <p:cNvSpPr/>
          <p:nvPr/>
        </p:nvSpPr>
        <p:spPr>
          <a:xfrm>
            <a:off x="9963514" y="2933747"/>
            <a:ext cx="73152" cy="73152"/>
          </a:xfrm>
          <a:prstGeom prst="ellipse">
            <a:avLst/>
          </a:prstGeom>
          <a:solidFill>
            <a:srgbClr val="6F86B8"/>
          </a:solidFill>
          <a:ln w="12700">
            <a:solidFill>
              <a:srgbClr val="6F86B8"/>
            </a:solidFill>
            <a:prstDash val="solid"/>
          </a:ln>
        </p:spPr>
      </p:sp>
      <p:sp>
        <p:nvSpPr>
          <p:cNvPr id="95" name="Shape 93"/>
          <p:cNvSpPr/>
          <p:nvPr/>
        </p:nvSpPr>
        <p:spPr>
          <a:xfrm>
            <a:off x="8805074" y="3549701"/>
            <a:ext cx="73152" cy="73152"/>
          </a:xfrm>
          <a:prstGeom prst="ellipse">
            <a:avLst/>
          </a:prstGeom>
          <a:solidFill>
            <a:srgbClr val="6F86B8"/>
          </a:solidFill>
          <a:ln w="12700">
            <a:solidFill>
              <a:srgbClr val="6F86B8"/>
            </a:solidFill>
            <a:prstDash val="solid"/>
          </a:ln>
        </p:spPr>
      </p:sp>
      <p:sp>
        <p:nvSpPr>
          <p:cNvPr id="96" name="Shape 94"/>
          <p:cNvSpPr/>
          <p:nvPr/>
        </p:nvSpPr>
        <p:spPr>
          <a:xfrm>
            <a:off x="8458638" y="3105935"/>
            <a:ext cx="73152" cy="73152"/>
          </a:xfrm>
          <a:prstGeom prst="ellipse">
            <a:avLst/>
          </a:prstGeom>
          <a:solidFill>
            <a:srgbClr val="6F86B8"/>
          </a:solidFill>
          <a:ln w="12700">
            <a:solidFill>
              <a:srgbClr val="6F86B8"/>
            </a:solidFill>
            <a:prstDash val="solid"/>
          </a:ln>
        </p:spPr>
      </p:sp>
      <p:sp>
        <p:nvSpPr>
          <p:cNvPr id="97" name="Shape 95"/>
          <p:cNvSpPr/>
          <p:nvPr/>
        </p:nvSpPr>
        <p:spPr>
          <a:xfrm>
            <a:off x="9030659" y="3812415"/>
            <a:ext cx="73152" cy="73152"/>
          </a:xfrm>
          <a:prstGeom prst="ellipse">
            <a:avLst/>
          </a:prstGeom>
          <a:solidFill>
            <a:srgbClr val="6F86B8"/>
          </a:solidFill>
          <a:ln w="12700">
            <a:solidFill>
              <a:srgbClr val="6F86B8"/>
            </a:solidFill>
            <a:prstDash val="solid"/>
          </a:ln>
        </p:spPr>
      </p:sp>
      <p:sp>
        <p:nvSpPr>
          <p:cNvPr id="98" name="Shape 96"/>
          <p:cNvSpPr/>
          <p:nvPr/>
        </p:nvSpPr>
        <p:spPr>
          <a:xfrm>
            <a:off x="7805262" y="3689604"/>
            <a:ext cx="73152" cy="73152"/>
          </a:xfrm>
          <a:prstGeom prst="ellipse">
            <a:avLst/>
          </a:prstGeom>
          <a:solidFill>
            <a:srgbClr val="6F86B8"/>
          </a:solidFill>
          <a:ln w="12700">
            <a:solidFill>
              <a:srgbClr val="6F86B8"/>
            </a:solidFill>
            <a:prstDash val="solid"/>
          </a:ln>
        </p:spPr>
      </p:sp>
      <p:sp>
        <p:nvSpPr>
          <p:cNvPr id="99" name="Shape 97"/>
          <p:cNvSpPr/>
          <p:nvPr/>
        </p:nvSpPr>
        <p:spPr>
          <a:xfrm>
            <a:off x="8342300" y="3815580"/>
            <a:ext cx="73152" cy="73152"/>
          </a:xfrm>
          <a:prstGeom prst="ellipse">
            <a:avLst/>
          </a:prstGeom>
          <a:solidFill>
            <a:srgbClr val="6F86B8"/>
          </a:solidFill>
          <a:ln w="12700">
            <a:solidFill>
              <a:srgbClr val="6F86B8"/>
            </a:solidFill>
            <a:prstDash val="solid"/>
          </a:ln>
        </p:spPr>
      </p:sp>
      <p:sp>
        <p:nvSpPr>
          <p:cNvPr id="100" name="Shape 98"/>
          <p:cNvSpPr/>
          <p:nvPr/>
        </p:nvSpPr>
        <p:spPr>
          <a:xfrm>
            <a:off x="8824156" y="4174517"/>
            <a:ext cx="73152" cy="73152"/>
          </a:xfrm>
          <a:prstGeom prst="ellipse">
            <a:avLst/>
          </a:prstGeom>
          <a:solidFill>
            <a:srgbClr val="6F86B8"/>
          </a:solidFill>
          <a:ln w="12700">
            <a:solidFill>
              <a:srgbClr val="6F86B8"/>
            </a:solidFill>
            <a:prstDash val="solid"/>
          </a:ln>
        </p:spPr>
      </p:sp>
      <p:sp>
        <p:nvSpPr>
          <p:cNvPr id="101" name="Shape 99"/>
          <p:cNvSpPr/>
          <p:nvPr/>
        </p:nvSpPr>
        <p:spPr>
          <a:xfrm>
            <a:off x="9338631" y="3535141"/>
            <a:ext cx="73152" cy="73152"/>
          </a:xfrm>
          <a:prstGeom prst="ellipse">
            <a:avLst/>
          </a:prstGeom>
          <a:solidFill>
            <a:srgbClr val="6F86B8"/>
          </a:solidFill>
          <a:ln w="12700">
            <a:solidFill>
              <a:srgbClr val="6F86B8"/>
            </a:solidFill>
            <a:prstDash val="solid"/>
          </a:ln>
        </p:spPr>
      </p:sp>
      <p:sp>
        <p:nvSpPr>
          <p:cNvPr id="102" name="Shape 100"/>
          <p:cNvSpPr/>
          <p:nvPr/>
        </p:nvSpPr>
        <p:spPr>
          <a:xfrm>
            <a:off x="8800733" y="4266942"/>
            <a:ext cx="73152" cy="73152"/>
          </a:xfrm>
          <a:prstGeom prst="ellipse">
            <a:avLst/>
          </a:prstGeom>
          <a:solidFill>
            <a:srgbClr val="6F86B8"/>
          </a:solidFill>
          <a:ln w="12700">
            <a:solidFill>
              <a:srgbClr val="6F86B8"/>
            </a:solidFill>
            <a:prstDash val="solid"/>
          </a:ln>
        </p:spPr>
      </p:sp>
      <p:sp>
        <p:nvSpPr>
          <p:cNvPr id="103" name="Shape 101"/>
          <p:cNvSpPr/>
          <p:nvPr/>
        </p:nvSpPr>
        <p:spPr>
          <a:xfrm>
            <a:off x="9042822" y="3614272"/>
            <a:ext cx="73152" cy="73152"/>
          </a:xfrm>
          <a:prstGeom prst="ellipse">
            <a:avLst/>
          </a:prstGeom>
          <a:solidFill>
            <a:srgbClr val="6F86B8"/>
          </a:solidFill>
          <a:ln w="12700">
            <a:solidFill>
              <a:srgbClr val="6F86B8"/>
            </a:solidFill>
            <a:prstDash val="solid"/>
          </a:ln>
        </p:spPr>
      </p:sp>
      <p:sp>
        <p:nvSpPr>
          <p:cNvPr id="104" name="Shape 102"/>
          <p:cNvSpPr/>
          <p:nvPr/>
        </p:nvSpPr>
        <p:spPr>
          <a:xfrm>
            <a:off x="8769833" y="3293950"/>
            <a:ext cx="73152" cy="73152"/>
          </a:xfrm>
          <a:prstGeom prst="ellipse">
            <a:avLst/>
          </a:prstGeom>
          <a:solidFill>
            <a:srgbClr val="6F86B8"/>
          </a:solidFill>
          <a:ln w="12700">
            <a:solidFill>
              <a:srgbClr val="6F86B8"/>
            </a:solidFill>
            <a:prstDash val="solid"/>
          </a:ln>
        </p:spPr>
      </p:sp>
      <p:sp>
        <p:nvSpPr>
          <p:cNvPr id="105" name="Shape 103"/>
          <p:cNvSpPr/>
          <p:nvPr/>
        </p:nvSpPr>
        <p:spPr>
          <a:xfrm>
            <a:off x="8903706" y="3790891"/>
            <a:ext cx="73152" cy="73152"/>
          </a:xfrm>
          <a:prstGeom prst="ellipse">
            <a:avLst/>
          </a:prstGeom>
          <a:solidFill>
            <a:srgbClr val="6F86B8"/>
          </a:solidFill>
          <a:ln w="12700">
            <a:solidFill>
              <a:srgbClr val="6F86B8"/>
            </a:solidFill>
            <a:prstDash val="solid"/>
          </a:ln>
        </p:spPr>
      </p:sp>
      <p:sp>
        <p:nvSpPr>
          <p:cNvPr id="106" name="Shape 104"/>
          <p:cNvSpPr/>
          <p:nvPr/>
        </p:nvSpPr>
        <p:spPr>
          <a:xfrm>
            <a:off x="9902959" y="2154467"/>
            <a:ext cx="73152" cy="73152"/>
          </a:xfrm>
          <a:prstGeom prst="ellipse">
            <a:avLst/>
          </a:prstGeom>
          <a:solidFill>
            <a:srgbClr val="6F86B8"/>
          </a:solidFill>
          <a:ln w="12700">
            <a:solidFill>
              <a:srgbClr val="6F86B8"/>
            </a:solidFill>
            <a:prstDash val="solid"/>
          </a:ln>
        </p:spPr>
      </p:sp>
      <p:sp>
        <p:nvSpPr>
          <p:cNvPr id="107" name="Shape 105"/>
          <p:cNvSpPr/>
          <p:nvPr/>
        </p:nvSpPr>
        <p:spPr>
          <a:xfrm>
            <a:off x="9004873" y="3518048"/>
            <a:ext cx="73152" cy="73152"/>
          </a:xfrm>
          <a:prstGeom prst="ellipse">
            <a:avLst/>
          </a:prstGeom>
          <a:solidFill>
            <a:srgbClr val="6F86B8"/>
          </a:solidFill>
          <a:ln w="12700">
            <a:solidFill>
              <a:srgbClr val="6F86B8"/>
            </a:solidFill>
            <a:prstDash val="solid"/>
          </a:ln>
        </p:spPr>
      </p:sp>
      <p:sp>
        <p:nvSpPr>
          <p:cNvPr id="108" name="Shape 106"/>
          <p:cNvSpPr/>
          <p:nvPr/>
        </p:nvSpPr>
        <p:spPr>
          <a:xfrm>
            <a:off x="9037493" y="3677576"/>
            <a:ext cx="73152" cy="73152"/>
          </a:xfrm>
          <a:prstGeom prst="ellipse">
            <a:avLst/>
          </a:prstGeom>
          <a:solidFill>
            <a:srgbClr val="6F86B8"/>
          </a:solidFill>
          <a:ln w="12700">
            <a:solidFill>
              <a:srgbClr val="6F86B8"/>
            </a:solidFill>
            <a:prstDash val="solid"/>
          </a:ln>
        </p:spPr>
      </p:sp>
      <p:sp>
        <p:nvSpPr>
          <p:cNvPr id="109" name="Shape 107"/>
          <p:cNvSpPr/>
          <p:nvPr/>
        </p:nvSpPr>
        <p:spPr>
          <a:xfrm>
            <a:off x="8258237" y="2581773"/>
            <a:ext cx="73152" cy="73152"/>
          </a:xfrm>
          <a:prstGeom prst="ellipse">
            <a:avLst/>
          </a:prstGeom>
          <a:solidFill>
            <a:srgbClr val="6F86B8"/>
          </a:solidFill>
          <a:ln w="12700">
            <a:solidFill>
              <a:srgbClr val="6F86B8"/>
            </a:solidFill>
            <a:prstDash val="solid"/>
          </a:ln>
        </p:spPr>
      </p:sp>
      <p:sp>
        <p:nvSpPr>
          <p:cNvPr id="110" name="Shape 108"/>
          <p:cNvSpPr/>
          <p:nvPr/>
        </p:nvSpPr>
        <p:spPr>
          <a:xfrm>
            <a:off x="8322144" y="4259346"/>
            <a:ext cx="73152" cy="73152"/>
          </a:xfrm>
          <a:prstGeom prst="ellipse">
            <a:avLst/>
          </a:prstGeom>
          <a:solidFill>
            <a:srgbClr val="6F86B8"/>
          </a:solidFill>
          <a:ln w="12700">
            <a:solidFill>
              <a:srgbClr val="6F86B8"/>
            </a:solidFill>
            <a:prstDash val="solid"/>
          </a:ln>
        </p:spPr>
      </p:sp>
      <p:sp>
        <p:nvSpPr>
          <p:cNvPr id="111" name="Shape 109"/>
          <p:cNvSpPr/>
          <p:nvPr/>
        </p:nvSpPr>
        <p:spPr>
          <a:xfrm>
            <a:off x="8353044" y="3807984"/>
            <a:ext cx="73152" cy="73152"/>
          </a:xfrm>
          <a:prstGeom prst="ellipse">
            <a:avLst/>
          </a:prstGeom>
          <a:solidFill>
            <a:srgbClr val="6F86B8"/>
          </a:solidFill>
          <a:ln w="12700">
            <a:solidFill>
              <a:srgbClr val="6F86B8"/>
            </a:solidFill>
            <a:prstDash val="solid"/>
          </a:ln>
        </p:spPr>
      </p:sp>
      <p:sp>
        <p:nvSpPr>
          <p:cNvPr id="112" name="Shape 110"/>
          <p:cNvSpPr/>
          <p:nvPr/>
        </p:nvSpPr>
        <p:spPr>
          <a:xfrm>
            <a:off x="8009917" y="3705430"/>
            <a:ext cx="73152" cy="73152"/>
          </a:xfrm>
          <a:prstGeom prst="ellipse">
            <a:avLst/>
          </a:prstGeom>
          <a:solidFill>
            <a:srgbClr val="6F86B8"/>
          </a:solidFill>
          <a:ln w="12700">
            <a:solidFill>
              <a:srgbClr val="6F86B8"/>
            </a:solidFill>
            <a:prstDash val="solid"/>
          </a:ln>
        </p:spPr>
      </p:sp>
      <p:sp>
        <p:nvSpPr>
          <p:cNvPr id="113" name="Shape 111"/>
          <p:cNvSpPr/>
          <p:nvPr/>
        </p:nvSpPr>
        <p:spPr>
          <a:xfrm>
            <a:off x="8010863" y="3970676"/>
            <a:ext cx="73152" cy="73152"/>
          </a:xfrm>
          <a:prstGeom prst="ellipse">
            <a:avLst/>
          </a:prstGeom>
          <a:solidFill>
            <a:srgbClr val="6F86B8"/>
          </a:solidFill>
          <a:ln w="12700">
            <a:solidFill>
              <a:srgbClr val="6F86B8"/>
            </a:solidFill>
            <a:prstDash val="solid"/>
          </a:ln>
        </p:spPr>
      </p:sp>
      <p:sp>
        <p:nvSpPr>
          <p:cNvPr id="114" name="Shape 112"/>
          <p:cNvSpPr/>
          <p:nvPr/>
        </p:nvSpPr>
        <p:spPr>
          <a:xfrm>
            <a:off x="10249825" y="2350711"/>
            <a:ext cx="73152" cy="73152"/>
          </a:xfrm>
          <a:prstGeom prst="ellipse">
            <a:avLst/>
          </a:prstGeom>
          <a:solidFill>
            <a:srgbClr val="6F86B8"/>
          </a:solidFill>
          <a:ln w="12700">
            <a:solidFill>
              <a:srgbClr val="6F86B8"/>
            </a:solidFill>
            <a:prstDash val="solid"/>
          </a:ln>
        </p:spPr>
      </p:sp>
      <p:sp>
        <p:nvSpPr>
          <p:cNvPr id="115" name="Shape 113"/>
          <p:cNvSpPr/>
          <p:nvPr/>
        </p:nvSpPr>
        <p:spPr>
          <a:xfrm>
            <a:off x="9722887" y="3435119"/>
            <a:ext cx="73152" cy="73152"/>
          </a:xfrm>
          <a:prstGeom prst="ellipse">
            <a:avLst/>
          </a:prstGeom>
          <a:solidFill>
            <a:srgbClr val="6F86B8"/>
          </a:solidFill>
          <a:ln w="12700">
            <a:solidFill>
              <a:srgbClr val="6F86B8"/>
            </a:solidFill>
            <a:prstDash val="solid"/>
          </a:ln>
        </p:spPr>
      </p:sp>
      <p:sp>
        <p:nvSpPr>
          <p:cNvPr id="116" name="Shape 114"/>
          <p:cNvSpPr/>
          <p:nvPr/>
        </p:nvSpPr>
        <p:spPr>
          <a:xfrm>
            <a:off x="8134120" y="4106781"/>
            <a:ext cx="73152" cy="73152"/>
          </a:xfrm>
          <a:prstGeom prst="ellipse">
            <a:avLst/>
          </a:prstGeom>
          <a:solidFill>
            <a:srgbClr val="6F86B8"/>
          </a:solidFill>
          <a:ln w="12700">
            <a:solidFill>
              <a:srgbClr val="6F86B8"/>
            </a:solidFill>
            <a:prstDash val="solid"/>
          </a:ln>
        </p:spPr>
      </p:sp>
      <p:sp>
        <p:nvSpPr>
          <p:cNvPr id="117" name="Shape 115"/>
          <p:cNvSpPr/>
          <p:nvPr/>
        </p:nvSpPr>
        <p:spPr>
          <a:xfrm>
            <a:off x="7990449" y="4301760"/>
            <a:ext cx="73152" cy="73152"/>
          </a:xfrm>
          <a:prstGeom prst="ellipse">
            <a:avLst/>
          </a:prstGeom>
          <a:solidFill>
            <a:srgbClr val="6F86B8"/>
          </a:solidFill>
          <a:ln w="12700">
            <a:solidFill>
              <a:srgbClr val="6F86B8"/>
            </a:solidFill>
            <a:prstDash val="solid"/>
          </a:ln>
        </p:spPr>
      </p:sp>
      <p:sp>
        <p:nvSpPr>
          <p:cNvPr id="118" name="Shape 116"/>
          <p:cNvSpPr/>
          <p:nvPr/>
        </p:nvSpPr>
        <p:spPr>
          <a:xfrm>
            <a:off x="8007210" y="3658585"/>
            <a:ext cx="73152" cy="73152"/>
          </a:xfrm>
          <a:prstGeom prst="ellipse">
            <a:avLst/>
          </a:prstGeom>
          <a:solidFill>
            <a:srgbClr val="6F86B8"/>
          </a:solidFill>
          <a:ln w="12700">
            <a:solidFill>
              <a:srgbClr val="6F86B8"/>
            </a:solidFill>
            <a:prstDash val="solid"/>
          </a:ln>
        </p:spPr>
      </p:sp>
      <p:sp>
        <p:nvSpPr>
          <p:cNvPr id="119" name="Shape 117"/>
          <p:cNvSpPr/>
          <p:nvPr/>
        </p:nvSpPr>
        <p:spPr>
          <a:xfrm>
            <a:off x="8462205" y="3580087"/>
            <a:ext cx="73152" cy="73152"/>
          </a:xfrm>
          <a:prstGeom prst="ellipse">
            <a:avLst/>
          </a:prstGeom>
          <a:solidFill>
            <a:srgbClr val="6F86B8"/>
          </a:solidFill>
          <a:ln w="12700">
            <a:solidFill>
              <a:srgbClr val="6F86B8"/>
            </a:solidFill>
            <a:prstDash val="solid"/>
          </a:ln>
        </p:spPr>
      </p:sp>
      <p:sp>
        <p:nvSpPr>
          <p:cNvPr id="120" name="Shape 118"/>
          <p:cNvSpPr/>
          <p:nvPr/>
        </p:nvSpPr>
        <p:spPr>
          <a:xfrm>
            <a:off x="8613183" y="4106148"/>
            <a:ext cx="73152" cy="73152"/>
          </a:xfrm>
          <a:prstGeom prst="ellipse">
            <a:avLst/>
          </a:prstGeom>
          <a:solidFill>
            <a:srgbClr val="6F86B8"/>
          </a:solidFill>
          <a:ln w="12700">
            <a:solidFill>
              <a:srgbClr val="6F86B8"/>
            </a:solidFill>
            <a:prstDash val="solid"/>
          </a:ln>
        </p:spPr>
      </p:sp>
      <p:sp>
        <p:nvSpPr>
          <p:cNvPr id="121" name="Shape 119"/>
          <p:cNvSpPr/>
          <p:nvPr/>
        </p:nvSpPr>
        <p:spPr>
          <a:xfrm>
            <a:off x="8855099" y="3033768"/>
            <a:ext cx="73152" cy="73152"/>
          </a:xfrm>
          <a:prstGeom prst="ellipse">
            <a:avLst/>
          </a:prstGeom>
          <a:solidFill>
            <a:srgbClr val="6F86B8"/>
          </a:solidFill>
          <a:ln w="12700">
            <a:solidFill>
              <a:srgbClr val="6F86B8"/>
            </a:solidFill>
            <a:prstDash val="solid"/>
          </a:ln>
        </p:spPr>
      </p:sp>
      <p:sp>
        <p:nvSpPr>
          <p:cNvPr id="122" name="Shape 120"/>
          <p:cNvSpPr/>
          <p:nvPr/>
        </p:nvSpPr>
        <p:spPr>
          <a:xfrm>
            <a:off x="8082118" y="4141599"/>
            <a:ext cx="73152" cy="73152"/>
          </a:xfrm>
          <a:prstGeom prst="ellipse">
            <a:avLst/>
          </a:prstGeom>
          <a:solidFill>
            <a:srgbClr val="6F86B8"/>
          </a:solidFill>
          <a:ln w="12700">
            <a:solidFill>
              <a:srgbClr val="6F86B8"/>
            </a:solidFill>
            <a:prstDash val="solid"/>
          </a:ln>
        </p:spPr>
      </p:sp>
      <p:sp>
        <p:nvSpPr>
          <p:cNvPr id="123" name="Shape 121"/>
          <p:cNvSpPr/>
          <p:nvPr/>
        </p:nvSpPr>
        <p:spPr>
          <a:xfrm>
            <a:off x="7905097" y="4403047"/>
            <a:ext cx="73152" cy="73152"/>
          </a:xfrm>
          <a:prstGeom prst="ellipse">
            <a:avLst/>
          </a:prstGeom>
          <a:solidFill>
            <a:srgbClr val="6F86B8"/>
          </a:solidFill>
          <a:ln w="12700">
            <a:solidFill>
              <a:srgbClr val="6F86B8"/>
            </a:solidFill>
            <a:prstDash val="solid"/>
          </a:ln>
        </p:spPr>
      </p:sp>
      <p:sp>
        <p:nvSpPr>
          <p:cNvPr id="124" name="Shape 122"/>
          <p:cNvSpPr/>
          <p:nvPr/>
        </p:nvSpPr>
        <p:spPr>
          <a:xfrm>
            <a:off x="8416263" y="4144131"/>
            <a:ext cx="73152" cy="73152"/>
          </a:xfrm>
          <a:prstGeom prst="ellipse">
            <a:avLst/>
          </a:prstGeom>
          <a:solidFill>
            <a:srgbClr val="6F86B8"/>
          </a:solidFill>
          <a:ln w="12700">
            <a:solidFill>
              <a:srgbClr val="6F86B8"/>
            </a:solidFill>
            <a:prstDash val="solid"/>
          </a:ln>
        </p:spPr>
      </p:sp>
      <p:sp>
        <p:nvSpPr>
          <p:cNvPr id="125" name="Shape 123"/>
          <p:cNvSpPr/>
          <p:nvPr/>
        </p:nvSpPr>
        <p:spPr>
          <a:xfrm>
            <a:off x="8496887" y="3985237"/>
            <a:ext cx="73152" cy="73152"/>
          </a:xfrm>
          <a:prstGeom prst="ellipse">
            <a:avLst/>
          </a:prstGeom>
          <a:solidFill>
            <a:srgbClr val="6F86B8"/>
          </a:solidFill>
          <a:ln w="12700">
            <a:solidFill>
              <a:srgbClr val="6F86B8"/>
            </a:solidFill>
            <a:prstDash val="solid"/>
          </a:ln>
        </p:spPr>
      </p:sp>
      <p:sp>
        <p:nvSpPr>
          <p:cNvPr id="126" name="Shape 124"/>
          <p:cNvSpPr/>
          <p:nvPr/>
        </p:nvSpPr>
        <p:spPr>
          <a:xfrm>
            <a:off x="8801507" y="2954637"/>
            <a:ext cx="73152" cy="73152"/>
          </a:xfrm>
          <a:prstGeom prst="ellipse">
            <a:avLst/>
          </a:prstGeom>
          <a:solidFill>
            <a:srgbClr val="6F86B8"/>
          </a:solidFill>
          <a:ln w="12700">
            <a:solidFill>
              <a:srgbClr val="6F86B8"/>
            </a:solidFill>
            <a:prstDash val="solid"/>
          </a:ln>
        </p:spPr>
      </p:sp>
      <p:sp>
        <p:nvSpPr>
          <p:cNvPr id="127" name="Shape 125"/>
          <p:cNvSpPr/>
          <p:nvPr/>
        </p:nvSpPr>
        <p:spPr>
          <a:xfrm>
            <a:off x="7840374" y="3135689"/>
            <a:ext cx="73152" cy="73152"/>
          </a:xfrm>
          <a:prstGeom prst="ellipse">
            <a:avLst/>
          </a:prstGeom>
          <a:solidFill>
            <a:srgbClr val="6F86B8"/>
          </a:solidFill>
          <a:ln w="12700">
            <a:solidFill>
              <a:srgbClr val="6F86B8"/>
            </a:solidFill>
            <a:prstDash val="solid"/>
          </a:ln>
        </p:spPr>
      </p:sp>
      <p:sp>
        <p:nvSpPr>
          <p:cNvPr id="128" name="Shape 126"/>
          <p:cNvSpPr/>
          <p:nvPr/>
        </p:nvSpPr>
        <p:spPr>
          <a:xfrm>
            <a:off x="8539134" y="4180215"/>
            <a:ext cx="73152" cy="73152"/>
          </a:xfrm>
          <a:prstGeom prst="ellipse">
            <a:avLst/>
          </a:prstGeom>
          <a:solidFill>
            <a:srgbClr val="6F86B8"/>
          </a:solidFill>
          <a:ln w="12700">
            <a:solidFill>
              <a:srgbClr val="6F86B8"/>
            </a:solidFill>
            <a:prstDash val="solid"/>
          </a:ln>
        </p:spPr>
      </p:sp>
      <p:sp>
        <p:nvSpPr>
          <p:cNvPr id="129" name="Shape 127"/>
          <p:cNvSpPr/>
          <p:nvPr/>
        </p:nvSpPr>
        <p:spPr>
          <a:xfrm>
            <a:off x="8748130" y="3597812"/>
            <a:ext cx="73152" cy="73152"/>
          </a:xfrm>
          <a:prstGeom prst="ellipse">
            <a:avLst/>
          </a:prstGeom>
          <a:solidFill>
            <a:srgbClr val="6F86B8"/>
          </a:solidFill>
          <a:ln w="12700">
            <a:solidFill>
              <a:srgbClr val="6F86B8"/>
            </a:solidFill>
            <a:prstDash val="solid"/>
          </a:ln>
        </p:spPr>
      </p:sp>
      <p:sp>
        <p:nvSpPr>
          <p:cNvPr id="130" name="Shape 128"/>
          <p:cNvSpPr/>
          <p:nvPr/>
        </p:nvSpPr>
        <p:spPr>
          <a:xfrm>
            <a:off x="8593628" y="4087157"/>
            <a:ext cx="73152" cy="73152"/>
          </a:xfrm>
          <a:prstGeom prst="ellipse">
            <a:avLst/>
          </a:prstGeom>
          <a:solidFill>
            <a:srgbClr val="6F86B8"/>
          </a:solidFill>
          <a:ln w="12700">
            <a:solidFill>
              <a:srgbClr val="6F86B8"/>
            </a:solidFill>
            <a:prstDash val="solid"/>
          </a:ln>
        </p:spPr>
      </p:sp>
      <p:sp>
        <p:nvSpPr>
          <p:cNvPr id="131" name="Shape 129"/>
          <p:cNvSpPr/>
          <p:nvPr/>
        </p:nvSpPr>
        <p:spPr>
          <a:xfrm>
            <a:off x="11446772" y="2454531"/>
            <a:ext cx="73152" cy="73152"/>
          </a:xfrm>
          <a:prstGeom prst="ellipse">
            <a:avLst/>
          </a:prstGeom>
          <a:solidFill>
            <a:srgbClr val="6F86B8"/>
          </a:solidFill>
          <a:ln w="12700">
            <a:solidFill>
              <a:srgbClr val="6F86B8"/>
            </a:solidFill>
            <a:prstDash val="solid"/>
          </a:ln>
        </p:spPr>
      </p:sp>
      <p:sp>
        <p:nvSpPr>
          <p:cNvPr id="132" name="Shape 130"/>
          <p:cNvSpPr/>
          <p:nvPr/>
        </p:nvSpPr>
        <p:spPr>
          <a:xfrm>
            <a:off x="9180347" y="1711335"/>
            <a:ext cx="73152" cy="73152"/>
          </a:xfrm>
          <a:prstGeom prst="ellipse">
            <a:avLst/>
          </a:prstGeom>
          <a:solidFill>
            <a:srgbClr val="6F86B8"/>
          </a:solidFill>
          <a:ln w="12700">
            <a:solidFill>
              <a:srgbClr val="6F86B8"/>
            </a:solidFill>
            <a:prstDash val="solid"/>
          </a:ln>
        </p:spPr>
      </p:sp>
      <p:sp>
        <p:nvSpPr>
          <p:cNvPr id="133" name="Shape 131"/>
          <p:cNvSpPr/>
          <p:nvPr/>
        </p:nvSpPr>
        <p:spPr>
          <a:xfrm>
            <a:off x="10126782" y="2986290"/>
            <a:ext cx="73152" cy="73152"/>
          </a:xfrm>
          <a:prstGeom prst="ellipse">
            <a:avLst/>
          </a:prstGeom>
          <a:solidFill>
            <a:srgbClr val="6F86B8"/>
          </a:solidFill>
          <a:ln w="12700">
            <a:solidFill>
              <a:srgbClr val="6F86B8"/>
            </a:solidFill>
            <a:prstDash val="solid"/>
          </a:ln>
        </p:spPr>
      </p:sp>
      <p:sp>
        <p:nvSpPr>
          <p:cNvPr id="134" name="Shape 132"/>
          <p:cNvSpPr/>
          <p:nvPr/>
        </p:nvSpPr>
        <p:spPr>
          <a:xfrm>
            <a:off x="8882862" y="3563628"/>
            <a:ext cx="73152" cy="73152"/>
          </a:xfrm>
          <a:prstGeom prst="ellipse">
            <a:avLst/>
          </a:prstGeom>
          <a:solidFill>
            <a:srgbClr val="6F86B8"/>
          </a:solidFill>
          <a:ln w="12700">
            <a:solidFill>
              <a:srgbClr val="6F86B8"/>
            </a:solidFill>
            <a:prstDash val="solid"/>
          </a:ln>
        </p:spPr>
      </p:sp>
      <p:sp>
        <p:nvSpPr>
          <p:cNvPr id="135" name="Shape 133"/>
          <p:cNvSpPr/>
          <p:nvPr/>
        </p:nvSpPr>
        <p:spPr>
          <a:xfrm>
            <a:off x="8591565" y="3719357"/>
            <a:ext cx="73152" cy="73152"/>
          </a:xfrm>
          <a:prstGeom prst="ellipse">
            <a:avLst/>
          </a:prstGeom>
          <a:solidFill>
            <a:srgbClr val="6F86B8"/>
          </a:solidFill>
          <a:ln w="12700">
            <a:solidFill>
              <a:srgbClr val="6F86B8"/>
            </a:solidFill>
            <a:prstDash val="solid"/>
          </a:ln>
        </p:spPr>
      </p:sp>
      <p:sp>
        <p:nvSpPr>
          <p:cNvPr id="136" name="Shape 134"/>
          <p:cNvSpPr/>
          <p:nvPr/>
        </p:nvSpPr>
        <p:spPr>
          <a:xfrm>
            <a:off x="8076961" y="3491461"/>
            <a:ext cx="73152" cy="73152"/>
          </a:xfrm>
          <a:prstGeom prst="ellipse">
            <a:avLst/>
          </a:prstGeom>
          <a:solidFill>
            <a:srgbClr val="6F86B8"/>
          </a:solidFill>
          <a:ln w="12700">
            <a:solidFill>
              <a:srgbClr val="6F86B8"/>
            </a:solidFill>
            <a:prstDash val="solid"/>
          </a:ln>
        </p:spPr>
      </p:sp>
      <p:sp>
        <p:nvSpPr>
          <p:cNvPr id="137" name="Shape 135"/>
          <p:cNvSpPr/>
          <p:nvPr/>
        </p:nvSpPr>
        <p:spPr>
          <a:xfrm>
            <a:off x="9382682" y="2606462"/>
            <a:ext cx="73152" cy="73152"/>
          </a:xfrm>
          <a:prstGeom prst="ellipse">
            <a:avLst/>
          </a:prstGeom>
          <a:solidFill>
            <a:srgbClr val="6F86B8"/>
          </a:solidFill>
          <a:ln w="12700">
            <a:solidFill>
              <a:srgbClr val="6F86B8"/>
            </a:solidFill>
            <a:prstDash val="solid"/>
          </a:ln>
        </p:spPr>
      </p:sp>
      <p:sp>
        <p:nvSpPr>
          <p:cNvPr id="138" name="Shape 136"/>
          <p:cNvSpPr/>
          <p:nvPr/>
        </p:nvSpPr>
        <p:spPr>
          <a:xfrm>
            <a:off x="8838338" y="3043264"/>
            <a:ext cx="73152" cy="73152"/>
          </a:xfrm>
          <a:prstGeom prst="ellipse">
            <a:avLst/>
          </a:prstGeom>
          <a:solidFill>
            <a:srgbClr val="6F86B8"/>
          </a:solidFill>
          <a:ln w="12700">
            <a:solidFill>
              <a:srgbClr val="6F86B8"/>
            </a:solidFill>
            <a:prstDash val="solid"/>
          </a:ln>
        </p:spPr>
      </p:sp>
      <p:sp>
        <p:nvSpPr>
          <p:cNvPr id="139" name="Shape 137"/>
          <p:cNvSpPr/>
          <p:nvPr/>
        </p:nvSpPr>
        <p:spPr>
          <a:xfrm>
            <a:off x="8214616" y="4348605"/>
            <a:ext cx="73152" cy="73152"/>
          </a:xfrm>
          <a:prstGeom prst="ellipse">
            <a:avLst/>
          </a:prstGeom>
          <a:solidFill>
            <a:srgbClr val="6F86B8"/>
          </a:solidFill>
          <a:ln w="12700">
            <a:solidFill>
              <a:srgbClr val="6F86B8"/>
            </a:solidFill>
            <a:prstDash val="solid"/>
          </a:ln>
        </p:spPr>
      </p:sp>
      <p:sp>
        <p:nvSpPr>
          <p:cNvPr id="140" name="Shape 138"/>
          <p:cNvSpPr/>
          <p:nvPr/>
        </p:nvSpPr>
        <p:spPr>
          <a:xfrm>
            <a:off x="8385792" y="3620602"/>
            <a:ext cx="73152" cy="73152"/>
          </a:xfrm>
          <a:prstGeom prst="ellipse">
            <a:avLst/>
          </a:prstGeom>
          <a:solidFill>
            <a:srgbClr val="6F86B8"/>
          </a:solidFill>
          <a:ln w="12700">
            <a:solidFill>
              <a:srgbClr val="6F86B8"/>
            </a:solidFill>
            <a:prstDash val="solid"/>
          </a:ln>
        </p:spPr>
      </p:sp>
      <p:sp>
        <p:nvSpPr>
          <p:cNvPr id="141" name="Shape 139"/>
          <p:cNvSpPr/>
          <p:nvPr/>
        </p:nvSpPr>
        <p:spPr>
          <a:xfrm>
            <a:off x="9121942" y="3358521"/>
            <a:ext cx="73152" cy="73152"/>
          </a:xfrm>
          <a:prstGeom prst="ellipse">
            <a:avLst/>
          </a:prstGeom>
          <a:solidFill>
            <a:srgbClr val="6F86B8"/>
          </a:solidFill>
          <a:ln w="12700">
            <a:solidFill>
              <a:srgbClr val="6F86B8"/>
            </a:solidFill>
            <a:prstDash val="solid"/>
          </a:ln>
        </p:spPr>
      </p:sp>
      <p:sp>
        <p:nvSpPr>
          <p:cNvPr id="142" name="Shape 140"/>
          <p:cNvSpPr/>
          <p:nvPr/>
        </p:nvSpPr>
        <p:spPr>
          <a:xfrm>
            <a:off x="10653678" y="2041785"/>
            <a:ext cx="73152" cy="73152"/>
          </a:xfrm>
          <a:prstGeom prst="ellipse">
            <a:avLst/>
          </a:prstGeom>
          <a:solidFill>
            <a:srgbClr val="6F86B8"/>
          </a:solidFill>
          <a:ln w="12700">
            <a:solidFill>
              <a:srgbClr val="6F86B8"/>
            </a:solidFill>
            <a:prstDash val="solid"/>
          </a:ln>
        </p:spPr>
      </p:sp>
      <p:sp>
        <p:nvSpPr>
          <p:cNvPr id="143" name="Shape 141"/>
          <p:cNvSpPr/>
          <p:nvPr/>
        </p:nvSpPr>
        <p:spPr>
          <a:xfrm>
            <a:off x="8671244" y="4125773"/>
            <a:ext cx="73152" cy="73152"/>
          </a:xfrm>
          <a:prstGeom prst="ellipse">
            <a:avLst/>
          </a:prstGeom>
          <a:solidFill>
            <a:srgbClr val="6F86B8"/>
          </a:solidFill>
          <a:ln w="12700">
            <a:solidFill>
              <a:srgbClr val="6F86B8"/>
            </a:solidFill>
            <a:prstDash val="solid"/>
          </a:ln>
        </p:spPr>
      </p:sp>
      <p:sp>
        <p:nvSpPr>
          <p:cNvPr id="144" name="Shape 142"/>
          <p:cNvSpPr/>
          <p:nvPr/>
        </p:nvSpPr>
        <p:spPr>
          <a:xfrm>
            <a:off x="8597754" y="3944722"/>
            <a:ext cx="73152" cy="73152"/>
          </a:xfrm>
          <a:prstGeom prst="ellipse">
            <a:avLst/>
          </a:prstGeom>
          <a:solidFill>
            <a:srgbClr val="6F86B8"/>
          </a:solidFill>
          <a:ln w="12700">
            <a:solidFill>
              <a:srgbClr val="6F86B8"/>
            </a:solidFill>
            <a:prstDash val="solid"/>
          </a:ln>
        </p:spPr>
      </p:sp>
      <p:sp>
        <p:nvSpPr>
          <p:cNvPr id="145" name="Shape 143"/>
          <p:cNvSpPr/>
          <p:nvPr/>
        </p:nvSpPr>
        <p:spPr>
          <a:xfrm>
            <a:off x="8842507" y="3657319"/>
            <a:ext cx="73152" cy="73152"/>
          </a:xfrm>
          <a:prstGeom prst="ellipse">
            <a:avLst/>
          </a:prstGeom>
          <a:solidFill>
            <a:srgbClr val="6F86B8"/>
          </a:solidFill>
          <a:ln w="12700">
            <a:solidFill>
              <a:srgbClr val="6F86B8"/>
            </a:solidFill>
            <a:prstDash val="solid"/>
          </a:ln>
        </p:spPr>
      </p:sp>
      <p:sp>
        <p:nvSpPr>
          <p:cNvPr id="146" name="Shape 144"/>
          <p:cNvSpPr/>
          <p:nvPr/>
        </p:nvSpPr>
        <p:spPr>
          <a:xfrm>
            <a:off x="9059110" y="2796376"/>
            <a:ext cx="73152" cy="73152"/>
          </a:xfrm>
          <a:prstGeom prst="ellipse">
            <a:avLst/>
          </a:prstGeom>
          <a:solidFill>
            <a:srgbClr val="6F86B8"/>
          </a:solidFill>
          <a:ln w="12700">
            <a:solidFill>
              <a:srgbClr val="6F86B8"/>
            </a:solidFill>
            <a:prstDash val="solid"/>
          </a:ln>
        </p:spPr>
      </p:sp>
      <p:sp>
        <p:nvSpPr>
          <p:cNvPr id="147" name="Shape 145"/>
          <p:cNvSpPr/>
          <p:nvPr/>
        </p:nvSpPr>
        <p:spPr>
          <a:xfrm>
            <a:off x="9373743" y="3013511"/>
            <a:ext cx="73152" cy="73152"/>
          </a:xfrm>
          <a:prstGeom prst="ellipse">
            <a:avLst/>
          </a:prstGeom>
          <a:solidFill>
            <a:srgbClr val="6F86B8"/>
          </a:solidFill>
          <a:ln w="12700">
            <a:solidFill>
              <a:srgbClr val="6F86B8"/>
            </a:solidFill>
            <a:prstDash val="solid"/>
          </a:ln>
        </p:spPr>
      </p:sp>
      <p:sp>
        <p:nvSpPr>
          <p:cNvPr id="148" name="Shape 146"/>
          <p:cNvSpPr/>
          <p:nvPr/>
        </p:nvSpPr>
        <p:spPr>
          <a:xfrm>
            <a:off x="9503189" y="3044530"/>
            <a:ext cx="73152" cy="73152"/>
          </a:xfrm>
          <a:prstGeom prst="ellipse">
            <a:avLst/>
          </a:prstGeom>
          <a:solidFill>
            <a:srgbClr val="6F86B8"/>
          </a:solidFill>
          <a:ln w="12700">
            <a:solidFill>
              <a:srgbClr val="6F86B8"/>
            </a:solidFill>
            <a:prstDash val="solid"/>
          </a:ln>
        </p:spPr>
      </p:sp>
      <p:sp>
        <p:nvSpPr>
          <p:cNvPr id="149" name="Shape 147"/>
          <p:cNvSpPr/>
          <p:nvPr/>
        </p:nvSpPr>
        <p:spPr>
          <a:xfrm>
            <a:off x="8639355" y="3509186"/>
            <a:ext cx="73152" cy="73152"/>
          </a:xfrm>
          <a:prstGeom prst="ellipse">
            <a:avLst/>
          </a:prstGeom>
          <a:solidFill>
            <a:srgbClr val="6F86B8"/>
          </a:solidFill>
          <a:ln w="12700">
            <a:solidFill>
              <a:srgbClr val="6F86B8"/>
            </a:solidFill>
            <a:prstDash val="solid"/>
          </a:ln>
        </p:spPr>
      </p:sp>
      <p:sp>
        <p:nvSpPr>
          <p:cNvPr id="150" name="Shape 148"/>
          <p:cNvSpPr/>
          <p:nvPr/>
        </p:nvSpPr>
        <p:spPr>
          <a:xfrm>
            <a:off x="8900998" y="3744679"/>
            <a:ext cx="73152" cy="73152"/>
          </a:xfrm>
          <a:prstGeom prst="ellipse">
            <a:avLst/>
          </a:prstGeom>
          <a:solidFill>
            <a:srgbClr val="6F86B8"/>
          </a:solidFill>
          <a:ln w="12700">
            <a:solidFill>
              <a:srgbClr val="6F86B8"/>
            </a:solidFill>
            <a:prstDash val="solid"/>
          </a:ln>
        </p:spPr>
      </p:sp>
      <p:sp>
        <p:nvSpPr>
          <p:cNvPr id="151" name="Shape 149"/>
          <p:cNvSpPr/>
          <p:nvPr/>
        </p:nvSpPr>
        <p:spPr>
          <a:xfrm>
            <a:off x="9333474" y="2974262"/>
            <a:ext cx="73152" cy="73152"/>
          </a:xfrm>
          <a:prstGeom prst="ellipse">
            <a:avLst/>
          </a:prstGeom>
          <a:solidFill>
            <a:srgbClr val="6F86B8"/>
          </a:solidFill>
          <a:ln w="12700">
            <a:solidFill>
              <a:srgbClr val="6F86B8"/>
            </a:solidFill>
            <a:prstDash val="solid"/>
          </a:ln>
        </p:spPr>
      </p:sp>
      <p:sp>
        <p:nvSpPr>
          <p:cNvPr id="152" name="Shape 150"/>
          <p:cNvSpPr/>
          <p:nvPr/>
        </p:nvSpPr>
        <p:spPr>
          <a:xfrm>
            <a:off x="7998915" y="3396504"/>
            <a:ext cx="73152" cy="73152"/>
          </a:xfrm>
          <a:prstGeom prst="ellipse">
            <a:avLst/>
          </a:prstGeom>
          <a:solidFill>
            <a:srgbClr val="6F86B8"/>
          </a:solidFill>
          <a:ln w="12700">
            <a:solidFill>
              <a:srgbClr val="6F86B8"/>
            </a:solidFill>
            <a:prstDash val="solid"/>
          </a:ln>
        </p:spPr>
      </p:sp>
      <p:sp>
        <p:nvSpPr>
          <p:cNvPr id="153" name="Shape 151"/>
          <p:cNvSpPr/>
          <p:nvPr/>
        </p:nvSpPr>
        <p:spPr>
          <a:xfrm>
            <a:off x="8576180" y="3817479"/>
            <a:ext cx="73152" cy="73152"/>
          </a:xfrm>
          <a:prstGeom prst="ellipse">
            <a:avLst/>
          </a:prstGeom>
          <a:solidFill>
            <a:srgbClr val="6F86B8"/>
          </a:solidFill>
          <a:ln w="12700">
            <a:solidFill>
              <a:srgbClr val="6F86B8"/>
            </a:solidFill>
            <a:prstDash val="solid"/>
          </a:ln>
        </p:spPr>
      </p:sp>
      <p:sp>
        <p:nvSpPr>
          <p:cNvPr id="154" name="Shape 152"/>
          <p:cNvSpPr/>
          <p:nvPr/>
        </p:nvSpPr>
        <p:spPr>
          <a:xfrm>
            <a:off x="8363101" y="4316320"/>
            <a:ext cx="73152" cy="73152"/>
          </a:xfrm>
          <a:prstGeom prst="ellipse">
            <a:avLst/>
          </a:prstGeom>
          <a:solidFill>
            <a:srgbClr val="6F86B8"/>
          </a:solidFill>
          <a:ln w="12700">
            <a:solidFill>
              <a:srgbClr val="6F86B8"/>
            </a:solidFill>
            <a:prstDash val="solid"/>
          </a:ln>
        </p:spPr>
      </p:sp>
      <p:sp>
        <p:nvSpPr>
          <p:cNvPr id="155" name="Shape 153"/>
          <p:cNvSpPr/>
          <p:nvPr/>
        </p:nvSpPr>
        <p:spPr>
          <a:xfrm>
            <a:off x="7995262" y="4111846"/>
            <a:ext cx="73152" cy="73152"/>
          </a:xfrm>
          <a:prstGeom prst="ellipse">
            <a:avLst/>
          </a:prstGeom>
          <a:solidFill>
            <a:srgbClr val="6F86B8"/>
          </a:solidFill>
          <a:ln w="12700">
            <a:solidFill>
              <a:srgbClr val="6F86B8"/>
            </a:solidFill>
            <a:prstDash val="solid"/>
          </a:ln>
        </p:spPr>
      </p:sp>
      <p:sp>
        <p:nvSpPr>
          <p:cNvPr id="156" name="Shape 154"/>
          <p:cNvSpPr/>
          <p:nvPr/>
        </p:nvSpPr>
        <p:spPr>
          <a:xfrm>
            <a:off x="8444971" y="3251536"/>
            <a:ext cx="73152" cy="73152"/>
          </a:xfrm>
          <a:prstGeom prst="ellipse">
            <a:avLst/>
          </a:prstGeom>
          <a:solidFill>
            <a:srgbClr val="6F86B8"/>
          </a:solidFill>
          <a:ln w="12700">
            <a:solidFill>
              <a:srgbClr val="6F86B8"/>
            </a:solidFill>
            <a:prstDash val="solid"/>
          </a:ln>
        </p:spPr>
      </p:sp>
      <p:sp>
        <p:nvSpPr>
          <p:cNvPr id="157" name="Shape 155"/>
          <p:cNvSpPr/>
          <p:nvPr/>
        </p:nvSpPr>
        <p:spPr>
          <a:xfrm>
            <a:off x="8720281" y="3316107"/>
            <a:ext cx="73152" cy="73152"/>
          </a:xfrm>
          <a:prstGeom prst="ellipse">
            <a:avLst/>
          </a:prstGeom>
          <a:solidFill>
            <a:srgbClr val="6F86B8"/>
          </a:solidFill>
          <a:ln w="12700">
            <a:solidFill>
              <a:srgbClr val="6F86B8"/>
            </a:solidFill>
            <a:prstDash val="solid"/>
          </a:ln>
        </p:spPr>
      </p:sp>
      <p:sp>
        <p:nvSpPr>
          <p:cNvPr id="158" name="Shape 156"/>
          <p:cNvSpPr/>
          <p:nvPr/>
        </p:nvSpPr>
        <p:spPr>
          <a:xfrm>
            <a:off x="8836533" y="4151728"/>
            <a:ext cx="73152" cy="73152"/>
          </a:xfrm>
          <a:prstGeom prst="ellipse">
            <a:avLst/>
          </a:prstGeom>
          <a:solidFill>
            <a:srgbClr val="6F86B8"/>
          </a:solidFill>
          <a:ln w="12700">
            <a:solidFill>
              <a:srgbClr val="6F86B8"/>
            </a:solidFill>
            <a:prstDash val="solid"/>
          </a:ln>
        </p:spPr>
      </p:sp>
      <p:sp>
        <p:nvSpPr>
          <p:cNvPr id="159" name="Shape 157"/>
          <p:cNvSpPr/>
          <p:nvPr/>
        </p:nvSpPr>
        <p:spPr>
          <a:xfrm>
            <a:off x="9809571" y="3287620"/>
            <a:ext cx="73152" cy="73152"/>
          </a:xfrm>
          <a:prstGeom prst="ellipse">
            <a:avLst/>
          </a:prstGeom>
          <a:solidFill>
            <a:srgbClr val="6F86B8"/>
          </a:solidFill>
          <a:ln w="12700">
            <a:solidFill>
              <a:srgbClr val="6F86B8"/>
            </a:solidFill>
            <a:prstDash val="solid"/>
          </a:ln>
        </p:spPr>
      </p:sp>
      <p:sp>
        <p:nvSpPr>
          <p:cNvPr id="160" name="Shape 158"/>
          <p:cNvSpPr/>
          <p:nvPr/>
        </p:nvSpPr>
        <p:spPr>
          <a:xfrm>
            <a:off x="9163543" y="3007813"/>
            <a:ext cx="73152" cy="73152"/>
          </a:xfrm>
          <a:prstGeom prst="ellipse">
            <a:avLst/>
          </a:prstGeom>
          <a:solidFill>
            <a:srgbClr val="6F86B8"/>
          </a:solidFill>
          <a:ln w="12700">
            <a:solidFill>
              <a:srgbClr val="6F86B8"/>
            </a:solidFill>
            <a:prstDash val="solid"/>
          </a:ln>
        </p:spPr>
      </p:sp>
      <p:sp>
        <p:nvSpPr>
          <p:cNvPr id="161" name="Shape 159"/>
          <p:cNvSpPr/>
          <p:nvPr/>
        </p:nvSpPr>
        <p:spPr>
          <a:xfrm>
            <a:off x="8283508" y="4341008"/>
            <a:ext cx="73152" cy="73152"/>
          </a:xfrm>
          <a:prstGeom prst="ellipse">
            <a:avLst/>
          </a:prstGeom>
          <a:solidFill>
            <a:srgbClr val="6F86B8"/>
          </a:solidFill>
          <a:ln w="12700">
            <a:solidFill>
              <a:srgbClr val="6F86B8"/>
            </a:solidFill>
            <a:prstDash val="solid"/>
          </a:ln>
        </p:spPr>
      </p:sp>
      <p:sp>
        <p:nvSpPr>
          <p:cNvPr id="162" name="Shape 160"/>
          <p:cNvSpPr/>
          <p:nvPr/>
        </p:nvSpPr>
        <p:spPr>
          <a:xfrm>
            <a:off x="8740695" y="3494626"/>
            <a:ext cx="73152" cy="73152"/>
          </a:xfrm>
          <a:prstGeom prst="ellipse">
            <a:avLst/>
          </a:prstGeom>
          <a:solidFill>
            <a:srgbClr val="6F86B8"/>
          </a:solidFill>
          <a:ln w="12700">
            <a:solidFill>
              <a:srgbClr val="6F86B8"/>
            </a:solidFill>
            <a:prstDash val="solid"/>
          </a:ln>
        </p:spPr>
      </p:sp>
      <p:sp>
        <p:nvSpPr>
          <p:cNvPr id="163" name="Shape 161"/>
          <p:cNvSpPr/>
          <p:nvPr/>
        </p:nvSpPr>
        <p:spPr>
          <a:xfrm>
            <a:off x="8725739" y="3872554"/>
            <a:ext cx="73152" cy="73152"/>
          </a:xfrm>
          <a:prstGeom prst="ellipse">
            <a:avLst/>
          </a:prstGeom>
          <a:solidFill>
            <a:srgbClr val="6F86B8"/>
          </a:solidFill>
          <a:ln w="12700">
            <a:solidFill>
              <a:srgbClr val="6F86B8"/>
            </a:solidFill>
            <a:prstDash val="solid"/>
          </a:ln>
        </p:spPr>
      </p:sp>
      <p:sp>
        <p:nvSpPr>
          <p:cNvPr id="164" name="Shape 162"/>
          <p:cNvSpPr/>
          <p:nvPr/>
        </p:nvSpPr>
        <p:spPr>
          <a:xfrm>
            <a:off x="9158859" y="3693402"/>
            <a:ext cx="73152" cy="73152"/>
          </a:xfrm>
          <a:prstGeom prst="ellipse">
            <a:avLst/>
          </a:prstGeom>
          <a:solidFill>
            <a:srgbClr val="6F86B8"/>
          </a:solidFill>
          <a:ln w="12700">
            <a:solidFill>
              <a:srgbClr val="6F86B8"/>
            </a:solidFill>
            <a:prstDash val="solid"/>
          </a:ln>
        </p:spPr>
      </p:sp>
      <p:sp>
        <p:nvSpPr>
          <p:cNvPr id="165" name="Shape 163"/>
          <p:cNvSpPr/>
          <p:nvPr/>
        </p:nvSpPr>
        <p:spPr>
          <a:xfrm>
            <a:off x="8626548" y="2455164"/>
            <a:ext cx="73152" cy="73152"/>
          </a:xfrm>
          <a:prstGeom prst="ellipse">
            <a:avLst/>
          </a:prstGeom>
          <a:solidFill>
            <a:srgbClr val="6F86B8"/>
          </a:solidFill>
          <a:ln w="12700">
            <a:solidFill>
              <a:srgbClr val="6F86B8"/>
            </a:solidFill>
            <a:prstDash val="solid"/>
          </a:ln>
        </p:spPr>
      </p:sp>
      <p:sp>
        <p:nvSpPr>
          <p:cNvPr id="166" name="Shape 164"/>
          <p:cNvSpPr/>
          <p:nvPr/>
        </p:nvSpPr>
        <p:spPr>
          <a:xfrm>
            <a:off x="9131999" y="2967931"/>
            <a:ext cx="73152" cy="73152"/>
          </a:xfrm>
          <a:prstGeom prst="ellipse">
            <a:avLst/>
          </a:prstGeom>
          <a:solidFill>
            <a:srgbClr val="6F86B8"/>
          </a:solidFill>
          <a:ln w="12700">
            <a:solidFill>
              <a:srgbClr val="6F86B8"/>
            </a:solidFill>
            <a:prstDash val="solid"/>
          </a:ln>
        </p:spPr>
      </p:sp>
      <p:sp>
        <p:nvSpPr>
          <p:cNvPr id="167" name="Shape 165"/>
          <p:cNvSpPr/>
          <p:nvPr/>
        </p:nvSpPr>
        <p:spPr>
          <a:xfrm>
            <a:off x="9471859" y="2118383"/>
            <a:ext cx="73152" cy="73152"/>
          </a:xfrm>
          <a:prstGeom prst="ellipse">
            <a:avLst/>
          </a:prstGeom>
          <a:solidFill>
            <a:srgbClr val="6F86B8"/>
          </a:solidFill>
          <a:ln w="12700">
            <a:solidFill>
              <a:srgbClr val="6F86B8"/>
            </a:solidFill>
            <a:prstDash val="solid"/>
          </a:ln>
        </p:spPr>
      </p:sp>
      <p:sp>
        <p:nvSpPr>
          <p:cNvPr id="168" name="Shape 166"/>
          <p:cNvSpPr/>
          <p:nvPr/>
        </p:nvSpPr>
        <p:spPr>
          <a:xfrm>
            <a:off x="8097117" y="2344381"/>
            <a:ext cx="73152" cy="73152"/>
          </a:xfrm>
          <a:prstGeom prst="ellipse">
            <a:avLst/>
          </a:prstGeom>
          <a:solidFill>
            <a:srgbClr val="6F86B8"/>
          </a:solidFill>
          <a:ln w="12700">
            <a:solidFill>
              <a:srgbClr val="6F86B8"/>
            </a:solidFill>
            <a:prstDash val="solid"/>
          </a:ln>
        </p:spPr>
      </p:sp>
      <p:sp>
        <p:nvSpPr>
          <p:cNvPr id="169" name="Shape 167"/>
          <p:cNvSpPr/>
          <p:nvPr/>
        </p:nvSpPr>
        <p:spPr>
          <a:xfrm>
            <a:off x="8437837" y="3862426"/>
            <a:ext cx="73152" cy="73152"/>
          </a:xfrm>
          <a:prstGeom prst="ellipse">
            <a:avLst/>
          </a:prstGeom>
          <a:solidFill>
            <a:srgbClr val="6F86B8"/>
          </a:solidFill>
          <a:ln w="12700">
            <a:solidFill>
              <a:srgbClr val="6F86B8"/>
            </a:solidFill>
            <a:prstDash val="solid"/>
          </a:ln>
        </p:spPr>
      </p:sp>
      <p:sp>
        <p:nvSpPr>
          <p:cNvPr id="170" name="Shape 168"/>
          <p:cNvSpPr/>
          <p:nvPr/>
        </p:nvSpPr>
        <p:spPr>
          <a:xfrm>
            <a:off x="8315869" y="3659851"/>
            <a:ext cx="73152" cy="73152"/>
          </a:xfrm>
          <a:prstGeom prst="ellipse">
            <a:avLst/>
          </a:prstGeom>
          <a:solidFill>
            <a:srgbClr val="6F86B8"/>
          </a:solidFill>
          <a:ln w="12700">
            <a:solidFill>
              <a:srgbClr val="6F86B8"/>
            </a:solidFill>
            <a:prstDash val="solid"/>
          </a:ln>
        </p:spPr>
      </p:sp>
      <p:sp>
        <p:nvSpPr>
          <p:cNvPr id="171" name="Shape 169"/>
          <p:cNvSpPr/>
          <p:nvPr/>
        </p:nvSpPr>
        <p:spPr>
          <a:xfrm>
            <a:off x="8381323" y="3123028"/>
            <a:ext cx="73152" cy="73152"/>
          </a:xfrm>
          <a:prstGeom prst="ellipse">
            <a:avLst/>
          </a:prstGeom>
          <a:solidFill>
            <a:srgbClr val="6F86B8"/>
          </a:solidFill>
          <a:ln w="12700">
            <a:solidFill>
              <a:srgbClr val="6F86B8"/>
            </a:solidFill>
            <a:prstDash val="solid"/>
          </a:ln>
        </p:spPr>
      </p:sp>
      <p:sp>
        <p:nvSpPr>
          <p:cNvPr id="172" name="Shape 170"/>
          <p:cNvSpPr/>
          <p:nvPr/>
        </p:nvSpPr>
        <p:spPr>
          <a:xfrm>
            <a:off x="10792407" y="2765990"/>
            <a:ext cx="73152" cy="73152"/>
          </a:xfrm>
          <a:prstGeom prst="ellipse">
            <a:avLst/>
          </a:prstGeom>
          <a:solidFill>
            <a:srgbClr val="6F86B8"/>
          </a:solidFill>
          <a:ln w="12700">
            <a:solidFill>
              <a:srgbClr val="6F86B8"/>
            </a:solidFill>
            <a:prstDash val="solid"/>
          </a:ln>
        </p:spPr>
      </p:sp>
      <p:sp>
        <p:nvSpPr>
          <p:cNvPr id="173" name="Shape 171"/>
          <p:cNvSpPr/>
          <p:nvPr/>
        </p:nvSpPr>
        <p:spPr>
          <a:xfrm>
            <a:off x="8141899" y="3628832"/>
            <a:ext cx="73152" cy="73152"/>
          </a:xfrm>
          <a:prstGeom prst="ellipse">
            <a:avLst/>
          </a:prstGeom>
          <a:solidFill>
            <a:srgbClr val="6F86B8"/>
          </a:solidFill>
          <a:ln w="12700">
            <a:solidFill>
              <a:srgbClr val="6F86B8"/>
            </a:solidFill>
            <a:prstDash val="solid"/>
          </a:ln>
        </p:spPr>
      </p:sp>
      <p:sp>
        <p:nvSpPr>
          <p:cNvPr id="174" name="Shape 172"/>
          <p:cNvSpPr/>
          <p:nvPr/>
        </p:nvSpPr>
        <p:spPr>
          <a:xfrm>
            <a:off x="10011089" y="1553067"/>
            <a:ext cx="73152" cy="73152"/>
          </a:xfrm>
          <a:prstGeom prst="ellipse">
            <a:avLst/>
          </a:prstGeom>
          <a:solidFill>
            <a:srgbClr val="6F86B8"/>
          </a:solidFill>
          <a:ln w="12700">
            <a:solidFill>
              <a:srgbClr val="6F86B8"/>
            </a:solidFill>
            <a:prstDash val="solid"/>
          </a:ln>
        </p:spPr>
      </p:sp>
      <p:sp>
        <p:nvSpPr>
          <p:cNvPr id="175" name="Shape 173"/>
          <p:cNvSpPr/>
          <p:nvPr/>
        </p:nvSpPr>
        <p:spPr>
          <a:xfrm>
            <a:off x="8231291" y="3491461"/>
            <a:ext cx="73152" cy="73152"/>
          </a:xfrm>
          <a:prstGeom prst="ellipse">
            <a:avLst/>
          </a:prstGeom>
          <a:solidFill>
            <a:srgbClr val="6F86B8"/>
          </a:solidFill>
          <a:ln w="12700">
            <a:solidFill>
              <a:srgbClr val="6F86B8"/>
            </a:solidFill>
            <a:prstDash val="solid"/>
          </a:ln>
        </p:spPr>
      </p:sp>
      <p:sp>
        <p:nvSpPr>
          <p:cNvPr id="176" name="Shape 174"/>
          <p:cNvSpPr/>
          <p:nvPr/>
        </p:nvSpPr>
        <p:spPr>
          <a:xfrm>
            <a:off x="8199144" y="4052339"/>
            <a:ext cx="73152" cy="73152"/>
          </a:xfrm>
          <a:prstGeom prst="ellipse">
            <a:avLst/>
          </a:prstGeom>
          <a:solidFill>
            <a:srgbClr val="6F86B8"/>
          </a:solidFill>
          <a:ln w="12700">
            <a:solidFill>
              <a:srgbClr val="6F86B8"/>
            </a:solidFill>
            <a:prstDash val="solid"/>
          </a:ln>
        </p:spPr>
      </p:sp>
      <p:sp>
        <p:nvSpPr>
          <p:cNvPr id="177" name="Shape 175"/>
          <p:cNvSpPr/>
          <p:nvPr/>
        </p:nvSpPr>
        <p:spPr>
          <a:xfrm>
            <a:off x="8263523" y="4143498"/>
            <a:ext cx="73152" cy="73152"/>
          </a:xfrm>
          <a:prstGeom prst="ellipse">
            <a:avLst/>
          </a:prstGeom>
          <a:solidFill>
            <a:srgbClr val="6F86B8"/>
          </a:solidFill>
          <a:ln w="12700">
            <a:solidFill>
              <a:srgbClr val="6F86B8"/>
            </a:solidFill>
            <a:prstDash val="solid"/>
          </a:ln>
        </p:spPr>
      </p:sp>
      <p:sp>
        <p:nvSpPr>
          <p:cNvPr id="178" name="Shape 176"/>
          <p:cNvSpPr/>
          <p:nvPr/>
        </p:nvSpPr>
        <p:spPr>
          <a:xfrm>
            <a:off x="7965049" y="3649722"/>
            <a:ext cx="73152" cy="73152"/>
          </a:xfrm>
          <a:prstGeom prst="ellipse">
            <a:avLst/>
          </a:prstGeom>
          <a:solidFill>
            <a:srgbClr val="6F86B8"/>
          </a:solidFill>
          <a:ln w="12700">
            <a:solidFill>
              <a:srgbClr val="6F86B8"/>
            </a:solidFill>
            <a:prstDash val="solid"/>
          </a:ln>
        </p:spPr>
      </p:sp>
      <p:sp>
        <p:nvSpPr>
          <p:cNvPr id="179" name="Shape 177"/>
          <p:cNvSpPr/>
          <p:nvPr/>
        </p:nvSpPr>
        <p:spPr>
          <a:xfrm>
            <a:off x="8646447" y="3692136"/>
            <a:ext cx="73152" cy="73152"/>
          </a:xfrm>
          <a:prstGeom prst="ellipse">
            <a:avLst/>
          </a:prstGeom>
          <a:solidFill>
            <a:srgbClr val="6F86B8"/>
          </a:solidFill>
          <a:ln w="12700">
            <a:solidFill>
              <a:srgbClr val="6F86B8"/>
            </a:solidFill>
            <a:prstDash val="solid"/>
          </a:ln>
        </p:spPr>
      </p:sp>
      <p:sp>
        <p:nvSpPr>
          <p:cNvPr id="180" name="Shape 178"/>
          <p:cNvSpPr/>
          <p:nvPr/>
        </p:nvSpPr>
        <p:spPr>
          <a:xfrm>
            <a:off x="9123059" y="3697834"/>
            <a:ext cx="73152" cy="73152"/>
          </a:xfrm>
          <a:prstGeom prst="ellipse">
            <a:avLst/>
          </a:prstGeom>
          <a:solidFill>
            <a:srgbClr val="6F86B8"/>
          </a:solidFill>
          <a:ln w="12700">
            <a:solidFill>
              <a:srgbClr val="6F86B8"/>
            </a:solidFill>
            <a:prstDash val="solid"/>
          </a:ln>
        </p:spPr>
      </p:sp>
      <p:sp>
        <p:nvSpPr>
          <p:cNvPr id="181" name="Shape 179"/>
          <p:cNvSpPr/>
          <p:nvPr/>
        </p:nvSpPr>
        <p:spPr>
          <a:xfrm>
            <a:off x="8249728" y="3847866"/>
            <a:ext cx="73152" cy="73152"/>
          </a:xfrm>
          <a:prstGeom prst="ellipse">
            <a:avLst/>
          </a:prstGeom>
          <a:solidFill>
            <a:srgbClr val="6F86B8"/>
          </a:solidFill>
          <a:ln w="12700">
            <a:solidFill>
              <a:srgbClr val="6F86B8"/>
            </a:solidFill>
            <a:prstDash val="solid"/>
          </a:ln>
        </p:spPr>
      </p:sp>
      <p:sp>
        <p:nvSpPr>
          <p:cNvPr id="182" name="Shape 180"/>
          <p:cNvSpPr/>
          <p:nvPr/>
        </p:nvSpPr>
        <p:spPr>
          <a:xfrm>
            <a:off x="8652893" y="2886901"/>
            <a:ext cx="73152" cy="73152"/>
          </a:xfrm>
          <a:prstGeom prst="ellipse">
            <a:avLst/>
          </a:prstGeom>
          <a:solidFill>
            <a:srgbClr val="6F86B8"/>
          </a:solidFill>
          <a:ln w="12700">
            <a:solidFill>
              <a:srgbClr val="6F86B8"/>
            </a:solidFill>
            <a:prstDash val="solid"/>
          </a:ln>
        </p:spPr>
      </p:sp>
      <p:sp>
        <p:nvSpPr>
          <p:cNvPr id="183" name="Shape 181"/>
          <p:cNvSpPr/>
          <p:nvPr/>
        </p:nvSpPr>
        <p:spPr>
          <a:xfrm>
            <a:off x="10034039" y="2954004"/>
            <a:ext cx="73152" cy="73152"/>
          </a:xfrm>
          <a:prstGeom prst="ellipse">
            <a:avLst/>
          </a:prstGeom>
          <a:solidFill>
            <a:srgbClr val="6F86B8"/>
          </a:solidFill>
          <a:ln w="12700">
            <a:solidFill>
              <a:srgbClr val="6F86B8"/>
            </a:solidFill>
            <a:prstDash val="solid"/>
          </a:ln>
        </p:spPr>
      </p:sp>
      <p:sp>
        <p:nvSpPr>
          <p:cNvPr id="184" name="Shape 182"/>
          <p:cNvSpPr/>
          <p:nvPr/>
        </p:nvSpPr>
        <p:spPr>
          <a:xfrm>
            <a:off x="9114077" y="3694668"/>
            <a:ext cx="73152" cy="73152"/>
          </a:xfrm>
          <a:prstGeom prst="ellipse">
            <a:avLst/>
          </a:prstGeom>
          <a:solidFill>
            <a:srgbClr val="6F86B8"/>
          </a:solidFill>
          <a:ln w="12700">
            <a:solidFill>
              <a:srgbClr val="6F86B8"/>
            </a:solidFill>
            <a:prstDash val="solid"/>
          </a:ln>
        </p:spPr>
      </p:sp>
      <p:sp>
        <p:nvSpPr>
          <p:cNvPr id="185" name="Shape 183"/>
          <p:cNvSpPr/>
          <p:nvPr/>
        </p:nvSpPr>
        <p:spPr>
          <a:xfrm>
            <a:off x="9692330" y="3255967"/>
            <a:ext cx="73152" cy="73152"/>
          </a:xfrm>
          <a:prstGeom prst="ellipse">
            <a:avLst/>
          </a:prstGeom>
          <a:solidFill>
            <a:srgbClr val="6F86B8"/>
          </a:solidFill>
          <a:ln w="12700">
            <a:solidFill>
              <a:srgbClr val="6F86B8"/>
            </a:solidFill>
            <a:prstDash val="solid"/>
          </a:ln>
        </p:spPr>
      </p:sp>
      <p:sp>
        <p:nvSpPr>
          <p:cNvPr id="186" name="Shape 184"/>
          <p:cNvSpPr/>
          <p:nvPr/>
        </p:nvSpPr>
        <p:spPr>
          <a:xfrm>
            <a:off x="8100985" y="4164389"/>
            <a:ext cx="73152" cy="73152"/>
          </a:xfrm>
          <a:prstGeom prst="ellipse">
            <a:avLst/>
          </a:prstGeom>
          <a:solidFill>
            <a:srgbClr val="6F86B8"/>
          </a:solidFill>
          <a:ln w="12700">
            <a:solidFill>
              <a:srgbClr val="6F86B8"/>
            </a:solidFill>
            <a:prstDash val="solid"/>
          </a:ln>
        </p:spPr>
      </p:sp>
      <p:sp>
        <p:nvSpPr>
          <p:cNvPr id="187" name="Shape 185"/>
          <p:cNvSpPr/>
          <p:nvPr/>
        </p:nvSpPr>
        <p:spPr>
          <a:xfrm>
            <a:off x="7941627" y="4112479"/>
            <a:ext cx="73152" cy="73152"/>
          </a:xfrm>
          <a:prstGeom prst="ellipse">
            <a:avLst/>
          </a:prstGeom>
          <a:solidFill>
            <a:srgbClr val="6F86B8"/>
          </a:solidFill>
          <a:ln w="12700">
            <a:solidFill>
              <a:srgbClr val="6F86B8"/>
            </a:solidFill>
            <a:prstDash val="solid"/>
          </a:ln>
        </p:spPr>
      </p:sp>
      <p:sp>
        <p:nvSpPr>
          <p:cNvPr id="188" name="Shape 186"/>
          <p:cNvSpPr/>
          <p:nvPr/>
        </p:nvSpPr>
        <p:spPr>
          <a:xfrm>
            <a:off x="9949718" y="3195195"/>
            <a:ext cx="73152" cy="73152"/>
          </a:xfrm>
          <a:prstGeom prst="ellipse">
            <a:avLst/>
          </a:prstGeom>
          <a:solidFill>
            <a:srgbClr val="6F86B8"/>
          </a:solidFill>
          <a:ln w="12700">
            <a:solidFill>
              <a:srgbClr val="6F86B8"/>
            </a:solidFill>
            <a:prstDash val="solid"/>
          </a:ln>
        </p:spPr>
      </p:sp>
      <p:sp>
        <p:nvSpPr>
          <p:cNvPr id="189" name="Shape 187"/>
          <p:cNvSpPr/>
          <p:nvPr/>
        </p:nvSpPr>
        <p:spPr>
          <a:xfrm>
            <a:off x="8718863" y="3362952"/>
            <a:ext cx="73152" cy="73152"/>
          </a:xfrm>
          <a:prstGeom prst="ellipse">
            <a:avLst/>
          </a:prstGeom>
          <a:solidFill>
            <a:srgbClr val="6F86B8"/>
          </a:solidFill>
          <a:ln w="12700">
            <a:solidFill>
              <a:srgbClr val="6F86B8"/>
            </a:solidFill>
            <a:prstDash val="solid"/>
          </a:ln>
        </p:spPr>
      </p:sp>
      <p:sp>
        <p:nvSpPr>
          <p:cNvPr id="190" name="Shape 188"/>
          <p:cNvSpPr/>
          <p:nvPr/>
        </p:nvSpPr>
        <p:spPr>
          <a:xfrm>
            <a:off x="10765117" y="2005068"/>
            <a:ext cx="73152" cy="73152"/>
          </a:xfrm>
          <a:prstGeom prst="ellipse">
            <a:avLst/>
          </a:prstGeom>
          <a:solidFill>
            <a:srgbClr val="6F86B8"/>
          </a:solidFill>
          <a:ln w="12700">
            <a:solidFill>
              <a:srgbClr val="6F86B8"/>
            </a:solidFill>
            <a:prstDash val="solid"/>
          </a:ln>
        </p:spPr>
      </p:sp>
      <p:sp>
        <p:nvSpPr>
          <p:cNvPr id="191" name="Shape 189"/>
          <p:cNvSpPr/>
          <p:nvPr/>
        </p:nvSpPr>
        <p:spPr>
          <a:xfrm>
            <a:off x="7875873" y="3926996"/>
            <a:ext cx="73152" cy="73152"/>
          </a:xfrm>
          <a:prstGeom prst="ellipse">
            <a:avLst/>
          </a:prstGeom>
          <a:solidFill>
            <a:srgbClr val="6F86B8"/>
          </a:solidFill>
          <a:ln w="12700">
            <a:solidFill>
              <a:srgbClr val="6F86B8"/>
            </a:solidFill>
            <a:prstDash val="solid"/>
          </a:ln>
        </p:spPr>
      </p:sp>
      <p:sp>
        <p:nvSpPr>
          <p:cNvPr id="192" name="Shape 190"/>
          <p:cNvSpPr/>
          <p:nvPr/>
        </p:nvSpPr>
        <p:spPr>
          <a:xfrm>
            <a:off x="8218742" y="4234657"/>
            <a:ext cx="73152" cy="73152"/>
          </a:xfrm>
          <a:prstGeom prst="ellipse">
            <a:avLst/>
          </a:prstGeom>
          <a:solidFill>
            <a:srgbClr val="6F86B8"/>
          </a:solidFill>
          <a:ln w="12700">
            <a:solidFill>
              <a:srgbClr val="6F86B8"/>
            </a:solidFill>
            <a:prstDash val="solid"/>
          </a:ln>
        </p:spPr>
      </p:sp>
      <p:sp>
        <p:nvSpPr>
          <p:cNvPr id="193" name="Shape 191"/>
          <p:cNvSpPr/>
          <p:nvPr/>
        </p:nvSpPr>
        <p:spPr>
          <a:xfrm>
            <a:off x="9645485" y="3048328"/>
            <a:ext cx="73152" cy="73152"/>
          </a:xfrm>
          <a:prstGeom prst="ellipse">
            <a:avLst/>
          </a:prstGeom>
          <a:solidFill>
            <a:srgbClr val="6F86B8"/>
          </a:solidFill>
          <a:ln w="12700">
            <a:solidFill>
              <a:srgbClr val="6F86B8"/>
            </a:solidFill>
            <a:prstDash val="solid"/>
          </a:ln>
        </p:spPr>
      </p:sp>
      <p:sp>
        <p:nvSpPr>
          <p:cNvPr id="194" name="Shape 192"/>
          <p:cNvSpPr/>
          <p:nvPr/>
        </p:nvSpPr>
        <p:spPr>
          <a:xfrm>
            <a:off x="8438998" y="3956116"/>
            <a:ext cx="73152" cy="73152"/>
          </a:xfrm>
          <a:prstGeom prst="ellipse">
            <a:avLst/>
          </a:prstGeom>
          <a:solidFill>
            <a:srgbClr val="6F86B8"/>
          </a:solidFill>
          <a:ln w="12700">
            <a:solidFill>
              <a:srgbClr val="6F86B8"/>
            </a:solidFill>
            <a:prstDash val="solid"/>
          </a:ln>
        </p:spPr>
      </p:sp>
      <p:sp>
        <p:nvSpPr>
          <p:cNvPr id="195" name="Shape 193"/>
          <p:cNvSpPr/>
          <p:nvPr/>
        </p:nvSpPr>
        <p:spPr>
          <a:xfrm>
            <a:off x="8574632" y="4027651"/>
            <a:ext cx="73152" cy="73152"/>
          </a:xfrm>
          <a:prstGeom prst="ellipse">
            <a:avLst/>
          </a:prstGeom>
          <a:solidFill>
            <a:srgbClr val="6F86B8"/>
          </a:solidFill>
          <a:ln w="12700">
            <a:solidFill>
              <a:srgbClr val="6F86B8"/>
            </a:solidFill>
            <a:prstDash val="solid"/>
          </a:ln>
        </p:spPr>
      </p:sp>
      <p:sp>
        <p:nvSpPr>
          <p:cNvPr id="196" name="Shape 194"/>
          <p:cNvSpPr/>
          <p:nvPr/>
        </p:nvSpPr>
        <p:spPr>
          <a:xfrm>
            <a:off x="8615460" y="3638327"/>
            <a:ext cx="73152" cy="73152"/>
          </a:xfrm>
          <a:prstGeom prst="ellipse">
            <a:avLst/>
          </a:prstGeom>
          <a:solidFill>
            <a:srgbClr val="6F86B8"/>
          </a:solidFill>
          <a:ln w="12700">
            <a:solidFill>
              <a:srgbClr val="6F86B8"/>
            </a:solidFill>
            <a:prstDash val="solid"/>
          </a:ln>
        </p:spPr>
      </p:sp>
      <p:sp>
        <p:nvSpPr>
          <p:cNvPr id="197" name="Shape 195"/>
          <p:cNvSpPr/>
          <p:nvPr/>
        </p:nvSpPr>
        <p:spPr>
          <a:xfrm>
            <a:off x="9573585" y="3088843"/>
            <a:ext cx="73152" cy="73152"/>
          </a:xfrm>
          <a:prstGeom prst="ellipse">
            <a:avLst/>
          </a:prstGeom>
          <a:solidFill>
            <a:srgbClr val="6F86B8"/>
          </a:solidFill>
          <a:ln w="12700">
            <a:solidFill>
              <a:srgbClr val="6F86B8"/>
            </a:solidFill>
            <a:prstDash val="solid"/>
          </a:ln>
        </p:spPr>
      </p:sp>
      <p:sp>
        <p:nvSpPr>
          <p:cNvPr id="198" name="Shape 196"/>
          <p:cNvSpPr/>
          <p:nvPr/>
        </p:nvSpPr>
        <p:spPr>
          <a:xfrm>
            <a:off x="9703676" y="2692556"/>
            <a:ext cx="73152" cy="73152"/>
          </a:xfrm>
          <a:prstGeom prst="ellipse">
            <a:avLst/>
          </a:prstGeom>
          <a:solidFill>
            <a:srgbClr val="6F86B8"/>
          </a:solidFill>
          <a:ln w="12700">
            <a:solidFill>
              <a:srgbClr val="6F86B8"/>
            </a:solidFill>
            <a:prstDash val="solid"/>
          </a:ln>
        </p:spPr>
      </p:sp>
      <p:sp>
        <p:nvSpPr>
          <p:cNvPr id="199" name="Shape 197"/>
          <p:cNvSpPr/>
          <p:nvPr/>
        </p:nvSpPr>
        <p:spPr>
          <a:xfrm>
            <a:off x="8599129" y="2885002"/>
            <a:ext cx="73152" cy="73152"/>
          </a:xfrm>
          <a:prstGeom prst="ellipse">
            <a:avLst/>
          </a:prstGeom>
          <a:solidFill>
            <a:srgbClr val="6F86B8"/>
          </a:solidFill>
          <a:ln w="12700">
            <a:solidFill>
              <a:srgbClr val="6F86B8"/>
            </a:solidFill>
            <a:prstDash val="solid"/>
          </a:ln>
        </p:spPr>
      </p:sp>
      <p:sp>
        <p:nvSpPr>
          <p:cNvPr id="200" name="Shape 198"/>
          <p:cNvSpPr/>
          <p:nvPr/>
        </p:nvSpPr>
        <p:spPr>
          <a:xfrm>
            <a:off x="9946581" y="2772953"/>
            <a:ext cx="73152" cy="73152"/>
          </a:xfrm>
          <a:prstGeom prst="ellipse">
            <a:avLst/>
          </a:prstGeom>
          <a:solidFill>
            <a:srgbClr val="6F86B8"/>
          </a:solidFill>
          <a:ln w="12700">
            <a:solidFill>
              <a:srgbClr val="6F86B8"/>
            </a:solidFill>
            <a:prstDash val="solid"/>
          </a:ln>
        </p:spPr>
      </p:sp>
      <p:sp>
        <p:nvSpPr>
          <p:cNvPr id="201" name="Shape 199"/>
          <p:cNvSpPr/>
          <p:nvPr/>
        </p:nvSpPr>
        <p:spPr>
          <a:xfrm>
            <a:off x="9980618" y="2657739"/>
            <a:ext cx="73152" cy="73152"/>
          </a:xfrm>
          <a:prstGeom prst="ellipse">
            <a:avLst/>
          </a:prstGeom>
          <a:solidFill>
            <a:srgbClr val="6F86B8"/>
          </a:solidFill>
          <a:ln w="12700">
            <a:solidFill>
              <a:srgbClr val="6F86B8"/>
            </a:solidFill>
            <a:prstDash val="solid"/>
          </a:ln>
        </p:spPr>
      </p:sp>
      <p:sp>
        <p:nvSpPr>
          <p:cNvPr id="202" name="Shape 200"/>
          <p:cNvSpPr/>
          <p:nvPr/>
        </p:nvSpPr>
        <p:spPr>
          <a:xfrm>
            <a:off x="8033554" y="4348605"/>
            <a:ext cx="73152" cy="73152"/>
          </a:xfrm>
          <a:prstGeom prst="ellipse">
            <a:avLst/>
          </a:prstGeom>
          <a:solidFill>
            <a:srgbClr val="6F86B8"/>
          </a:solidFill>
          <a:ln w="12700">
            <a:solidFill>
              <a:srgbClr val="6F86B8"/>
            </a:solidFill>
            <a:prstDash val="solid"/>
          </a:ln>
        </p:spPr>
      </p:sp>
      <p:sp>
        <p:nvSpPr>
          <p:cNvPr id="203" name="Shape 201"/>
          <p:cNvSpPr/>
          <p:nvPr/>
        </p:nvSpPr>
        <p:spPr>
          <a:xfrm>
            <a:off x="8012797" y="4411277"/>
            <a:ext cx="73152" cy="73152"/>
          </a:xfrm>
          <a:prstGeom prst="ellipse">
            <a:avLst/>
          </a:prstGeom>
          <a:solidFill>
            <a:srgbClr val="6F86B8"/>
          </a:solidFill>
          <a:ln w="12700">
            <a:solidFill>
              <a:srgbClr val="6F86B8"/>
            </a:solidFill>
            <a:prstDash val="solid"/>
          </a:ln>
        </p:spPr>
      </p:sp>
      <p:sp>
        <p:nvSpPr>
          <p:cNvPr id="204" name="Shape 202"/>
          <p:cNvSpPr/>
          <p:nvPr/>
        </p:nvSpPr>
        <p:spPr>
          <a:xfrm>
            <a:off x="8092691" y="3346493"/>
            <a:ext cx="73152" cy="73152"/>
          </a:xfrm>
          <a:prstGeom prst="ellipse">
            <a:avLst/>
          </a:prstGeom>
          <a:solidFill>
            <a:srgbClr val="6F86B8"/>
          </a:solidFill>
          <a:ln w="12700">
            <a:solidFill>
              <a:srgbClr val="6F86B8"/>
            </a:solidFill>
            <a:prstDash val="solid"/>
          </a:ln>
        </p:spPr>
      </p:sp>
      <p:sp>
        <p:nvSpPr>
          <p:cNvPr id="205" name="Shape 203"/>
          <p:cNvSpPr/>
          <p:nvPr/>
        </p:nvSpPr>
        <p:spPr>
          <a:xfrm>
            <a:off x="8467491" y="4098552"/>
            <a:ext cx="73152" cy="73152"/>
          </a:xfrm>
          <a:prstGeom prst="ellipse">
            <a:avLst/>
          </a:prstGeom>
          <a:solidFill>
            <a:srgbClr val="6F86B8"/>
          </a:solidFill>
          <a:ln w="12700">
            <a:solidFill>
              <a:srgbClr val="6F86B8"/>
            </a:solidFill>
            <a:prstDash val="solid"/>
          </a:ln>
        </p:spPr>
      </p:sp>
      <p:sp>
        <p:nvSpPr>
          <p:cNvPr id="206" name="Shape 204"/>
          <p:cNvSpPr/>
          <p:nvPr/>
        </p:nvSpPr>
        <p:spPr>
          <a:xfrm>
            <a:off x="9303691" y="3714293"/>
            <a:ext cx="73152" cy="73152"/>
          </a:xfrm>
          <a:prstGeom prst="ellipse">
            <a:avLst/>
          </a:prstGeom>
          <a:solidFill>
            <a:srgbClr val="6F86B8"/>
          </a:solidFill>
          <a:ln w="12700">
            <a:solidFill>
              <a:srgbClr val="6F86B8"/>
            </a:solidFill>
            <a:prstDash val="solid"/>
          </a:ln>
        </p:spPr>
      </p:sp>
      <p:sp>
        <p:nvSpPr>
          <p:cNvPr id="207" name="Shape 205"/>
          <p:cNvSpPr/>
          <p:nvPr/>
        </p:nvSpPr>
        <p:spPr>
          <a:xfrm>
            <a:off x="8267348" y="4281502"/>
            <a:ext cx="73152" cy="73152"/>
          </a:xfrm>
          <a:prstGeom prst="ellipse">
            <a:avLst/>
          </a:prstGeom>
          <a:solidFill>
            <a:srgbClr val="6F86B8"/>
          </a:solidFill>
          <a:ln w="12700">
            <a:solidFill>
              <a:srgbClr val="6F86B8"/>
            </a:solidFill>
            <a:prstDash val="solid"/>
          </a:ln>
        </p:spPr>
      </p:sp>
      <p:sp>
        <p:nvSpPr>
          <p:cNvPr id="208" name="Shape 206"/>
          <p:cNvSpPr/>
          <p:nvPr/>
        </p:nvSpPr>
        <p:spPr>
          <a:xfrm>
            <a:off x="10160691" y="2677996"/>
            <a:ext cx="73152" cy="73152"/>
          </a:xfrm>
          <a:prstGeom prst="ellipse">
            <a:avLst/>
          </a:prstGeom>
          <a:solidFill>
            <a:srgbClr val="6F86B8"/>
          </a:solidFill>
          <a:ln w="12700">
            <a:solidFill>
              <a:srgbClr val="6F86B8"/>
            </a:solidFill>
            <a:prstDash val="solid"/>
          </a:ln>
        </p:spPr>
      </p:sp>
      <p:sp>
        <p:nvSpPr>
          <p:cNvPr id="209" name="Shape 207"/>
          <p:cNvSpPr/>
          <p:nvPr/>
        </p:nvSpPr>
        <p:spPr>
          <a:xfrm>
            <a:off x="10234267" y="1757547"/>
            <a:ext cx="73152" cy="73152"/>
          </a:xfrm>
          <a:prstGeom prst="ellipse">
            <a:avLst/>
          </a:prstGeom>
          <a:solidFill>
            <a:srgbClr val="6F86B8"/>
          </a:solidFill>
          <a:ln w="12700">
            <a:solidFill>
              <a:srgbClr val="6F86B8"/>
            </a:solidFill>
            <a:prstDash val="solid"/>
          </a:ln>
        </p:spPr>
      </p:sp>
      <p:sp>
        <p:nvSpPr>
          <p:cNvPr id="210" name="Shape 208"/>
          <p:cNvSpPr/>
          <p:nvPr/>
        </p:nvSpPr>
        <p:spPr>
          <a:xfrm>
            <a:off x="8768157" y="3686439"/>
            <a:ext cx="73152" cy="73152"/>
          </a:xfrm>
          <a:prstGeom prst="ellipse">
            <a:avLst/>
          </a:prstGeom>
          <a:solidFill>
            <a:srgbClr val="6F86B8"/>
          </a:solidFill>
          <a:ln w="12700">
            <a:solidFill>
              <a:srgbClr val="6F86B8"/>
            </a:solidFill>
            <a:prstDash val="solid"/>
          </a:ln>
        </p:spPr>
      </p:sp>
      <p:sp>
        <p:nvSpPr>
          <p:cNvPr id="211" name="Shape 209"/>
          <p:cNvSpPr/>
          <p:nvPr/>
        </p:nvSpPr>
        <p:spPr>
          <a:xfrm>
            <a:off x="9269653" y="2900828"/>
            <a:ext cx="73152" cy="73152"/>
          </a:xfrm>
          <a:prstGeom prst="ellipse">
            <a:avLst/>
          </a:prstGeom>
          <a:solidFill>
            <a:srgbClr val="6F86B8"/>
          </a:solidFill>
          <a:ln w="12700">
            <a:solidFill>
              <a:srgbClr val="6F86B8"/>
            </a:solidFill>
            <a:prstDash val="solid"/>
          </a:ln>
        </p:spPr>
      </p:sp>
      <p:sp>
        <p:nvSpPr>
          <p:cNvPr id="212" name="Shape 210"/>
          <p:cNvSpPr/>
          <p:nvPr/>
        </p:nvSpPr>
        <p:spPr>
          <a:xfrm>
            <a:off x="7919537" y="4372661"/>
            <a:ext cx="73152" cy="73152"/>
          </a:xfrm>
          <a:prstGeom prst="ellipse">
            <a:avLst/>
          </a:prstGeom>
          <a:solidFill>
            <a:srgbClr val="6F86B8"/>
          </a:solidFill>
          <a:ln w="12700">
            <a:solidFill>
              <a:srgbClr val="6F86B8"/>
            </a:solidFill>
            <a:prstDash val="solid"/>
          </a:ln>
        </p:spPr>
      </p:sp>
      <p:sp>
        <p:nvSpPr>
          <p:cNvPr id="213" name="Shape 211"/>
          <p:cNvSpPr/>
          <p:nvPr/>
        </p:nvSpPr>
        <p:spPr>
          <a:xfrm>
            <a:off x="7645087" y="4146030"/>
            <a:ext cx="73152" cy="73152"/>
          </a:xfrm>
          <a:prstGeom prst="ellipse">
            <a:avLst/>
          </a:prstGeom>
          <a:solidFill>
            <a:srgbClr val="6F86B8"/>
          </a:solidFill>
          <a:ln w="12700">
            <a:solidFill>
              <a:srgbClr val="6F86B8"/>
            </a:solidFill>
            <a:prstDash val="solid"/>
          </a:ln>
        </p:spPr>
      </p:sp>
      <p:sp>
        <p:nvSpPr>
          <p:cNvPr id="214" name="Shape 212"/>
          <p:cNvSpPr/>
          <p:nvPr/>
        </p:nvSpPr>
        <p:spPr>
          <a:xfrm>
            <a:off x="8671631" y="3733917"/>
            <a:ext cx="73152" cy="73152"/>
          </a:xfrm>
          <a:prstGeom prst="ellipse">
            <a:avLst/>
          </a:prstGeom>
          <a:solidFill>
            <a:srgbClr val="6F86B8"/>
          </a:solidFill>
          <a:ln w="12700">
            <a:solidFill>
              <a:srgbClr val="6F86B8"/>
            </a:solidFill>
            <a:prstDash val="solid"/>
          </a:ln>
        </p:spPr>
      </p:sp>
      <p:sp>
        <p:nvSpPr>
          <p:cNvPr id="215" name="Shape 213"/>
          <p:cNvSpPr/>
          <p:nvPr/>
        </p:nvSpPr>
        <p:spPr>
          <a:xfrm>
            <a:off x="8254541" y="3610473"/>
            <a:ext cx="73152" cy="73152"/>
          </a:xfrm>
          <a:prstGeom prst="ellipse">
            <a:avLst/>
          </a:prstGeom>
          <a:solidFill>
            <a:srgbClr val="6F86B8"/>
          </a:solidFill>
          <a:ln w="12700">
            <a:solidFill>
              <a:srgbClr val="6F86B8"/>
            </a:solidFill>
            <a:prstDash val="solid"/>
          </a:ln>
        </p:spPr>
      </p:sp>
      <p:sp>
        <p:nvSpPr>
          <p:cNvPr id="216" name="Shape 214"/>
          <p:cNvSpPr/>
          <p:nvPr/>
        </p:nvSpPr>
        <p:spPr>
          <a:xfrm>
            <a:off x="10981290" y="2115218"/>
            <a:ext cx="73152" cy="73152"/>
          </a:xfrm>
          <a:prstGeom prst="ellipse">
            <a:avLst/>
          </a:prstGeom>
          <a:solidFill>
            <a:srgbClr val="6F86B8"/>
          </a:solidFill>
          <a:ln w="12700">
            <a:solidFill>
              <a:srgbClr val="6F86B8"/>
            </a:solidFill>
            <a:prstDash val="solid"/>
          </a:ln>
        </p:spPr>
      </p:sp>
      <p:sp>
        <p:nvSpPr>
          <p:cNvPr id="217" name="Shape 215"/>
          <p:cNvSpPr/>
          <p:nvPr/>
        </p:nvSpPr>
        <p:spPr>
          <a:xfrm>
            <a:off x="8803699" y="2615958"/>
            <a:ext cx="73152" cy="73152"/>
          </a:xfrm>
          <a:prstGeom prst="ellipse">
            <a:avLst/>
          </a:prstGeom>
          <a:solidFill>
            <a:srgbClr val="6F86B8"/>
          </a:solidFill>
          <a:ln w="12700">
            <a:solidFill>
              <a:srgbClr val="6F86B8"/>
            </a:solidFill>
            <a:prstDash val="solid"/>
          </a:ln>
        </p:spPr>
      </p:sp>
      <p:sp>
        <p:nvSpPr>
          <p:cNvPr id="218" name="Shape 216"/>
          <p:cNvSpPr/>
          <p:nvPr/>
        </p:nvSpPr>
        <p:spPr>
          <a:xfrm>
            <a:off x="8688177" y="3824443"/>
            <a:ext cx="73152" cy="73152"/>
          </a:xfrm>
          <a:prstGeom prst="ellipse">
            <a:avLst/>
          </a:prstGeom>
          <a:solidFill>
            <a:srgbClr val="6F86B8"/>
          </a:solidFill>
          <a:ln w="12700">
            <a:solidFill>
              <a:srgbClr val="6F86B8"/>
            </a:solidFill>
            <a:prstDash val="solid"/>
          </a:ln>
        </p:spPr>
      </p:sp>
      <p:sp>
        <p:nvSpPr>
          <p:cNvPr id="219" name="Shape 217"/>
          <p:cNvSpPr/>
          <p:nvPr/>
        </p:nvSpPr>
        <p:spPr>
          <a:xfrm>
            <a:off x="9405503" y="3154047"/>
            <a:ext cx="73152" cy="73152"/>
          </a:xfrm>
          <a:prstGeom prst="ellipse">
            <a:avLst/>
          </a:prstGeom>
          <a:solidFill>
            <a:srgbClr val="6F86B8"/>
          </a:solidFill>
          <a:ln w="12700">
            <a:solidFill>
              <a:srgbClr val="6F86B8"/>
            </a:solidFill>
            <a:prstDash val="solid"/>
          </a:ln>
        </p:spPr>
      </p:sp>
      <p:sp>
        <p:nvSpPr>
          <p:cNvPr id="220" name="Shape 218"/>
          <p:cNvSpPr/>
          <p:nvPr/>
        </p:nvSpPr>
        <p:spPr>
          <a:xfrm>
            <a:off x="8379905" y="3749743"/>
            <a:ext cx="73152" cy="73152"/>
          </a:xfrm>
          <a:prstGeom prst="ellipse">
            <a:avLst/>
          </a:prstGeom>
          <a:solidFill>
            <a:srgbClr val="6F86B8"/>
          </a:solidFill>
          <a:ln w="12700">
            <a:solidFill>
              <a:srgbClr val="6F86B8"/>
            </a:solidFill>
            <a:prstDash val="solid"/>
          </a:ln>
        </p:spPr>
      </p:sp>
      <p:sp>
        <p:nvSpPr>
          <p:cNvPr id="221" name="Shape 219"/>
          <p:cNvSpPr/>
          <p:nvPr/>
        </p:nvSpPr>
        <p:spPr>
          <a:xfrm>
            <a:off x="8639012" y="3737082"/>
            <a:ext cx="73152" cy="73152"/>
          </a:xfrm>
          <a:prstGeom prst="ellipse">
            <a:avLst/>
          </a:prstGeom>
          <a:solidFill>
            <a:srgbClr val="6F86B8"/>
          </a:solidFill>
          <a:ln w="12700">
            <a:solidFill>
              <a:srgbClr val="6F86B8"/>
            </a:solidFill>
            <a:prstDash val="solid"/>
          </a:ln>
        </p:spPr>
      </p:sp>
      <p:sp>
        <p:nvSpPr>
          <p:cNvPr id="222" name="Shape 220"/>
          <p:cNvSpPr/>
          <p:nvPr/>
        </p:nvSpPr>
        <p:spPr>
          <a:xfrm>
            <a:off x="8667677" y="2244360"/>
            <a:ext cx="73152" cy="73152"/>
          </a:xfrm>
          <a:prstGeom prst="ellipse">
            <a:avLst/>
          </a:prstGeom>
          <a:solidFill>
            <a:srgbClr val="6F86B8"/>
          </a:solidFill>
          <a:ln w="12700">
            <a:solidFill>
              <a:srgbClr val="6F86B8"/>
            </a:solidFill>
            <a:prstDash val="solid"/>
          </a:ln>
        </p:spPr>
      </p:sp>
      <p:sp>
        <p:nvSpPr>
          <p:cNvPr id="223" name="Shape 221"/>
          <p:cNvSpPr/>
          <p:nvPr/>
        </p:nvSpPr>
        <p:spPr>
          <a:xfrm>
            <a:off x="8497661" y="4148562"/>
            <a:ext cx="73152" cy="73152"/>
          </a:xfrm>
          <a:prstGeom prst="ellipse">
            <a:avLst/>
          </a:prstGeom>
          <a:solidFill>
            <a:srgbClr val="6F86B8"/>
          </a:solidFill>
          <a:ln w="12700">
            <a:solidFill>
              <a:srgbClr val="6F86B8"/>
            </a:solidFill>
            <a:prstDash val="solid"/>
          </a:ln>
        </p:spPr>
      </p:sp>
      <p:sp>
        <p:nvSpPr>
          <p:cNvPr id="224" name="Shape 222"/>
          <p:cNvSpPr/>
          <p:nvPr/>
        </p:nvSpPr>
        <p:spPr>
          <a:xfrm>
            <a:off x="9031605" y="3473102"/>
            <a:ext cx="73152" cy="73152"/>
          </a:xfrm>
          <a:prstGeom prst="ellipse">
            <a:avLst/>
          </a:prstGeom>
          <a:solidFill>
            <a:srgbClr val="6F86B8"/>
          </a:solidFill>
          <a:ln w="12700">
            <a:solidFill>
              <a:srgbClr val="6F86B8"/>
            </a:solidFill>
            <a:prstDash val="solid"/>
          </a:ln>
        </p:spPr>
      </p:sp>
      <p:sp>
        <p:nvSpPr>
          <p:cNvPr id="225" name="Shape 223"/>
          <p:cNvSpPr/>
          <p:nvPr/>
        </p:nvSpPr>
        <p:spPr>
          <a:xfrm>
            <a:off x="8596851" y="4286567"/>
            <a:ext cx="73152" cy="73152"/>
          </a:xfrm>
          <a:prstGeom prst="ellipse">
            <a:avLst/>
          </a:prstGeom>
          <a:solidFill>
            <a:srgbClr val="6F86B8"/>
          </a:solidFill>
          <a:ln w="12700">
            <a:solidFill>
              <a:srgbClr val="6F86B8"/>
            </a:solidFill>
            <a:prstDash val="solid"/>
          </a:ln>
        </p:spPr>
      </p:sp>
      <p:sp>
        <p:nvSpPr>
          <p:cNvPr id="226" name="Shape 224"/>
          <p:cNvSpPr/>
          <p:nvPr/>
        </p:nvSpPr>
        <p:spPr>
          <a:xfrm>
            <a:off x="8281402" y="4135268"/>
            <a:ext cx="73152" cy="73152"/>
          </a:xfrm>
          <a:prstGeom prst="ellipse">
            <a:avLst/>
          </a:prstGeom>
          <a:solidFill>
            <a:srgbClr val="6F86B8"/>
          </a:solidFill>
          <a:ln w="12700">
            <a:solidFill>
              <a:srgbClr val="6F86B8"/>
            </a:solidFill>
            <a:prstDash val="solid"/>
          </a:ln>
        </p:spPr>
      </p:sp>
      <p:sp>
        <p:nvSpPr>
          <p:cNvPr id="227" name="Shape 225"/>
          <p:cNvSpPr/>
          <p:nvPr/>
        </p:nvSpPr>
        <p:spPr>
          <a:xfrm>
            <a:off x="8591393" y="2832460"/>
            <a:ext cx="73152" cy="73152"/>
          </a:xfrm>
          <a:prstGeom prst="ellipse">
            <a:avLst/>
          </a:prstGeom>
          <a:solidFill>
            <a:srgbClr val="6F86B8"/>
          </a:solidFill>
          <a:ln w="12700">
            <a:solidFill>
              <a:srgbClr val="6F86B8"/>
            </a:solidFill>
            <a:prstDash val="solid"/>
          </a:ln>
        </p:spPr>
      </p:sp>
      <p:sp>
        <p:nvSpPr>
          <p:cNvPr id="228" name="Shape 226"/>
          <p:cNvSpPr/>
          <p:nvPr/>
        </p:nvSpPr>
        <p:spPr>
          <a:xfrm>
            <a:off x="11491210" y="1553067"/>
            <a:ext cx="73152" cy="73152"/>
          </a:xfrm>
          <a:prstGeom prst="ellipse">
            <a:avLst/>
          </a:prstGeom>
          <a:solidFill>
            <a:srgbClr val="6F86B8"/>
          </a:solidFill>
          <a:ln w="12700">
            <a:solidFill>
              <a:srgbClr val="6F86B8"/>
            </a:solidFill>
            <a:prstDash val="solid"/>
          </a:ln>
        </p:spPr>
      </p:sp>
      <p:sp>
        <p:nvSpPr>
          <p:cNvPr id="229" name="Shape 227"/>
          <p:cNvSpPr/>
          <p:nvPr/>
        </p:nvSpPr>
        <p:spPr>
          <a:xfrm>
            <a:off x="9769130" y="2614692"/>
            <a:ext cx="73152" cy="73152"/>
          </a:xfrm>
          <a:prstGeom prst="ellipse">
            <a:avLst/>
          </a:prstGeom>
          <a:solidFill>
            <a:srgbClr val="6F86B8"/>
          </a:solidFill>
          <a:ln w="12700">
            <a:solidFill>
              <a:srgbClr val="6F86B8"/>
            </a:solidFill>
            <a:prstDash val="solid"/>
          </a:ln>
        </p:spPr>
      </p:sp>
      <p:sp>
        <p:nvSpPr>
          <p:cNvPr id="230" name="Shape 228"/>
          <p:cNvSpPr/>
          <p:nvPr/>
        </p:nvSpPr>
        <p:spPr>
          <a:xfrm>
            <a:off x="9648279" y="3635162"/>
            <a:ext cx="73152" cy="73152"/>
          </a:xfrm>
          <a:prstGeom prst="ellipse">
            <a:avLst/>
          </a:prstGeom>
          <a:solidFill>
            <a:srgbClr val="6F86B8"/>
          </a:solidFill>
          <a:ln w="12700">
            <a:solidFill>
              <a:srgbClr val="6F86B8"/>
            </a:solidFill>
            <a:prstDash val="solid"/>
          </a:ln>
        </p:spPr>
      </p:sp>
      <p:sp>
        <p:nvSpPr>
          <p:cNvPr id="231" name="Shape 229"/>
          <p:cNvSpPr/>
          <p:nvPr/>
        </p:nvSpPr>
        <p:spPr>
          <a:xfrm>
            <a:off x="9128646" y="3755441"/>
            <a:ext cx="73152" cy="73152"/>
          </a:xfrm>
          <a:prstGeom prst="ellipse">
            <a:avLst/>
          </a:prstGeom>
          <a:solidFill>
            <a:srgbClr val="6F86B8"/>
          </a:solidFill>
          <a:ln w="12700">
            <a:solidFill>
              <a:srgbClr val="6F86B8"/>
            </a:solidFill>
            <a:prstDash val="solid"/>
          </a:ln>
        </p:spPr>
      </p:sp>
      <p:sp>
        <p:nvSpPr>
          <p:cNvPr id="232" name="Shape 230"/>
          <p:cNvSpPr/>
          <p:nvPr/>
        </p:nvSpPr>
        <p:spPr>
          <a:xfrm>
            <a:off x="8554519" y="3249637"/>
            <a:ext cx="73152" cy="73152"/>
          </a:xfrm>
          <a:prstGeom prst="ellipse">
            <a:avLst/>
          </a:prstGeom>
          <a:solidFill>
            <a:srgbClr val="6F86B8"/>
          </a:solidFill>
          <a:ln w="12700">
            <a:solidFill>
              <a:srgbClr val="6F86B8"/>
            </a:solidFill>
            <a:prstDash val="solid"/>
          </a:ln>
        </p:spPr>
      </p:sp>
      <p:sp>
        <p:nvSpPr>
          <p:cNvPr id="233" name="Shape 231"/>
          <p:cNvSpPr/>
          <p:nvPr/>
        </p:nvSpPr>
        <p:spPr>
          <a:xfrm>
            <a:off x="7679855" y="3913702"/>
            <a:ext cx="73152" cy="73152"/>
          </a:xfrm>
          <a:prstGeom prst="ellipse">
            <a:avLst/>
          </a:prstGeom>
          <a:solidFill>
            <a:srgbClr val="6F86B8"/>
          </a:solidFill>
          <a:ln w="12700">
            <a:solidFill>
              <a:srgbClr val="6F86B8"/>
            </a:solidFill>
            <a:prstDash val="solid"/>
          </a:ln>
        </p:spPr>
      </p:sp>
      <p:sp>
        <p:nvSpPr>
          <p:cNvPr id="234" name="Shape 232"/>
          <p:cNvSpPr/>
          <p:nvPr/>
        </p:nvSpPr>
        <p:spPr>
          <a:xfrm>
            <a:off x="7992340" y="4164389"/>
            <a:ext cx="73152" cy="73152"/>
          </a:xfrm>
          <a:prstGeom prst="ellipse">
            <a:avLst/>
          </a:prstGeom>
          <a:solidFill>
            <a:srgbClr val="6F86B8"/>
          </a:solidFill>
          <a:ln w="12700">
            <a:solidFill>
              <a:srgbClr val="6F86B8"/>
            </a:solidFill>
            <a:prstDash val="solid"/>
          </a:ln>
        </p:spPr>
      </p:sp>
      <p:sp>
        <p:nvSpPr>
          <p:cNvPr id="235" name="Shape 233"/>
          <p:cNvSpPr/>
          <p:nvPr/>
        </p:nvSpPr>
        <p:spPr>
          <a:xfrm>
            <a:off x="9255557" y="3430688"/>
            <a:ext cx="73152" cy="73152"/>
          </a:xfrm>
          <a:prstGeom prst="ellipse">
            <a:avLst/>
          </a:prstGeom>
          <a:solidFill>
            <a:srgbClr val="6F86B8"/>
          </a:solidFill>
          <a:ln w="12700">
            <a:solidFill>
              <a:srgbClr val="6F86B8"/>
            </a:solidFill>
            <a:prstDash val="solid"/>
          </a:ln>
        </p:spPr>
      </p:sp>
      <p:sp>
        <p:nvSpPr>
          <p:cNvPr id="236" name="Shape 234"/>
          <p:cNvSpPr/>
          <p:nvPr/>
        </p:nvSpPr>
        <p:spPr>
          <a:xfrm>
            <a:off x="8464225" y="3271160"/>
            <a:ext cx="73152" cy="73152"/>
          </a:xfrm>
          <a:prstGeom prst="ellipse">
            <a:avLst/>
          </a:prstGeom>
          <a:solidFill>
            <a:srgbClr val="6F86B8"/>
          </a:solidFill>
          <a:ln w="12700">
            <a:solidFill>
              <a:srgbClr val="6F86B8"/>
            </a:solidFill>
            <a:prstDash val="solid"/>
          </a:ln>
        </p:spPr>
      </p:sp>
      <p:sp>
        <p:nvSpPr>
          <p:cNvPr id="237" name="Shape 235"/>
          <p:cNvSpPr/>
          <p:nvPr/>
        </p:nvSpPr>
        <p:spPr>
          <a:xfrm>
            <a:off x="8265758" y="3979539"/>
            <a:ext cx="73152" cy="73152"/>
          </a:xfrm>
          <a:prstGeom prst="ellipse">
            <a:avLst/>
          </a:prstGeom>
          <a:solidFill>
            <a:srgbClr val="6F86B8"/>
          </a:solidFill>
          <a:ln w="12700">
            <a:solidFill>
              <a:srgbClr val="6F86B8"/>
            </a:solidFill>
            <a:prstDash val="solid"/>
          </a:ln>
        </p:spPr>
      </p:sp>
      <p:sp>
        <p:nvSpPr>
          <p:cNvPr id="238" name="Shape 236"/>
          <p:cNvSpPr/>
          <p:nvPr/>
        </p:nvSpPr>
        <p:spPr>
          <a:xfrm>
            <a:off x="9563657" y="3277491"/>
            <a:ext cx="73152" cy="73152"/>
          </a:xfrm>
          <a:prstGeom prst="ellipse">
            <a:avLst/>
          </a:prstGeom>
          <a:solidFill>
            <a:srgbClr val="6F86B8"/>
          </a:solidFill>
          <a:ln w="12700">
            <a:solidFill>
              <a:srgbClr val="6F86B8"/>
            </a:solidFill>
            <a:prstDash val="solid"/>
          </a:ln>
        </p:spPr>
      </p:sp>
      <p:sp>
        <p:nvSpPr>
          <p:cNvPr id="239" name="Shape 237"/>
          <p:cNvSpPr/>
          <p:nvPr/>
        </p:nvSpPr>
        <p:spPr>
          <a:xfrm>
            <a:off x="10086642" y="3022373"/>
            <a:ext cx="73152" cy="73152"/>
          </a:xfrm>
          <a:prstGeom prst="ellipse">
            <a:avLst/>
          </a:prstGeom>
          <a:solidFill>
            <a:srgbClr val="6F86B8"/>
          </a:solidFill>
          <a:ln w="12700">
            <a:solidFill>
              <a:srgbClr val="6F86B8"/>
            </a:solidFill>
            <a:prstDash val="solid"/>
          </a:ln>
        </p:spPr>
      </p:sp>
      <p:sp>
        <p:nvSpPr>
          <p:cNvPr id="240" name="Shape 238"/>
          <p:cNvSpPr/>
          <p:nvPr/>
        </p:nvSpPr>
        <p:spPr>
          <a:xfrm>
            <a:off x="8198800" y="4102983"/>
            <a:ext cx="73152" cy="73152"/>
          </a:xfrm>
          <a:prstGeom prst="ellipse">
            <a:avLst/>
          </a:prstGeom>
          <a:solidFill>
            <a:srgbClr val="6F86B8"/>
          </a:solidFill>
          <a:ln w="12700">
            <a:solidFill>
              <a:srgbClr val="6F86B8"/>
            </a:solidFill>
            <a:prstDash val="solid"/>
          </a:ln>
        </p:spPr>
      </p:sp>
      <p:sp>
        <p:nvSpPr>
          <p:cNvPr id="241" name="Shape 239"/>
          <p:cNvSpPr/>
          <p:nvPr/>
        </p:nvSpPr>
        <p:spPr>
          <a:xfrm>
            <a:off x="8295197" y="3847866"/>
            <a:ext cx="73152" cy="73152"/>
          </a:xfrm>
          <a:prstGeom prst="ellipse">
            <a:avLst/>
          </a:prstGeom>
          <a:solidFill>
            <a:srgbClr val="6F86B8"/>
          </a:solidFill>
          <a:ln w="12700">
            <a:solidFill>
              <a:srgbClr val="6F86B8"/>
            </a:solidFill>
            <a:prstDash val="solid"/>
          </a:ln>
        </p:spPr>
      </p:sp>
      <p:sp>
        <p:nvSpPr>
          <p:cNvPr id="242" name="Shape 240"/>
          <p:cNvSpPr/>
          <p:nvPr/>
        </p:nvSpPr>
        <p:spPr>
          <a:xfrm>
            <a:off x="8306328" y="3459808"/>
            <a:ext cx="73152" cy="73152"/>
          </a:xfrm>
          <a:prstGeom prst="ellipse">
            <a:avLst/>
          </a:prstGeom>
          <a:solidFill>
            <a:srgbClr val="6F86B8"/>
          </a:solidFill>
          <a:ln w="12700">
            <a:solidFill>
              <a:srgbClr val="6F86B8"/>
            </a:solidFill>
            <a:prstDash val="solid"/>
          </a:ln>
        </p:spPr>
      </p:sp>
      <p:sp>
        <p:nvSpPr>
          <p:cNvPr id="243" name="Shape 241"/>
          <p:cNvSpPr/>
          <p:nvPr/>
        </p:nvSpPr>
        <p:spPr>
          <a:xfrm>
            <a:off x="8109881" y="4284034"/>
            <a:ext cx="73152" cy="73152"/>
          </a:xfrm>
          <a:prstGeom prst="ellipse">
            <a:avLst/>
          </a:prstGeom>
          <a:solidFill>
            <a:srgbClr val="6F86B8"/>
          </a:solidFill>
          <a:ln w="12700">
            <a:solidFill>
              <a:srgbClr val="6F86B8"/>
            </a:solidFill>
            <a:prstDash val="solid"/>
          </a:ln>
        </p:spPr>
      </p:sp>
      <p:sp>
        <p:nvSpPr>
          <p:cNvPr id="244" name="Shape 242"/>
          <p:cNvSpPr/>
          <p:nvPr/>
        </p:nvSpPr>
        <p:spPr>
          <a:xfrm>
            <a:off x="8784746" y="2486816"/>
            <a:ext cx="73152" cy="73152"/>
          </a:xfrm>
          <a:prstGeom prst="ellipse">
            <a:avLst/>
          </a:prstGeom>
          <a:solidFill>
            <a:srgbClr val="6F86B8"/>
          </a:solidFill>
          <a:ln w="12700">
            <a:solidFill>
              <a:srgbClr val="6F86B8"/>
            </a:solidFill>
            <a:prstDash val="solid"/>
          </a:ln>
        </p:spPr>
      </p:sp>
      <p:sp>
        <p:nvSpPr>
          <p:cNvPr id="245" name="Shape 243"/>
          <p:cNvSpPr/>
          <p:nvPr/>
        </p:nvSpPr>
        <p:spPr>
          <a:xfrm>
            <a:off x="8201766" y="4061202"/>
            <a:ext cx="73152" cy="73152"/>
          </a:xfrm>
          <a:prstGeom prst="ellipse">
            <a:avLst/>
          </a:prstGeom>
          <a:solidFill>
            <a:srgbClr val="6F86B8"/>
          </a:solidFill>
          <a:ln w="12700">
            <a:solidFill>
              <a:srgbClr val="6F86B8"/>
            </a:solidFill>
            <a:prstDash val="solid"/>
          </a:ln>
        </p:spPr>
      </p:sp>
      <p:sp>
        <p:nvSpPr>
          <p:cNvPr id="246" name="Shape 244"/>
          <p:cNvSpPr/>
          <p:nvPr/>
        </p:nvSpPr>
        <p:spPr>
          <a:xfrm flipV="1">
            <a:off x="7530084" y="1825824"/>
            <a:ext cx="4082796" cy="2504844"/>
          </a:xfrm>
          <a:prstGeom prst="line">
            <a:avLst/>
          </a:prstGeom>
          <a:noFill/>
          <a:ln w="38100">
            <a:solidFill>
              <a:srgbClr val="E6115E"/>
            </a:solidFill>
            <a:prstDash val="solid"/>
          </a:ln>
        </p:spPr>
      </p:sp>
      <p:sp>
        <p:nvSpPr>
          <p:cNvPr id="247" name="Text 245"/>
          <p:cNvSpPr txBox="1"/>
          <p:nvPr/>
        </p:nvSpPr>
        <p:spPr>
          <a:xfrm>
            <a:off x="7315200" y="4937760"/>
            <a:ext cx="4297680" cy="274320"/>
          </a:xfrm>
          <a:prstGeom prst="rect">
            <a:avLst/>
          </a:prstGeom>
          <a:noFill/>
          <a:ln/>
        </p:spPr>
        <p:txBody>
          <a:bodyPr wrap="square" lIns="0" tIns="0" rIns="0" bIns="0" rtlCol="0" anchor="ctr"/>
          <a:lstStyle/>
          <a:p>
            <a:pPr marL="0" indent="0" algn="ctr">
              <a:buNone/>
            </a:pPr>
            <a:r>
              <a:rPr lang="en-US" sz="1100" i="1" dirty="0">
                <a:solidFill>
                  <a:srgbClr val="8595B5"/>
                </a:solidFill>
                <a:latin typeface="Calibri" pitchFamily="34" charset="0"/>
                <a:ea typeface="Calibri" pitchFamily="34" charset="-122"/>
                <a:cs typeface="Calibri" pitchFamily="34" charset="-120"/>
              </a:rPr>
              <a:t>las líneas rosadas son residuos: lo que la recta no explica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DÓNDE ESTAMOS</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De predecir etiquetas a predecir números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idea de fondo es la misma de la Clase 1. Cambian la forma de medir y la regla trivial.</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94944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420624">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 1 · clasificación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Clase 2 · regresión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 que predice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una etiqueta: 0 o 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un NÚMERO: dólares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Se mide con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exactitud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MAE, RMSE, R², MAPE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 regla trivial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decir siempre la clase más común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predecir siempre EL PROMEDIO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Modelo del día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árbol de decisión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regresión lineal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Los datos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simulados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REALES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7726680" y="2103120"/>
            <a:ext cx="3959352" cy="2286000"/>
          </a:xfrm>
          <a:prstGeom prst="roundRect">
            <a:avLst>
              <a:gd name="adj" fmla="val 2400"/>
            </a:avLst>
          </a:prstGeom>
          <a:solidFill>
            <a:srgbClr val="FFFFFF"/>
          </a:solidFill>
          <a:ln w="9525">
            <a:solidFill>
              <a:srgbClr val="D2DBEC"/>
            </a:solidFill>
            <a:prstDash val="solid"/>
          </a:ln>
        </p:spPr>
      </p:sp>
      <p:sp>
        <p:nvSpPr>
          <p:cNvPr id="8" name="Shape 5"/>
          <p:cNvSpPr/>
          <p:nvPr/>
        </p:nvSpPr>
        <p:spPr>
          <a:xfrm>
            <a:off x="7955280" y="2350008"/>
            <a:ext cx="128016" cy="128016"/>
          </a:xfrm>
          <a:prstGeom prst="roundRect">
            <a:avLst>
              <a:gd name="adj" fmla="val 21429"/>
            </a:avLst>
          </a:prstGeom>
          <a:solidFill>
            <a:srgbClr val="1A56E8"/>
          </a:solidFill>
          <a:ln w="12700">
            <a:solidFill>
              <a:srgbClr val="1A56E8"/>
            </a:solidFill>
            <a:prstDash val="solid"/>
          </a:ln>
        </p:spPr>
      </p:sp>
      <p:sp>
        <p:nvSpPr>
          <p:cNvPr id="9" name="Text 6"/>
          <p:cNvSpPr txBox="1"/>
          <p:nvPr/>
        </p:nvSpPr>
        <p:spPr>
          <a:xfrm>
            <a:off x="8183880" y="2240280"/>
            <a:ext cx="33192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Los datos de hoy: California Housing</a:t>
            </a:r>
            <a:endParaRPr lang="en-US" sz="1400" dirty="0"/>
          </a:p>
        </p:txBody>
      </p:sp>
      <p:sp>
        <p:nvSpPr>
          <p:cNvPr id="10" name="Text 7"/>
          <p:cNvSpPr txBox="1"/>
          <p:nvPr/>
        </p:nvSpPr>
        <p:spPr>
          <a:xfrm>
            <a:off x="7955280" y="2606040"/>
            <a:ext cx="3566160" cy="1737360"/>
          </a:xfrm>
          <a:prstGeom prst="rect">
            <a:avLst/>
          </a:prstGeom>
          <a:noFill/>
          <a:ln/>
        </p:spPr>
        <p:txBody>
          <a:bodyPr wrap="square" lIns="0" tIns="0" rIns="0" bIns="0" rtlCol="0" anchor="t"/>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20 640 distritos </a:t>
            </a:r>
            <a:r>
              <a:rPr lang="en-US" sz="1200" dirty="0">
                <a:solidFill>
                  <a:srgbClr val="2C3A55"/>
                </a:solidFill>
                <a:latin typeface="Calibri" pitchFamily="34" charset="0"/>
                <a:ea typeface="Calibri" pitchFamily="34" charset="-122"/>
                <a:cs typeface="Calibri" pitchFamily="34" charset="-120"/>
              </a:rPr>
              <a:t>del censo de EE. UU. de 1990 (cada uno, de 600 a 3 000 habitantes).</a:t>
            </a:r>
            <a:endParaRPr lang="en-US" sz="120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00" dirty="0"/>
          </a:p>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Queremos predecir el valor mediano de la vivienda. Mediana: </a:t>
            </a:r>
            <a:r>
              <a:rPr lang="en-US" sz="1200" b="1" dirty="0">
                <a:solidFill>
                  <a:srgbClr val="E6115E"/>
                </a:solidFill>
                <a:latin typeface="Calibri" pitchFamily="34" charset="0"/>
                <a:ea typeface="Calibri" pitchFamily="34" charset="-122"/>
                <a:cs typeface="Calibri" pitchFamily="34" charset="-120"/>
              </a:rPr>
              <a:t>179 700 USD</a:t>
            </a:r>
            <a:endParaRPr lang="en-US" sz="120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00" dirty="0"/>
          </a:p>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Diccionario completo en el archivo que acompaña al notebook.</a:t>
            </a:r>
            <a:endParaRPr lang="en-US" sz="1200" dirty="0"/>
          </a:p>
        </p:txBody>
      </p:sp>
      <p:sp>
        <p:nvSpPr>
          <p:cNvPr id="11" name="Shape 8"/>
          <p:cNvSpPr/>
          <p:nvPr/>
        </p:nvSpPr>
        <p:spPr>
          <a:xfrm>
            <a:off x="502920" y="4709160"/>
            <a:ext cx="11183112" cy="1508760"/>
          </a:xfrm>
          <a:prstGeom prst="roundRect">
            <a:avLst>
              <a:gd name="adj" fmla="val 3636"/>
            </a:avLst>
          </a:prstGeom>
          <a:solidFill>
            <a:srgbClr val="0A2559"/>
          </a:solidFill>
          <a:ln w="9525">
            <a:solidFill>
              <a:srgbClr val="0A2559"/>
            </a:solidFill>
            <a:prstDash val="solid"/>
          </a:ln>
        </p:spPr>
      </p:sp>
      <p:sp>
        <p:nvSpPr>
          <p:cNvPr id="12" name="Shape 9"/>
          <p:cNvSpPr/>
          <p:nvPr/>
        </p:nvSpPr>
        <p:spPr>
          <a:xfrm>
            <a:off x="731520" y="495604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960120" y="4846320"/>
            <a:ext cx="10543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Por qué importa en tu trabajo</a:t>
            </a:r>
            <a:endParaRPr lang="en-US" sz="1400" dirty="0"/>
          </a:p>
        </p:txBody>
      </p:sp>
      <p:sp>
        <p:nvSpPr>
          <p:cNvPr id="14" name="Text 11"/>
          <p:cNvSpPr txBox="1"/>
          <p:nvPr/>
        </p:nvSpPr>
        <p:spPr>
          <a:xfrm>
            <a:off x="731520" y="5193792"/>
            <a:ext cx="10698480" cy="960120"/>
          </a:xfrm>
          <a:prstGeom prst="rect">
            <a:avLst/>
          </a:prstGeom>
          <a:noFill/>
          <a:ln/>
        </p:spPr>
        <p:txBody>
          <a:bodyPr wrap="square" lIns="0" tIns="0" rIns="0" bIns="0" rtlCol="0" anchor="t"/>
          <a:lstStyle/>
          <a:p>
            <a:pPr marL="0" indent="0">
              <a:spcAft>
                <a:spcPts val="400"/>
              </a:spcAft>
              <a:buNone/>
            </a:pPr>
            <a:r>
              <a:rPr lang="en-US" sz="1300" dirty="0">
                <a:solidFill>
                  <a:srgbClr val="C9D4EA"/>
                </a:solidFill>
                <a:latin typeface="Calibri" pitchFamily="34" charset="0"/>
                <a:ea typeface="Calibri" pitchFamily="34" charset="-122"/>
                <a:cs typeface="Calibri" pitchFamily="34" charset="-120"/>
              </a:rPr>
              <a:t>En un crédito hipotecario, el banco presta una parte del valor de la vivienda. Si la tasación se equivoca hacia arriba, la garantía no cubre la deuda. Estimar el valor de un inmueble a partir de sus características es un problema de regresión, y los modelos automáticos de valuación empiezan casi siempre con una recta.</a:t>
            </a:r>
            <a:endParaRPr lang="en-US" sz="1300" dirty="0"/>
          </a:p>
        </p:txBody>
      </p:sp>
      <p:sp>
        <p:nvSpPr>
          <p:cNvPr id="15" name="Text 12"/>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Pace, R. K. y Barry, R. (1997). Sparse spatial autoregressions. Statistics &amp; Probability Letters, 33(3), 291–297 · Versión con ocean_proximity: Géron, A., Hands-On Machine Learning (repositorio handson-ml2).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AGENDA</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Cómo repartimos los 120 minutos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Primero las métricas, porque sin ellas no sabríamos si la recta es buena.</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766560" cy="914400"/>
        </p:xfrm>
        <a:graphic>
          <a:graphicData uri="http://schemas.openxmlformats.org/drawingml/2006/table">
            <a:tbl>
              <a:tblPr/>
              <a:tblGrid>
                <a:gridCol w="82296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Bloque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Contenido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Min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Qué cambia respecto a la Clase 1 · los datos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Las métricas de regresión, a mano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Regresión lineal simple: de dónde sale la recta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Regresión múltiple: faltantes y categóricas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Supuestos, residuos y multicolinealidad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Laboratorio en Colab</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20624">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Cierre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7" name="Shape 4"/>
          <p:cNvSpPr/>
          <p:nvPr/>
        </p:nvSpPr>
        <p:spPr>
          <a:xfrm>
            <a:off x="7589520" y="2103120"/>
            <a:ext cx="4096512" cy="2148840"/>
          </a:xfrm>
          <a:prstGeom prst="roundRect">
            <a:avLst>
              <a:gd name="adj" fmla="val 2553"/>
            </a:avLst>
          </a:prstGeom>
          <a:solidFill>
            <a:srgbClr val="E9EEF8"/>
          </a:solidFill>
          <a:ln w="9525">
            <a:solidFill>
              <a:srgbClr val="D2DBEC"/>
            </a:solidFill>
            <a:prstDash val="solid"/>
          </a:ln>
        </p:spPr>
      </p:sp>
      <p:sp>
        <p:nvSpPr>
          <p:cNvPr id="8" name="Shape 5"/>
          <p:cNvSpPr/>
          <p:nvPr/>
        </p:nvSpPr>
        <p:spPr>
          <a:xfrm>
            <a:off x="7818120" y="235000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8046720" y="2240280"/>
            <a:ext cx="34564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Qué te llevas hoy</a:t>
            </a:r>
            <a:endParaRPr lang="en-US" sz="1400" dirty="0"/>
          </a:p>
        </p:txBody>
      </p:sp>
      <p:sp>
        <p:nvSpPr>
          <p:cNvPr id="10" name="Text 7"/>
          <p:cNvSpPr txBox="1"/>
          <p:nvPr/>
        </p:nvSpPr>
        <p:spPr>
          <a:xfrm>
            <a:off x="7818120" y="2606040"/>
            <a:ext cx="3657600" cy="1554480"/>
          </a:xfrm>
          <a:prstGeom prst="rect">
            <a:avLst/>
          </a:prstGeom>
          <a:noFill/>
          <a:ln/>
        </p:spPr>
        <p:txBody>
          <a:bodyPr wrap="square" lIns="0" tIns="0" rIns="0" bIns="0" rtlCol="0" anchor="t"/>
          <a:lstStyle/>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Calcular e interpretar MAE, RMSE, R² y MAPE</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Ajustar una recta y leer sus coeficientes</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Rellenar faltantes sin hacer trampa</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Meter variables categóricas en el modelo</a:t>
            </a:r>
            <a:endParaRPr lang="en-US" sz="1250" dirty="0"/>
          </a:p>
          <a:p>
            <a:pPr marL="342900" indent="-342900">
              <a:spcAft>
                <a:spcPts val="400"/>
              </a:spcAft>
              <a:buSzPct val="100000"/>
              <a:buChar char="•"/>
            </a:pPr>
            <a:r>
              <a:rPr lang="en-US" sz="1250" dirty="0">
                <a:solidFill>
                  <a:srgbClr val="2C3A55"/>
                </a:solidFill>
                <a:latin typeface="Calibri" pitchFamily="34" charset="0"/>
                <a:ea typeface="Calibri" pitchFamily="34" charset="-122"/>
                <a:cs typeface="Calibri" pitchFamily="34" charset="-120"/>
              </a:rPr>
              <a:t>Revisar residuos y detectar multicolinealidad</a:t>
            </a:r>
            <a:endParaRPr lang="en-US" sz="1250" dirty="0"/>
          </a:p>
        </p:txBody>
      </p:sp>
      <p:sp>
        <p:nvSpPr>
          <p:cNvPr id="11" name="Shape 8"/>
          <p:cNvSpPr/>
          <p:nvPr/>
        </p:nvSpPr>
        <p:spPr>
          <a:xfrm>
            <a:off x="7589520" y="4434840"/>
            <a:ext cx="4096512" cy="1783080"/>
          </a:xfrm>
          <a:prstGeom prst="roundRect">
            <a:avLst>
              <a:gd name="adj" fmla="val 3077"/>
            </a:avLst>
          </a:prstGeom>
          <a:solidFill>
            <a:srgbClr val="0A2559"/>
          </a:solidFill>
          <a:ln w="9525">
            <a:solidFill>
              <a:srgbClr val="0A2559"/>
            </a:solidFill>
            <a:prstDash val="solid"/>
          </a:ln>
        </p:spPr>
      </p:sp>
      <p:sp>
        <p:nvSpPr>
          <p:cNvPr id="12" name="Shape 9"/>
          <p:cNvSpPr/>
          <p:nvPr/>
        </p:nvSpPr>
        <p:spPr>
          <a:xfrm>
            <a:off x="7818120" y="4681728"/>
            <a:ext cx="128016" cy="128016"/>
          </a:xfrm>
          <a:prstGeom prst="roundRect">
            <a:avLst>
              <a:gd name="adj" fmla="val 21429"/>
            </a:avLst>
          </a:prstGeom>
          <a:solidFill>
            <a:srgbClr val="E6115E"/>
          </a:solidFill>
          <a:ln w="12700">
            <a:solidFill>
              <a:srgbClr val="E6115E"/>
            </a:solidFill>
            <a:prstDash val="solid"/>
          </a:ln>
        </p:spPr>
      </p:sp>
      <p:sp>
        <p:nvSpPr>
          <p:cNvPr id="13" name="Text 10"/>
          <p:cNvSpPr txBox="1"/>
          <p:nvPr/>
        </p:nvSpPr>
        <p:spPr>
          <a:xfrm>
            <a:off x="8046720" y="4572000"/>
            <a:ext cx="3456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El bloque 1 es el importante</a:t>
            </a:r>
            <a:endParaRPr lang="en-US" sz="1400" dirty="0"/>
          </a:p>
        </p:txBody>
      </p:sp>
      <p:sp>
        <p:nvSpPr>
          <p:cNvPr id="14" name="Text 11"/>
          <p:cNvSpPr txBox="1"/>
          <p:nvPr/>
        </p:nvSpPr>
        <p:spPr>
          <a:xfrm>
            <a:off x="7818120" y="4937760"/>
            <a:ext cx="3657600" cy="11887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Las métricas de hoy se usan en todo el Módulo 1 y vuelven en el 4. La recta cambia; la forma de medirla no.</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Todo empieza con el residuo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Con números no se cuentan aciertos: se mide cuánto nos equivocamos con cada distrito.</a:t>
            </a:r>
            <a:endParaRPr lang="en-US" sz="1400" dirty="0"/>
          </a:p>
        </p:txBody>
      </p:sp>
      <p:sp>
        <p:nvSpPr>
          <p:cNvPr id="6" name="Shape 4"/>
          <p:cNvSpPr/>
          <p:nvPr/>
        </p:nvSpPr>
        <p:spPr>
          <a:xfrm>
            <a:off x="502920" y="2103120"/>
            <a:ext cx="4206240" cy="2011680"/>
          </a:xfrm>
          <a:prstGeom prst="roundRect">
            <a:avLst>
              <a:gd name="adj" fmla="val 2727"/>
            </a:avLst>
          </a:prstGeom>
          <a:solidFill>
            <a:srgbClr val="0A2559"/>
          </a:solidFill>
          <a:ln w="9525">
            <a:solidFill>
              <a:srgbClr val="0A2559"/>
            </a:solidFill>
            <a:prstDash val="solid"/>
          </a:ln>
        </p:spPr>
      </p:sp>
      <p:sp>
        <p:nvSpPr>
          <p:cNvPr id="7" name="Text 5"/>
          <p:cNvSpPr txBox="1"/>
          <p:nvPr/>
        </p:nvSpPr>
        <p:spPr>
          <a:xfrm>
            <a:off x="502920" y="2240280"/>
            <a:ext cx="4206240" cy="822960"/>
          </a:xfrm>
          <a:prstGeom prst="rect">
            <a:avLst/>
          </a:prstGeom>
          <a:noFill/>
          <a:ln/>
        </p:spPr>
        <p:txBody>
          <a:bodyPr wrap="square" lIns="0" tIns="0" rIns="0" bIns="0" rtlCol="0" anchor="ctr"/>
          <a:lstStyle/>
          <a:p>
            <a:pPr marL="0" indent="0" algn="ctr">
              <a:buNone/>
            </a:pPr>
            <a:r>
              <a:rPr lang="en-US" sz="3400" b="1" dirty="0">
                <a:solidFill>
                  <a:srgbClr val="FFFFFF"/>
                </a:solidFill>
                <a:latin typeface="Calibri" pitchFamily="34" charset="0"/>
                <a:ea typeface="Calibri" pitchFamily="34" charset="-122"/>
                <a:cs typeface="Calibri" pitchFamily="34" charset="-120"/>
              </a:rPr>
              <a:t>e = y − ŷ</a:t>
            </a:r>
            <a:endParaRPr lang="en-US" sz="3400" dirty="0"/>
          </a:p>
        </p:txBody>
      </p:sp>
      <p:sp>
        <p:nvSpPr>
          <p:cNvPr id="8" name="Text 6"/>
          <p:cNvSpPr txBox="1"/>
          <p:nvPr/>
        </p:nvSpPr>
        <p:spPr>
          <a:xfrm>
            <a:off x="731520" y="3154680"/>
            <a:ext cx="3749040" cy="868680"/>
          </a:xfrm>
          <a:prstGeom prst="rect">
            <a:avLst/>
          </a:prstGeom>
          <a:noFill/>
          <a:ln/>
        </p:spPr>
        <p:txBody>
          <a:bodyPr wrap="square" lIns="0" tIns="0" rIns="0" bIns="0" rtlCol="0" anchor="t"/>
          <a:lstStyle/>
          <a:p>
            <a:pPr marL="0" indent="0" algn="ctr">
              <a:spcAft>
                <a:spcPts val="400"/>
              </a:spcAft>
              <a:buNone/>
            </a:pPr>
            <a:r>
              <a:rPr lang="en-US" sz="1250" b="1" dirty="0">
                <a:solidFill>
                  <a:srgbClr val="FFFFFF"/>
                </a:solidFill>
                <a:latin typeface="Calibri" pitchFamily="34" charset="0"/>
                <a:ea typeface="Calibri" pitchFamily="34" charset="-122"/>
                <a:cs typeface="Calibri" pitchFamily="34" charset="-120"/>
              </a:rPr>
              <a:t>residuo = lo real − lo predicho</a:t>
            </a:r>
            <a:endParaRPr lang="en-US" sz="1250" dirty="0"/>
          </a:p>
          <a:p>
            <a:pPr marL="0" indent="0" algn="ctr">
              <a:spcAft>
                <a:spcPts val="400"/>
              </a:spcAft>
              <a:buNone/>
            </a:pPr>
            <a:r>
              <a:rPr lang="en-US" sz="1250" dirty="0">
                <a:solidFill>
                  <a:srgbClr val="C9D4EA"/>
                </a:solidFill>
                <a:latin typeface="Calibri" pitchFamily="34" charset="0"/>
                <a:ea typeface="Calibri" pitchFamily="34" charset="-122"/>
                <a:cs typeface="Calibri" pitchFamily="34" charset="-120"/>
              </a:rPr>
              <a:t>Positivo: el modelo se quedó corto. Negativo: se pasó.</a:t>
            </a:r>
            <a:endParaRPr lang="en-US" sz="1250" dirty="0"/>
          </a:p>
        </p:txBody>
      </p:sp>
      <p:sp>
        <p:nvSpPr>
          <p:cNvPr id="9" name="Shape 7"/>
          <p:cNvSpPr/>
          <p:nvPr/>
        </p:nvSpPr>
        <p:spPr>
          <a:xfrm>
            <a:off x="502920" y="4297680"/>
            <a:ext cx="4206240" cy="1920240"/>
          </a:xfrm>
          <a:prstGeom prst="roundRect">
            <a:avLst>
              <a:gd name="adj" fmla="val 2857"/>
            </a:avLst>
          </a:prstGeom>
          <a:solidFill>
            <a:srgbClr val="FFFFFF"/>
          </a:solidFill>
          <a:ln w="9525">
            <a:solidFill>
              <a:srgbClr val="D2DBEC"/>
            </a:solidFill>
            <a:prstDash val="solid"/>
          </a:ln>
        </p:spPr>
      </p:sp>
      <p:sp>
        <p:nvSpPr>
          <p:cNvPr id="10" name="Shape 8"/>
          <p:cNvSpPr/>
          <p:nvPr/>
        </p:nvSpPr>
        <p:spPr>
          <a:xfrm>
            <a:off x="731520" y="4544568"/>
            <a:ext cx="128016" cy="128016"/>
          </a:xfrm>
          <a:prstGeom prst="roundRect">
            <a:avLst>
              <a:gd name="adj" fmla="val 21429"/>
            </a:avLst>
          </a:prstGeom>
          <a:solidFill>
            <a:srgbClr val="1A56E8"/>
          </a:solidFill>
          <a:ln w="12700">
            <a:solidFill>
              <a:srgbClr val="1A56E8"/>
            </a:solidFill>
            <a:prstDash val="solid"/>
          </a:ln>
        </p:spPr>
      </p:sp>
      <p:sp>
        <p:nvSpPr>
          <p:cNvPr id="11" name="Text 9"/>
          <p:cNvSpPr txBox="1"/>
          <p:nvPr/>
        </p:nvSpPr>
        <p:spPr>
          <a:xfrm>
            <a:off x="960120" y="4434840"/>
            <a:ext cx="356616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5 distritos, simplificados</a:t>
            </a:r>
            <a:endParaRPr lang="en-US" sz="1400" dirty="0"/>
          </a:p>
        </p:txBody>
      </p:sp>
      <p:sp>
        <p:nvSpPr>
          <p:cNvPr id="12" name="Text 10"/>
          <p:cNvSpPr txBox="1"/>
          <p:nvPr/>
        </p:nvSpPr>
        <p:spPr>
          <a:xfrm>
            <a:off x="731520" y="4800600"/>
            <a:ext cx="3749040" cy="1325880"/>
          </a:xfrm>
          <a:prstGeom prst="rect">
            <a:avLst/>
          </a:prstGeom>
          <a:noFill/>
          <a:ln/>
        </p:spPr>
        <p:txBody>
          <a:bodyPr wrap="square" lIns="0" tIns="0" rIns="0" bIns="0" rtlCol="0" anchor="t"/>
          <a:lstStyle/>
          <a:p>
            <a:pPr marL="0" indent="0">
              <a:spcAft>
                <a:spcPts val="400"/>
              </a:spcAft>
              <a:buNone/>
            </a:pPr>
            <a:r>
              <a:rPr lang="en-US" sz="1600" b="1" dirty="0">
                <a:solidFill>
                  <a:srgbClr val="0A2559"/>
                </a:solidFill>
                <a:latin typeface="Calibri" pitchFamily="34" charset="0"/>
                <a:ea typeface="Calibri" pitchFamily="34" charset="-122"/>
                <a:cs typeface="Calibri" pitchFamily="34" charset="-120"/>
              </a:rPr>
              <a:t>ŷ = 70 + 25 · x</a:t>
            </a:r>
            <a:endParaRPr lang="en-US" sz="1250" dirty="0"/>
          </a:p>
          <a:p>
            <a:pPr marL="0" indent="0">
              <a:spcAft>
                <a:spcPts val="400"/>
              </a:spcAft>
              <a:buNone/>
            </a:pPr>
            <a:r>
              <a:rPr lang="en-US" sz="600" dirty="0">
                <a:solidFill>
                  <a:srgbClr val="2C3A55"/>
                </a:solidFill>
                <a:latin typeface="Calibri" pitchFamily="34" charset="0"/>
                <a:ea typeface="Calibri" pitchFamily="34" charset="-122"/>
                <a:cs typeface="Calibri" pitchFamily="34" charset="-120"/>
              </a:rPr>
              <a:t> </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x: ingreso mediano (decenas de miles de USD). y: valor en miles de USD. Números redondos para la pizarra.</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983480" y="2103120"/>
          <a:ext cx="6702552" cy="914400"/>
        </p:xfrm>
        <a:graphic>
          <a:graphicData uri="http://schemas.openxmlformats.org/drawingml/2006/table">
            <a:tbl>
              <a:tblPr/>
              <a:tblGrid>
                <a:gridCol w="9144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97280">
                  <a:extLst>
                    <a:ext uri="{9D8B030D-6E8A-4147-A177-3AD203B41FA5}">
                      <a16:colId xmlns:a16="http://schemas.microsoft.com/office/drawing/2014/main" val="20003"/>
                    </a:ext>
                  </a:extLst>
                </a:gridCol>
                <a:gridCol w="822960">
                  <a:extLst>
                    <a:ext uri="{9D8B030D-6E8A-4147-A177-3AD203B41FA5}">
                      <a16:colId xmlns:a16="http://schemas.microsoft.com/office/drawing/2014/main" val="20004"/>
                    </a:ext>
                  </a:extLst>
                </a:gridCol>
                <a:gridCol w="822960">
                  <a:extLst>
                    <a:ext uri="{9D8B030D-6E8A-4147-A177-3AD203B41FA5}">
                      <a16:colId xmlns:a16="http://schemas.microsoft.com/office/drawing/2014/main" val="20005"/>
                    </a:ext>
                  </a:extLst>
                </a:gridCol>
                <a:gridCol w="1216152">
                  <a:extLst>
                    <a:ext uri="{9D8B030D-6E8A-4147-A177-3AD203B41FA5}">
                      <a16:colId xmlns:a16="http://schemas.microsoft.com/office/drawing/2014/main" val="20006"/>
                    </a:ext>
                  </a:extLst>
                </a:gridCol>
              </a:tblGrid>
              <a:tr h="45720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Distrito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y real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ŷ predicho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5720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170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195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5720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Suma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14" name="Text 11"/>
          <p:cNvSpPr txBox="1"/>
          <p:nvPr/>
        </p:nvSpPr>
        <p:spPr>
          <a:xfrm>
            <a:off x="4983480" y="5577840"/>
            <a:ext cx="6702552" cy="640080"/>
          </a:xfrm>
          <a:prstGeom prst="rect">
            <a:avLst/>
          </a:prstGeom>
          <a:noFill/>
          <a:ln/>
        </p:spPr>
        <p:txBody>
          <a:bodyPr wrap="square" lIns="0" tIns="0" rIns="0" bIns="0" rtlCol="0" anchor="t"/>
          <a:lstStyle/>
          <a:p>
            <a:pPr marL="0" indent="0">
              <a:spcAft>
                <a:spcPts val="400"/>
              </a:spcAft>
              <a:buNone/>
            </a:pPr>
            <a:r>
              <a:rPr lang="en-US" sz="1200" i="1" dirty="0">
                <a:solidFill>
                  <a:srgbClr val="5B6B87"/>
                </a:solidFill>
                <a:latin typeface="Calibri" pitchFamily="34" charset="0"/>
                <a:ea typeface="Calibri" pitchFamily="34" charset="-122"/>
                <a:cs typeface="Calibri" pitchFamily="34" charset="-120"/>
              </a:rPr>
              <a:t>Los residuos suman cero: los positivos y los negativos se cancelan. Por eso no se promedian tal cual, sino su valor absoluto o su cuadrado.</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Cinco métricas, cinco preguntas distintas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Todas se calculan con los mismos residuos. Lo que cambia es qué castigan y en qué unidad responden.</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914400"/>
        </p:xfrm>
        <a:graphic>
          <a:graphicData uri="http://schemas.openxmlformats.org/drawingml/2006/table">
            <a:tbl>
              <a:tblPr/>
              <a:tblGrid>
                <a:gridCol w="10058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3822192">
                  <a:extLst>
                    <a:ext uri="{9D8B030D-6E8A-4147-A177-3AD203B41FA5}">
                      <a16:colId xmlns:a16="http://schemas.microsoft.com/office/drawing/2014/main" val="20004"/>
                    </a:ext>
                  </a:extLst>
                </a:gridCol>
              </a:tblGrid>
              <a:tr h="50292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Métrica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Cómo se calcula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En el ejemplo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Unidad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lee como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502920">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promedio de |e|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20 / 5 = 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miles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 promedio me equivoco por 4 mil</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promedio de e²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150 / 5 = 30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(miles USD)²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unidad rara: sirve para calcular, no para contar</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150" b="1" dirty="0">
                          <a:solidFill>
                            <a:srgbClr val="1A56E8"/>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raíz del 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√30 = 5.48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miles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como el MAE, pero castiga más los errores grandes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1 − Σe² / Σ(y − ȳ)²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1 − 150 / 6 400 = 0.977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sin unidad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explico el 97.7 % de lo que no explica el promedio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MAPE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promedio de |e| / 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2.4 %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en promedio me equivoco en un 2.4 %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5303520"/>
            <a:ext cx="3611880" cy="914400"/>
          </a:xfrm>
          <a:prstGeom prst="roundRect">
            <a:avLst>
              <a:gd name="adj" fmla="val 6000"/>
            </a:avLst>
          </a:prstGeom>
          <a:solidFill>
            <a:srgbClr val="E9EEF8"/>
          </a:solidFill>
          <a:ln w="9525">
            <a:solidFill>
              <a:srgbClr val="D2DBEC"/>
            </a:solidFill>
            <a:prstDash val="solid"/>
          </a:ln>
        </p:spPr>
      </p:sp>
      <p:sp>
        <p:nvSpPr>
          <p:cNvPr id="8" name="Text 5"/>
          <p:cNvSpPr txBox="1"/>
          <p:nvPr/>
        </p:nvSpPr>
        <p:spPr>
          <a:xfrm>
            <a:off x="731520" y="5303520"/>
            <a:ext cx="3200400" cy="91440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ȳ </a:t>
            </a:r>
            <a:r>
              <a:rPr lang="en-US" sz="1250" dirty="0">
                <a:solidFill>
                  <a:srgbClr val="2C3A55"/>
                </a:solidFill>
                <a:latin typeface="Calibri" pitchFamily="34" charset="0"/>
                <a:ea typeface="Calibri" pitchFamily="34" charset="-122"/>
                <a:cs typeface="Calibri" pitchFamily="34" charset="-120"/>
              </a:rPr>
              <a:t>«ye barra» = el promedio de y. Aquí 170.</a:t>
            </a:r>
            <a:endParaRPr lang="en-US" sz="1250" dirty="0"/>
          </a:p>
        </p:txBody>
      </p:sp>
      <p:sp>
        <p:nvSpPr>
          <p:cNvPr id="9" name="Shape 6"/>
          <p:cNvSpPr/>
          <p:nvPr/>
        </p:nvSpPr>
        <p:spPr>
          <a:xfrm>
            <a:off x="4297680" y="5303520"/>
            <a:ext cx="7388352" cy="914400"/>
          </a:xfrm>
          <a:prstGeom prst="roundRect">
            <a:avLst>
              <a:gd name="adj" fmla="val 6000"/>
            </a:avLst>
          </a:prstGeom>
          <a:solidFill>
            <a:srgbClr val="0A2559"/>
          </a:solidFill>
          <a:ln w="9525">
            <a:solidFill>
              <a:srgbClr val="0A2559"/>
            </a:solidFill>
            <a:prstDash val="solid"/>
          </a:ln>
        </p:spPr>
      </p:sp>
      <p:sp>
        <p:nvSpPr>
          <p:cNvPr id="10" name="Text 7"/>
          <p:cNvSpPr txBox="1"/>
          <p:nvPr/>
        </p:nvSpPr>
        <p:spPr>
          <a:xfrm>
            <a:off x="4526280" y="5303520"/>
            <a:ext cx="6949440" cy="914400"/>
          </a:xfrm>
          <a:prstGeom prst="rect">
            <a:avLst/>
          </a:prstGeom>
          <a:noFill/>
          <a:ln/>
        </p:spPr>
        <p:txBody>
          <a:bodyPr wrap="square" lIns="0" tIns="0" rIns="0" bIns="0" rtlCol="0" anchor="ctr"/>
          <a:lstStyle/>
          <a:p>
            <a:pPr marL="0" indent="0">
              <a:spcAft>
                <a:spcPts val="400"/>
              </a:spcAft>
              <a:buNone/>
            </a:pPr>
            <a:r>
              <a:rPr lang="en-US" sz="1250" b="1" dirty="0">
                <a:solidFill>
                  <a:srgbClr val="FFFFFF"/>
                </a:solidFill>
                <a:latin typeface="Calibri" pitchFamily="34" charset="0"/>
                <a:ea typeface="Calibri" pitchFamily="34" charset="-122"/>
                <a:cs typeface="Calibri" pitchFamily="34" charset="-120"/>
              </a:rPr>
              <a:t>Error o acierto: </a:t>
            </a:r>
            <a:r>
              <a:rPr lang="en-US" sz="1250" dirty="0">
                <a:solidFill>
                  <a:srgbClr val="C9D4EA"/>
                </a:solidFill>
                <a:latin typeface="Calibri" pitchFamily="34" charset="0"/>
                <a:ea typeface="Calibri" pitchFamily="34" charset="-122"/>
                <a:cs typeface="Calibri" pitchFamily="34" charset="-120"/>
              </a:rPr>
              <a:t>MAE, MSE, RMSE y MAPE miden error (mejor si es BAJO). R² mide cuánto explicas (mejor si es ALTO, máximo 1).</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Dos trampas: un error enorme y una casa barata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Las métricas no reaccionan igual. Saber cómo reacciona cada una es saber cuál usar.</a:t>
            </a:r>
            <a:endParaRPr lang="en-US" sz="1400" dirty="0"/>
          </a:p>
        </p:txBody>
      </p:sp>
      <p:sp>
        <p:nvSpPr>
          <p:cNvPr id="6" name="Shape 4"/>
          <p:cNvSpPr/>
          <p:nvPr/>
        </p:nvSpPr>
        <p:spPr>
          <a:xfrm>
            <a:off x="502920" y="2103120"/>
            <a:ext cx="6583680" cy="2834640"/>
          </a:xfrm>
          <a:prstGeom prst="roundRect">
            <a:avLst>
              <a:gd name="adj" fmla="val 1935"/>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1A56E8"/>
          </a:solidFill>
          <a:ln w="12700">
            <a:solidFill>
              <a:srgbClr val="1A56E8"/>
            </a:solidFill>
            <a:prstDash val="solid"/>
          </a:ln>
        </p:spPr>
      </p:sp>
      <p:sp>
        <p:nvSpPr>
          <p:cNvPr id="8" name="Text 6"/>
          <p:cNvSpPr txBox="1"/>
          <p:nvPr/>
        </p:nvSpPr>
        <p:spPr>
          <a:xfrm>
            <a:off x="960120" y="2240280"/>
            <a:ext cx="594360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Si con el distrito 3 nos equivocamos por 100 mil en vez de 10</a:t>
            </a:r>
            <a:endParaRPr lang="en-US" sz="1400" dirty="0"/>
          </a:p>
        </p:txBody>
      </p:sp>
      <p:sp>
        <p:nvSpPr>
          <p:cNvPr id="9" name="Text 7"/>
          <p:cNvSpPr txBox="1"/>
          <p:nvPr/>
        </p:nvSpPr>
        <p:spPr>
          <a:xfrm>
            <a:off x="777240" y="2743200"/>
            <a:ext cx="1097280" cy="731520"/>
          </a:xfrm>
          <a:prstGeom prst="rect">
            <a:avLst/>
          </a:prstGeom>
          <a:noFill/>
          <a:ln/>
        </p:spPr>
        <p:txBody>
          <a:bodyPr wrap="square" lIns="0" tIns="0" rIns="0" bIns="0" rtlCol="0" anchor="ctr"/>
          <a:lstStyle/>
          <a:p>
            <a:pPr marL="0" indent="0">
              <a:buNone/>
            </a:pPr>
            <a:r>
              <a:rPr lang="en-US" sz="1800" b="1" dirty="0">
                <a:solidFill>
                  <a:srgbClr val="0A2559"/>
                </a:solidFill>
                <a:latin typeface="Calibri" pitchFamily="34" charset="0"/>
                <a:ea typeface="Calibri" pitchFamily="34" charset="-122"/>
                <a:cs typeface="Calibri" pitchFamily="34" charset="-120"/>
              </a:rPr>
              <a:t>MAE</a:t>
            </a:r>
            <a:endParaRPr lang="en-US" sz="1800" dirty="0"/>
          </a:p>
        </p:txBody>
      </p:sp>
      <p:sp>
        <p:nvSpPr>
          <p:cNvPr id="10" name="Text 8"/>
          <p:cNvSpPr txBox="1"/>
          <p:nvPr/>
        </p:nvSpPr>
        <p:spPr>
          <a:xfrm>
            <a:off x="1920240" y="2743200"/>
            <a:ext cx="1188720" cy="731520"/>
          </a:xfrm>
          <a:prstGeom prst="rect">
            <a:avLst/>
          </a:prstGeom>
          <a:noFill/>
          <a:ln/>
        </p:spPr>
        <p:txBody>
          <a:bodyPr wrap="square" lIns="0" tIns="0" rIns="0" bIns="0" rtlCol="0" anchor="ctr"/>
          <a:lstStyle/>
          <a:p>
            <a:pPr marL="0" indent="0" algn="r">
              <a:buNone/>
            </a:pPr>
            <a:r>
              <a:rPr lang="en-US" sz="2400" dirty="0">
                <a:solidFill>
                  <a:srgbClr val="5B6B87"/>
                </a:solidFill>
                <a:latin typeface="Calibri" pitchFamily="34" charset="0"/>
                <a:ea typeface="Calibri" pitchFamily="34" charset="-122"/>
                <a:cs typeface="Calibri" pitchFamily="34" charset="-120"/>
              </a:rPr>
              <a:t>4</a:t>
            </a:r>
            <a:endParaRPr lang="en-US" sz="2400" dirty="0"/>
          </a:p>
        </p:txBody>
      </p:sp>
      <p:sp>
        <p:nvSpPr>
          <p:cNvPr id="11" name="Text 9"/>
          <p:cNvSpPr txBox="1"/>
          <p:nvPr/>
        </p:nvSpPr>
        <p:spPr>
          <a:xfrm>
            <a:off x="3154680" y="2743200"/>
            <a:ext cx="548640" cy="731520"/>
          </a:xfrm>
          <a:prstGeom prst="rect">
            <a:avLst/>
          </a:prstGeom>
          <a:noFill/>
          <a:ln/>
        </p:spPr>
        <p:txBody>
          <a:bodyPr wrap="square" lIns="0" tIns="0" rIns="0" bIns="0" rtlCol="0" anchor="ctr"/>
          <a:lstStyle/>
          <a:p>
            <a:pPr marL="0" indent="0" algn="ctr">
              <a:buNone/>
            </a:pPr>
            <a:r>
              <a:rPr lang="en-US" sz="2400" dirty="0">
                <a:solidFill>
                  <a:srgbClr val="5B6B87"/>
                </a:solidFill>
                <a:latin typeface="Calibri" pitchFamily="34" charset="0"/>
                <a:ea typeface="Calibri" pitchFamily="34" charset="-122"/>
                <a:cs typeface="Calibri" pitchFamily="34" charset="-120"/>
              </a:rPr>
              <a:t>→</a:t>
            </a:r>
            <a:endParaRPr lang="en-US" sz="2400" dirty="0"/>
          </a:p>
        </p:txBody>
      </p:sp>
      <p:sp>
        <p:nvSpPr>
          <p:cNvPr id="12" name="Text 10"/>
          <p:cNvSpPr txBox="1"/>
          <p:nvPr/>
        </p:nvSpPr>
        <p:spPr>
          <a:xfrm>
            <a:off x="3703320" y="2743200"/>
            <a:ext cx="1463040" cy="731520"/>
          </a:xfrm>
          <a:prstGeom prst="rect">
            <a:avLst/>
          </a:prstGeom>
          <a:noFill/>
          <a:ln/>
        </p:spPr>
        <p:txBody>
          <a:bodyPr wrap="square" lIns="0" tIns="0" rIns="0" bIns="0" rtlCol="0" anchor="ctr"/>
          <a:lstStyle/>
          <a:p>
            <a:pPr marL="0" indent="0">
              <a:buNone/>
            </a:pPr>
            <a:r>
              <a:rPr lang="en-US" sz="3200" b="1" dirty="0">
                <a:solidFill>
                  <a:srgbClr val="1A56E8"/>
                </a:solidFill>
                <a:latin typeface="Calibri" pitchFamily="34" charset="0"/>
                <a:ea typeface="Calibri" pitchFamily="34" charset="-122"/>
                <a:cs typeface="Calibri" pitchFamily="34" charset="-120"/>
              </a:rPr>
              <a:t>22</a:t>
            </a:r>
            <a:endParaRPr lang="en-US" sz="3200" dirty="0"/>
          </a:p>
        </p:txBody>
      </p:sp>
      <p:sp>
        <p:nvSpPr>
          <p:cNvPr id="13" name="Text 11"/>
          <p:cNvSpPr txBox="1"/>
          <p:nvPr/>
        </p:nvSpPr>
        <p:spPr>
          <a:xfrm>
            <a:off x="5303520" y="2743200"/>
            <a:ext cx="1463040" cy="731520"/>
          </a:xfrm>
          <a:prstGeom prst="rect">
            <a:avLst/>
          </a:prstGeom>
          <a:noFill/>
          <a:ln/>
        </p:spPr>
        <p:txBody>
          <a:bodyPr wrap="square" lIns="0" tIns="0" rIns="0" bIns="0" rtlCol="0" anchor="ctr"/>
          <a:lstStyle/>
          <a:p>
            <a:pPr marL="0" indent="0">
              <a:buNone/>
            </a:pPr>
            <a:r>
              <a:rPr lang="en-US" sz="2000" b="1" dirty="0">
                <a:solidFill>
                  <a:srgbClr val="1A56E8"/>
                </a:solidFill>
                <a:latin typeface="Calibri" pitchFamily="34" charset="0"/>
                <a:ea typeface="Calibri" pitchFamily="34" charset="-122"/>
                <a:cs typeface="Calibri" pitchFamily="34" charset="-120"/>
              </a:rPr>
              <a:t>× 5.5</a:t>
            </a:r>
            <a:endParaRPr lang="en-US" sz="2000" dirty="0"/>
          </a:p>
        </p:txBody>
      </p:sp>
      <p:sp>
        <p:nvSpPr>
          <p:cNvPr id="14" name="Text 12"/>
          <p:cNvSpPr txBox="1"/>
          <p:nvPr/>
        </p:nvSpPr>
        <p:spPr>
          <a:xfrm>
            <a:off x="777240" y="3749040"/>
            <a:ext cx="1097280" cy="731520"/>
          </a:xfrm>
          <a:prstGeom prst="rect">
            <a:avLst/>
          </a:prstGeom>
          <a:noFill/>
          <a:ln/>
        </p:spPr>
        <p:txBody>
          <a:bodyPr wrap="square" lIns="0" tIns="0" rIns="0" bIns="0" rtlCol="0" anchor="ctr"/>
          <a:lstStyle/>
          <a:p>
            <a:pPr marL="0" indent="0">
              <a:buNone/>
            </a:pPr>
            <a:r>
              <a:rPr lang="en-US" sz="1800" b="1" dirty="0">
                <a:solidFill>
                  <a:srgbClr val="0A2559"/>
                </a:solidFill>
                <a:latin typeface="Calibri" pitchFamily="34" charset="0"/>
                <a:ea typeface="Calibri" pitchFamily="34" charset="-122"/>
                <a:cs typeface="Calibri" pitchFamily="34" charset="-120"/>
              </a:rPr>
              <a:t>RMSE</a:t>
            </a:r>
            <a:endParaRPr lang="en-US" sz="1800" dirty="0"/>
          </a:p>
        </p:txBody>
      </p:sp>
      <p:sp>
        <p:nvSpPr>
          <p:cNvPr id="15" name="Text 13"/>
          <p:cNvSpPr txBox="1"/>
          <p:nvPr/>
        </p:nvSpPr>
        <p:spPr>
          <a:xfrm>
            <a:off x="1920240" y="3749040"/>
            <a:ext cx="1188720" cy="731520"/>
          </a:xfrm>
          <a:prstGeom prst="rect">
            <a:avLst/>
          </a:prstGeom>
          <a:noFill/>
          <a:ln/>
        </p:spPr>
        <p:txBody>
          <a:bodyPr wrap="square" lIns="0" tIns="0" rIns="0" bIns="0" rtlCol="0" anchor="ctr"/>
          <a:lstStyle/>
          <a:p>
            <a:pPr marL="0" indent="0" algn="r">
              <a:buNone/>
            </a:pPr>
            <a:r>
              <a:rPr lang="en-US" sz="2400" dirty="0">
                <a:solidFill>
                  <a:srgbClr val="5B6B87"/>
                </a:solidFill>
                <a:latin typeface="Calibri" pitchFamily="34" charset="0"/>
                <a:ea typeface="Calibri" pitchFamily="34" charset="-122"/>
                <a:cs typeface="Calibri" pitchFamily="34" charset="-120"/>
              </a:rPr>
              <a:t>5.5</a:t>
            </a:r>
            <a:endParaRPr lang="en-US" sz="2400" dirty="0"/>
          </a:p>
        </p:txBody>
      </p:sp>
      <p:sp>
        <p:nvSpPr>
          <p:cNvPr id="16" name="Text 14"/>
          <p:cNvSpPr txBox="1"/>
          <p:nvPr/>
        </p:nvSpPr>
        <p:spPr>
          <a:xfrm>
            <a:off x="3154680" y="3749040"/>
            <a:ext cx="548640" cy="731520"/>
          </a:xfrm>
          <a:prstGeom prst="rect">
            <a:avLst/>
          </a:prstGeom>
          <a:noFill/>
          <a:ln/>
        </p:spPr>
        <p:txBody>
          <a:bodyPr wrap="square" lIns="0" tIns="0" rIns="0" bIns="0" rtlCol="0" anchor="ctr"/>
          <a:lstStyle/>
          <a:p>
            <a:pPr marL="0" indent="0" algn="ctr">
              <a:buNone/>
            </a:pPr>
            <a:r>
              <a:rPr lang="en-US" sz="2400" dirty="0">
                <a:solidFill>
                  <a:srgbClr val="5B6B87"/>
                </a:solidFill>
                <a:latin typeface="Calibri" pitchFamily="34" charset="0"/>
                <a:ea typeface="Calibri" pitchFamily="34" charset="-122"/>
                <a:cs typeface="Calibri" pitchFamily="34" charset="-120"/>
              </a:rPr>
              <a:t>→</a:t>
            </a:r>
            <a:endParaRPr lang="en-US" sz="2400" dirty="0"/>
          </a:p>
        </p:txBody>
      </p:sp>
      <p:sp>
        <p:nvSpPr>
          <p:cNvPr id="17" name="Text 15"/>
          <p:cNvSpPr txBox="1"/>
          <p:nvPr/>
        </p:nvSpPr>
        <p:spPr>
          <a:xfrm>
            <a:off x="3703320" y="3749040"/>
            <a:ext cx="1463040" cy="731520"/>
          </a:xfrm>
          <a:prstGeom prst="rect">
            <a:avLst/>
          </a:prstGeom>
          <a:noFill/>
          <a:ln/>
        </p:spPr>
        <p:txBody>
          <a:bodyPr wrap="square" lIns="0" tIns="0" rIns="0" bIns="0" rtlCol="0" anchor="ctr"/>
          <a:lstStyle/>
          <a:p>
            <a:pPr marL="0" indent="0">
              <a:buNone/>
            </a:pPr>
            <a:r>
              <a:rPr lang="en-US" sz="3200" b="1" dirty="0">
                <a:solidFill>
                  <a:srgbClr val="E6115E"/>
                </a:solidFill>
                <a:latin typeface="Calibri" pitchFamily="34" charset="0"/>
                <a:ea typeface="Calibri" pitchFamily="34" charset="-122"/>
                <a:cs typeface="Calibri" pitchFamily="34" charset="-120"/>
              </a:rPr>
              <a:t>44.8</a:t>
            </a:r>
            <a:endParaRPr lang="en-US" sz="3200" dirty="0"/>
          </a:p>
        </p:txBody>
      </p:sp>
      <p:sp>
        <p:nvSpPr>
          <p:cNvPr id="18" name="Text 16"/>
          <p:cNvSpPr txBox="1"/>
          <p:nvPr/>
        </p:nvSpPr>
        <p:spPr>
          <a:xfrm>
            <a:off x="5303520" y="3749040"/>
            <a:ext cx="1463040" cy="731520"/>
          </a:xfrm>
          <a:prstGeom prst="rect">
            <a:avLst/>
          </a:prstGeom>
          <a:noFill/>
          <a:ln/>
        </p:spPr>
        <p:txBody>
          <a:bodyPr wrap="square" lIns="0" tIns="0" rIns="0" bIns="0" rtlCol="0" anchor="ctr"/>
          <a:lstStyle/>
          <a:p>
            <a:pPr marL="0" indent="0">
              <a:buNone/>
            </a:pPr>
            <a:r>
              <a:rPr lang="en-US" sz="2000" b="1" dirty="0">
                <a:solidFill>
                  <a:srgbClr val="E6115E"/>
                </a:solidFill>
                <a:latin typeface="Calibri" pitchFamily="34" charset="0"/>
                <a:ea typeface="Calibri" pitchFamily="34" charset="-122"/>
                <a:cs typeface="Calibri" pitchFamily="34" charset="-120"/>
              </a:rPr>
              <a:t>× 8.2</a:t>
            </a:r>
            <a:endParaRPr lang="en-US" sz="2000" dirty="0"/>
          </a:p>
        </p:txBody>
      </p:sp>
      <p:sp>
        <p:nvSpPr>
          <p:cNvPr id="19" name="Text 17"/>
          <p:cNvSpPr txBox="1"/>
          <p:nvPr/>
        </p:nvSpPr>
        <p:spPr>
          <a:xfrm>
            <a:off x="777240" y="4572000"/>
            <a:ext cx="6126480" cy="274320"/>
          </a:xfrm>
          <a:prstGeom prst="rect">
            <a:avLst/>
          </a:prstGeom>
          <a:noFill/>
          <a:ln/>
        </p:spPr>
        <p:txBody>
          <a:bodyPr wrap="square" lIns="0" tIns="0" rIns="0" bIns="0" rtlCol="0" anchor="t"/>
          <a:lstStyle/>
          <a:p>
            <a:pPr marL="0" indent="0">
              <a:spcAft>
                <a:spcPts val="400"/>
              </a:spcAft>
              <a:buNone/>
            </a:pPr>
            <a:r>
              <a:rPr lang="en-US" sz="1200" i="1" dirty="0">
                <a:solidFill>
                  <a:srgbClr val="5B6B87"/>
                </a:solidFill>
                <a:latin typeface="Calibri" pitchFamily="34" charset="0"/>
                <a:ea typeface="Calibri" pitchFamily="34" charset="-122"/>
                <a:cs typeface="Calibri" pitchFamily="34" charset="-120"/>
              </a:rPr>
              <a:t>Al elevar al cuadrado, un error 10 veces mayor pesa 100 veces más.</a:t>
            </a:r>
            <a:endParaRPr lang="en-US" sz="1200" dirty="0"/>
          </a:p>
        </p:txBody>
      </p:sp>
      <p:sp>
        <p:nvSpPr>
          <p:cNvPr id="20" name="Shape 18"/>
          <p:cNvSpPr/>
          <p:nvPr/>
        </p:nvSpPr>
        <p:spPr>
          <a:xfrm>
            <a:off x="7360920" y="2103120"/>
            <a:ext cx="4325112" cy="2834640"/>
          </a:xfrm>
          <a:prstGeom prst="roundRect">
            <a:avLst>
              <a:gd name="adj" fmla="val 1935"/>
            </a:avLst>
          </a:prstGeom>
          <a:solidFill>
            <a:srgbClr val="0A2559"/>
          </a:solidFill>
          <a:ln w="9525">
            <a:solidFill>
              <a:srgbClr val="0A2559"/>
            </a:solidFill>
            <a:prstDash val="solid"/>
          </a:ln>
        </p:spPr>
      </p:sp>
      <p:sp>
        <p:nvSpPr>
          <p:cNvPr id="21" name="Shape 19"/>
          <p:cNvSpPr/>
          <p:nvPr/>
        </p:nvSpPr>
        <p:spPr>
          <a:xfrm>
            <a:off x="7589520" y="2350008"/>
            <a:ext cx="128016" cy="128016"/>
          </a:xfrm>
          <a:prstGeom prst="roundRect">
            <a:avLst>
              <a:gd name="adj" fmla="val 21429"/>
            </a:avLst>
          </a:prstGeom>
          <a:solidFill>
            <a:srgbClr val="E6115E"/>
          </a:solidFill>
          <a:ln w="12700">
            <a:solidFill>
              <a:srgbClr val="E6115E"/>
            </a:solidFill>
            <a:prstDash val="solid"/>
          </a:ln>
        </p:spPr>
      </p:sp>
      <p:sp>
        <p:nvSpPr>
          <p:cNvPr id="22" name="Text 20"/>
          <p:cNvSpPr txBox="1"/>
          <p:nvPr/>
        </p:nvSpPr>
        <p:spPr>
          <a:xfrm>
            <a:off x="7818120" y="2240280"/>
            <a:ext cx="3685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trampa del MAPE</a:t>
            </a:r>
            <a:endParaRPr lang="en-US" sz="1400" dirty="0"/>
          </a:p>
        </p:txBody>
      </p:sp>
      <p:sp>
        <p:nvSpPr>
          <p:cNvPr id="23" name="Text 21"/>
          <p:cNvSpPr txBox="1"/>
          <p:nvPr/>
        </p:nvSpPr>
        <p:spPr>
          <a:xfrm>
            <a:off x="7589520" y="2606040"/>
            <a:ext cx="3840480" cy="868680"/>
          </a:xfrm>
          <a:prstGeom prst="rect">
            <a:avLst/>
          </a:prstGeom>
          <a:noFill/>
          <a:ln/>
        </p:spPr>
        <p:txBody>
          <a:bodyPr wrap="square" lIns="0" tIns="0" rIns="0" bIns="0" rtlCol="0" anchor="ctr"/>
          <a:lstStyle/>
          <a:p>
            <a:pPr marL="0" indent="0">
              <a:buNone/>
            </a:pPr>
            <a:r>
              <a:rPr lang="en-US" sz="4800" b="1" dirty="0">
                <a:solidFill>
                  <a:srgbClr val="FF6B9A"/>
                </a:solidFill>
                <a:latin typeface="Calibri" pitchFamily="34" charset="0"/>
                <a:ea typeface="Calibri" pitchFamily="34" charset="-122"/>
                <a:cs typeface="Calibri" pitchFamily="34" charset="-120"/>
              </a:rPr>
              <a:t>667 %</a:t>
            </a:r>
            <a:endParaRPr lang="en-US" sz="4800" dirty="0"/>
          </a:p>
        </p:txBody>
      </p:sp>
      <p:sp>
        <p:nvSpPr>
          <p:cNvPr id="24" name="Text 22"/>
          <p:cNvSpPr txBox="1"/>
          <p:nvPr/>
        </p:nvSpPr>
        <p:spPr>
          <a:xfrm>
            <a:off x="7589520" y="3520440"/>
            <a:ext cx="3886200" cy="137160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El distrito más barato del dataset vale 15 mil USD. Predecir 115 mil es un error de 100 mil que cuenta como 667 %. El mismo error en una casa de 500 mil es un 20 %.</a:t>
            </a:r>
            <a:endParaRPr lang="en-US" sz="1200" dirty="0"/>
          </a:p>
        </p:txBody>
      </p:sp>
      <p:sp>
        <p:nvSpPr>
          <p:cNvPr id="25" name="Shape 23"/>
          <p:cNvSpPr/>
          <p:nvPr/>
        </p:nvSpPr>
        <p:spPr>
          <a:xfrm>
            <a:off x="502920" y="5166360"/>
            <a:ext cx="3630168" cy="1051560"/>
          </a:xfrm>
          <a:prstGeom prst="roundRect">
            <a:avLst>
              <a:gd name="adj" fmla="val 5217"/>
            </a:avLst>
          </a:prstGeom>
          <a:solidFill>
            <a:srgbClr val="E9EEF8"/>
          </a:solidFill>
          <a:ln w="9525">
            <a:solidFill>
              <a:srgbClr val="D2DBEC"/>
            </a:solidFill>
            <a:prstDash val="solid"/>
          </a:ln>
        </p:spPr>
      </p:sp>
      <p:sp>
        <p:nvSpPr>
          <p:cNvPr id="26" name="Text 24"/>
          <p:cNvSpPr txBox="1"/>
          <p:nvPr/>
        </p:nvSpPr>
        <p:spPr>
          <a:xfrm>
            <a:off x="731520" y="5166360"/>
            <a:ext cx="3200400" cy="1051560"/>
          </a:xfrm>
          <a:prstGeom prst="rect">
            <a:avLst/>
          </a:prstGeom>
          <a:noFill/>
          <a:ln/>
        </p:spPr>
        <p:txBody>
          <a:bodyPr wrap="square" lIns="0" tIns="0" rIns="0" bIns="0" rtlCol="0" anchor="ctr"/>
          <a:lstStyle/>
          <a:p>
            <a:pPr marL="0" indent="0">
              <a:spcAft>
                <a:spcPts val="400"/>
              </a:spcAft>
              <a:buNone/>
            </a:pPr>
            <a:r>
              <a:rPr lang="en-US" sz="1250" b="1" dirty="0">
                <a:solidFill>
                  <a:srgbClr val="1A56E8"/>
                </a:solidFill>
                <a:latin typeface="Calibri" pitchFamily="34" charset="0"/>
                <a:ea typeface="Calibri" pitchFamily="34" charset="-122"/>
                <a:cs typeface="Calibri" pitchFamily="34" charset="-120"/>
              </a:rPr>
              <a:t>Usa MAE </a:t>
            </a:r>
            <a:r>
              <a:rPr lang="en-US" sz="1250" dirty="0">
                <a:solidFill>
                  <a:srgbClr val="2C3A55"/>
                </a:solidFill>
                <a:latin typeface="Calibri" pitchFamily="34" charset="0"/>
                <a:ea typeface="Calibri" pitchFamily="34" charset="-122"/>
                <a:cs typeface="Calibri" pitchFamily="34" charset="-120"/>
              </a:rPr>
              <a:t>si un error de 100 mil es «solo» diez veces peor que uno de 10 mil.</a:t>
            </a:r>
            <a:endParaRPr lang="en-US" sz="1250" dirty="0"/>
          </a:p>
        </p:txBody>
      </p:sp>
      <p:sp>
        <p:nvSpPr>
          <p:cNvPr id="27" name="Shape 25"/>
          <p:cNvSpPr/>
          <p:nvPr/>
        </p:nvSpPr>
        <p:spPr>
          <a:xfrm>
            <a:off x="4279392" y="5166360"/>
            <a:ext cx="3630168" cy="1051560"/>
          </a:xfrm>
          <a:prstGeom prst="roundRect">
            <a:avLst>
              <a:gd name="adj" fmla="val 5217"/>
            </a:avLst>
          </a:prstGeom>
          <a:solidFill>
            <a:srgbClr val="E9EEF8"/>
          </a:solidFill>
          <a:ln w="9525">
            <a:solidFill>
              <a:srgbClr val="D2DBEC"/>
            </a:solidFill>
            <a:prstDash val="solid"/>
          </a:ln>
        </p:spPr>
      </p:sp>
      <p:sp>
        <p:nvSpPr>
          <p:cNvPr id="28" name="Text 26"/>
          <p:cNvSpPr txBox="1"/>
          <p:nvPr/>
        </p:nvSpPr>
        <p:spPr>
          <a:xfrm>
            <a:off x="4507992" y="5166360"/>
            <a:ext cx="3200400" cy="1051560"/>
          </a:xfrm>
          <a:prstGeom prst="rect">
            <a:avLst/>
          </a:prstGeom>
          <a:noFill/>
          <a:ln/>
        </p:spPr>
        <p:txBody>
          <a:bodyPr wrap="square" lIns="0" tIns="0" rIns="0" bIns="0" rtlCol="0" anchor="ctr"/>
          <a:lstStyle/>
          <a:p>
            <a:pPr marL="0" indent="0">
              <a:spcAft>
                <a:spcPts val="400"/>
              </a:spcAft>
              <a:buNone/>
            </a:pPr>
            <a:r>
              <a:rPr lang="en-US" sz="1250" b="1" dirty="0">
                <a:solidFill>
                  <a:srgbClr val="E6115E"/>
                </a:solidFill>
                <a:latin typeface="Calibri" pitchFamily="34" charset="0"/>
                <a:ea typeface="Calibri" pitchFamily="34" charset="-122"/>
                <a:cs typeface="Calibri" pitchFamily="34" charset="-120"/>
              </a:rPr>
              <a:t>Usa RMSE </a:t>
            </a:r>
            <a:r>
              <a:rPr lang="en-US" sz="1250" dirty="0">
                <a:solidFill>
                  <a:srgbClr val="2C3A55"/>
                </a:solidFill>
                <a:latin typeface="Calibri" pitchFamily="34" charset="0"/>
                <a:ea typeface="Calibri" pitchFamily="34" charset="-122"/>
                <a:cs typeface="Calibri" pitchFamily="34" charset="-120"/>
              </a:rPr>
              <a:t>si los errores grandes son mucho más graves (una garantía sobrevalorada).</a:t>
            </a:r>
            <a:endParaRPr lang="en-US" sz="1250" dirty="0"/>
          </a:p>
        </p:txBody>
      </p:sp>
      <p:sp>
        <p:nvSpPr>
          <p:cNvPr id="29" name="Shape 27"/>
          <p:cNvSpPr/>
          <p:nvPr/>
        </p:nvSpPr>
        <p:spPr>
          <a:xfrm>
            <a:off x="8055864" y="5166360"/>
            <a:ext cx="3630168" cy="1051560"/>
          </a:xfrm>
          <a:prstGeom prst="roundRect">
            <a:avLst>
              <a:gd name="adj" fmla="val 5217"/>
            </a:avLst>
          </a:prstGeom>
          <a:solidFill>
            <a:srgbClr val="E9EEF8"/>
          </a:solidFill>
          <a:ln w="9525">
            <a:solidFill>
              <a:srgbClr val="D2DBEC"/>
            </a:solidFill>
            <a:prstDash val="solid"/>
          </a:ln>
        </p:spPr>
      </p:sp>
      <p:sp>
        <p:nvSpPr>
          <p:cNvPr id="30" name="Text 28"/>
          <p:cNvSpPr txBox="1"/>
          <p:nvPr/>
        </p:nvSpPr>
        <p:spPr>
          <a:xfrm>
            <a:off x="8284464" y="5166360"/>
            <a:ext cx="3200400" cy="1051560"/>
          </a:xfrm>
          <a:prstGeom prst="rect">
            <a:avLst/>
          </a:prstGeom>
          <a:noFill/>
          <a:ln/>
        </p:spPr>
        <p:txBody>
          <a:bodyPr wrap="square" lIns="0" tIns="0" rIns="0" bIns="0" rtlCol="0" anchor="ctr"/>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Mira las dos </a:t>
            </a:r>
            <a:r>
              <a:rPr lang="en-US" sz="1250" dirty="0">
                <a:solidFill>
                  <a:srgbClr val="2C3A55"/>
                </a:solidFill>
                <a:latin typeface="Calibri" pitchFamily="34" charset="0"/>
                <a:ea typeface="Calibri" pitchFamily="34" charset="-122"/>
                <a:cs typeface="Calibri" pitchFamily="34" charset="-120"/>
              </a:rPr>
              <a:t>si RMSE ≫ MAE, hay unos pocos errores enormes escondidos.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1</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R²: cuánto mejor que predecir el promedio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La regla trivial de la regresión es predecir siempre ȳ. R² mide qué parte de ese error te ahorras.</a:t>
            </a:r>
            <a:endParaRPr lang="en-US" sz="1400" dirty="0"/>
          </a:p>
        </p:txBody>
      </p:sp>
      <p:sp>
        <p:nvSpPr>
          <p:cNvPr id="6" name="Shape 4"/>
          <p:cNvSpPr/>
          <p:nvPr/>
        </p:nvSpPr>
        <p:spPr>
          <a:xfrm>
            <a:off x="502920" y="2103120"/>
            <a:ext cx="6583680" cy="3017520"/>
          </a:xfrm>
          <a:prstGeom prst="roundRect">
            <a:avLst>
              <a:gd name="adj" fmla="val 1818"/>
            </a:avLst>
          </a:prstGeom>
          <a:solidFill>
            <a:srgbClr val="FFFFFF"/>
          </a:solidFill>
          <a:ln w="9525">
            <a:solidFill>
              <a:srgbClr val="D2DBEC"/>
            </a:solidFill>
            <a:prstDash val="solid"/>
          </a:ln>
        </p:spPr>
      </p:sp>
      <p:sp>
        <p:nvSpPr>
          <p:cNvPr id="7" name="Shape 5"/>
          <p:cNvSpPr/>
          <p:nvPr/>
        </p:nvSpPr>
        <p:spPr>
          <a:xfrm>
            <a:off x="731520" y="235000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240280"/>
            <a:ext cx="594360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En el ejemplo de los 5 distritos</a:t>
            </a:r>
            <a:endParaRPr lang="en-US" sz="1400" dirty="0"/>
          </a:p>
        </p:txBody>
      </p:sp>
      <p:sp>
        <p:nvSpPr>
          <p:cNvPr id="9" name="Text 7"/>
          <p:cNvSpPr txBox="1"/>
          <p:nvPr/>
        </p:nvSpPr>
        <p:spPr>
          <a:xfrm>
            <a:off x="777240" y="2743200"/>
            <a:ext cx="5943600" cy="2743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error del promedio  Σ(y − ȳ)²</a:t>
            </a:r>
            <a:endParaRPr lang="en-US" sz="1200" dirty="0"/>
          </a:p>
        </p:txBody>
      </p:sp>
      <p:sp>
        <p:nvSpPr>
          <p:cNvPr id="10" name="Shape 8"/>
          <p:cNvSpPr/>
          <p:nvPr/>
        </p:nvSpPr>
        <p:spPr>
          <a:xfrm>
            <a:off x="777240" y="3063240"/>
            <a:ext cx="4572000" cy="365760"/>
          </a:xfrm>
          <a:prstGeom prst="rect">
            <a:avLst/>
          </a:prstGeom>
          <a:solidFill>
            <a:srgbClr val="8A97AD"/>
          </a:solidFill>
          <a:ln w="12700">
            <a:solidFill>
              <a:srgbClr val="8A97AD"/>
            </a:solidFill>
            <a:prstDash val="solid"/>
          </a:ln>
        </p:spPr>
      </p:sp>
      <p:sp>
        <p:nvSpPr>
          <p:cNvPr id="11" name="Text 9"/>
          <p:cNvSpPr txBox="1"/>
          <p:nvPr/>
        </p:nvSpPr>
        <p:spPr>
          <a:xfrm>
            <a:off x="5458968" y="3063240"/>
            <a:ext cx="1280160" cy="365760"/>
          </a:xfrm>
          <a:prstGeom prst="rect">
            <a:avLst/>
          </a:prstGeom>
          <a:noFill/>
          <a:ln/>
        </p:spPr>
        <p:txBody>
          <a:bodyPr wrap="square" lIns="0" tIns="0" rIns="0" bIns="0" rtlCol="0" anchor="ctr"/>
          <a:lstStyle/>
          <a:p>
            <a:pPr marL="0" indent="0">
              <a:buNone/>
            </a:pPr>
            <a:r>
              <a:rPr lang="en-US" sz="1400" b="1" dirty="0">
                <a:solidFill>
                  <a:srgbClr val="5B6B87"/>
                </a:solidFill>
                <a:latin typeface="Calibri" pitchFamily="34" charset="0"/>
                <a:ea typeface="Calibri" pitchFamily="34" charset="-122"/>
                <a:cs typeface="Calibri" pitchFamily="34" charset="-120"/>
              </a:rPr>
              <a:t>6 400</a:t>
            </a:r>
            <a:endParaRPr lang="en-US" sz="1400" dirty="0"/>
          </a:p>
        </p:txBody>
      </p:sp>
      <p:sp>
        <p:nvSpPr>
          <p:cNvPr id="12" name="Text 10"/>
          <p:cNvSpPr txBox="1"/>
          <p:nvPr/>
        </p:nvSpPr>
        <p:spPr>
          <a:xfrm>
            <a:off x="777240" y="3703320"/>
            <a:ext cx="5943600" cy="274320"/>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error del modelo  Σe²</a:t>
            </a:r>
            <a:endParaRPr lang="en-US" sz="1200" dirty="0"/>
          </a:p>
        </p:txBody>
      </p:sp>
      <p:sp>
        <p:nvSpPr>
          <p:cNvPr id="13" name="Shape 11"/>
          <p:cNvSpPr/>
          <p:nvPr/>
        </p:nvSpPr>
        <p:spPr>
          <a:xfrm>
            <a:off x="777240" y="4023360"/>
            <a:ext cx="107156" cy="365760"/>
          </a:xfrm>
          <a:prstGeom prst="rect">
            <a:avLst/>
          </a:prstGeom>
          <a:solidFill>
            <a:srgbClr val="E6115E"/>
          </a:solidFill>
          <a:ln w="12700">
            <a:solidFill>
              <a:srgbClr val="E6115E"/>
            </a:solidFill>
            <a:prstDash val="solid"/>
          </a:ln>
        </p:spPr>
      </p:sp>
      <p:sp>
        <p:nvSpPr>
          <p:cNvPr id="14" name="Text 12"/>
          <p:cNvSpPr txBox="1"/>
          <p:nvPr/>
        </p:nvSpPr>
        <p:spPr>
          <a:xfrm>
            <a:off x="994124" y="4023360"/>
            <a:ext cx="1280160" cy="365760"/>
          </a:xfrm>
          <a:prstGeom prst="rect">
            <a:avLst/>
          </a:prstGeom>
          <a:noFill/>
          <a:ln/>
        </p:spPr>
        <p:txBody>
          <a:bodyPr wrap="square" lIns="0" tIns="0" rIns="0" bIns="0" rtlCol="0" anchor="ctr"/>
          <a:lstStyle/>
          <a:p>
            <a:pPr marL="0" indent="0">
              <a:buNone/>
            </a:pPr>
            <a:r>
              <a:rPr lang="en-US" sz="1400" b="1" dirty="0">
                <a:solidFill>
                  <a:srgbClr val="E6115E"/>
                </a:solidFill>
                <a:latin typeface="Calibri" pitchFamily="34" charset="0"/>
                <a:ea typeface="Calibri" pitchFamily="34" charset="-122"/>
                <a:cs typeface="Calibri" pitchFamily="34" charset="-120"/>
              </a:rPr>
              <a:t>150</a:t>
            </a:r>
            <a:endParaRPr lang="en-US" sz="1400" dirty="0"/>
          </a:p>
        </p:txBody>
      </p:sp>
      <p:sp>
        <p:nvSpPr>
          <p:cNvPr id="15" name="Text 13"/>
          <p:cNvSpPr txBox="1"/>
          <p:nvPr/>
        </p:nvSpPr>
        <p:spPr>
          <a:xfrm>
            <a:off x="777240" y="4617720"/>
            <a:ext cx="6035040" cy="365760"/>
          </a:xfrm>
          <a:prstGeom prst="rect">
            <a:avLst/>
          </a:prstGeom>
          <a:noFill/>
          <a:ln/>
        </p:spPr>
        <p:txBody>
          <a:bodyPr wrap="square" lIns="0" tIns="0" rIns="0" bIns="0" rtlCol="0" anchor="ctr"/>
          <a:lstStyle/>
          <a:p>
            <a:pPr marL="0" indent="0">
              <a:buNone/>
            </a:pPr>
            <a:r>
              <a:rPr lang="en-US" sz="1600" b="1" dirty="0">
                <a:solidFill>
                  <a:srgbClr val="0A2559"/>
                </a:solidFill>
                <a:latin typeface="Calibri" pitchFamily="34" charset="0"/>
                <a:ea typeface="Calibri" pitchFamily="34" charset="-122"/>
                <a:cs typeface="Calibri" pitchFamily="34" charset="-120"/>
              </a:rPr>
              <a:t>R² = 1 − 150 / 6 400 = 0.977</a:t>
            </a:r>
            <a:endParaRPr lang="en-US" sz="1600" dirty="0"/>
          </a:p>
        </p:txBody>
      </p:sp>
      <p:sp>
        <p:nvSpPr>
          <p:cNvPr id="16" name="Shape 14"/>
          <p:cNvSpPr/>
          <p:nvPr/>
        </p:nvSpPr>
        <p:spPr>
          <a:xfrm>
            <a:off x="7360920" y="2103120"/>
            <a:ext cx="4325112" cy="896112"/>
          </a:xfrm>
          <a:prstGeom prst="roundRect">
            <a:avLst>
              <a:gd name="adj" fmla="val 6122"/>
            </a:avLst>
          </a:prstGeom>
          <a:solidFill>
            <a:srgbClr val="FFFFFF"/>
          </a:solidFill>
          <a:ln w="9525">
            <a:solidFill>
              <a:srgbClr val="D2DBEC"/>
            </a:solidFill>
            <a:prstDash val="solid"/>
          </a:ln>
        </p:spPr>
      </p:sp>
      <p:sp>
        <p:nvSpPr>
          <p:cNvPr id="17" name="Text 15"/>
          <p:cNvSpPr txBox="1"/>
          <p:nvPr/>
        </p:nvSpPr>
        <p:spPr>
          <a:xfrm>
            <a:off x="7589520" y="2103120"/>
            <a:ext cx="1280160" cy="896112"/>
          </a:xfrm>
          <a:prstGeom prst="rect">
            <a:avLst/>
          </a:prstGeom>
          <a:noFill/>
          <a:ln/>
        </p:spPr>
        <p:txBody>
          <a:bodyPr wrap="square" lIns="0" tIns="0" rIns="0" bIns="0" rtlCol="0" anchor="ctr"/>
          <a:lstStyle/>
          <a:p>
            <a:pPr marL="0" indent="0">
              <a:buNone/>
            </a:pPr>
            <a:r>
              <a:rPr lang="en-US" sz="1800" b="1" dirty="0">
                <a:solidFill>
                  <a:srgbClr val="12B886"/>
                </a:solidFill>
                <a:latin typeface="Calibri" pitchFamily="34" charset="0"/>
                <a:ea typeface="Calibri" pitchFamily="34" charset="-122"/>
                <a:cs typeface="Calibri" pitchFamily="34" charset="-120"/>
              </a:rPr>
              <a:t>R² = 1</a:t>
            </a:r>
            <a:endParaRPr lang="en-US" sz="1800" dirty="0"/>
          </a:p>
        </p:txBody>
      </p:sp>
      <p:sp>
        <p:nvSpPr>
          <p:cNvPr id="18" name="Text 16"/>
          <p:cNvSpPr txBox="1"/>
          <p:nvPr/>
        </p:nvSpPr>
        <p:spPr>
          <a:xfrm>
            <a:off x="8915400" y="2103120"/>
            <a:ext cx="2606040" cy="896112"/>
          </a:xfrm>
          <a:prstGeom prst="rect">
            <a:avLst/>
          </a:prstGeom>
          <a:noFill/>
          <a:ln/>
        </p:spPr>
        <p:txBody>
          <a:bodyPr wrap="square" lIns="0" tIns="0" rIns="0" bIns="0" rtlCol="0" anchor="ctr"/>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modelo no se equivoca nunca</a:t>
            </a:r>
            <a:endParaRPr lang="en-US" sz="1200" dirty="0"/>
          </a:p>
        </p:txBody>
      </p:sp>
      <p:sp>
        <p:nvSpPr>
          <p:cNvPr id="19" name="Shape 17"/>
          <p:cNvSpPr/>
          <p:nvPr/>
        </p:nvSpPr>
        <p:spPr>
          <a:xfrm>
            <a:off x="7360920" y="3127248"/>
            <a:ext cx="4325112" cy="896112"/>
          </a:xfrm>
          <a:prstGeom prst="roundRect">
            <a:avLst>
              <a:gd name="adj" fmla="val 6122"/>
            </a:avLst>
          </a:prstGeom>
          <a:solidFill>
            <a:srgbClr val="FFFFFF"/>
          </a:solidFill>
          <a:ln w="9525">
            <a:solidFill>
              <a:srgbClr val="D2DBEC"/>
            </a:solidFill>
            <a:prstDash val="solid"/>
          </a:ln>
        </p:spPr>
      </p:sp>
      <p:sp>
        <p:nvSpPr>
          <p:cNvPr id="20" name="Text 18"/>
          <p:cNvSpPr txBox="1"/>
          <p:nvPr/>
        </p:nvSpPr>
        <p:spPr>
          <a:xfrm>
            <a:off x="7589520" y="3127248"/>
            <a:ext cx="1280160" cy="896112"/>
          </a:xfrm>
          <a:prstGeom prst="rect">
            <a:avLst/>
          </a:prstGeom>
          <a:noFill/>
          <a:ln/>
        </p:spPr>
        <p:txBody>
          <a:bodyPr wrap="square" lIns="0" tIns="0" rIns="0" bIns="0" rtlCol="0" anchor="ctr"/>
          <a:lstStyle/>
          <a:p>
            <a:pPr marL="0" indent="0">
              <a:buNone/>
            </a:pPr>
            <a:r>
              <a:rPr lang="en-US" sz="1800" b="1" dirty="0">
                <a:solidFill>
                  <a:srgbClr val="1A56E8"/>
                </a:solidFill>
                <a:latin typeface="Calibri" pitchFamily="34" charset="0"/>
                <a:ea typeface="Calibri" pitchFamily="34" charset="-122"/>
                <a:cs typeface="Calibri" pitchFamily="34" charset="-120"/>
              </a:rPr>
              <a:t>R² = 0</a:t>
            </a:r>
            <a:endParaRPr lang="en-US" sz="1800" dirty="0"/>
          </a:p>
        </p:txBody>
      </p:sp>
      <p:sp>
        <p:nvSpPr>
          <p:cNvPr id="21" name="Text 19"/>
          <p:cNvSpPr txBox="1"/>
          <p:nvPr/>
        </p:nvSpPr>
        <p:spPr>
          <a:xfrm>
            <a:off x="8915400" y="3127248"/>
            <a:ext cx="2606040" cy="896112"/>
          </a:xfrm>
          <a:prstGeom prst="rect">
            <a:avLst/>
          </a:prstGeom>
          <a:noFill/>
          <a:ln/>
        </p:spPr>
        <p:txBody>
          <a:bodyPr wrap="square" lIns="0" tIns="0" rIns="0" bIns="0" rtlCol="0" anchor="ctr"/>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modelo es igual de malo que predecir el promedio</a:t>
            </a:r>
            <a:endParaRPr lang="en-US" sz="1200" dirty="0"/>
          </a:p>
        </p:txBody>
      </p:sp>
      <p:sp>
        <p:nvSpPr>
          <p:cNvPr id="22" name="Shape 20"/>
          <p:cNvSpPr/>
          <p:nvPr/>
        </p:nvSpPr>
        <p:spPr>
          <a:xfrm>
            <a:off x="7360920" y="4151376"/>
            <a:ext cx="4325112" cy="896112"/>
          </a:xfrm>
          <a:prstGeom prst="roundRect">
            <a:avLst>
              <a:gd name="adj" fmla="val 6122"/>
            </a:avLst>
          </a:prstGeom>
          <a:solidFill>
            <a:srgbClr val="0A2559"/>
          </a:solidFill>
          <a:ln w="9525">
            <a:solidFill>
              <a:srgbClr val="0A2559"/>
            </a:solidFill>
            <a:prstDash val="solid"/>
          </a:ln>
        </p:spPr>
      </p:sp>
      <p:sp>
        <p:nvSpPr>
          <p:cNvPr id="23" name="Text 21"/>
          <p:cNvSpPr txBox="1"/>
          <p:nvPr/>
        </p:nvSpPr>
        <p:spPr>
          <a:xfrm>
            <a:off x="7589520" y="4151376"/>
            <a:ext cx="1280160" cy="896112"/>
          </a:xfrm>
          <a:prstGeom prst="rect">
            <a:avLst/>
          </a:prstGeom>
          <a:noFill/>
          <a:ln/>
        </p:spPr>
        <p:txBody>
          <a:bodyPr wrap="square" lIns="0" tIns="0" rIns="0" bIns="0" rtlCol="0" anchor="ctr"/>
          <a:lstStyle/>
          <a:p>
            <a:pPr marL="0" indent="0">
              <a:buNone/>
            </a:pPr>
            <a:r>
              <a:rPr lang="en-US" sz="1800" b="1" dirty="0">
                <a:solidFill>
                  <a:srgbClr val="FF6B9A"/>
                </a:solidFill>
                <a:latin typeface="Calibri" pitchFamily="34" charset="0"/>
                <a:ea typeface="Calibri" pitchFamily="34" charset="-122"/>
                <a:cs typeface="Calibri" pitchFamily="34" charset="-120"/>
              </a:rPr>
              <a:t>R² &lt; 0</a:t>
            </a:r>
            <a:endParaRPr lang="en-US" sz="1800" dirty="0"/>
          </a:p>
        </p:txBody>
      </p:sp>
      <p:sp>
        <p:nvSpPr>
          <p:cNvPr id="24" name="Text 22"/>
          <p:cNvSpPr txBox="1"/>
          <p:nvPr/>
        </p:nvSpPr>
        <p:spPr>
          <a:xfrm>
            <a:off x="8915400" y="4151376"/>
            <a:ext cx="2606040" cy="896112"/>
          </a:xfrm>
          <a:prstGeom prst="rect">
            <a:avLst/>
          </a:prstGeom>
          <a:noFill/>
          <a:ln/>
        </p:spPr>
        <p:txBody>
          <a:bodyPr wrap="square" lIns="0" tIns="0" rIns="0" bIns="0" rtlCol="0" anchor="ctr"/>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¡peor que predecir el promedio! Sí puede pasar, sobre todo en prueba</a:t>
            </a:r>
            <a:endParaRPr lang="en-US" sz="1200" dirty="0"/>
          </a:p>
        </p:txBody>
      </p:sp>
      <p:sp>
        <p:nvSpPr>
          <p:cNvPr id="25" name="Shape 23"/>
          <p:cNvSpPr/>
          <p:nvPr/>
        </p:nvSpPr>
        <p:spPr>
          <a:xfrm>
            <a:off x="502920" y="5349240"/>
            <a:ext cx="11183112" cy="868680"/>
          </a:xfrm>
          <a:prstGeom prst="roundRect">
            <a:avLst>
              <a:gd name="adj" fmla="val 6316"/>
            </a:avLst>
          </a:prstGeom>
          <a:solidFill>
            <a:srgbClr val="E9EEF8"/>
          </a:solidFill>
          <a:ln w="9525">
            <a:solidFill>
              <a:srgbClr val="D2DBEC"/>
            </a:solidFill>
            <a:prstDash val="solid"/>
          </a:ln>
        </p:spPr>
      </p:sp>
      <p:sp>
        <p:nvSpPr>
          <p:cNvPr id="26" name="Text 24"/>
          <p:cNvSpPr txBox="1"/>
          <p:nvPr/>
        </p:nvSpPr>
        <p:spPr>
          <a:xfrm>
            <a:off x="731520" y="5349240"/>
            <a:ext cx="10789920" cy="868680"/>
          </a:xfrm>
          <a:prstGeom prst="rect">
            <a:avLst/>
          </a:prstGeom>
          <a:noFill/>
          <a:ln/>
        </p:spPr>
        <p:txBody>
          <a:bodyPr wrap="square" lIns="0" tIns="0" rIns="0" bIns="0" rtlCol="0" anchor="ctr"/>
          <a:lstStyle/>
          <a:p>
            <a:pPr marL="0" indent="0">
              <a:spcAft>
                <a:spcPts val="400"/>
              </a:spcAft>
              <a:buNone/>
            </a:pPr>
            <a:r>
              <a:rPr lang="en-US" sz="1300" b="1" dirty="0">
                <a:solidFill>
                  <a:srgbClr val="0A2559"/>
                </a:solidFill>
                <a:latin typeface="Calibri" pitchFamily="34" charset="0"/>
                <a:ea typeface="Calibri" pitchFamily="34" charset="-122"/>
                <a:cs typeface="Calibri" pitchFamily="34" charset="-120"/>
              </a:rPr>
              <a:t>Con los datos reales: </a:t>
            </a:r>
            <a:r>
              <a:rPr lang="en-US" sz="1300" dirty="0">
                <a:solidFill>
                  <a:srgbClr val="2C3A55"/>
                </a:solidFill>
                <a:latin typeface="Calibri" pitchFamily="34" charset="0"/>
                <a:ea typeface="Calibri" pitchFamily="34" charset="-122"/>
                <a:cs typeface="Calibri" pitchFamily="34" charset="-120"/>
              </a:rPr>
              <a:t>predecir siempre 207 338 USD da un RMSE de 115 367 y un R² de 0.000 en prueba. Esa es la vara para el resto de la clase.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Caso real: de dónde viene la palabra «regresión»</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Francis Galton, 1886. Estudiaba estaturas de padres e hijos y encontró algo que no esperaba.</a:t>
            </a:r>
            <a:endParaRPr lang="en-US" sz="1400" dirty="0"/>
          </a:p>
        </p:txBody>
      </p:sp>
      <p:sp>
        <p:nvSpPr>
          <p:cNvPr id="6" name="Shape 4"/>
          <p:cNvSpPr/>
          <p:nvPr/>
        </p:nvSpPr>
        <p:spPr>
          <a:xfrm>
            <a:off x="502920" y="2103120"/>
            <a:ext cx="3474720" cy="2103120"/>
          </a:xfrm>
          <a:prstGeom prst="roundRect">
            <a:avLst>
              <a:gd name="adj" fmla="val 2609"/>
            </a:avLst>
          </a:prstGeom>
          <a:solidFill>
            <a:srgbClr val="FFFFFF"/>
          </a:solidFill>
          <a:ln w="9525">
            <a:solidFill>
              <a:srgbClr val="D2DBEC"/>
            </a:solidFill>
            <a:prstDash val="solid"/>
          </a:ln>
        </p:spPr>
      </p:sp>
      <p:sp>
        <p:nvSpPr>
          <p:cNvPr id="7" name="Text 5"/>
          <p:cNvSpPr txBox="1"/>
          <p:nvPr/>
        </p:nvSpPr>
        <p:spPr>
          <a:xfrm>
            <a:off x="731520" y="2194560"/>
            <a:ext cx="3017520" cy="914400"/>
          </a:xfrm>
          <a:prstGeom prst="rect">
            <a:avLst/>
          </a:prstGeom>
          <a:noFill/>
          <a:ln/>
        </p:spPr>
        <p:txBody>
          <a:bodyPr wrap="square" lIns="0" tIns="0" rIns="0" bIns="0" rtlCol="0" anchor="ctr"/>
          <a:lstStyle/>
          <a:p>
            <a:pPr marL="0" indent="0">
              <a:buNone/>
            </a:pPr>
            <a:r>
              <a:rPr lang="en-US" sz="5400" b="1" dirty="0">
                <a:solidFill>
                  <a:srgbClr val="1A56E8"/>
                </a:solidFill>
                <a:latin typeface="Calibri" pitchFamily="34" charset="0"/>
                <a:ea typeface="Calibri" pitchFamily="34" charset="-122"/>
                <a:cs typeface="Calibri" pitchFamily="34" charset="-120"/>
              </a:rPr>
              <a:t>928</a:t>
            </a:r>
            <a:endParaRPr lang="en-US" sz="5400" dirty="0"/>
          </a:p>
        </p:txBody>
      </p:sp>
      <p:sp>
        <p:nvSpPr>
          <p:cNvPr id="8" name="Text 6"/>
          <p:cNvSpPr txBox="1"/>
          <p:nvPr/>
        </p:nvSpPr>
        <p:spPr>
          <a:xfrm>
            <a:off x="731520" y="3154680"/>
            <a:ext cx="3017520" cy="100584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hijos adultos de 205 parejas de padres, con sus estaturas medidas. Uno de los primeros datasets de la historia de la estadística.</a:t>
            </a:r>
            <a:endParaRPr lang="en-US" sz="1200" dirty="0"/>
          </a:p>
        </p:txBody>
      </p:sp>
      <p:sp>
        <p:nvSpPr>
          <p:cNvPr id="9" name="Shape 7"/>
          <p:cNvSpPr/>
          <p:nvPr/>
        </p:nvSpPr>
        <p:spPr>
          <a:xfrm>
            <a:off x="4160520" y="2103120"/>
            <a:ext cx="7525512" cy="2103120"/>
          </a:xfrm>
          <a:prstGeom prst="roundRect">
            <a:avLst>
              <a:gd name="adj" fmla="val 2609"/>
            </a:avLst>
          </a:prstGeom>
          <a:solidFill>
            <a:srgbClr val="0A2559"/>
          </a:solidFill>
          <a:ln w="9525">
            <a:solidFill>
              <a:srgbClr val="0A2559"/>
            </a:solidFill>
            <a:prstDash val="solid"/>
          </a:ln>
        </p:spPr>
      </p:sp>
      <p:sp>
        <p:nvSpPr>
          <p:cNvPr id="10" name="Shape 8"/>
          <p:cNvSpPr/>
          <p:nvPr/>
        </p:nvSpPr>
        <p:spPr>
          <a:xfrm>
            <a:off x="4389120" y="2350008"/>
            <a:ext cx="128016" cy="128016"/>
          </a:xfrm>
          <a:prstGeom prst="roundRect">
            <a:avLst>
              <a:gd name="adj" fmla="val 21429"/>
            </a:avLst>
          </a:prstGeom>
          <a:solidFill>
            <a:srgbClr val="E6115E"/>
          </a:solidFill>
          <a:ln w="12700">
            <a:solidFill>
              <a:srgbClr val="E6115E"/>
            </a:solidFill>
            <a:prstDash val="solid"/>
          </a:ln>
        </p:spPr>
      </p:sp>
      <p:sp>
        <p:nvSpPr>
          <p:cNvPr id="11" name="Text 9"/>
          <p:cNvSpPr txBox="1"/>
          <p:nvPr/>
        </p:nvSpPr>
        <p:spPr>
          <a:xfrm>
            <a:off x="4617720" y="2240280"/>
            <a:ext cx="68854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 que encontró</a:t>
            </a:r>
            <a:endParaRPr lang="en-US" sz="1400" dirty="0"/>
          </a:p>
        </p:txBody>
      </p:sp>
      <p:sp>
        <p:nvSpPr>
          <p:cNvPr id="12" name="Text 10"/>
          <p:cNvSpPr txBox="1"/>
          <p:nvPr/>
        </p:nvSpPr>
        <p:spPr>
          <a:xfrm>
            <a:off x="4389120" y="2606040"/>
            <a:ext cx="7086600" cy="1554480"/>
          </a:xfrm>
          <a:prstGeom prst="rect">
            <a:avLst/>
          </a:prstGeom>
          <a:noFill/>
          <a:ln/>
        </p:spPr>
        <p:txBody>
          <a:bodyPr wrap="square" lIns="0" tIns="0" rIns="0" bIns="0" rtlCol="0" anchor="t"/>
          <a:lstStyle/>
          <a:p>
            <a:pPr marL="0" indent="0">
              <a:spcAft>
                <a:spcPts val="400"/>
              </a:spcAft>
              <a:buNone/>
            </a:pPr>
            <a:r>
              <a:rPr lang="en-US" sz="1300" dirty="0">
                <a:solidFill>
                  <a:srgbClr val="C9D4EA"/>
                </a:solidFill>
                <a:latin typeface="Calibri" pitchFamily="34" charset="0"/>
                <a:ea typeface="Calibri" pitchFamily="34" charset="-122"/>
                <a:cs typeface="Calibri" pitchFamily="34" charset="-120"/>
              </a:rPr>
              <a:t>Los padres muy altos tenían hijos más altos que el promedio… pero no tan altos como ellos. Y los padres muy bajos, hijos más bajos que el promedio, pero no tanto. Las estaturas «regresaban» hacia la media. Galton lo llamó regresión hacia la mediocridad; hoy decimos regresión a la media.</a:t>
            </a:r>
            <a:endParaRPr lang="en-US" sz="1300" dirty="0"/>
          </a:p>
        </p:txBody>
      </p:sp>
      <p:sp>
        <p:nvSpPr>
          <p:cNvPr id="13" name="Shape 11"/>
          <p:cNvSpPr/>
          <p:nvPr/>
        </p:nvSpPr>
        <p:spPr>
          <a:xfrm>
            <a:off x="502920" y="4434840"/>
            <a:ext cx="5486400" cy="1783080"/>
          </a:xfrm>
          <a:prstGeom prst="roundRect">
            <a:avLst>
              <a:gd name="adj" fmla="val 3077"/>
            </a:avLst>
          </a:prstGeom>
          <a:solidFill>
            <a:srgbClr val="E9EEF8"/>
          </a:solidFill>
          <a:ln w="9525">
            <a:solidFill>
              <a:srgbClr val="D2DBEC"/>
            </a:solidFill>
            <a:prstDash val="solid"/>
          </a:ln>
        </p:spPr>
      </p:sp>
      <p:sp>
        <p:nvSpPr>
          <p:cNvPr id="14" name="Shape 12"/>
          <p:cNvSpPr/>
          <p:nvPr/>
        </p:nvSpPr>
        <p:spPr>
          <a:xfrm>
            <a:off x="731520" y="4681728"/>
            <a:ext cx="128016" cy="128016"/>
          </a:xfrm>
          <a:prstGeom prst="roundRect">
            <a:avLst>
              <a:gd name="adj" fmla="val 21429"/>
            </a:avLst>
          </a:prstGeom>
          <a:solidFill>
            <a:srgbClr val="1A56E8"/>
          </a:solidFill>
          <a:ln w="12700">
            <a:solidFill>
              <a:srgbClr val="1A56E8"/>
            </a:solidFill>
            <a:prstDash val="solid"/>
          </a:ln>
        </p:spPr>
      </p:sp>
      <p:sp>
        <p:nvSpPr>
          <p:cNvPr id="15" name="Text 13"/>
          <p:cNvSpPr txBox="1"/>
          <p:nvPr/>
        </p:nvSpPr>
        <p:spPr>
          <a:xfrm>
            <a:off x="960120" y="457200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importa hoy</a:t>
            </a:r>
            <a:endParaRPr lang="en-US" sz="1400" dirty="0"/>
          </a:p>
        </p:txBody>
      </p:sp>
      <p:sp>
        <p:nvSpPr>
          <p:cNvPr id="16" name="Text 14"/>
          <p:cNvSpPr txBox="1"/>
          <p:nvPr/>
        </p:nvSpPr>
        <p:spPr>
          <a:xfrm>
            <a:off x="731520" y="4937760"/>
            <a:ext cx="5029200" cy="123444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La recta que Galton trazó para describir ese fenómeno se quedó con el nombre. Por eso cualquier modelo que predice un número se llama «de regresión», aunque no haya nada regresando.</a:t>
            </a:r>
            <a:endParaRPr lang="en-US" sz="1250" dirty="0"/>
          </a:p>
        </p:txBody>
      </p:sp>
      <p:sp>
        <p:nvSpPr>
          <p:cNvPr id="17" name="Shape 15"/>
          <p:cNvSpPr/>
          <p:nvPr/>
        </p:nvSpPr>
        <p:spPr>
          <a:xfrm>
            <a:off x="6199632" y="4434840"/>
            <a:ext cx="5486400" cy="1783080"/>
          </a:xfrm>
          <a:prstGeom prst="roundRect">
            <a:avLst>
              <a:gd name="adj" fmla="val 3077"/>
            </a:avLst>
          </a:prstGeom>
          <a:solidFill>
            <a:srgbClr val="FFFFFF"/>
          </a:solidFill>
          <a:ln w="9525">
            <a:solidFill>
              <a:srgbClr val="D2DBEC"/>
            </a:solidFill>
            <a:prstDash val="solid"/>
          </a:ln>
        </p:spPr>
      </p:sp>
      <p:sp>
        <p:nvSpPr>
          <p:cNvPr id="18" name="Shape 16"/>
          <p:cNvSpPr/>
          <p:nvPr/>
        </p:nvSpPr>
        <p:spPr>
          <a:xfrm>
            <a:off x="6428232" y="4681728"/>
            <a:ext cx="128016" cy="128016"/>
          </a:xfrm>
          <a:prstGeom prst="roundRect">
            <a:avLst>
              <a:gd name="adj" fmla="val 21429"/>
            </a:avLst>
          </a:prstGeom>
          <a:solidFill>
            <a:srgbClr val="E6115E"/>
          </a:solidFill>
          <a:ln w="12700">
            <a:solidFill>
              <a:srgbClr val="E6115E"/>
            </a:solidFill>
            <a:prstDash val="solid"/>
          </a:ln>
        </p:spPr>
      </p:sp>
      <p:sp>
        <p:nvSpPr>
          <p:cNvPr id="19" name="Text 17"/>
          <p:cNvSpPr txBox="1"/>
          <p:nvPr/>
        </p:nvSpPr>
        <p:spPr>
          <a:xfrm>
            <a:off x="6656832" y="4572000"/>
            <a:ext cx="48463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Y una lección para riesgos</a:t>
            </a:r>
            <a:endParaRPr lang="en-US" sz="1400" dirty="0"/>
          </a:p>
        </p:txBody>
      </p:sp>
      <p:sp>
        <p:nvSpPr>
          <p:cNvPr id="20" name="Text 18"/>
          <p:cNvSpPr txBox="1"/>
          <p:nvPr/>
        </p:nvSpPr>
        <p:spPr>
          <a:xfrm>
            <a:off x="6428232" y="4937760"/>
            <a:ext cx="5029200" cy="123444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La regresión a la media aparece en todos lados: la agencia con peor mora este año probablemente mejore el próximo aunque no hagas nada. Antes de atribuirle el mérito a una intervención, pregúntate si no es solo eso.</a:t>
            </a:r>
            <a:endParaRPr lang="en-US" sz="1250" dirty="0"/>
          </a:p>
        </p:txBody>
      </p:sp>
      <p:sp>
        <p:nvSpPr>
          <p:cNvPr id="21" name="Text 19"/>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Galton, F. (1886). Regression towards mediocrity in hereditary stature. Journal of the Anthropological Institute of Great Britain and Ireland, 15, 246–263.</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Mínimos cuadrados: la recta con la menor Σe²</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De todas las rectas posibles, la regresión lineal elige la que hace más pequeña la suma de residuos al cuadrado.</a:t>
            </a:r>
            <a:endParaRPr lang="en-US" sz="1400" dirty="0"/>
          </a:p>
        </p:txBody>
      </p:sp>
      <p:sp>
        <p:nvSpPr>
          <p:cNvPr id="6" name="Shape 4"/>
          <p:cNvSpPr/>
          <p:nvPr/>
        </p:nvSpPr>
        <p:spPr>
          <a:xfrm>
            <a:off x="502920" y="2103120"/>
            <a:ext cx="4937760" cy="2377440"/>
          </a:xfrm>
          <a:prstGeom prst="roundRect">
            <a:avLst>
              <a:gd name="adj" fmla="val 2308"/>
            </a:avLst>
          </a:prstGeom>
          <a:solidFill>
            <a:srgbClr val="0A2559"/>
          </a:solidFill>
          <a:ln w="9525">
            <a:solidFill>
              <a:srgbClr val="0A2559"/>
            </a:solidFill>
            <a:prstDash val="solid"/>
          </a:ln>
        </p:spPr>
      </p:sp>
      <p:sp>
        <p:nvSpPr>
          <p:cNvPr id="7" name="Text 5"/>
          <p:cNvSpPr txBox="1"/>
          <p:nvPr/>
        </p:nvSpPr>
        <p:spPr>
          <a:xfrm>
            <a:off x="731520" y="2240280"/>
            <a:ext cx="4572000" cy="118872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b₁ = Σ(x − x̄)(y − ȳ) / Σ(x − x̄)²</a:t>
            </a:r>
            <a:endParaRPr lang="en-US" sz="1800" dirty="0"/>
          </a:p>
          <a:p>
            <a:pPr marL="0" indent="0">
              <a:buNone/>
            </a:pPr>
            <a:r>
              <a:rPr lang="en-US" sz="800" b="1" dirty="0">
                <a:solidFill>
                  <a:srgbClr val="FFFFFF"/>
                </a:solidFill>
                <a:latin typeface="Calibri" pitchFamily="34" charset="0"/>
                <a:ea typeface="Calibri" pitchFamily="34" charset="-122"/>
                <a:cs typeface="Calibri" pitchFamily="34" charset="-120"/>
              </a:rPr>
              <a:t> </a:t>
            </a:r>
            <a:endParaRPr lang="en-US" sz="1800" dirty="0"/>
          </a:p>
          <a:p>
            <a:pPr marL="0" indent="0">
              <a:buNone/>
            </a:pPr>
            <a:r>
              <a:rPr lang="en-US" sz="1800" b="1" dirty="0">
                <a:solidFill>
                  <a:srgbClr val="FFFFFF"/>
                </a:solidFill>
                <a:latin typeface="Calibri" pitchFamily="34" charset="0"/>
                <a:ea typeface="Calibri" pitchFamily="34" charset="-122"/>
                <a:cs typeface="Calibri" pitchFamily="34" charset="-120"/>
              </a:rPr>
              <a:t>b₀ = ȳ − b₁ · x̄</a:t>
            </a:r>
            <a:endParaRPr lang="en-US" sz="1800" dirty="0"/>
          </a:p>
        </p:txBody>
      </p:sp>
      <p:sp>
        <p:nvSpPr>
          <p:cNvPr id="8" name="Text 6"/>
          <p:cNvSpPr txBox="1"/>
          <p:nvPr/>
        </p:nvSpPr>
        <p:spPr>
          <a:xfrm>
            <a:off x="731520" y="3520440"/>
            <a:ext cx="4572000" cy="914400"/>
          </a:xfrm>
          <a:prstGeom prst="rect">
            <a:avLst/>
          </a:prstGeom>
          <a:noFill/>
          <a:ln/>
        </p:spPr>
        <p:txBody>
          <a:bodyPr wrap="square" lIns="0" tIns="0" rIns="0" bIns="0" rtlCol="0" anchor="t"/>
          <a:lstStyle/>
          <a:p>
            <a:pPr marL="0" indent="0">
              <a:spcAft>
                <a:spcPts val="400"/>
              </a:spcAft>
              <a:buNone/>
            </a:pPr>
            <a:r>
              <a:rPr lang="en-US" sz="1200" b="1" dirty="0">
                <a:solidFill>
                  <a:srgbClr val="FFFFFF"/>
                </a:solidFill>
                <a:latin typeface="Calibri" pitchFamily="34" charset="0"/>
                <a:ea typeface="Calibri" pitchFamily="34" charset="-122"/>
                <a:cs typeface="Calibri" pitchFamily="34" charset="-120"/>
              </a:rPr>
              <a:t>b₁ </a:t>
            </a:r>
            <a:r>
              <a:rPr lang="en-US" sz="1200" dirty="0">
                <a:solidFill>
                  <a:srgbClr val="C9D4EA"/>
                </a:solidFill>
                <a:latin typeface="Calibri" pitchFamily="34" charset="0"/>
                <a:ea typeface="Calibri" pitchFamily="34" charset="-122"/>
                <a:cs typeface="Calibri" pitchFamily="34" charset="-120"/>
              </a:rPr>
              <a:t>«be uno», la pendiente: cuánto sube ŷ si x sube 1.</a:t>
            </a:r>
            <a:endParaRPr lang="en-US" sz="1200" dirty="0"/>
          </a:p>
          <a:p>
            <a:pPr marL="0" indent="0">
              <a:spcAft>
                <a:spcPts val="400"/>
              </a:spcAft>
              <a:buNone/>
            </a:pPr>
            <a:r>
              <a:rPr lang="en-US" sz="1200" b="1" dirty="0">
                <a:solidFill>
                  <a:srgbClr val="FFFFFF"/>
                </a:solidFill>
                <a:latin typeface="Calibri" pitchFamily="34" charset="0"/>
                <a:ea typeface="Calibri" pitchFamily="34" charset="-122"/>
                <a:cs typeface="Calibri" pitchFamily="34" charset="-120"/>
              </a:rPr>
              <a:t>b₀ </a:t>
            </a:r>
            <a:r>
              <a:rPr lang="en-US" sz="1200" dirty="0">
                <a:solidFill>
                  <a:srgbClr val="C9D4EA"/>
                </a:solidFill>
                <a:latin typeface="Calibri" pitchFamily="34" charset="0"/>
                <a:ea typeface="Calibri" pitchFamily="34" charset="-122"/>
                <a:cs typeface="Calibri" pitchFamily="34" charset="-120"/>
              </a:rPr>
              <a:t>«be cero», el intercepto: ŷ cuando x = 0.</a:t>
            </a:r>
            <a:endParaRPr lang="en-US" sz="1200" dirty="0"/>
          </a:p>
          <a:p>
            <a:pPr marL="0" indent="0">
              <a:spcAft>
                <a:spcPts val="400"/>
              </a:spcAft>
              <a:buNone/>
            </a:pPr>
            <a:r>
              <a:rPr lang="en-US" sz="1200" b="1" dirty="0">
                <a:solidFill>
                  <a:srgbClr val="FFFFFF"/>
                </a:solidFill>
                <a:latin typeface="Calibri" pitchFamily="34" charset="0"/>
                <a:ea typeface="Calibri" pitchFamily="34" charset="-122"/>
                <a:cs typeface="Calibri" pitchFamily="34" charset="-120"/>
              </a:rPr>
              <a:t>x̄, ȳ </a:t>
            </a:r>
            <a:r>
              <a:rPr lang="en-US" sz="1200" dirty="0">
                <a:solidFill>
                  <a:srgbClr val="C9D4EA"/>
                </a:solidFill>
                <a:latin typeface="Calibri" pitchFamily="34" charset="0"/>
                <a:ea typeface="Calibri" pitchFamily="34" charset="-122"/>
                <a:cs typeface="Calibri" pitchFamily="34" charset="-120"/>
              </a:rPr>
              <a:t>los promedios de x e y.</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2103120"/>
          <a:ext cx="5971032" cy="914400"/>
        </p:xfrm>
        <a:graphic>
          <a:graphicData uri="http://schemas.openxmlformats.org/drawingml/2006/table">
            <a:tbl>
              <a:tblPr/>
              <a:tblGrid>
                <a:gridCol w="868680">
                  <a:extLst>
                    <a:ext uri="{9D8B030D-6E8A-4147-A177-3AD203B41FA5}">
                      <a16:colId xmlns:a16="http://schemas.microsoft.com/office/drawing/2014/main" val="20000"/>
                    </a:ext>
                  </a:extLst>
                </a:gridCol>
                <a:gridCol w="96012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78992">
                  <a:extLst>
                    <a:ext uri="{9D8B030D-6E8A-4147-A177-3AD203B41FA5}">
                      <a16:colId xmlns:a16="http://schemas.microsoft.com/office/drawing/2014/main" val="20004"/>
                    </a:ext>
                  </a:extLst>
                </a:gridCol>
                <a:gridCol w="1097280">
                  <a:extLst>
                    <a:ext uri="{9D8B030D-6E8A-4147-A177-3AD203B41FA5}">
                      <a16:colId xmlns:a16="http://schemas.microsoft.com/office/drawing/2014/main" val="20005"/>
                    </a:ext>
                  </a:extLst>
                </a:gridCol>
              </a:tblGrid>
              <a:tr h="338328">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x − 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y − ȳ</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producto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(x − x̄)²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38328">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38328">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38328">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160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38328">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38328">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220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38328">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x̄ = 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ȳ = 170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E9EEF8"/>
                    </a:solidFill>
                  </a:tcPr>
                </a:tc>
                <a:extLst>
                  <a:ext uri="{0D108BD9-81ED-4DB2-BD59-A6C34878D82A}">
                    <a16:rowId xmlns:a16="http://schemas.microsoft.com/office/drawing/2014/main" val="10006"/>
                  </a:ext>
                </a:extLst>
              </a:tr>
            </a:tbl>
          </a:graphicData>
        </a:graphic>
      </p:graphicFrame>
      <p:sp>
        <p:nvSpPr>
          <p:cNvPr id="9" name="Shape 7"/>
          <p:cNvSpPr/>
          <p:nvPr/>
        </p:nvSpPr>
        <p:spPr>
          <a:xfrm>
            <a:off x="502920" y="4709160"/>
            <a:ext cx="11183112" cy="1508760"/>
          </a:xfrm>
          <a:prstGeom prst="roundRect">
            <a:avLst>
              <a:gd name="adj" fmla="val 3636"/>
            </a:avLst>
          </a:prstGeom>
          <a:solidFill>
            <a:srgbClr val="FFFFFF"/>
          </a:solidFill>
          <a:ln w="9525">
            <a:solidFill>
              <a:srgbClr val="D2DBEC"/>
            </a:solidFill>
            <a:prstDash val="solid"/>
          </a:ln>
        </p:spPr>
      </p:sp>
      <p:sp>
        <p:nvSpPr>
          <p:cNvPr id="11" name="Shape 8"/>
          <p:cNvSpPr/>
          <p:nvPr/>
        </p:nvSpPr>
        <p:spPr>
          <a:xfrm>
            <a:off x="731520" y="495604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960120" y="4846320"/>
            <a:ext cx="1054303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El resultado</a:t>
            </a:r>
            <a:endParaRPr lang="en-US" sz="1400" dirty="0"/>
          </a:p>
        </p:txBody>
      </p:sp>
      <p:sp>
        <p:nvSpPr>
          <p:cNvPr id="13" name="Text 10"/>
          <p:cNvSpPr txBox="1"/>
          <p:nvPr/>
        </p:nvSpPr>
        <p:spPr>
          <a:xfrm>
            <a:off x="731520" y="5212080"/>
            <a:ext cx="10698480" cy="914400"/>
          </a:xfrm>
          <a:prstGeom prst="rect">
            <a:avLst/>
          </a:prstGeom>
          <a:noFill/>
          <a:ln/>
        </p:spPr>
        <p:txBody>
          <a:bodyPr wrap="square" lIns="0" tIns="0" rIns="0" bIns="0" rtlCol="0" anchor="t"/>
          <a:lstStyle/>
          <a:p>
            <a:pPr marL="0" indent="0">
              <a:spcAft>
                <a:spcPts val="400"/>
              </a:spcAft>
              <a:buNone/>
            </a:pPr>
            <a:r>
              <a:rPr lang="en-US" sz="1600" b="1" dirty="0">
                <a:solidFill>
                  <a:srgbClr val="0A2559"/>
                </a:solidFill>
                <a:latin typeface="Calibri" pitchFamily="34" charset="0"/>
                <a:ea typeface="Calibri" pitchFamily="34" charset="-122"/>
                <a:cs typeface="Calibri" pitchFamily="34" charset="-120"/>
              </a:rPr>
              <a:t>b₁ = 250 / 10 = 25     b₀ = 170 − 25 · 4 = 70     →     ŷ = 70 + 25 · x</a:t>
            </a:r>
            <a:endParaRPr lang="en-US" sz="1300" dirty="0"/>
          </a:p>
          <a:p>
            <a:pPr marL="0" indent="0">
              <a:spcAft>
                <a:spcPts val="400"/>
              </a:spcAft>
              <a:buNone/>
            </a:pPr>
            <a:r>
              <a:rPr lang="en-US" sz="1300" dirty="0">
                <a:solidFill>
                  <a:srgbClr val="2C3A55"/>
                </a:solidFill>
                <a:latin typeface="Calibri" pitchFamily="34" charset="0"/>
                <a:ea typeface="Calibri" pitchFamily="34" charset="-122"/>
                <a:cs typeface="Calibri" pitchFamily="34" charset="-120"/>
              </a:rPr>
              <a:t>Es exactamente la recta del bloque 1. Se lee: por cada 10 mil USD más de ingreso mediano, la vivienda vale 25 mil más.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2</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La recta con los 20 640 distritos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Entrenada con el 70 %, evaluada con el 30 % que no vio. Solo con el ingreso mediano.</a:t>
            </a:r>
            <a:endParaRPr lang="en-US" sz="1400" dirty="0"/>
          </a:p>
        </p:txBody>
      </p:sp>
      <p:sp>
        <p:nvSpPr>
          <p:cNvPr id="6" name="Shape 4"/>
          <p:cNvSpPr/>
          <p:nvPr/>
        </p:nvSpPr>
        <p:spPr>
          <a:xfrm>
            <a:off x="502920" y="2103120"/>
            <a:ext cx="603504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1188720" y="5577840"/>
            <a:ext cx="5029200" cy="0"/>
          </a:xfrm>
          <a:prstGeom prst="line">
            <a:avLst/>
          </a:prstGeom>
          <a:noFill/>
          <a:ln w="12700">
            <a:solidFill>
              <a:srgbClr val="D2DBEC"/>
            </a:solidFill>
            <a:prstDash val="solid"/>
          </a:ln>
        </p:spPr>
      </p:sp>
      <p:sp>
        <p:nvSpPr>
          <p:cNvPr id="8" name="Shape 6"/>
          <p:cNvSpPr/>
          <p:nvPr/>
        </p:nvSpPr>
        <p:spPr>
          <a:xfrm>
            <a:off x="1188720" y="2331720"/>
            <a:ext cx="0" cy="3246120"/>
          </a:xfrm>
          <a:prstGeom prst="line">
            <a:avLst/>
          </a:prstGeom>
          <a:noFill/>
          <a:ln w="12700">
            <a:solidFill>
              <a:srgbClr val="D2DBEC"/>
            </a:solidFill>
            <a:prstDash val="solid"/>
          </a:ln>
        </p:spPr>
      </p:sp>
      <p:sp>
        <p:nvSpPr>
          <p:cNvPr id="9" name="Shape 7"/>
          <p:cNvSpPr/>
          <p:nvPr/>
        </p:nvSpPr>
        <p:spPr>
          <a:xfrm>
            <a:off x="1856735" y="5264764"/>
            <a:ext cx="73152" cy="73152"/>
          </a:xfrm>
          <a:prstGeom prst="ellipse">
            <a:avLst/>
          </a:prstGeom>
          <a:solidFill>
            <a:srgbClr val="4A82FF">
              <a:alpha val="65000"/>
            </a:srgbClr>
          </a:solidFill>
          <a:ln w="12700">
            <a:solidFill>
              <a:srgbClr val="4A82FF"/>
            </a:solidFill>
            <a:prstDash val="solid"/>
          </a:ln>
        </p:spPr>
      </p:sp>
      <p:sp>
        <p:nvSpPr>
          <p:cNvPr id="10" name="Shape 8"/>
          <p:cNvSpPr/>
          <p:nvPr/>
        </p:nvSpPr>
        <p:spPr>
          <a:xfrm>
            <a:off x="2213012" y="5275778"/>
            <a:ext cx="73152" cy="73152"/>
          </a:xfrm>
          <a:prstGeom prst="ellipse">
            <a:avLst/>
          </a:prstGeom>
          <a:solidFill>
            <a:srgbClr val="4A82FF">
              <a:alpha val="65000"/>
            </a:srgbClr>
          </a:solidFill>
          <a:ln w="12700">
            <a:solidFill>
              <a:srgbClr val="4A82FF"/>
            </a:solidFill>
            <a:prstDash val="solid"/>
          </a:ln>
        </p:spPr>
      </p:sp>
      <p:sp>
        <p:nvSpPr>
          <p:cNvPr id="11" name="Shape 9"/>
          <p:cNvSpPr/>
          <p:nvPr/>
        </p:nvSpPr>
        <p:spPr>
          <a:xfrm>
            <a:off x="2610654" y="2642937"/>
            <a:ext cx="73152" cy="73152"/>
          </a:xfrm>
          <a:prstGeom prst="ellipse">
            <a:avLst/>
          </a:prstGeom>
          <a:solidFill>
            <a:srgbClr val="E6115E"/>
          </a:solidFill>
          <a:ln w="12700">
            <a:solidFill>
              <a:srgbClr val="E6115E"/>
            </a:solidFill>
            <a:prstDash val="solid"/>
          </a:ln>
        </p:spPr>
      </p:sp>
      <p:sp>
        <p:nvSpPr>
          <p:cNvPr id="12" name="Shape 10"/>
          <p:cNvSpPr/>
          <p:nvPr/>
        </p:nvSpPr>
        <p:spPr>
          <a:xfrm>
            <a:off x="3556772" y="4274118"/>
            <a:ext cx="73152" cy="73152"/>
          </a:xfrm>
          <a:prstGeom prst="ellipse">
            <a:avLst/>
          </a:prstGeom>
          <a:solidFill>
            <a:srgbClr val="4A82FF">
              <a:alpha val="65000"/>
            </a:srgbClr>
          </a:solidFill>
          <a:ln w="12700">
            <a:solidFill>
              <a:srgbClr val="4A82FF"/>
            </a:solidFill>
            <a:prstDash val="solid"/>
          </a:ln>
        </p:spPr>
      </p:sp>
      <p:sp>
        <p:nvSpPr>
          <p:cNvPr id="13" name="Shape 11"/>
          <p:cNvSpPr/>
          <p:nvPr/>
        </p:nvSpPr>
        <p:spPr>
          <a:xfrm>
            <a:off x="2713292" y="3929797"/>
            <a:ext cx="73152" cy="73152"/>
          </a:xfrm>
          <a:prstGeom prst="ellipse">
            <a:avLst/>
          </a:prstGeom>
          <a:solidFill>
            <a:srgbClr val="4A82FF">
              <a:alpha val="65000"/>
            </a:srgbClr>
          </a:solidFill>
          <a:ln w="12700">
            <a:solidFill>
              <a:srgbClr val="4A82FF"/>
            </a:solidFill>
            <a:prstDash val="solid"/>
          </a:ln>
        </p:spPr>
      </p:sp>
      <p:sp>
        <p:nvSpPr>
          <p:cNvPr id="14" name="Shape 12"/>
          <p:cNvSpPr/>
          <p:nvPr/>
        </p:nvSpPr>
        <p:spPr>
          <a:xfrm>
            <a:off x="3128075" y="4621337"/>
            <a:ext cx="73152" cy="73152"/>
          </a:xfrm>
          <a:prstGeom prst="ellipse">
            <a:avLst/>
          </a:prstGeom>
          <a:solidFill>
            <a:srgbClr val="4A82FF">
              <a:alpha val="65000"/>
            </a:srgbClr>
          </a:solidFill>
          <a:ln w="12700">
            <a:solidFill>
              <a:srgbClr val="4A82FF"/>
            </a:solidFill>
            <a:prstDash val="solid"/>
          </a:ln>
        </p:spPr>
      </p:sp>
      <p:sp>
        <p:nvSpPr>
          <p:cNvPr id="15" name="Shape 13"/>
          <p:cNvSpPr/>
          <p:nvPr/>
        </p:nvSpPr>
        <p:spPr>
          <a:xfrm>
            <a:off x="3282806" y="4392369"/>
            <a:ext cx="73152" cy="73152"/>
          </a:xfrm>
          <a:prstGeom prst="ellipse">
            <a:avLst/>
          </a:prstGeom>
          <a:solidFill>
            <a:srgbClr val="4A82FF">
              <a:alpha val="65000"/>
            </a:srgbClr>
          </a:solidFill>
          <a:ln w="12700">
            <a:solidFill>
              <a:srgbClr val="4A82FF"/>
            </a:solidFill>
            <a:prstDash val="solid"/>
          </a:ln>
        </p:spPr>
      </p:sp>
      <p:sp>
        <p:nvSpPr>
          <p:cNvPr id="16" name="Shape 14"/>
          <p:cNvSpPr/>
          <p:nvPr/>
        </p:nvSpPr>
        <p:spPr>
          <a:xfrm>
            <a:off x="2698958" y="4628293"/>
            <a:ext cx="73152" cy="73152"/>
          </a:xfrm>
          <a:prstGeom prst="ellipse">
            <a:avLst/>
          </a:prstGeom>
          <a:solidFill>
            <a:srgbClr val="4A82FF">
              <a:alpha val="65000"/>
            </a:srgbClr>
          </a:solidFill>
          <a:ln w="12700">
            <a:solidFill>
              <a:srgbClr val="4A82FF"/>
            </a:solidFill>
            <a:prstDash val="solid"/>
          </a:ln>
        </p:spPr>
      </p:sp>
      <p:sp>
        <p:nvSpPr>
          <p:cNvPr id="17" name="Shape 15"/>
          <p:cNvSpPr/>
          <p:nvPr/>
        </p:nvSpPr>
        <p:spPr>
          <a:xfrm>
            <a:off x="3165333" y="3570405"/>
            <a:ext cx="73152" cy="73152"/>
          </a:xfrm>
          <a:prstGeom prst="ellipse">
            <a:avLst/>
          </a:prstGeom>
          <a:solidFill>
            <a:srgbClr val="4A82FF">
              <a:alpha val="65000"/>
            </a:srgbClr>
          </a:solidFill>
          <a:ln w="12700">
            <a:solidFill>
              <a:srgbClr val="4A82FF"/>
            </a:solidFill>
            <a:prstDash val="solid"/>
          </a:ln>
        </p:spPr>
      </p:sp>
      <p:sp>
        <p:nvSpPr>
          <p:cNvPr id="18" name="Shape 16"/>
          <p:cNvSpPr/>
          <p:nvPr/>
        </p:nvSpPr>
        <p:spPr>
          <a:xfrm>
            <a:off x="4552386" y="2952483"/>
            <a:ext cx="73152" cy="73152"/>
          </a:xfrm>
          <a:prstGeom prst="ellipse">
            <a:avLst/>
          </a:prstGeom>
          <a:solidFill>
            <a:srgbClr val="4A82FF">
              <a:alpha val="65000"/>
            </a:srgbClr>
          </a:solidFill>
          <a:ln w="12700">
            <a:solidFill>
              <a:srgbClr val="4A82FF"/>
            </a:solidFill>
            <a:prstDash val="solid"/>
          </a:ln>
        </p:spPr>
      </p:sp>
      <p:sp>
        <p:nvSpPr>
          <p:cNvPr id="19" name="Shape 17"/>
          <p:cNvSpPr/>
          <p:nvPr/>
        </p:nvSpPr>
        <p:spPr>
          <a:xfrm>
            <a:off x="2217370" y="4827118"/>
            <a:ext cx="73152" cy="73152"/>
          </a:xfrm>
          <a:prstGeom prst="ellipse">
            <a:avLst/>
          </a:prstGeom>
          <a:solidFill>
            <a:srgbClr val="4A82FF">
              <a:alpha val="65000"/>
            </a:srgbClr>
          </a:solidFill>
          <a:ln w="12700">
            <a:solidFill>
              <a:srgbClr val="4A82FF"/>
            </a:solidFill>
            <a:prstDash val="solid"/>
          </a:ln>
        </p:spPr>
      </p:sp>
      <p:sp>
        <p:nvSpPr>
          <p:cNvPr id="20" name="Shape 18"/>
          <p:cNvSpPr/>
          <p:nvPr/>
        </p:nvSpPr>
        <p:spPr>
          <a:xfrm>
            <a:off x="2409444" y="4069496"/>
            <a:ext cx="73152" cy="73152"/>
          </a:xfrm>
          <a:prstGeom prst="ellipse">
            <a:avLst/>
          </a:prstGeom>
          <a:solidFill>
            <a:srgbClr val="4A82FF">
              <a:alpha val="65000"/>
            </a:srgbClr>
          </a:solidFill>
          <a:ln w="12700">
            <a:solidFill>
              <a:srgbClr val="4A82FF"/>
            </a:solidFill>
            <a:prstDash val="solid"/>
          </a:ln>
        </p:spPr>
      </p:sp>
      <p:sp>
        <p:nvSpPr>
          <p:cNvPr id="21" name="Shape 19"/>
          <p:cNvSpPr/>
          <p:nvPr/>
        </p:nvSpPr>
        <p:spPr>
          <a:xfrm>
            <a:off x="2350519" y="4294406"/>
            <a:ext cx="73152" cy="73152"/>
          </a:xfrm>
          <a:prstGeom prst="ellipse">
            <a:avLst/>
          </a:prstGeom>
          <a:solidFill>
            <a:srgbClr val="4A82FF">
              <a:alpha val="65000"/>
            </a:srgbClr>
          </a:solidFill>
          <a:ln w="12700">
            <a:solidFill>
              <a:srgbClr val="4A82FF"/>
            </a:solidFill>
            <a:prstDash val="solid"/>
          </a:ln>
        </p:spPr>
      </p:sp>
      <p:sp>
        <p:nvSpPr>
          <p:cNvPr id="22" name="Shape 20"/>
          <p:cNvSpPr/>
          <p:nvPr/>
        </p:nvSpPr>
        <p:spPr>
          <a:xfrm>
            <a:off x="2552315" y="4263104"/>
            <a:ext cx="73152" cy="73152"/>
          </a:xfrm>
          <a:prstGeom prst="ellipse">
            <a:avLst/>
          </a:prstGeom>
          <a:solidFill>
            <a:srgbClr val="4A82FF">
              <a:alpha val="65000"/>
            </a:srgbClr>
          </a:solidFill>
          <a:ln w="12700">
            <a:solidFill>
              <a:srgbClr val="4A82FF"/>
            </a:solidFill>
            <a:prstDash val="solid"/>
          </a:ln>
        </p:spPr>
      </p:sp>
      <p:sp>
        <p:nvSpPr>
          <p:cNvPr id="23" name="Shape 21"/>
          <p:cNvSpPr/>
          <p:nvPr/>
        </p:nvSpPr>
        <p:spPr>
          <a:xfrm>
            <a:off x="3401370" y="4267162"/>
            <a:ext cx="73152" cy="73152"/>
          </a:xfrm>
          <a:prstGeom prst="ellipse">
            <a:avLst/>
          </a:prstGeom>
          <a:solidFill>
            <a:srgbClr val="4A82FF">
              <a:alpha val="65000"/>
            </a:srgbClr>
          </a:solidFill>
          <a:ln w="12700">
            <a:solidFill>
              <a:srgbClr val="4A82FF"/>
            </a:solidFill>
            <a:prstDash val="solid"/>
          </a:ln>
        </p:spPr>
      </p:sp>
      <p:sp>
        <p:nvSpPr>
          <p:cNvPr id="24" name="Shape 22"/>
          <p:cNvSpPr/>
          <p:nvPr/>
        </p:nvSpPr>
        <p:spPr>
          <a:xfrm>
            <a:off x="2753148" y="4751761"/>
            <a:ext cx="73152" cy="73152"/>
          </a:xfrm>
          <a:prstGeom prst="ellipse">
            <a:avLst/>
          </a:prstGeom>
          <a:solidFill>
            <a:srgbClr val="4A82FF">
              <a:alpha val="65000"/>
            </a:srgbClr>
          </a:solidFill>
          <a:ln w="12700">
            <a:solidFill>
              <a:srgbClr val="4A82FF"/>
            </a:solidFill>
            <a:prstDash val="solid"/>
          </a:ln>
        </p:spPr>
      </p:sp>
      <p:sp>
        <p:nvSpPr>
          <p:cNvPr id="25" name="Shape 23"/>
          <p:cNvSpPr/>
          <p:nvPr/>
        </p:nvSpPr>
        <p:spPr>
          <a:xfrm>
            <a:off x="2789274" y="4507143"/>
            <a:ext cx="73152" cy="73152"/>
          </a:xfrm>
          <a:prstGeom prst="ellipse">
            <a:avLst/>
          </a:prstGeom>
          <a:solidFill>
            <a:srgbClr val="4A82FF">
              <a:alpha val="65000"/>
            </a:srgbClr>
          </a:solidFill>
          <a:ln w="12700">
            <a:solidFill>
              <a:srgbClr val="4A82FF"/>
            </a:solidFill>
            <a:prstDash val="solid"/>
          </a:ln>
        </p:spPr>
      </p:sp>
      <p:sp>
        <p:nvSpPr>
          <p:cNvPr id="26" name="Shape 24"/>
          <p:cNvSpPr/>
          <p:nvPr/>
        </p:nvSpPr>
        <p:spPr>
          <a:xfrm>
            <a:off x="2884955" y="4454393"/>
            <a:ext cx="73152" cy="73152"/>
          </a:xfrm>
          <a:prstGeom prst="ellipse">
            <a:avLst/>
          </a:prstGeom>
          <a:solidFill>
            <a:srgbClr val="4A82FF">
              <a:alpha val="65000"/>
            </a:srgbClr>
          </a:solidFill>
          <a:ln w="12700">
            <a:solidFill>
              <a:srgbClr val="4A82FF"/>
            </a:solidFill>
            <a:prstDash val="solid"/>
          </a:ln>
        </p:spPr>
      </p:sp>
      <p:sp>
        <p:nvSpPr>
          <p:cNvPr id="27" name="Shape 25"/>
          <p:cNvSpPr/>
          <p:nvPr/>
        </p:nvSpPr>
        <p:spPr>
          <a:xfrm>
            <a:off x="2754489" y="4730893"/>
            <a:ext cx="73152" cy="73152"/>
          </a:xfrm>
          <a:prstGeom prst="ellipse">
            <a:avLst/>
          </a:prstGeom>
          <a:solidFill>
            <a:srgbClr val="4A82FF">
              <a:alpha val="65000"/>
            </a:srgbClr>
          </a:solidFill>
          <a:ln w="12700">
            <a:solidFill>
              <a:srgbClr val="4A82FF"/>
            </a:solidFill>
            <a:prstDash val="solid"/>
          </a:ln>
        </p:spPr>
      </p:sp>
      <p:sp>
        <p:nvSpPr>
          <p:cNvPr id="28" name="Shape 26"/>
          <p:cNvSpPr/>
          <p:nvPr/>
        </p:nvSpPr>
        <p:spPr>
          <a:xfrm>
            <a:off x="2068925" y="4744226"/>
            <a:ext cx="73152" cy="73152"/>
          </a:xfrm>
          <a:prstGeom prst="ellipse">
            <a:avLst/>
          </a:prstGeom>
          <a:solidFill>
            <a:srgbClr val="4A82FF">
              <a:alpha val="65000"/>
            </a:srgbClr>
          </a:solidFill>
          <a:ln w="12700">
            <a:solidFill>
              <a:srgbClr val="4A82FF"/>
            </a:solidFill>
            <a:prstDash val="solid"/>
          </a:ln>
        </p:spPr>
      </p:sp>
      <p:sp>
        <p:nvSpPr>
          <p:cNvPr id="29" name="Shape 27"/>
          <p:cNvSpPr/>
          <p:nvPr/>
        </p:nvSpPr>
        <p:spPr>
          <a:xfrm>
            <a:off x="2924811" y="3077691"/>
            <a:ext cx="73152" cy="73152"/>
          </a:xfrm>
          <a:prstGeom prst="ellipse">
            <a:avLst/>
          </a:prstGeom>
          <a:solidFill>
            <a:srgbClr val="4A82FF">
              <a:alpha val="65000"/>
            </a:srgbClr>
          </a:solidFill>
          <a:ln w="12700">
            <a:solidFill>
              <a:srgbClr val="4A82FF"/>
            </a:solidFill>
            <a:prstDash val="solid"/>
          </a:ln>
        </p:spPr>
      </p:sp>
      <p:sp>
        <p:nvSpPr>
          <p:cNvPr id="30" name="Shape 28"/>
          <p:cNvSpPr/>
          <p:nvPr/>
        </p:nvSpPr>
        <p:spPr>
          <a:xfrm>
            <a:off x="2982228" y="3190146"/>
            <a:ext cx="73152" cy="73152"/>
          </a:xfrm>
          <a:prstGeom prst="ellipse">
            <a:avLst/>
          </a:prstGeom>
          <a:solidFill>
            <a:srgbClr val="4A82FF">
              <a:alpha val="65000"/>
            </a:srgbClr>
          </a:solidFill>
          <a:ln w="12700">
            <a:solidFill>
              <a:srgbClr val="4A82FF"/>
            </a:solidFill>
            <a:prstDash val="solid"/>
          </a:ln>
        </p:spPr>
      </p:sp>
      <p:sp>
        <p:nvSpPr>
          <p:cNvPr id="31" name="Shape 29"/>
          <p:cNvSpPr/>
          <p:nvPr/>
        </p:nvSpPr>
        <p:spPr>
          <a:xfrm>
            <a:off x="3393407" y="4736690"/>
            <a:ext cx="73152" cy="73152"/>
          </a:xfrm>
          <a:prstGeom prst="ellipse">
            <a:avLst/>
          </a:prstGeom>
          <a:solidFill>
            <a:srgbClr val="4A82FF">
              <a:alpha val="65000"/>
            </a:srgbClr>
          </a:solidFill>
          <a:ln w="12700">
            <a:solidFill>
              <a:srgbClr val="4A82FF"/>
            </a:solidFill>
            <a:prstDash val="solid"/>
          </a:ln>
        </p:spPr>
      </p:sp>
      <p:sp>
        <p:nvSpPr>
          <p:cNvPr id="32" name="Shape 30"/>
          <p:cNvSpPr/>
          <p:nvPr/>
        </p:nvSpPr>
        <p:spPr>
          <a:xfrm>
            <a:off x="3722191" y="2642937"/>
            <a:ext cx="73152" cy="73152"/>
          </a:xfrm>
          <a:prstGeom prst="ellipse">
            <a:avLst/>
          </a:prstGeom>
          <a:solidFill>
            <a:srgbClr val="E6115E"/>
          </a:solidFill>
          <a:ln w="12700">
            <a:solidFill>
              <a:srgbClr val="E6115E"/>
            </a:solidFill>
            <a:prstDash val="solid"/>
          </a:ln>
        </p:spPr>
      </p:sp>
      <p:sp>
        <p:nvSpPr>
          <p:cNvPr id="33" name="Shape 31"/>
          <p:cNvSpPr/>
          <p:nvPr/>
        </p:nvSpPr>
        <p:spPr>
          <a:xfrm>
            <a:off x="2922171" y="4601628"/>
            <a:ext cx="73152" cy="73152"/>
          </a:xfrm>
          <a:prstGeom prst="ellipse">
            <a:avLst/>
          </a:prstGeom>
          <a:solidFill>
            <a:srgbClr val="4A82FF">
              <a:alpha val="65000"/>
            </a:srgbClr>
          </a:solidFill>
          <a:ln w="12700">
            <a:solidFill>
              <a:srgbClr val="4A82FF"/>
            </a:solidFill>
            <a:prstDash val="solid"/>
          </a:ln>
        </p:spPr>
      </p:sp>
      <p:sp>
        <p:nvSpPr>
          <p:cNvPr id="34" name="Shape 32"/>
          <p:cNvSpPr/>
          <p:nvPr/>
        </p:nvSpPr>
        <p:spPr>
          <a:xfrm>
            <a:off x="1973664" y="5243317"/>
            <a:ext cx="73152" cy="73152"/>
          </a:xfrm>
          <a:prstGeom prst="ellipse">
            <a:avLst/>
          </a:prstGeom>
          <a:solidFill>
            <a:srgbClr val="4A82FF">
              <a:alpha val="65000"/>
            </a:srgbClr>
          </a:solidFill>
          <a:ln w="12700">
            <a:solidFill>
              <a:srgbClr val="4A82FF"/>
            </a:solidFill>
            <a:prstDash val="solid"/>
          </a:ln>
        </p:spPr>
      </p:sp>
      <p:sp>
        <p:nvSpPr>
          <p:cNvPr id="35" name="Shape 33"/>
          <p:cNvSpPr/>
          <p:nvPr/>
        </p:nvSpPr>
        <p:spPr>
          <a:xfrm>
            <a:off x="2221017" y="4664232"/>
            <a:ext cx="73152" cy="73152"/>
          </a:xfrm>
          <a:prstGeom prst="ellipse">
            <a:avLst/>
          </a:prstGeom>
          <a:solidFill>
            <a:srgbClr val="4A82FF">
              <a:alpha val="65000"/>
            </a:srgbClr>
          </a:solidFill>
          <a:ln w="12700">
            <a:solidFill>
              <a:srgbClr val="4A82FF"/>
            </a:solidFill>
            <a:prstDash val="solid"/>
          </a:ln>
        </p:spPr>
      </p:sp>
      <p:sp>
        <p:nvSpPr>
          <p:cNvPr id="36" name="Shape 34"/>
          <p:cNvSpPr/>
          <p:nvPr/>
        </p:nvSpPr>
        <p:spPr>
          <a:xfrm>
            <a:off x="2514219" y="4991742"/>
            <a:ext cx="73152" cy="73152"/>
          </a:xfrm>
          <a:prstGeom prst="ellipse">
            <a:avLst/>
          </a:prstGeom>
          <a:solidFill>
            <a:srgbClr val="4A82FF">
              <a:alpha val="65000"/>
            </a:srgbClr>
          </a:solidFill>
          <a:ln w="12700">
            <a:solidFill>
              <a:srgbClr val="4A82FF"/>
            </a:solidFill>
            <a:prstDash val="solid"/>
          </a:ln>
        </p:spPr>
      </p:sp>
      <p:sp>
        <p:nvSpPr>
          <p:cNvPr id="37" name="Shape 35"/>
          <p:cNvSpPr/>
          <p:nvPr/>
        </p:nvSpPr>
        <p:spPr>
          <a:xfrm>
            <a:off x="2681859" y="4358169"/>
            <a:ext cx="73152" cy="73152"/>
          </a:xfrm>
          <a:prstGeom prst="ellipse">
            <a:avLst/>
          </a:prstGeom>
          <a:solidFill>
            <a:srgbClr val="4A82FF">
              <a:alpha val="65000"/>
            </a:srgbClr>
          </a:solidFill>
          <a:ln w="12700">
            <a:solidFill>
              <a:srgbClr val="4A82FF"/>
            </a:solidFill>
            <a:prstDash val="solid"/>
          </a:ln>
        </p:spPr>
      </p:sp>
      <p:sp>
        <p:nvSpPr>
          <p:cNvPr id="38" name="Shape 36"/>
          <p:cNvSpPr/>
          <p:nvPr/>
        </p:nvSpPr>
        <p:spPr>
          <a:xfrm>
            <a:off x="3751737" y="3445778"/>
            <a:ext cx="73152" cy="73152"/>
          </a:xfrm>
          <a:prstGeom prst="ellipse">
            <a:avLst/>
          </a:prstGeom>
          <a:solidFill>
            <a:srgbClr val="4A82FF">
              <a:alpha val="65000"/>
            </a:srgbClr>
          </a:solidFill>
          <a:ln w="12700">
            <a:solidFill>
              <a:srgbClr val="4A82FF"/>
            </a:solidFill>
            <a:prstDash val="solid"/>
          </a:ln>
        </p:spPr>
      </p:sp>
      <p:sp>
        <p:nvSpPr>
          <p:cNvPr id="39" name="Shape 37"/>
          <p:cNvSpPr/>
          <p:nvPr/>
        </p:nvSpPr>
        <p:spPr>
          <a:xfrm>
            <a:off x="1830918" y="5047970"/>
            <a:ext cx="73152" cy="73152"/>
          </a:xfrm>
          <a:prstGeom prst="ellipse">
            <a:avLst/>
          </a:prstGeom>
          <a:solidFill>
            <a:srgbClr val="4A82FF">
              <a:alpha val="65000"/>
            </a:srgbClr>
          </a:solidFill>
          <a:ln w="12700">
            <a:solidFill>
              <a:srgbClr val="4A82FF"/>
            </a:solidFill>
            <a:prstDash val="solid"/>
          </a:ln>
        </p:spPr>
      </p:sp>
      <p:sp>
        <p:nvSpPr>
          <p:cNvPr id="40" name="Shape 38"/>
          <p:cNvSpPr/>
          <p:nvPr/>
        </p:nvSpPr>
        <p:spPr>
          <a:xfrm>
            <a:off x="1667637" y="4739009"/>
            <a:ext cx="73152" cy="73152"/>
          </a:xfrm>
          <a:prstGeom prst="ellipse">
            <a:avLst/>
          </a:prstGeom>
          <a:solidFill>
            <a:srgbClr val="4A82FF">
              <a:alpha val="65000"/>
            </a:srgbClr>
          </a:solidFill>
          <a:ln w="12700">
            <a:solidFill>
              <a:srgbClr val="4A82FF"/>
            </a:solidFill>
            <a:prstDash val="solid"/>
          </a:ln>
        </p:spPr>
      </p:sp>
      <p:sp>
        <p:nvSpPr>
          <p:cNvPr id="41" name="Shape 39"/>
          <p:cNvSpPr/>
          <p:nvPr/>
        </p:nvSpPr>
        <p:spPr>
          <a:xfrm>
            <a:off x="2589070" y="4744226"/>
            <a:ext cx="73152" cy="73152"/>
          </a:xfrm>
          <a:prstGeom prst="ellipse">
            <a:avLst/>
          </a:prstGeom>
          <a:solidFill>
            <a:srgbClr val="4A82FF">
              <a:alpha val="65000"/>
            </a:srgbClr>
          </a:solidFill>
          <a:ln w="12700">
            <a:solidFill>
              <a:srgbClr val="4A82FF"/>
            </a:solidFill>
            <a:prstDash val="solid"/>
          </a:ln>
        </p:spPr>
      </p:sp>
      <p:sp>
        <p:nvSpPr>
          <p:cNvPr id="42" name="Shape 40"/>
          <p:cNvSpPr/>
          <p:nvPr/>
        </p:nvSpPr>
        <p:spPr>
          <a:xfrm>
            <a:off x="4132280" y="2845825"/>
            <a:ext cx="73152" cy="73152"/>
          </a:xfrm>
          <a:prstGeom prst="ellipse">
            <a:avLst/>
          </a:prstGeom>
          <a:solidFill>
            <a:srgbClr val="4A82FF">
              <a:alpha val="65000"/>
            </a:srgbClr>
          </a:solidFill>
          <a:ln w="12700">
            <a:solidFill>
              <a:srgbClr val="4A82FF"/>
            </a:solidFill>
            <a:prstDash val="solid"/>
          </a:ln>
        </p:spPr>
      </p:sp>
      <p:sp>
        <p:nvSpPr>
          <p:cNvPr id="43" name="Shape 41"/>
          <p:cNvSpPr/>
          <p:nvPr/>
        </p:nvSpPr>
        <p:spPr>
          <a:xfrm>
            <a:off x="2615599" y="3965736"/>
            <a:ext cx="73152" cy="73152"/>
          </a:xfrm>
          <a:prstGeom prst="ellipse">
            <a:avLst/>
          </a:prstGeom>
          <a:solidFill>
            <a:srgbClr val="4A82FF">
              <a:alpha val="65000"/>
            </a:srgbClr>
          </a:solidFill>
          <a:ln w="12700">
            <a:solidFill>
              <a:srgbClr val="4A82FF"/>
            </a:solidFill>
            <a:prstDash val="solid"/>
          </a:ln>
        </p:spPr>
      </p:sp>
      <p:sp>
        <p:nvSpPr>
          <p:cNvPr id="44" name="Shape 42"/>
          <p:cNvSpPr/>
          <p:nvPr/>
        </p:nvSpPr>
        <p:spPr>
          <a:xfrm>
            <a:off x="3459751" y="4153548"/>
            <a:ext cx="73152" cy="73152"/>
          </a:xfrm>
          <a:prstGeom prst="ellipse">
            <a:avLst/>
          </a:prstGeom>
          <a:solidFill>
            <a:srgbClr val="4A82FF">
              <a:alpha val="65000"/>
            </a:srgbClr>
          </a:solidFill>
          <a:ln w="12700">
            <a:solidFill>
              <a:srgbClr val="4A82FF"/>
            </a:solidFill>
            <a:prstDash val="solid"/>
          </a:ln>
        </p:spPr>
      </p:sp>
      <p:sp>
        <p:nvSpPr>
          <p:cNvPr id="45" name="Shape 43"/>
          <p:cNvSpPr/>
          <p:nvPr/>
        </p:nvSpPr>
        <p:spPr>
          <a:xfrm>
            <a:off x="2985706" y="3565188"/>
            <a:ext cx="73152" cy="73152"/>
          </a:xfrm>
          <a:prstGeom prst="ellipse">
            <a:avLst/>
          </a:prstGeom>
          <a:solidFill>
            <a:srgbClr val="4A82FF">
              <a:alpha val="65000"/>
            </a:srgbClr>
          </a:solidFill>
          <a:ln w="12700">
            <a:solidFill>
              <a:srgbClr val="4A82FF"/>
            </a:solidFill>
            <a:prstDash val="solid"/>
          </a:ln>
        </p:spPr>
      </p:sp>
      <p:sp>
        <p:nvSpPr>
          <p:cNvPr id="46" name="Shape 44"/>
          <p:cNvSpPr/>
          <p:nvPr/>
        </p:nvSpPr>
        <p:spPr>
          <a:xfrm>
            <a:off x="2581904" y="4669449"/>
            <a:ext cx="73152" cy="73152"/>
          </a:xfrm>
          <a:prstGeom prst="ellipse">
            <a:avLst/>
          </a:prstGeom>
          <a:solidFill>
            <a:srgbClr val="4A82FF">
              <a:alpha val="65000"/>
            </a:srgbClr>
          </a:solidFill>
          <a:ln w="12700">
            <a:solidFill>
              <a:srgbClr val="4A82FF"/>
            </a:solidFill>
            <a:prstDash val="solid"/>
          </a:ln>
        </p:spPr>
      </p:sp>
      <p:sp>
        <p:nvSpPr>
          <p:cNvPr id="47" name="Shape 45"/>
          <p:cNvSpPr/>
          <p:nvPr/>
        </p:nvSpPr>
        <p:spPr>
          <a:xfrm>
            <a:off x="2447875" y="4798714"/>
            <a:ext cx="73152" cy="73152"/>
          </a:xfrm>
          <a:prstGeom prst="ellipse">
            <a:avLst/>
          </a:prstGeom>
          <a:solidFill>
            <a:srgbClr val="4A82FF">
              <a:alpha val="65000"/>
            </a:srgbClr>
          </a:solidFill>
          <a:ln w="12700">
            <a:solidFill>
              <a:srgbClr val="4A82FF"/>
            </a:solidFill>
            <a:prstDash val="solid"/>
          </a:ln>
        </p:spPr>
      </p:sp>
      <p:sp>
        <p:nvSpPr>
          <p:cNvPr id="48" name="Shape 46"/>
          <p:cNvSpPr/>
          <p:nvPr/>
        </p:nvSpPr>
        <p:spPr>
          <a:xfrm>
            <a:off x="2297167" y="4636988"/>
            <a:ext cx="73152" cy="73152"/>
          </a:xfrm>
          <a:prstGeom prst="ellipse">
            <a:avLst/>
          </a:prstGeom>
          <a:solidFill>
            <a:srgbClr val="4A82FF">
              <a:alpha val="65000"/>
            </a:srgbClr>
          </a:solidFill>
          <a:ln w="12700">
            <a:solidFill>
              <a:srgbClr val="4A82FF"/>
            </a:solidFill>
            <a:prstDash val="solid"/>
          </a:ln>
        </p:spPr>
      </p:sp>
      <p:sp>
        <p:nvSpPr>
          <p:cNvPr id="49" name="Shape 47"/>
          <p:cNvSpPr/>
          <p:nvPr/>
        </p:nvSpPr>
        <p:spPr>
          <a:xfrm>
            <a:off x="3921263" y="4045150"/>
            <a:ext cx="73152" cy="73152"/>
          </a:xfrm>
          <a:prstGeom prst="ellipse">
            <a:avLst/>
          </a:prstGeom>
          <a:solidFill>
            <a:srgbClr val="4A82FF">
              <a:alpha val="65000"/>
            </a:srgbClr>
          </a:solidFill>
          <a:ln w="12700">
            <a:solidFill>
              <a:srgbClr val="4A82FF"/>
            </a:solidFill>
            <a:prstDash val="solid"/>
          </a:ln>
        </p:spPr>
      </p:sp>
      <p:sp>
        <p:nvSpPr>
          <p:cNvPr id="50" name="Shape 48"/>
          <p:cNvSpPr/>
          <p:nvPr/>
        </p:nvSpPr>
        <p:spPr>
          <a:xfrm>
            <a:off x="2741245" y="5016668"/>
            <a:ext cx="73152" cy="73152"/>
          </a:xfrm>
          <a:prstGeom prst="ellipse">
            <a:avLst/>
          </a:prstGeom>
          <a:solidFill>
            <a:srgbClr val="4A82FF">
              <a:alpha val="65000"/>
            </a:srgbClr>
          </a:solidFill>
          <a:ln w="12700">
            <a:solidFill>
              <a:srgbClr val="4A82FF"/>
            </a:solidFill>
            <a:prstDash val="solid"/>
          </a:ln>
        </p:spPr>
      </p:sp>
      <p:sp>
        <p:nvSpPr>
          <p:cNvPr id="51" name="Shape 49"/>
          <p:cNvSpPr/>
          <p:nvPr/>
        </p:nvSpPr>
        <p:spPr>
          <a:xfrm>
            <a:off x="2102621" y="5127963"/>
            <a:ext cx="73152" cy="73152"/>
          </a:xfrm>
          <a:prstGeom prst="ellipse">
            <a:avLst/>
          </a:prstGeom>
          <a:solidFill>
            <a:srgbClr val="4A82FF">
              <a:alpha val="65000"/>
            </a:srgbClr>
          </a:solidFill>
          <a:ln w="12700">
            <a:solidFill>
              <a:srgbClr val="4A82FF"/>
            </a:solidFill>
            <a:prstDash val="solid"/>
          </a:ln>
        </p:spPr>
      </p:sp>
      <p:sp>
        <p:nvSpPr>
          <p:cNvPr id="52" name="Shape 50"/>
          <p:cNvSpPr/>
          <p:nvPr/>
        </p:nvSpPr>
        <p:spPr>
          <a:xfrm>
            <a:off x="2605541" y="4267742"/>
            <a:ext cx="73152" cy="73152"/>
          </a:xfrm>
          <a:prstGeom prst="ellipse">
            <a:avLst/>
          </a:prstGeom>
          <a:solidFill>
            <a:srgbClr val="4A82FF">
              <a:alpha val="65000"/>
            </a:srgbClr>
          </a:solidFill>
          <a:ln w="12700">
            <a:solidFill>
              <a:srgbClr val="4A82FF"/>
            </a:solidFill>
            <a:prstDash val="solid"/>
          </a:ln>
        </p:spPr>
      </p:sp>
      <p:sp>
        <p:nvSpPr>
          <p:cNvPr id="53" name="Shape 51"/>
          <p:cNvSpPr/>
          <p:nvPr/>
        </p:nvSpPr>
        <p:spPr>
          <a:xfrm>
            <a:off x="2800716" y="4665971"/>
            <a:ext cx="73152" cy="73152"/>
          </a:xfrm>
          <a:prstGeom prst="ellipse">
            <a:avLst/>
          </a:prstGeom>
          <a:solidFill>
            <a:srgbClr val="4A82FF">
              <a:alpha val="65000"/>
            </a:srgbClr>
          </a:solidFill>
          <a:ln w="12700">
            <a:solidFill>
              <a:srgbClr val="4A82FF"/>
            </a:solidFill>
            <a:prstDash val="solid"/>
          </a:ln>
        </p:spPr>
      </p:sp>
      <p:sp>
        <p:nvSpPr>
          <p:cNvPr id="54" name="Shape 52"/>
          <p:cNvSpPr/>
          <p:nvPr/>
        </p:nvSpPr>
        <p:spPr>
          <a:xfrm>
            <a:off x="2418706" y="3859658"/>
            <a:ext cx="73152" cy="73152"/>
          </a:xfrm>
          <a:prstGeom prst="ellipse">
            <a:avLst/>
          </a:prstGeom>
          <a:solidFill>
            <a:srgbClr val="4A82FF">
              <a:alpha val="65000"/>
            </a:srgbClr>
          </a:solidFill>
          <a:ln w="12700">
            <a:solidFill>
              <a:srgbClr val="4A82FF"/>
            </a:solidFill>
            <a:prstDash val="solid"/>
          </a:ln>
        </p:spPr>
      </p:sp>
      <p:sp>
        <p:nvSpPr>
          <p:cNvPr id="55" name="Shape 53"/>
          <p:cNvSpPr/>
          <p:nvPr/>
        </p:nvSpPr>
        <p:spPr>
          <a:xfrm>
            <a:off x="2623017" y="4718141"/>
            <a:ext cx="73152" cy="73152"/>
          </a:xfrm>
          <a:prstGeom prst="ellipse">
            <a:avLst/>
          </a:prstGeom>
          <a:solidFill>
            <a:srgbClr val="4A82FF">
              <a:alpha val="65000"/>
            </a:srgbClr>
          </a:solidFill>
          <a:ln w="12700">
            <a:solidFill>
              <a:srgbClr val="4A82FF"/>
            </a:solidFill>
            <a:prstDash val="solid"/>
          </a:ln>
        </p:spPr>
      </p:sp>
      <p:sp>
        <p:nvSpPr>
          <p:cNvPr id="56" name="Shape 54"/>
          <p:cNvSpPr/>
          <p:nvPr/>
        </p:nvSpPr>
        <p:spPr>
          <a:xfrm>
            <a:off x="2446115" y="3851543"/>
            <a:ext cx="73152" cy="73152"/>
          </a:xfrm>
          <a:prstGeom prst="ellipse">
            <a:avLst/>
          </a:prstGeom>
          <a:solidFill>
            <a:srgbClr val="4A82FF">
              <a:alpha val="65000"/>
            </a:srgbClr>
          </a:solidFill>
          <a:ln w="12700">
            <a:solidFill>
              <a:srgbClr val="4A82FF"/>
            </a:solidFill>
            <a:prstDash val="solid"/>
          </a:ln>
        </p:spPr>
      </p:sp>
      <p:sp>
        <p:nvSpPr>
          <p:cNvPr id="57" name="Shape 55"/>
          <p:cNvSpPr/>
          <p:nvPr/>
        </p:nvSpPr>
        <p:spPr>
          <a:xfrm>
            <a:off x="2302615" y="4060801"/>
            <a:ext cx="73152" cy="73152"/>
          </a:xfrm>
          <a:prstGeom prst="ellipse">
            <a:avLst/>
          </a:prstGeom>
          <a:solidFill>
            <a:srgbClr val="4A82FF">
              <a:alpha val="65000"/>
            </a:srgbClr>
          </a:solidFill>
          <a:ln w="12700">
            <a:solidFill>
              <a:srgbClr val="4A82FF"/>
            </a:solidFill>
            <a:prstDash val="solid"/>
          </a:ln>
        </p:spPr>
      </p:sp>
      <p:sp>
        <p:nvSpPr>
          <p:cNvPr id="58" name="Shape 56"/>
          <p:cNvSpPr/>
          <p:nvPr/>
        </p:nvSpPr>
        <p:spPr>
          <a:xfrm>
            <a:off x="2502317" y="4972613"/>
            <a:ext cx="73152" cy="73152"/>
          </a:xfrm>
          <a:prstGeom prst="ellipse">
            <a:avLst/>
          </a:prstGeom>
          <a:solidFill>
            <a:srgbClr val="4A82FF">
              <a:alpha val="65000"/>
            </a:srgbClr>
          </a:solidFill>
          <a:ln w="12700">
            <a:solidFill>
              <a:srgbClr val="4A82FF"/>
            </a:solidFill>
            <a:prstDash val="solid"/>
          </a:ln>
        </p:spPr>
      </p:sp>
      <p:sp>
        <p:nvSpPr>
          <p:cNvPr id="59" name="Shape 57"/>
          <p:cNvSpPr/>
          <p:nvPr/>
        </p:nvSpPr>
        <p:spPr>
          <a:xfrm>
            <a:off x="3038094" y="4081090"/>
            <a:ext cx="73152" cy="73152"/>
          </a:xfrm>
          <a:prstGeom prst="ellipse">
            <a:avLst/>
          </a:prstGeom>
          <a:solidFill>
            <a:srgbClr val="4A82FF">
              <a:alpha val="65000"/>
            </a:srgbClr>
          </a:solidFill>
          <a:ln w="12700">
            <a:solidFill>
              <a:srgbClr val="4A82FF"/>
            </a:solidFill>
            <a:prstDash val="solid"/>
          </a:ln>
        </p:spPr>
      </p:sp>
      <p:sp>
        <p:nvSpPr>
          <p:cNvPr id="60" name="Shape 58"/>
          <p:cNvSpPr/>
          <p:nvPr/>
        </p:nvSpPr>
        <p:spPr>
          <a:xfrm>
            <a:off x="2243313" y="4601628"/>
            <a:ext cx="73152" cy="73152"/>
          </a:xfrm>
          <a:prstGeom prst="ellipse">
            <a:avLst/>
          </a:prstGeom>
          <a:solidFill>
            <a:srgbClr val="4A82FF">
              <a:alpha val="65000"/>
            </a:srgbClr>
          </a:solidFill>
          <a:ln w="12700">
            <a:solidFill>
              <a:srgbClr val="4A82FF"/>
            </a:solidFill>
            <a:prstDash val="solid"/>
          </a:ln>
        </p:spPr>
      </p:sp>
      <p:sp>
        <p:nvSpPr>
          <p:cNvPr id="61" name="Shape 59"/>
          <p:cNvSpPr/>
          <p:nvPr/>
        </p:nvSpPr>
        <p:spPr>
          <a:xfrm>
            <a:off x="2589070" y="4791178"/>
            <a:ext cx="73152" cy="73152"/>
          </a:xfrm>
          <a:prstGeom prst="ellipse">
            <a:avLst/>
          </a:prstGeom>
          <a:solidFill>
            <a:srgbClr val="4A82FF">
              <a:alpha val="65000"/>
            </a:srgbClr>
          </a:solidFill>
          <a:ln w="12700">
            <a:solidFill>
              <a:srgbClr val="4A82FF"/>
            </a:solidFill>
            <a:prstDash val="solid"/>
          </a:ln>
        </p:spPr>
      </p:sp>
      <p:sp>
        <p:nvSpPr>
          <p:cNvPr id="62" name="Shape 60"/>
          <p:cNvSpPr/>
          <p:nvPr/>
        </p:nvSpPr>
        <p:spPr>
          <a:xfrm>
            <a:off x="1819225" y="5023044"/>
            <a:ext cx="73152" cy="73152"/>
          </a:xfrm>
          <a:prstGeom prst="ellipse">
            <a:avLst/>
          </a:prstGeom>
          <a:solidFill>
            <a:srgbClr val="4A82FF">
              <a:alpha val="65000"/>
            </a:srgbClr>
          </a:solidFill>
          <a:ln w="12700">
            <a:solidFill>
              <a:srgbClr val="4A82FF"/>
            </a:solidFill>
            <a:prstDash val="solid"/>
          </a:ln>
        </p:spPr>
      </p:sp>
      <p:sp>
        <p:nvSpPr>
          <p:cNvPr id="63" name="Shape 61"/>
          <p:cNvSpPr/>
          <p:nvPr/>
        </p:nvSpPr>
        <p:spPr>
          <a:xfrm>
            <a:off x="2320595" y="4668869"/>
            <a:ext cx="73152" cy="73152"/>
          </a:xfrm>
          <a:prstGeom prst="ellipse">
            <a:avLst/>
          </a:prstGeom>
          <a:solidFill>
            <a:srgbClr val="4A82FF">
              <a:alpha val="65000"/>
            </a:srgbClr>
          </a:solidFill>
          <a:ln w="12700">
            <a:solidFill>
              <a:srgbClr val="4A82FF"/>
            </a:solidFill>
            <a:prstDash val="solid"/>
          </a:ln>
        </p:spPr>
      </p:sp>
      <p:sp>
        <p:nvSpPr>
          <p:cNvPr id="64" name="Shape 62"/>
          <p:cNvSpPr/>
          <p:nvPr/>
        </p:nvSpPr>
        <p:spPr>
          <a:xfrm>
            <a:off x="3429408" y="4765673"/>
            <a:ext cx="73152" cy="73152"/>
          </a:xfrm>
          <a:prstGeom prst="ellipse">
            <a:avLst/>
          </a:prstGeom>
          <a:solidFill>
            <a:srgbClr val="4A82FF">
              <a:alpha val="65000"/>
            </a:srgbClr>
          </a:solidFill>
          <a:ln w="12700">
            <a:solidFill>
              <a:srgbClr val="4A82FF"/>
            </a:solidFill>
            <a:prstDash val="solid"/>
          </a:ln>
        </p:spPr>
      </p:sp>
      <p:sp>
        <p:nvSpPr>
          <p:cNvPr id="65" name="Shape 63"/>
          <p:cNvSpPr/>
          <p:nvPr/>
        </p:nvSpPr>
        <p:spPr>
          <a:xfrm>
            <a:off x="2006605" y="5075214"/>
            <a:ext cx="73152" cy="73152"/>
          </a:xfrm>
          <a:prstGeom prst="ellipse">
            <a:avLst/>
          </a:prstGeom>
          <a:solidFill>
            <a:srgbClr val="4A82FF">
              <a:alpha val="65000"/>
            </a:srgbClr>
          </a:solidFill>
          <a:ln w="12700">
            <a:solidFill>
              <a:srgbClr val="4A82FF"/>
            </a:solidFill>
            <a:prstDash val="solid"/>
          </a:ln>
        </p:spPr>
      </p:sp>
      <p:sp>
        <p:nvSpPr>
          <p:cNvPr id="66" name="Shape 64"/>
          <p:cNvSpPr/>
          <p:nvPr/>
        </p:nvSpPr>
        <p:spPr>
          <a:xfrm>
            <a:off x="3279412" y="4317593"/>
            <a:ext cx="73152" cy="73152"/>
          </a:xfrm>
          <a:prstGeom prst="ellipse">
            <a:avLst/>
          </a:prstGeom>
          <a:solidFill>
            <a:srgbClr val="4A82FF">
              <a:alpha val="65000"/>
            </a:srgbClr>
          </a:solidFill>
          <a:ln w="12700">
            <a:solidFill>
              <a:srgbClr val="4A82FF"/>
            </a:solidFill>
            <a:prstDash val="solid"/>
          </a:ln>
        </p:spPr>
      </p:sp>
      <p:sp>
        <p:nvSpPr>
          <p:cNvPr id="67" name="Shape 65"/>
          <p:cNvSpPr/>
          <p:nvPr/>
        </p:nvSpPr>
        <p:spPr>
          <a:xfrm>
            <a:off x="3079459" y="4059642"/>
            <a:ext cx="73152" cy="73152"/>
          </a:xfrm>
          <a:prstGeom prst="ellipse">
            <a:avLst/>
          </a:prstGeom>
          <a:solidFill>
            <a:srgbClr val="4A82FF">
              <a:alpha val="65000"/>
            </a:srgbClr>
          </a:solidFill>
          <a:ln w="12700">
            <a:solidFill>
              <a:srgbClr val="4A82FF"/>
            </a:solidFill>
            <a:prstDash val="solid"/>
          </a:ln>
        </p:spPr>
      </p:sp>
      <p:sp>
        <p:nvSpPr>
          <p:cNvPr id="68" name="Shape 66"/>
          <p:cNvSpPr/>
          <p:nvPr/>
        </p:nvSpPr>
        <p:spPr>
          <a:xfrm>
            <a:off x="3480789" y="4297884"/>
            <a:ext cx="73152" cy="73152"/>
          </a:xfrm>
          <a:prstGeom prst="ellipse">
            <a:avLst/>
          </a:prstGeom>
          <a:solidFill>
            <a:srgbClr val="4A82FF">
              <a:alpha val="65000"/>
            </a:srgbClr>
          </a:solidFill>
          <a:ln w="12700">
            <a:solidFill>
              <a:srgbClr val="4A82FF"/>
            </a:solidFill>
            <a:prstDash val="solid"/>
          </a:ln>
        </p:spPr>
      </p:sp>
      <p:sp>
        <p:nvSpPr>
          <p:cNvPr id="69" name="Shape 67"/>
          <p:cNvSpPr/>
          <p:nvPr/>
        </p:nvSpPr>
        <p:spPr>
          <a:xfrm>
            <a:off x="2924392" y="2642937"/>
            <a:ext cx="73152" cy="73152"/>
          </a:xfrm>
          <a:prstGeom prst="ellipse">
            <a:avLst/>
          </a:prstGeom>
          <a:solidFill>
            <a:srgbClr val="E6115E"/>
          </a:solidFill>
          <a:ln w="12700">
            <a:solidFill>
              <a:srgbClr val="E6115E"/>
            </a:solidFill>
            <a:prstDash val="solid"/>
          </a:ln>
        </p:spPr>
      </p:sp>
      <p:sp>
        <p:nvSpPr>
          <p:cNvPr id="70" name="Shape 68"/>
          <p:cNvSpPr/>
          <p:nvPr/>
        </p:nvSpPr>
        <p:spPr>
          <a:xfrm>
            <a:off x="2358859" y="4369762"/>
            <a:ext cx="73152" cy="73152"/>
          </a:xfrm>
          <a:prstGeom prst="ellipse">
            <a:avLst/>
          </a:prstGeom>
          <a:solidFill>
            <a:srgbClr val="4A82FF">
              <a:alpha val="65000"/>
            </a:srgbClr>
          </a:solidFill>
          <a:ln w="12700">
            <a:solidFill>
              <a:srgbClr val="4A82FF"/>
            </a:solidFill>
            <a:prstDash val="solid"/>
          </a:ln>
        </p:spPr>
      </p:sp>
      <p:sp>
        <p:nvSpPr>
          <p:cNvPr id="71" name="Shape 69"/>
          <p:cNvSpPr/>
          <p:nvPr/>
        </p:nvSpPr>
        <p:spPr>
          <a:xfrm>
            <a:off x="2256179" y="5068838"/>
            <a:ext cx="73152" cy="73152"/>
          </a:xfrm>
          <a:prstGeom prst="ellipse">
            <a:avLst/>
          </a:prstGeom>
          <a:solidFill>
            <a:srgbClr val="4A82FF">
              <a:alpha val="65000"/>
            </a:srgbClr>
          </a:solidFill>
          <a:ln w="12700">
            <a:solidFill>
              <a:srgbClr val="4A82FF"/>
            </a:solidFill>
            <a:prstDash val="solid"/>
          </a:ln>
        </p:spPr>
      </p:sp>
      <p:sp>
        <p:nvSpPr>
          <p:cNvPr id="72" name="Shape 70"/>
          <p:cNvSpPr/>
          <p:nvPr/>
        </p:nvSpPr>
        <p:spPr>
          <a:xfrm>
            <a:off x="2387860" y="4968556"/>
            <a:ext cx="73152" cy="73152"/>
          </a:xfrm>
          <a:prstGeom prst="ellipse">
            <a:avLst/>
          </a:prstGeom>
          <a:solidFill>
            <a:srgbClr val="4A82FF">
              <a:alpha val="65000"/>
            </a:srgbClr>
          </a:solidFill>
          <a:ln w="12700">
            <a:solidFill>
              <a:srgbClr val="4A82FF"/>
            </a:solidFill>
            <a:prstDash val="solid"/>
          </a:ln>
        </p:spPr>
      </p:sp>
      <p:sp>
        <p:nvSpPr>
          <p:cNvPr id="73" name="Shape 71"/>
          <p:cNvSpPr/>
          <p:nvPr/>
        </p:nvSpPr>
        <p:spPr>
          <a:xfrm>
            <a:off x="3770387" y="3907190"/>
            <a:ext cx="73152" cy="73152"/>
          </a:xfrm>
          <a:prstGeom prst="ellipse">
            <a:avLst/>
          </a:prstGeom>
          <a:solidFill>
            <a:srgbClr val="4A82FF">
              <a:alpha val="65000"/>
            </a:srgbClr>
          </a:solidFill>
          <a:ln w="12700">
            <a:solidFill>
              <a:srgbClr val="4A82FF"/>
            </a:solidFill>
            <a:prstDash val="solid"/>
          </a:ln>
        </p:spPr>
      </p:sp>
      <p:sp>
        <p:nvSpPr>
          <p:cNvPr id="74" name="Shape 72"/>
          <p:cNvSpPr/>
          <p:nvPr/>
        </p:nvSpPr>
        <p:spPr>
          <a:xfrm>
            <a:off x="2640703" y="4471204"/>
            <a:ext cx="73152" cy="73152"/>
          </a:xfrm>
          <a:prstGeom prst="ellipse">
            <a:avLst/>
          </a:prstGeom>
          <a:solidFill>
            <a:srgbClr val="4A82FF">
              <a:alpha val="65000"/>
            </a:srgbClr>
          </a:solidFill>
          <a:ln w="12700">
            <a:solidFill>
              <a:srgbClr val="4A82FF"/>
            </a:solidFill>
            <a:prstDash val="solid"/>
          </a:ln>
        </p:spPr>
      </p:sp>
      <p:sp>
        <p:nvSpPr>
          <p:cNvPr id="75" name="Shape 73"/>
          <p:cNvSpPr/>
          <p:nvPr/>
        </p:nvSpPr>
        <p:spPr>
          <a:xfrm>
            <a:off x="2302867" y="4064859"/>
            <a:ext cx="73152" cy="73152"/>
          </a:xfrm>
          <a:prstGeom prst="ellipse">
            <a:avLst/>
          </a:prstGeom>
          <a:solidFill>
            <a:srgbClr val="4A82FF">
              <a:alpha val="65000"/>
            </a:srgbClr>
          </a:solidFill>
          <a:ln w="12700">
            <a:solidFill>
              <a:srgbClr val="4A82FF"/>
            </a:solidFill>
            <a:prstDash val="solid"/>
          </a:ln>
        </p:spPr>
      </p:sp>
      <p:sp>
        <p:nvSpPr>
          <p:cNvPr id="76" name="Shape 74"/>
          <p:cNvSpPr/>
          <p:nvPr/>
        </p:nvSpPr>
        <p:spPr>
          <a:xfrm>
            <a:off x="2860689" y="4711764"/>
            <a:ext cx="73152" cy="73152"/>
          </a:xfrm>
          <a:prstGeom prst="ellipse">
            <a:avLst/>
          </a:prstGeom>
          <a:solidFill>
            <a:srgbClr val="4A82FF">
              <a:alpha val="65000"/>
            </a:srgbClr>
          </a:solidFill>
          <a:ln w="12700">
            <a:solidFill>
              <a:srgbClr val="4A82FF"/>
            </a:solidFill>
            <a:prstDash val="solid"/>
          </a:ln>
        </p:spPr>
      </p:sp>
      <p:sp>
        <p:nvSpPr>
          <p:cNvPr id="77" name="Shape 75"/>
          <p:cNvSpPr/>
          <p:nvPr/>
        </p:nvSpPr>
        <p:spPr>
          <a:xfrm>
            <a:off x="1665709" y="4599310"/>
            <a:ext cx="73152" cy="73152"/>
          </a:xfrm>
          <a:prstGeom prst="ellipse">
            <a:avLst/>
          </a:prstGeom>
          <a:solidFill>
            <a:srgbClr val="4A82FF">
              <a:alpha val="65000"/>
            </a:srgbClr>
          </a:solidFill>
          <a:ln w="12700">
            <a:solidFill>
              <a:srgbClr val="4A82FF"/>
            </a:solidFill>
            <a:prstDash val="solid"/>
          </a:ln>
        </p:spPr>
      </p:sp>
      <p:sp>
        <p:nvSpPr>
          <p:cNvPr id="78" name="Shape 76"/>
          <p:cNvSpPr/>
          <p:nvPr/>
        </p:nvSpPr>
        <p:spPr>
          <a:xfrm>
            <a:off x="2189417" y="4714663"/>
            <a:ext cx="73152" cy="73152"/>
          </a:xfrm>
          <a:prstGeom prst="ellipse">
            <a:avLst/>
          </a:prstGeom>
          <a:solidFill>
            <a:srgbClr val="4A82FF">
              <a:alpha val="65000"/>
            </a:srgbClr>
          </a:solidFill>
          <a:ln w="12700">
            <a:solidFill>
              <a:srgbClr val="4A82FF"/>
            </a:solidFill>
            <a:prstDash val="solid"/>
          </a:ln>
        </p:spPr>
      </p:sp>
      <p:sp>
        <p:nvSpPr>
          <p:cNvPr id="79" name="Shape 77"/>
          <p:cNvSpPr/>
          <p:nvPr/>
        </p:nvSpPr>
        <p:spPr>
          <a:xfrm>
            <a:off x="2659311" y="5043332"/>
            <a:ext cx="73152" cy="73152"/>
          </a:xfrm>
          <a:prstGeom prst="ellipse">
            <a:avLst/>
          </a:prstGeom>
          <a:solidFill>
            <a:srgbClr val="4A82FF">
              <a:alpha val="65000"/>
            </a:srgbClr>
          </a:solidFill>
          <a:ln w="12700">
            <a:solidFill>
              <a:srgbClr val="4A82FF"/>
            </a:solidFill>
            <a:prstDash val="solid"/>
          </a:ln>
        </p:spPr>
      </p:sp>
      <p:sp>
        <p:nvSpPr>
          <p:cNvPr id="80" name="Shape 78"/>
          <p:cNvSpPr/>
          <p:nvPr/>
        </p:nvSpPr>
        <p:spPr>
          <a:xfrm>
            <a:off x="3161016" y="4457871"/>
            <a:ext cx="73152" cy="73152"/>
          </a:xfrm>
          <a:prstGeom prst="ellipse">
            <a:avLst/>
          </a:prstGeom>
          <a:solidFill>
            <a:srgbClr val="4A82FF">
              <a:alpha val="65000"/>
            </a:srgbClr>
          </a:solidFill>
          <a:ln w="12700">
            <a:solidFill>
              <a:srgbClr val="4A82FF"/>
            </a:solidFill>
            <a:prstDash val="solid"/>
          </a:ln>
        </p:spPr>
      </p:sp>
      <p:sp>
        <p:nvSpPr>
          <p:cNvPr id="81" name="Shape 79"/>
          <p:cNvSpPr/>
          <p:nvPr/>
        </p:nvSpPr>
        <p:spPr>
          <a:xfrm>
            <a:off x="2636470" y="5127963"/>
            <a:ext cx="73152" cy="73152"/>
          </a:xfrm>
          <a:prstGeom prst="ellipse">
            <a:avLst/>
          </a:prstGeom>
          <a:solidFill>
            <a:srgbClr val="4A82FF">
              <a:alpha val="65000"/>
            </a:srgbClr>
          </a:solidFill>
          <a:ln w="12700">
            <a:solidFill>
              <a:srgbClr val="4A82FF"/>
            </a:solidFill>
            <a:prstDash val="solid"/>
          </a:ln>
        </p:spPr>
      </p:sp>
      <p:sp>
        <p:nvSpPr>
          <p:cNvPr id="82" name="Shape 80"/>
          <p:cNvSpPr/>
          <p:nvPr/>
        </p:nvSpPr>
        <p:spPr>
          <a:xfrm>
            <a:off x="2872550" y="4530329"/>
            <a:ext cx="73152" cy="73152"/>
          </a:xfrm>
          <a:prstGeom prst="ellipse">
            <a:avLst/>
          </a:prstGeom>
          <a:solidFill>
            <a:srgbClr val="4A82FF">
              <a:alpha val="65000"/>
            </a:srgbClr>
          </a:solidFill>
          <a:ln w="12700">
            <a:solidFill>
              <a:srgbClr val="4A82FF"/>
            </a:solidFill>
            <a:prstDash val="solid"/>
          </a:ln>
        </p:spPr>
      </p:sp>
      <p:sp>
        <p:nvSpPr>
          <p:cNvPr id="83" name="Shape 81"/>
          <p:cNvSpPr/>
          <p:nvPr/>
        </p:nvSpPr>
        <p:spPr>
          <a:xfrm>
            <a:off x="2606337" y="4237019"/>
            <a:ext cx="73152" cy="73152"/>
          </a:xfrm>
          <a:prstGeom prst="ellipse">
            <a:avLst/>
          </a:prstGeom>
          <a:solidFill>
            <a:srgbClr val="4A82FF">
              <a:alpha val="65000"/>
            </a:srgbClr>
          </a:solidFill>
          <a:ln w="12700">
            <a:solidFill>
              <a:srgbClr val="4A82FF"/>
            </a:solidFill>
            <a:prstDash val="solid"/>
          </a:ln>
        </p:spPr>
      </p:sp>
      <p:sp>
        <p:nvSpPr>
          <p:cNvPr id="84" name="Shape 82"/>
          <p:cNvSpPr/>
          <p:nvPr/>
        </p:nvSpPr>
        <p:spPr>
          <a:xfrm>
            <a:off x="2736887" y="4692056"/>
            <a:ext cx="73152" cy="73152"/>
          </a:xfrm>
          <a:prstGeom prst="ellipse">
            <a:avLst/>
          </a:prstGeom>
          <a:solidFill>
            <a:srgbClr val="4A82FF">
              <a:alpha val="65000"/>
            </a:srgbClr>
          </a:solidFill>
          <a:ln w="12700">
            <a:solidFill>
              <a:srgbClr val="4A82FF"/>
            </a:solidFill>
            <a:prstDash val="solid"/>
          </a:ln>
        </p:spPr>
      </p:sp>
      <p:sp>
        <p:nvSpPr>
          <p:cNvPr id="85" name="Shape 83"/>
          <p:cNvSpPr/>
          <p:nvPr/>
        </p:nvSpPr>
        <p:spPr>
          <a:xfrm>
            <a:off x="3711336" y="3193624"/>
            <a:ext cx="73152" cy="73152"/>
          </a:xfrm>
          <a:prstGeom prst="ellipse">
            <a:avLst/>
          </a:prstGeom>
          <a:solidFill>
            <a:srgbClr val="4A82FF">
              <a:alpha val="65000"/>
            </a:srgbClr>
          </a:solidFill>
          <a:ln w="12700">
            <a:solidFill>
              <a:srgbClr val="4A82FF"/>
            </a:solidFill>
            <a:prstDash val="solid"/>
          </a:ln>
        </p:spPr>
      </p:sp>
      <p:sp>
        <p:nvSpPr>
          <p:cNvPr id="86" name="Shape 84"/>
          <p:cNvSpPr/>
          <p:nvPr/>
        </p:nvSpPr>
        <p:spPr>
          <a:xfrm>
            <a:off x="2835543" y="4442221"/>
            <a:ext cx="73152" cy="73152"/>
          </a:xfrm>
          <a:prstGeom prst="ellipse">
            <a:avLst/>
          </a:prstGeom>
          <a:solidFill>
            <a:srgbClr val="4A82FF">
              <a:alpha val="65000"/>
            </a:srgbClr>
          </a:solidFill>
          <a:ln w="12700">
            <a:solidFill>
              <a:srgbClr val="4A82FF"/>
            </a:solidFill>
            <a:prstDash val="solid"/>
          </a:ln>
        </p:spPr>
      </p:sp>
      <p:sp>
        <p:nvSpPr>
          <p:cNvPr id="87" name="Shape 85"/>
          <p:cNvSpPr/>
          <p:nvPr/>
        </p:nvSpPr>
        <p:spPr>
          <a:xfrm>
            <a:off x="2867353" y="4588296"/>
            <a:ext cx="73152" cy="73152"/>
          </a:xfrm>
          <a:prstGeom prst="ellipse">
            <a:avLst/>
          </a:prstGeom>
          <a:solidFill>
            <a:srgbClr val="4A82FF">
              <a:alpha val="65000"/>
            </a:srgbClr>
          </a:solidFill>
          <a:ln w="12700">
            <a:solidFill>
              <a:srgbClr val="4A82FF"/>
            </a:solidFill>
            <a:prstDash val="solid"/>
          </a:ln>
        </p:spPr>
      </p:sp>
      <p:sp>
        <p:nvSpPr>
          <p:cNvPr id="88" name="Shape 86"/>
          <p:cNvSpPr/>
          <p:nvPr/>
        </p:nvSpPr>
        <p:spPr>
          <a:xfrm>
            <a:off x="2107441" y="3584897"/>
            <a:ext cx="73152" cy="73152"/>
          </a:xfrm>
          <a:prstGeom prst="ellipse">
            <a:avLst/>
          </a:prstGeom>
          <a:solidFill>
            <a:srgbClr val="4A82FF">
              <a:alpha val="65000"/>
            </a:srgbClr>
          </a:solidFill>
          <a:ln w="12700">
            <a:solidFill>
              <a:srgbClr val="4A82FF"/>
            </a:solidFill>
            <a:prstDash val="solid"/>
          </a:ln>
        </p:spPr>
      </p:sp>
      <p:sp>
        <p:nvSpPr>
          <p:cNvPr id="89" name="Shape 87"/>
          <p:cNvSpPr/>
          <p:nvPr/>
        </p:nvSpPr>
        <p:spPr>
          <a:xfrm>
            <a:off x="2169761" y="5121007"/>
            <a:ext cx="73152" cy="73152"/>
          </a:xfrm>
          <a:prstGeom prst="ellipse">
            <a:avLst/>
          </a:prstGeom>
          <a:solidFill>
            <a:srgbClr val="4A82FF">
              <a:alpha val="65000"/>
            </a:srgbClr>
          </a:solidFill>
          <a:ln w="12700">
            <a:solidFill>
              <a:srgbClr val="4A82FF"/>
            </a:solidFill>
            <a:prstDash val="solid"/>
          </a:ln>
        </p:spPr>
      </p:sp>
      <p:sp>
        <p:nvSpPr>
          <p:cNvPr id="90" name="Shape 88"/>
          <p:cNvSpPr/>
          <p:nvPr/>
        </p:nvSpPr>
        <p:spPr>
          <a:xfrm>
            <a:off x="2199894" y="4707707"/>
            <a:ext cx="73152" cy="73152"/>
          </a:xfrm>
          <a:prstGeom prst="ellipse">
            <a:avLst/>
          </a:prstGeom>
          <a:solidFill>
            <a:srgbClr val="4A82FF">
              <a:alpha val="65000"/>
            </a:srgbClr>
          </a:solidFill>
          <a:ln w="12700">
            <a:solidFill>
              <a:srgbClr val="4A82FF"/>
            </a:solidFill>
            <a:prstDash val="solid"/>
          </a:ln>
        </p:spPr>
      </p:sp>
      <p:sp>
        <p:nvSpPr>
          <p:cNvPr id="91" name="Shape 89"/>
          <p:cNvSpPr/>
          <p:nvPr/>
        </p:nvSpPr>
        <p:spPr>
          <a:xfrm>
            <a:off x="1865285" y="4613801"/>
            <a:ext cx="73152" cy="73152"/>
          </a:xfrm>
          <a:prstGeom prst="ellipse">
            <a:avLst/>
          </a:prstGeom>
          <a:solidFill>
            <a:srgbClr val="4A82FF">
              <a:alpha val="65000"/>
            </a:srgbClr>
          </a:solidFill>
          <a:ln w="12700">
            <a:solidFill>
              <a:srgbClr val="4A82FF"/>
            </a:solidFill>
            <a:prstDash val="solid"/>
          </a:ln>
        </p:spPr>
      </p:sp>
      <p:sp>
        <p:nvSpPr>
          <p:cNvPr id="92" name="Shape 90"/>
          <p:cNvSpPr/>
          <p:nvPr/>
        </p:nvSpPr>
        <p:spPr>
          <a:xfrm>
            <a:off x="1866207" y="4856680"/>
            <a:ext cx="73152" cy="73152"/>
          </a:xfrm>
          <a:prstGeom prst="ellipse">
            <a:avLst/>
          </a:prstGeom>
          <a:solidFill>
            <a:srgbClr val="4A82FF">
              <a:alpha val="65000"/>
            </a:srgbClr>
          </a:solidFill>
          <a:ln w="12700">
            <a:solidFill>
              <a:srgbClr val="4A82FF"/>
            </a:solidFill>
            <a:prstDash val="solid"/>
          </a:ln>
        </p:spPr>
      </p:sp>
      <p:sp>
        <p:nvSpPr>
          <p:cNvPr id="93" name="Shape 91"/>
          <p:cNvSpPr/>
          <p:nvPr/>
        </p:nvSpPr>
        <p:spPr>
          <a:xfrm>
            <a:off x="4049592" y="3373320"/>
            <a:ext cx="73152" cy="73152"/>
          </a:xfrm>
          <a:prstGeom prst="ellipse">
            <a:avLst/>
          </a:prstGeom>
          <a:solidFill>
            <a:srgbClr val="4A82FF">
              <a:alpha val="65000"/>
            </a:srgbClr>
          </a:solidFill>
          <a:ln w="12700">
            <a:solidFill>
              <a:srgbClr val="4A82FF"/>
            </a:solidFill>
            <a:prstDash val="solid"/>
          </a:ln>
        </p:spPr>
      </p:sp>
      <p:sp>
        <p:nvSpPr>
          <p:cNvPr id="94" name="Shape 92"/>
          <p:cNvSpPr/>
          <p:nvPr/>
        </p:nvSpPr>
        <p:spPr>
          <a:xfrm>
            <a:off x="3535733" y="4366284"/>
            <a:ext cx="73152" cy="73152"/>
          </a:xfrm>
          <a:prstGeom prst="ellipse">
            <a:avLst/>
          </a:prstGeom>
          <a:solidFill>
            <a:srgbClr val="4A82FF">
              <a:alpha val="65000"/>
            </a:srgbClr>
          </a:solidFill>
          <a:ln w="12700">
            <a:solidFill>
              <a:srgbClr val="4A82FF"/>
            </a:solidFill>
            <a:prstDash val="solid"/>
          </a:ln>
        </p:spPr>
      </p:sp>
      <p:sp>
        <p:nvSpPr>
          <p:cNvPr id="95" name="Shape 93"/>
          <p:cNvSpPr/>
          <p:nvPr/>
        </p:nvSpPr>
        <p:spPr>
          <a:xfrm>
            <a:off x="1986404" y="4981308"/>
            <a:ext cx="73152" cy="73152"/>
          </a:xfrm>
          <a:prstGeom prst="ellipse">
            <a:avLst/>
          </a:prstGeom>
          <a:solidFill>
            <a:srgbClr val="4A82FF">
              <a:alpha val="65000"/>
            </a:srgbClr>
          </a:solidFill>
          <a:ln w="12700">
            <a:solidFill>
              <a:srgbClr val="4A82FF"/>
            </a:solidFill>
            <a:prstDash val="solid"/>
          </a:ln>
        </p:spPr>
      </p:sp>
      <p:sp>
        <p:nvSpPr>
          <p:cNvPr id="96" name="Shape 94"/>
          <p:cNvSpPr/>
          <p:nvPr/>
        </p:nvSpPr>
        <p:spPr>
          <a:xfrm>
            <a:off x="1846299" y="5159845"/>
            <a:ext cx="73152" cy="73152"/>
          </a:xfrm>
          <a:prstGeom prst="ellipse">
            <a:avLst/>
          </a:prstGeom>
          <a:solidFill>
            <a:srgbClr val="4A82FF">
              <a:alpha val="65000"/>
            </a:srgbClr>
          </a:solidFill>
          <a:ln w="12700">
            <a:solidFill>
              <a:srgbClr val="4A82FF"/>
            </a:solidFill>
            <a:prstDash val="solid"/>
          </a:ln>
        </p:spPr>
      </p:sp>
      <p:sp>
        <p:nvSpPr>
          <p:cNvPr id="97" name="Shape 95"/>
          <p:cNvSpPr/>
          <p:nvPr/>
        </p:nvSpPr>
        <p:spPr>
          <a:xfrm>
            <a:off x="1862644" y="4570906"/>
            <a:ext cx="73152" cy="73152"/>
          </a:xfrm>
          <a:prstGeom prst="ellipse">
            <a:avLst/>
          </a:prstGeom>
          <a:solidFill>
            <a:srgbClr val="4A82FF">
              <a:alpha val="65000"/>
            </a:srgbClr>
          </a:solidFill>
          <a:ln w="12700">
            <a:solidFill>
              <a:srgbClr val="4A82FF"/>
            </a:solidFill>
            <a:prstDash val="solid"/>
          </a:ln>
        </p:spPr>
      </p:sp>
      <p:sp>
        <p:nvSpPr>
          <p:cNvPr id="98" name="Shape 96"/>
          <p:cNvSpPr/>
          <p:nvPr/>
        </p:nvSpPr>
        <p:spPr>
          <a:xfrm>
            <a:off x="2306345" y="4499028"/>
            <a:ext cx="73152" cy="73152"/>
          </a:xfrm>
          <a:prstGeom prst="ellipse">
            <a:avLst/>
          </a:prstGeom>
          <a:solidFill>
            <a:srgbClr val="4A82FF">
              <a:alpha val="65000"/>
            </a:srgbClr>
          </a:solidFill>
          <a:ln w="12700">
            <a:solidFill>
              <a:srgbClr val="4A82FF"/>
            </a:solidFill>
            <a:prstDash val="solid"/>
          </a:ln>
        </p:spPr>
      </p:sp>
      <p:sp>
        <p:nvSpPr>
          <p:cNvPr id="99" name="Shape 97"/>
          <p:cNvSpPr/>
          <p:nvPr/>
        </p:nvSpPr>
        <p:spPr>
          <a:xfrm>
            <a:off x="2453575" y="4980729"/>
            <a:ext cx="73152" cy="73152"/>
          </a:xfrm>
          <a:prstGeom prst="ellipse">
            <a:avLst/>
          </a:prstGeom>
          <a:solidFill>
            <a:srgbClr val="4A82FF">
              <a:alpha val="65000"/>
            </a:srgbClr>
          </a:solidFill>
          <a:ln w="12700">
            <a:solidFill>
              <a:srgbClr val="4A82FF"/>
            </a:solidFill>
            <a:prstDash val="solid"/>
          </a:ln>
        </p:spPr>
      </p:sp>
      <p:sp>
        <p:nvSpPr>
          <p:cNvPr id="100" name="Shape 98"/>
          <p:cNvSpPr/>
          <p:nvPr/>
        </p:nvSpPr>
        <p:spPr>
          <a:xfrm>
            <a:off x="2689487" y="3998777"/>
            <a:ext cx="73152" cy="73152"/>
          </a:xfrm>
          <a:prstGeom prst="ellipse">
            <a:avLst/>
          </a:prstGeom>
          <a:solidFill>
            <a:srgbClr val="4A82FF">
              <a:alpha val="65000"/>
            </a:srgbClr>
          </a:solidFill>
          <a:ln w="12700">
            <a:solidFill>
              <a:srgbClr val="4A82FF"/>
            </a:solidFill>
            <a:prstDash val="solid"/>
          </a:ln>
        </p:spPr>
      </p:sp>
      <p:sp>
        <p:nvSpPr>
          <p:cNvPr id="101" name="Shape 99"/>
          <p:cNvSpPr/>
          <p:nvPr/>
        </p:nvSpPr>
        <p:spPr>
          <a:xfrm>
            <a:off x="1935693" y="5013190"/>
            <a:ext cx="73152" cy="73152"/>
          </a:xfrm>
          <a:prstGeom prst="ellipse">
            <a:avLst/>
          </a:prstGeom>
          <a:solidFill>
            <a:srgbClr val="4A82FF">
              <a:alpha val="65000"/>
            </a:srgbClr>
          </a:solidFill>
          <a:ln w="12700">
            <a:solidFill>
              <a:srgbClr val="4A82FF"/>
            </a:solidFill>
            <a:prstDash val="solid"/>
          </a:ln>
        </p:spPr>
      </p:sp>
      <p:sp>
        <p:nvSpPr>
          <p:cNvPr id="102" name="Shape 100"/>
          <p:cNvSpPr/>
          <p:nvPr/>
        </p:nvSpPr>
        <p:spPr>
          <a:xfrm>
            <a:off x="1763066" y="5252591"/>
            <a:ext cx="73152" cy="73152"/>
          </a:xfrm>
          <a:prstGeom prst="ellipse">
            <a:avLst/>
          </a:prstGeom>
          <a:solidFill>
            <a:srgbClr val="4A82FF">
              <a:alpha val="65000"/>
            </a:srgbClr>
          </a:solidFill>
          <a:ln w="12700">
            <a:solidFill>
              <a:srgbClr val="4A82FF"/>
            </a:solidFill>
            <a:prstDash val="solid"/>
          </a:ln>
        </p:spPr>
      </p:sp>
      <p:sp>
        <p:nvSpPr>
          <p:cNvPr id="103" name="Shape 101"/>
          <p:cNvSpPr/>
          <p:nvPr/>
        </p:nvSpPr>
        <p:spPr>
          <a:xfrm>
            <a:off x="2261544" y="5015508"/>
            <a:ext cx="73152" cy="73152"/>
          </a:xfrm>
          <a:prstGeom prst="ellipse">
            <a:avLst/>
          </a:prstGeom>
          <a:solidFill>
            <a:srgbClr val="4A82FF">
              <a:alpha val="65000"/>
            </a:srgbClr>
          </a:solidFill>
          <a:ln w="12700">
            <a:solidFill>
              <a:srgbClr val="4A82FF"/>
            </a:solidFill>
            <a:prstDash val="solid"/>
          </a:ln>
        </p:spPr>
      </p:sp>
      <p:sp>
        <p:nvSpPr>
          <p:cNvPr id="104" name="Shape 102"/>
          <p:cNvSpPr/>
          <p:nvPr/>
        </p:nvSpPr>
        <p:spPr>
          <a:xfrm>
            <a:off x="2340167" y="4870013"/>
            <a:ext cx="73152" cy="73152"/>
          </a:xfrm>
          <a:prstGeom prst="ellipse">
            <a:avLst/>
          </a:prstGeom>
          <a:solidFill>
            <a:srgbClr val="4A82FF">
              <a:alpha val="65000"/>
            </a:srgbClr>
          </a:solidFill>
          <a:ln w="12700">
            <a:solidFill>
              <a:srgbClr val="4A82FF"/>
            </a:solidFill>
            <a:prstDash val="solid"/>
          </a:ln>
        </p:spPr>
      </p:sp>
      <p:sp>
        <p:nvSpPr>
          <p:cNvPr id="105" name="Shape 103"/>
          <p:cNvSpPr/>
          <p:nvPr/>
        </p:nvSpPr>
        <p:spPr>
          <a:xfrm>
            <a:off x="2637225" y="3926319"/>
            <a:ext cx="73152" cy="73152"/>
          </a:xfrm>
          <a:prstGeom prst="ellipse">
            <a:avLst/>
          </a:prstGeom>
          <a:solidFill>
            <a:srgbClr val="4A82FF">
              <a:alpha val="65000"/>
            </a:srgbClr>
          </a:solidFill>
          <a:ln w="12700">
            <a:solidFill>
              <a:srgbClr val="4A82FF"/>
            </a:solidFill>
            <a:prstDash val="solid"/>
          </a:ln>
        </p:spPr>
      </p:sp>
      <p:sp>
        <p:nvSpPr>
          <p:cNvPr id="106" name="Shape 104"/>
          <p:cNvSpPr/>
          <p:nvPr/>
        </p:nvSpPr>
        <p:spPr>
          <a:xfrm>
            <a:off x="1699950" y="4092103"/>
            <a:ext cx="73152" cy="73152"/>
          </a:xfrm>
          <a:prstGeom prst="ellipse">
            <a:avLst/>
          </a:prstGeom>
          <a:solidFill>
            <a:srgbClr val="4A82FF">
              <a:alpha val="65000"/>
            </a:srgbClr>
          </a:solidFill>
          <a:ln w="12700">
            <a:solidFill>
              <a:srgbClr val="4A82FF"/>
            </a:solidFill>
            <a:prstDash val="solid"/>
          </a:ln>
        </p:spPr>
      </p:sp>
      <p:sp>
        <p:nvSpPr>
          <p:cNvPr id="107" name="Shape 105"/>
          <p:cNvSpPr/>
          <p:nvPr/>
        </p:nvSpPr>
        <p:spPr>
          <a:xfrm>
            <a:off x="2381364" y="5048549"/>
            <a:ext cx="73152" cy="73152"/>
          </a:xfrm>
          <a:prstGeom prst="ellipse">
            <a:avLst/>
          </a:prstGeom>
          <a:solidFill>
            <a:srgbClr val="4A82FF">
              <a:alpha val="65000"/>
            </a:srgbClr>
          </a:solidFill>
          <a:ln w="12700">
            <a:solidFill>
              <a:srgbClr val="4A82FF"/>
            </a:solidFill>
            <a:prstDash val="solid"/>
          </a:ln>
        </p:spPr>
      </p:sp>
      <p:sp>
        <p:nvSpPr>
          <p:cNvPr id="108" name="Shape 106"/>
          <p:cNvSpPr/>
          <p:nvPr/>
        </p:nvSpPr>
        <p:spPr>
          <a:xfrm>
            <a:off x="2585173" y="4515258"/>
            <a:ext cx="73152" cy="73152"/>
          </a:xfrm>
          <a:prstGeom prst="ellipse">
            <a:avLst/>
          </a:prstGeom>
          <a:solidFill>
            <a:srgbClr val="4A82FF">
              <a:alpha val="65000"/>
            </a:srgbClr>
          </a:solidFill>
          <a:ln w="12700">
            <a:solidFill>
              <a:srgbClr val="4A82FF"/>
            </a:solidFill>
            <a:prstDash val="solid"/>
          </a:ln>
        </p:spPr>
      </p:sp>
      <p:sp>
        <p:nvSpPr>
          <p:cNvPr id="109" name="Shape 107"/>
          <p:cNvSpPr/>
          <p:nvPr/>
        </p:nvSpPr>
        <p:spPr>
          <a:xfrm>
            <a:off x="2434506" y="4963339"/>
            <a:ext cx="73152" cy="73152"/>
          </a:xfrm>
          <a:prstGeom prst="ellipse">
            <a:avLst/>
          </a:prstGeom>
          <a:solidFill>
            <a:srgbClr val="4A82FF">
              <a:alpha val="65000"/>
            </a:srgbClr>
          </a:solidFill>
          <a:ln w="12700">
            <a:solidFill>
              <a:srgbClr val="4A82FF"/>
            </a:solidFill>
            <a:prstDash val="solid"/>
          </a:ln>
        </p:spPr>
      </p:sp>
      <p:sp>
        <p:nvSpPr>
          <p:cNvPr id="110" name="Shape 108"/>
          <p:cNvSpPr/>
          <p:nvPr/>
        </p:nvSpPr>
        <p:spPr>
          <a:xfrm>
            <a:off x="5216827" y="3468385"/>
            <a:ext cx="73152" cy="73152"/>
          </a:xfrm>
          <a:prstGeom prst="ellipse">
            <a:avLst/>
          </a:prstGeom>
          <a:solidFill>
            <a:srgbClr val="4A82FF">
              <a:alpha val="65000"/>
            </a:srgbClr>
          </a:solidFill>
          <a:ln w="12700">
            <a:solidFill>
              <a:srgbClr val="4A82FF"/>
            </a:solidFill>
            <a:prstDash val="solid"/>
          </a:ln>
        </p:spPr>
      </p:sp>
      <p:sp>
        <p:nvSpPr>
          <p:cNvPr id="111" name="Shape 109"/>
          <p:cNvSpPr/>
          <p:nvPr/>
        </p:nvSpPr>
        <p:spPr>
          <a:xfrm>
            <a:off x="3006662" y="2787859"/>
            <a:ext cx="73152" cy="73152"/>
          </a:xfrm>
          <a:prstGeom prst="ellipse">
            <a:avLst/>
          </a:prstGeom>
          <a:solidFill>
            <a:srgbClr val="4A82FF">
              <a:alpha val="65000"/>
            </a:srgbClr>
          </a:solidFill>
          <a:ln w="12700">
            <a:solidFill>
              <a:srgbClr val="4A82FF"/>
            </a:solidFill>
            <a:prstDash val="solid"/>
          </a:ln>
        </p:spPr>
      </p:sp>
      <p:sp>
        <p:nvSpPr>
          <p:cNvPr id="112" name="Shape 110"/>
          <p:cNvSpPr/>
          <p:nvPr/>
        </p:nvSpPr>
        <p:spPr>
          <a:xfrm>
            <a:off x="3929604" y="3955303"/>
            <a:ext cx="73152" cy="73152"/>
          </a:xfrm>
          <a:prstGeom prst="ellipse">
            <a:avLst/>
          </a:prstGeom>
          <a:solidFill>
            <a:srgbClr val="4A82FF">
              <a:alpha val="65000"/>
            </a:srgbClr>
          </a:solidFill>
          <a:ln w="12700">
            <a:solidFill>
              <a:srgbClr val="4A82FF"/>
            </a:solidFill>
            <a:prstDash val="solid"/>
          </a:ln>
        </p:spPr>
      </p:sp>
      <p:sp>
        <p:nvSpPr>
          <p:cNvPr id="113" name="Shape 111"/>
          <p:cNvSpPr/>
          <p:nvPr/>
        </p:nvSpPr>
        <p:spPr>
          <a:xfrm>
            <a:off x="2716560" y="4483956"/>
            <a:ext cx="73152" cy="73152"/>
          </a:xfrm>
          <a:prstGeom prst="ellipse">
            <a:avLst/>
          </a:prstGeom>
          <a:solidFill>
            <a:srgbClr val="4A82FF">
              <a:alpha val="65000"/>
            </a:srgbClr>
          </a:solidFill>
          <a:ln w="12700">
            <a:solidFill>
              <a:srgbClr val="4A82FF"/>
            </a:solidFill>
            <a:prstDash val="solid"/>
          </a:ln>
        </p:spPr>
      </p:sp>
      <p:sp>
        <p:nvSpPr>
          <p:cNvPr id="114" name="Shape 112"/>
          <p:cNvSpPr/>
          <p:nvPr/>
        </p:nvSpPr>
        <p:spPr>
          <a:xfrm>
            <a:off x="2432495" y="4626554"/>
            <a:ext cx="73152" cy="73152"/>
          </a:xfrm>
          <a:prstGeom prst="ellipse">
            <a:avLst/>
          </a:prstGeom>
          <a:solidFill>
            <a:srgbClr val="4A82FF">
              <a:alpha val="65000"/>
            </a:srgbClr>
          </a:solidFill>
          <a:ln w="12700">
            <a:solidFill>
              <a:srgbClr val="4A82FF"/>
            </a:solidFill>
            <a:prstDash val="solid"/>
          </a:ln>
        </p:spPr>
      </p:sp>
      <p:sp>
        <p:nvSpPr>
          <p:cNvPr id="115" name="Shape 113"/>
          <p:cNvSpPr/>
          <p:nvPr/>
        </p:nvSpPr>
        <p:spPr>
          <a:xfrm>
            <a:off x="1930664" y="4417875"/>
            <a:ext cx="73152" cy="73152"/>
          </a:xfrm>
          <a:prstGeom prst="ellipse">
            <a:avLst/>
          </a:prstGeom>
          <a:solidFill>
            <a:srgbClr val="4A82FF">
              <a:alpha val="65000"/>
            </a:srgbClr>
          </a:solidFill>
          <a:ln w="12700">
            <a:solidFill>
              <a:srgbClr val="4A82FF"/>
            </a:solidFill>
            <a:prstDash val="solid"/>
          </a:ln>
        </p:spPr>
      </p:sp>
      <p:sp>
        <p:nvSpPr>
          <p:cNvPr id="116" name="Shape 114"/>
          <p:cNvSpPr/>
          <p:nvPr/>
        </p:nvSpPr>
        <p:spPr>
          <a:xfrm>
            <a:off x="3203974" y="3607504"/>
            <a:ext cx="73152" cy="73152"/>
          </a:xfrm>
          <a:prstGeom prst="ellipse">
            <a:avLst/>
          </a:prstGeom>
          <a:solidFill>
            <a:srgbClr val="4A82FF">
              <a:alpha val="65000"/>
            </a:srgbClr>
          </a:solidFill>
          <a:ln w="12700">
            <a:solidFill>
              <a:srgbClr val="4A82FF"/>
            </a:solidFill>
            <a:prstDash val="solid"/>
          </a:ln>
        </p:spPr>
      </p:sp>
      <p:sp>
        <p:nvSpPr>
          <p:cNvPr id="117" name="Shape 115"/>
          <p:cNvSpPr/>
          <p:nvPr/>
        </p:nvSpPr>
        <p:spPr>
          <a:xfrm>
            <a:off x="2673142" y="4007472"/>
            <a:ext cx="73152" cy="73152"/>
          </a:xfrm>
          <a:prstGeom prst="ellipse">
            <a:avLst/>
          </a:prstGeom>
          <a:solidFill>
            <a:srgbClr val="4A82FF">
              <a:alpha val="65000"/>
            </a:srgbClr>
          </a:solidFill>
          <a:ln w="12700">
            <a:solidFill>
              <a:srgbClr val="4A82FF"/>
            </a:solidFill>
            <a:prstDash val="solid"/>
          </a:ln>
        </p:spPr>
      </p:sp>
      <p:sp>
        <p:nvSpPr>
          <p:cNvPr id="118" name="Shape 116"/>
          <p:cNvSpPr/>
          <p:nvPr/>
        </p:nvSpPr>
        <p:spPr>
          <a:xfrm>
            <a:off x="2064902" y="5202740"/>
            <a:ext cx="73152" cy="73152"/>
          </a:xfrm>
          <a:prstGeom prst="ellipse">
            <a:avLst/>
          </a:prstGeom>
          <a:solidFill>
            <a:srgbClr val="4A82FF">
              <a:alpha val="65000"/>
            </a:srgbClr>
          </a:solidFill>
          <a:ln w="12700">
            <a:solidFill>
              <a:srgbClr val="4A82FF"/>
            </a:solidFill>
            <a:prstDash val="solid"/>
          </a:ln>
        </p:spPr>
      </p:sp>
      <p:sp>
        <p:nvSpPr>
          <p:cNvPr id="119" name="Shape 117"/>
          <p:cNvSpPr/>
          <p:nvPr/>
        </p:nvSpPr>
        <p:spPr>
          <a:xfrm>
            <a:off x="2231829" y="4536126"/>
            <a:ext cx="73152" cy="73152"/>
          </a:xfrm>
          <a:prstGeom prst="ellipse">
            <a:avLst/>
          </a:prstGeom>
          <a:solidFill>
            <a:srgbClr val="4A82FF">
              <a:alpha val="65000"/>
            </a:srgbClr>
          </a:solidFill>
          <a:ln w="12700">
            <a:solidFill>
              <a:srgbClr val="4A82FF"/>
            </a:solidFill>
            <a:prstDash val="solid"/>
          </a:ln>
        </p:spPr>
      </p:sp>
      <p:sp>
        <p:nvSpPr>
          <p:cNvPr id="120" name="Shape 118"/>
          <p:cNvSpPr/>
          <p:nvPr/>
        </p:nvSpPr>
        <p:spPr>
          <a:xfrm>
            <a:off x="2949706" y="4296145"/>
            <a:ext cx="73152" cy="73152"/>
          </a:xfrm>
          <a:prstGeom prst="ellipse">
            <a:avLst/>
          </a:prstGeom>
          <a:solidFill>
            <a:srgbClr val="4A82FF">
              <a:alpha val="65000"/>
            </a:srgbClr>
          </a:solidFill>
          <a:ln w="12700">
            <a:solidFill>
              <a:srgbClr val="4A82FF"/>
            </a:solidFill>
            <a:prstDash val="solid"/>
          </a:ln>
        </p:spPr>
      </p:sp>
      <p:sp>
        <p:nvSpPr>
          <p:cNvPr id="121" name="Shape 119"/>
          <p:cNvSpPr/>
          <p:nvPr/>
        </p:nvSpPr>
        <p:spPr>
          <a:xfrm>
            <a:off x="5354166" y="4381935"/>
            <a:ext cx="73152" cy="73152"/>
          </a:xfrm>
          <a:prstGeom prst="ellipse">
            <a:avLst/>
          </a:prstGeom>
          <a:solidFill>
            <a:srgbClr val="4A82FF">
              <a:alpha val="65000"/>
            </a:srgbClr>
          </a:solidFill>
          <a:ln w="12700">
            <a:solidFill>
              <a:srgbClr val="4A82FF"/>
            </a:solidFill>
            <a:prstDash val="solid"/>
          </a:ln>
        </p:spPr>
      </p:sp>
      <p:sp>
        <p:nvSpPr>
          <p:cNvPr id="122" name="Shape 120"/>
          <p:cNvSpPr/>
          <p:nvPr/>
        </p:nvSpPr>
        <p:spPr>
          <a:xfrm>
            <a:off x="4443420" y="3090443"/>
            <a:ext cx="73152" cy="73152"/>
          </a:xfrm>
          <a:prstGeom prst="ellipse">
            <a:avLst/>
          </a:prstGeom>
          <a:solidFill>
            <a:srgbClr val="4A82FF">
              <a:alpha val="65000"/>
            </a:srgbClr>
          </a:solidFill>
          <a:ln w="12700">
            <a:solidFill>
              <a:srgbClr val="4A82FF"/>
            </a:solidFill>
            <a:prstDash val="solid"/>
          </a:ln>
        </p:spPr>
      </p:sp>
      <p:sp>
        <p:nvSpPr>
          <p:cNvPr id="123" name="Shape 121"/>
          <p:cNvSpPr/>
          <p:nvPr/>
        </p:nvSpPr>
        <p:spPr>
          <a:xfrm>
            <a:off x="2510196" y="4998698"/>
            <a:ext cx="73152" cy="73152"/>
          </a:xfrm>
          <a:prstGeom prst="ellipse">
            <a:avLst/>
          </a:prstGeom>
          <a:solidFill>
            <a:srgbClr val="4A82FF">
              <a:alpha val="65000"/>
            </a:srgbClr>
          </a:solidFill>
          <a:ln w="12700">
            <a:solidFill>
              <a:srgbClr val="4A82FF"/>
            </a:solidFill>
            <a:prstDash val="solid"/>
          </a:ln>
        </p:spPr>
      </p:sp>
      <p:sp>
        <p:nvSpPr>
          <p:cNvPr id="124" name="Shape 122"/>
          <p:cNvSpPr/>
          <p:nvPr/>
        </p:nvSpPr>
        <p:spPr>
          <a:xfrm>
            <a:off x="2438530" y="4832914"/>
            <a:ext cx="73152" cy="73152"/>
          </a:xfrm>
          <a:prstGeom prst="ellipse">
            <a:avLst/>
          </a:prstGeom>
          <a:solidFill>
            <a:srgbClr val="4A82FF">
              <a:alpha val="65000"/>
            </a:srgbClr>
          </a:solidFill>
          <a:ln w="12700">
            <a:solidFill>
              <a:srgbClr val="4A82FF"/>
            </a:solidFill>
            <a:prstDash val="solid"/>
          </a:ln>
        </p:spPr>
      </p:sp>
      <p:sp>
        <p:nvSpPr>
          <p:cNvPr id="125" name="Shape 123"/>
          <p:cNvSpPr/>
          <p:nvPr/>
        </p:nvSpPr>
        <p:spPr>
          <a:xfrm>
            <a:off x="2677207" y="4569747"/>
            <a:ext cx="73152" cy="73152"/>
          </a:xfrm>
          <a:prstGeom prst="ellipse">
            <a:avLst/>
          </a:prstGeom>
          <a:solidFill>
            <a:srgbClr val="4A82FF">
              <a:alpha val="65000"/>
            </a:srgbClr>
          </a:solidFill>
          <a:ln w="12700">
            <a:solidFill>
              <a:srgbClr val="4A82FF"/>
            </a:solidFill>
            <a:prstDash val="solid"/>
          </a:ln>
        </p:spPr>
      </p:sp>
      <p:sp>
        <p:nvSpPr>
          <p:cNvPr id="126" name="Shape 124"/>
          <p:cNvSpPr/>
          <p:nvPr/>
        </p:nvSpPr>
        <p:spPr>
          <a:xfrm>
            <a:off x="2888433" y="3781403"/>
            <a:ext cx="73152" cy="73152"/>
          </a:xfrm>
          <a:prstGeom prst="ellipse">
            <a:avLst/>
          </a:prstGeom>
          <a:solidFill>
            <a:srgbClr val="4A82FF">
              <a:alpha val="65000"/>
            </a:srgbClr>
          </a:solidFill>
          <a:ln w="12700">
            <a:solidFill>
              <a:srgbClr val="4A82FF"/>
            </a:solidFill>
            <a:prstDash val="solid"/>
          </a:ln>
        </p:spPr>
      </p:sp>
      <p:sp>
        <p:nvSpPr>
          <p:cNvPr id="127" name="Shape 125"/>
          <p:cNvSpPr/>
          <p:nvPr/>
        </p:nvSpPr>
        <p:spPr>
          <a:xfrm>
            <a:off x="3195257" y="3980228"/>
            <a:ext cx="73152" cy="73152"/>
          </a:xfrm>
          <a:prstGeom prst="ellipse">
            <a:avLst/>
          </a:prstGeom>
          <a:solidFill>
            <a:srgbClr val="4A82FF">
              <a:alpha val="65000"/>
            </a:srgbClr>
          </a:solidFill>
          <a:ln w="12700">
            <a:solidFill>
              <a:srgbClr val="4A82FF"/>
            </a:solidFill>
            <a:prstDash val="solid"/>
          </a:ln>
        </p:spPr>
      </p:sp>
      <p:sp>
        <p:nvSpPr>
          <p:cNvPr id="128" name="Shape 126"/>
          <p:cNvSpPr/>
          <p:nvPr/>
        </p:nvSpPr>
        <p:spPr>
          <a:xfrm>
            <a:off x="3321489" y="4008632"/>
            <a:ext cx="73152" cy="73152"/>
          </a:xfrm>
          <a:prstGeom prst="ellipse">
            <a:avLst/>
          </a:prstGeom>
          <a:solidFill>
            <a:srgbClr val="4A82FF">
              <a:alpha val="65000"/>
            </a:srgbClr>
          </a:solidFill>
          <a:ln w="12700">
            <a:solidFill>
              <a:srgbClr val="4A82FF"/>
            </a:solidFill>
            <a:prstDash val="solid"/>
          </a:ln>
        </p:spPr>
      </p:sp>
      <p:sp>
        <p:nvSpPr>
          <p:cNvPr id="129" name="Shape 127"/>
          <p:cNvSpPr/>
          <p:nvPr/>
        </p:nvSpPr>
        <p:spPr>
          <a:xfrm>
            <a:off x="2479098" y="4434105"/>
            <a:ext cx="73152" cy="73152"/>
          </a:xfrm>
          <a:prstGeom prst="ellipse">
            <a:avLst/>
          </a:prstGeom>
          <a:solidFill>
            <a:srgbClr val="4A82FF">
              <a:alpha val="65000"/>
            </a:srgbClr>
          </a:solidFill>
          <a:ln w="12700">
            <a:solidFill>
              <a:srgbClr val="4A82FF"/>
            </a:solidFill>
            <a:prstDash val="solid"/>
          </a:ln>
        </p:spPr>
      </p:sp>
      <p:sp>
        <p:nvSpPr>
          <p:cNvPr id="130" name="Shape 128"/>
          <p:cNvSpPr/>
          <p:nvPr/>
        </p:nvSpPr>
        <p:spPr>
          <a:xfrm>
            <a:off x="2734247" y="4649740"/>
            <a:ext cx="73152" cy="73152"/>
          </a:xfrm>
          <a:prstGeom prst="ellipse">
            <a:avLst/>
          </a:prstGeom>
          <a:solidFill>
            <a:srgbClr val="4A82FF">
              <a:alpha val="65000"/>
            </a:srgbClr>
          </a:solidFill>
          <a:ln w="12700">
            <a:solidFill>
              <a:srgbClr val="4A82FF"/>
            </a:solidFill>
            <a:prstDash val="solid"/>
          </a:ln>
        </p:spPr>
      </p:sp>
      <p:sp>
        <p:nvSpPr>
          <p:cNvPr id="131" name="Shape 129"/>
          <p:cNvSpPr/>
          <p:nvPr/>
        </p:nvSpPr>
        <p:spPr>
          <a:xfrm>
            <a:off x="3155987" y="3944289"/>
            <a:ext cx="73152" cy="73152"/>
          </a:xfrm>
          <a:prstGeom prst="ellipse">
            <a:avLst/>
          </a:prstGeom>
          <a:solidFill>
            <a:srgbClr val="4A82FF">
              <a:alpha val="65000"/>
            </a:srgbClr>
          </a:solidFill>
          <a:ln w="12700">
            <a:solidFill>
              <a:srgbClr val="4A82FF"/>
            </a:solidFill>
            <a:prstDash val="solid"/>
          </a:ln>
        </p:spPr>
      </p:sp>
      <p:sp>
        <p:nvSpPr>
          <p:cNvPr id="132" name="Shape 130"/>
          <p:cNvSpPr/>
          <p:nvPr/>
        </p:nvSpPr>
        <p:spPr>
          <a:xfrm>
            <a:off x="1854556" y="4330925"/>
            <a:ext cx="73152" cy="73152"/>
          </a:xfrm>
          <a:prstGeom prst="ellipse">
            <a:avLst/>
          </a:prstGeom>
          <a:solidFill>
            <a:srgbClr val="4A82FF">
              <a:alpha val="65000"/>
            </a:srgbClr>
          </a:solidFill>
          <a:ln w="12700">
            <a:solidFill>
              <a:srgbClr val="4A82FF"/>
            </a:solidFill>
            <a:prstDash val="solid"/>
          </a:ln>
        </p:spPr>
      </p:sp>
      <p:sp>
        <p:nvSpPr>
          <p:cNvPr id="133" name="Shape 131"/>
          <p:cNvSpPr/>
          <p:nvPr/>
        </p:nvSpPr>
        <p:spPr>
          <a:xfrm>
            <a:off x="2417491" y="4716402"/>
            <a:ext cx="73152" cy="73152"/>
          </a:xfrm>
          <a:prstGeom prst="ellipse">
            <a:avLst/>
          </a:prstGeom>
          <a:solidFill>
            <a:srgbClr val="4A82FF">
              <a:alpha val="65000"/>
            </a:srgbClr>
          </a:solidFill>
          <a:ln w="12700">
            <a:solidFill>
              <a:srgbClr val="4A82FF"/>
            </a:solidFill>
            <a:prstDash val="solid"/>
          </a:ln>
        </p:spPr>
      </p:sp>
      <p:sp>
        <p:nvSpPr>
          <p:cNvPr id="134" name="Shape 132"/>
          <p:cNvSpPr/>
          <p:nvPr/>
        </p:nvSpPr>
        <p:spPr>
          <a:xfrm>
            <a:off x="2209701" y="5173177"/>
            <a:ext cx="73152" cy="73152"/>
          </a:xfrm>
          <a:prstGeom prst="ellipse">
            <a:avLst/>
          </a:prstGeom>
          <a:solidFill>
            <a:srgbClr val="4A82FF">
              <a:alpha val="65000"/>
            </a:srgbClr>
          </a:solidFill>
          <a:ln w="12700">
            <a:solidFill>
              <a:srgbClr val="4A82FF"/>
            </a:solidFill>
            <a:prstDash val="solid"/>
          </a:ln>
        </p:spPr>
      </p:sp>
      <p:sp>
        <p:nvSpPr>
          <p:cNvPr id="135" name="Shape 133"/>
          <p:cNvSpPr/>
          <p:nvPr/>
        </p:nvSpPr>
        <p:spPr>
          <a:xfrm>
            <a:off x="1850993" y="4985946"/>
            <a:ext cx="73152" cy="73152"/>
          </a:xfrm>
          <a:prstGeom prst="ellipse">
            <a:avLst/>
          </a:prstGeom>
          <a:solidFill>
            <a:srgbClr val="4A82FF">
              <a:alpha val="65000"/>
            </a:srgbClr>
          </a:solidFill>
          <a:ln w="12700">
            <a:solidFill>
              <a:srgbClr val="4A82FF"/>
            </a:solidFill>
            <a:prstDash val="solid"/>
          </a:ln>
        </p:spPr>
      </p:sp>
      <p:sp>
        <p:nvSpPr>
          <p:cNvPr id="136" name="Shape 134"/>
          <p:cNvSpPr/>
          <p:nvPr/>
        </p:nvSpPr>
        <p:spPr>
          <a:xfrm>
            <a:off x="2289539" y="4198182"/>
            <a:ext cx="73152" cy="73152"/>
          </a:xfrm>
          <a:prstGeom prst="ellipse">
            <a:avLst/>
          </a:prstGeom>
          <a:solidFill>
            <a:srgbClr val="4A82FF">
              <a:alpha val="65000"/>
            </a:srgbClr>
          </a:solidFill>
          <a:ln w="12700">
            <a:solidFill>
              <a:srgbClr val="4A82FF"/>
            </a:solidFill>
            <a:prstDash val="solid"/>
          </a:ln>
        </p:spPr>
      </p:sp>
      <p:sp>
        <p:nvSpPr>
          <p:cNvPr id="137" name="Shape 135"/>
          <p:cNvSpPr/>
          <p:nvPr/>
        </p:nvSpPr>
        <p:spPr>
          <a:xfrm>
            <a:off x="2558015" y="4257308"/>
            <a:ext cx="73152" cy="73152"/>
          </a:xfrm>
          <a:prstGeom prst="ellipse">
            <a:avLst/>
          </a:prstGeom>
          <a:solidFill>
            <a:srgbClr val="4A82FF">
              <a:alpha val="65000"/>
            </a:srgbClr>
          </a:solidFill>
          <a:ln w="12700">
            <a:solidFill>
              <a:srgbClr val="4A82FF"/>
            </a:solidFill>
            <a:prstDash val="solid"/>
          </a:ln>
        </p:spPr>
      </p:sp>
      <p:sp>
        <p:nvSpPr>
          <p:cNvPr id="138" name="Shape 136"/>
          <p:cNvSpPr/>
          <p:nvPr/>
        </p:nvSpPr>
        <p:spPr>
          <a:xfrm>
            <a:off x="2671382" y="5022464"/>
            <a:ext cx="73152" cy="73152"/>
          </a:xfrm>
          <a:prstGeom prst="ellipse">
            <a:avLst/>
          </a:prstGeom>
          <a:solidFill>
            <a:srgbClr val="4A82FF">
              <a:alpha val="65000"/>
            </a:srgbClr>
          </a:solidFill>
          <a:ln w="12700">
            <a:solidFill>
              <a:srgbClr val="4A82FF"/>
            </a:solidFill>
            <a:prstDash val="solid"/>
          </a:ln>
        </p:spPr>
      </p:sp>
      <p:sp>
        <p:nvSpPr>
          <p:cNvPr id="139" name="Shape 137"/>
          <p:cNvSpPr/>
          <p:nvPr/>
        </p:nvSpPr>
        <p:spPr>
          <a:xfrm>
            <a:off x="3620266" y="4231223"/>
            <a:ext cx="73152" cy="73152"/>
          </a:xfrm>
          <a:prstGeom prst="ellipse">
            <a:avLst/>
          </a:prstGeom>
          <a:solidFill>
            <a:srgbClr val="4A82FF">
              <a:alpha val="65000"/>
            </a:srgbClr>
          </a:solidFill>
          <a:ln w="12700">
            <a:solidFill>
              <a:srgbClr val="4A82FF"/>
            </a:solidFill>
            <a:prstDash val="solid"/>
          </a:ln>
        </p:spPr>
      </p:sp>
      <p:sp>
        <p:nvSpPr>
          <p:cNvPr id="140" name="Shape 138"/>
          <p:cNvSpPr/>
          <p:nvPr/>
        </p:nvSpPr>
        <p:spPr>
          <a:xfrm>
            <a:off x="2990275" y="3975011"/>
            <a:ext cx="73152" cy="73152"/>
          </a:xfrm>
          <a:prstGeom prst="ellipse">
            <a:avLst/>
          </a:prstGeom>
          <a:solidFill>
            <a:srgbClr val="4A82FF">
              <a:alpha val="65000"/>
            </a:srgbClr>
          </a:solidFill>
          <a:ln w="12700">
            <a:solidFill>
              <a:srgbClr val="4A82FF"/>
            </a:solidFill>
            <a:prstDash val="solid"/>
          </a:ln>
        </p:spPr>
      </p:sp>
      <p:sp>
        <p:nvSpPr>
          <p:cNvPr id="141" name="Shape 139"/>
          <p:cNvSpPr/>
          <p:nvPr/>
        </p:nvSpPr>
        <p:spPr>
          <a:xfrm>
            <a:off x="2132084" y="5195784"/>
            <a:ext cx="73152" cy="73152"/>
          </a:xfrm>
          <a:prstGeom prst="ellipse">
            <a:avLst/>
          </a:prstGeom>
          <a:solidFill>
            <a:srgbClr val="4A82FF">
              <a:alpha val="65000"/>
            </a:srgbClr>
          </a:solidFill>
          <a:ln w="12700">
            <a:solidFill>
              <a:srgbClr val="4A82FF"/>
            </a:solidFill>
            <a:prstDash val="solid"/>
          </a:ln>
        </p:spPr>
      </p:sp>
      <p:sp>
        <p:nvSpPr>
          <p:cNvPr id="142" name="Shape 140"/>
          <p:cNvSpPr/>
          <p:nvPr/>
        </p:nvSpPr>
        <p:spPr>
          <a:xfrm>
            <a:off x="2577922" y="4420773"/>
            <a:ext cx="73152" cy="73152"/>
          </a:xfrm>
          <a:prstGeom prst="ellipse">
            <a:avLst/>
          </a:prstGeom>
          <a:solidFill>
            <a:srgbClr val="4A82FF">
              <a:alpha val="65000"/>
            </a:srgbClr>
          </a:solidFill>
          <a:ln w="12700">
            <a:solidFill>
              <a:srgbClr val="4A82FF"/>
            </a:solidFill>
            <a:prstDash val="solid"/>
          </a:ln>
        </p:spPr>
      </p:sp>
      <p:sp>
        <p:nvSpPr>
          <p:cNvPr id="143" name="Shape 141"/>
          <p:cNvSpPr/>
          <p:nvPr/>
        </p:nvSpPr>
        <p:spPr>
          <a:xfrm>
            <a:off x="2563338" y="4766833"/>
            <a:ext cx="73152" cy="73152"/>
          </a:xfrm>
          <a:prstGeom prst="ellipse">
            <a:avLst/>
          </a:prstGeom>
          <a:solidFill>
            <a:srgbClr val="4A82FF">
              <a:alpha val="65000"/>
            </a:srgbClr>
          </a:solidFill>
          <a:ln w="12700">
            <a:solidFill>
              <a:srgbClr val="4A82FF"/>
            </a:solidFill>
            <a:prstDash val="solid"/>
          </a:ln>
        </p:spPr>
      </p:sp>
      <p:sp>
        <p:nvSpPr>
          <p:cNvPr id="144" name="Shape 142"/>
          <p:cNvSpPr/>
          <p:nvPr/>
        </p:nvSpPr>
        <p:spPr>
          <a:xfrm>
            <a:off x="2985706" y="4602788"/>
            <a:ext cx="73152" cy="73152"/>
          </a:xfrm>
          <a:prstGeom prst="ellipse">
            <a:avLst/>
          </a:prstGeom>
          <a:solidFill>
            <a:srgbClr val="4A82FF">
              <a:alpha val="65000"/>
            </a:srgbClr>
          </a:solidFill>
          <a:ln w="12700">
            <a:solidFill>
              <a:srgbClr val="4A82FF"/>
            </a:solidFill>
            <a:prstDash val="solid"/>
          </a:ln>
        </p:spPr>
      </p:sp>
      <p:sp>
        <p:nvSpPr>
          <p:cNvPr id="145" name="Shape 143"/>
          <p:cNvSpPr/>
          <p:nvPr/>
        </p:nvSpPr>
        <p:spPr>
          <a:xfrm>
            <a:off x="2466609" y="3468964"/>
            <a:ext cx="73152" cy="73152"/>
          </a:xfrm>
          <a:prstGeom prst="ellipse">
            <a:avLst/>
          </a:prstGeom>
          <a:solidFill>
            <a:srgbClr val="4A82FF">
              <a:alpha val="65000"/>
            </a:srgbClr>
          </a:solidFill>
          <a:ln w="12700">
            <a:solidFill>
              <a:srgbClr val="4A82FF"/>
            </a:solidFill>
            <a:prstDash val="solid"/>
          </a:ln>
        </p:spPr>
      </p:sp>
      <p:sp>
        <p:nvSpPr>
          <p:cNvPr id="146" name="Shape 144"/>
          <p:cNvSpPr/>
          <p:nvPr/>
        </p:nvSpPr>
        <p:spPr>
          <a:xfrm>
            <a:off x="2959513" y="3938492"/>
            <a:ext cx="73152" cy="73152"/>
          </a:xfrm>
          <a:prstGeom prst="ellipse">
            <a:avLst/>
          </a:prstGeom>
          <a:solidFill>
            <a:srgbClr val="4A82FF">
              <a:alpha val="65000"/>
            </a:srgbClr>
          </a:solidFill>
          <a:ln w="12700">
            <a:solidFill>
              <a:srgbClr val="4A82FF"/>
            </a:solidFill>
            <a:prstDash val="solid"/>
          </a:ln>
        </p:spPr>
      </p:sp>
      <p:sp>
        <p:nvSpPr>
          <p:cNvPr id="147" name="Shape 145"/>
          <p:cNvSpPr/>
          <p:nvPr/>
        </p:nvSpPr>
        <p:spPr>
          <a:xfrm>
            <a:off x="3290937" y="3160583"/>
            <a:ext cx="73152" cy="73152"/>
          </a:xfrm>
          <a:prstGeom prst="ellipse">
            <a:avLst/>
          </a:prstGeom>
          <a:solidFill>
            <a:srgbClr val="4A82FF">
              <a:alpha val="65000"/>
            </a:srgbClr>
          </a:solidFill>
          <a:ln w="12700">
            <a:solidFill>
              <a:srgbClr val="4A82FF"/>
            </a:solidFill>
            <a:prstDash val="solid"/>
          </a:ln>
        </p:spPr>
      </p:sp>
      <p:sp>
        <p:nvSpPr>
          <p:cNvPr id="148" name="Shape 146"/>
          <p:cNvSpPr/>
          <p:nvPr/>
        </p:nvSpPr>
        <p:spPr>
          <a:xfrm>
            <a:off x="1950320" y="3367523"/>
            <a:ext cx="73152" cy="73152"/>
          </a:xfrm>
          <a:prstGeom prst="ellipse">
            <a:avLst/>
          </a:prstGeom>
          <a:solidFill>
            <a:srgbClr val="4A82FF">
              <a:alpha val="65000"/>
            </a:srgbClr>
          </a:solidFill>
          <a:ln w="12700">
            <a:solidFill>
              <a:srgbClr val="4A82FF"/>
            </a:solidFill>
            <a:prstDash val="solid"/>
          </a:ln>
        </p:spPr>
      </p:sp>
      <p:sp>
        <p:nvSpPr>
          <p:cNvPr id="149" name="Shape 147"/>
          <p:cNvSpPr/>
          <p:nvPr/>
        </p:nvSpPr>
        <p:spPr>
          <a:xfrm>
            <a:off x="2282582" y="4757558"/>
            <a:ext cx="73152" cy="73152"/>
          </a:xfrm>
          <a:prstGeom prst="ellipse">
            <a:avLst/>
          </a:prstGeom>
          <a:solidFill>
            <a:srgbClr val="4A82FF">
              <a:alpha val="65000"/>
            </a:srgbClr>
          </a:solidFill>
          <a:ln w="12700">
            <a:solidFill>
              <a:srgbClr val="4A82FF"/>
            </a:solidFill>
            <a:prstDash val="solid"/>
          </a:ln>
        </p:spPr>
      </p:sp>
      <p:sp>
        <p:nvSpPr>
          <p:cNvPr id="150" name="Shape 148"/>
          <p:cNvSpPr/>
          <p:nvPr/>
        </p:nvSpPr>
        <p:spPr>
          <a:xfrm>
            <a:off x="2163642" y="4572065"/>
            <a:ext cx="73152" cy="73152"/>
          </a:xfrm>
          <a:prstGeom prst="ellipse">
            <a:avLst/>
          </a:prstGeom>
          <a:solidFill>
            <a:srgbClr val="4A82FF">
              <a:alpha val="65000"/>
            </a:srgbClr>
          </a:solidFill>
          <a:ln w="12700">
            <a:solidFill>
              <a:srgbClr val="4A82FF"/>
            </a:solidFill>
            <a:prstDash val="solid"/>
          </a:ln>
        </p:spPr>
      </p:sp>
      <p:sp>
        <p:nvSpPr>
          <p:cNvPr id="151" name="Shape 149"/>
          <p:cNvSpPr/>
          <p:nvPr/>
        </p:nvSpPr>
        <p:spPr>
          <a:xfrm>
            <a:off x="2227471" y="4080510"/>
            <a:ext cx="73152" cy="73152"/>
          </a:xfrm>
          <a:prstGeom prst="ellipse">
            <a:avLst/>
          </a:prstGeom>
          <a:solidFill>
            <a:srgbClr val="4A82FF">
              <a:alpha val="65000"/>
            </a:srgbClr>
          </a:solidFill>
          <a:ln w="12700">
            <a:solidFill>
              <a:srgbClr val="4A82FF"/>
            </a:solidFill>
            <a:prstDash val="solid"/>
          </a:ln>
        </p:spPr>
      </p:sp>
      <p:sp>
        <p:nvSpPr>
          <p:cNvPr id="152" name="Shape 150"/>
          <p:cNvSpPr/>
          <p:nvPr/>
        </p:nvSpPr>
        <p:spPr>
          <a:xfrm>
            <a:off x="4578706" y="3753579"/>
            <a:ext cx="73152" cy="73152"/>
          </a:xfrm>
          <a:prstGeom prst="ellipse">
            <a:avLst/>
          </a:prstGeom>
          <a:solidFill>
            <a:srgbClr val="4A82FF">
              <a:alpha val="65000"/>
            </a:srgbClr>
          </a:solidFill>
          <a:ln w="12700">
            <a:solidFill>
              <a:srgbClr val="4A82FF"/>
            </a:solidFill>
            <a:prstDash val="solid"/>
          </a:ln>
        </p:spPr>
      </p:sp>
      <p:sp>
        <p:nvSpPr>
          <p:cNvPr id="153" name="Shape 151"/>
          <p:cNvSpPr/>
          <p:nvPr/>
        </p:nvSpPr>
        <p:spPr>
          <a:xfrm>
            <a:off x="1993990" y="4543662"/>
            <a:ext cx="73152" cy="73152"/>
          </a:xfrm>
          <a:prstGeom prst="ellipse">
            <a:avLst/>
          </a:prstGeom>
          <a:solidFill>
            <a:srgbClr val="4A82FF">
              <a:alpha val="65000"/>
            </a:srgbClr>
          </a:solidFill>
          <a:ln w="12700">
            <a:solidFill>
              <a:srgbClr val="4A82FF"/>
            </a:solidFill>
            <a:prstDash val="solid"/>
          </a:ln>
        </p:spPr>
      </p:sp>
      <p:sp>
        <p:nvSpPr>
          <p:cNvPr id="154" name="Shape 152"/>
          <p:cNvSpPr/>
          <p:nvPr/>
        </p:nvSpPr>
        <p:spPr>
          <a:xfrm>
            <a:off x="3816782" y="2642937"/>
            <a:ext cx="73152" cy="73152"/>
          </a:xfrm>
          <a:prstGeom prst="ellipse">
            <a:avLst/>
          </a:prstGeom>
          <a:solidFill>
            <a:srgbClr val="E6115E"/>
          </a:solidFill>
          <a:ln w="12700">
            <a:solidFill>
              <a:srgbClr val="E6115E"/>
            </a:solidFill>
            <a:prstDash val="solid"/>
          </a:ln>
        </p:spPr>
      </p:sp>
      <p:sp>
        <p:nvSpPr>
          <p:cNvPr id="155" name="Shape 153"/>
          <p:cNvSpPr/>
          <p:nvPr/>
        </p:nvSpPr>
        <p:spPr>
          <a:xfrm>
            <a:off x="2081163" y="4417875"/>
            <a:ext cx="73152" cy="73152"/>
          </a:xfrm>
          <a:prstGeom prst="ellipse">
            <a:avLst/>
          </a:prstGeom>
          <a:solidFill>
            <a:srgbClr val="4A82FF">
              <a:alpha val="65000"/>
            </a:srgbClr>
          </a:solidFill>
          <a:ln w="12700">
            <a:solidFill>
              <a:srgbClr val="4A82FF"/>
            </a:solidFill>
            <a:prstDash val="solid"/>
          </a:ln>
        </p:spPr>
      </p:sp>
      <p:sp>
        <p:nvSpPr>
          <p:cNvPr id="156" name="Shape 154"/>
          <p:cNvSpPr/>
          <p:nvPr/>
        </p:nvSpPr>
        <p:spPr>
          <a:xfrm>
            <a:off x="2049814" y="4931457"/>
            <a:ext cx="73152" cy="73152"/>
          </a:xfrm>
          <a:prstGeom prst="ellipse">
            <a:avLst/>
          </a:prstGeom>
          <a:solidFill>
            <a:srgbClr val="4A82FF">
              <a:alpha val="65000"/>
            </a:srgbClr>
          </a:solidFill>
          <a:ln w="12700">
            <a:solidFill>
              <a:srgbClr val="4A82FF"/>
            </a:solidFill>
            <a:prstDash val="solid"/>
          </a:ln>
        </p:spPr>
      </p:sp>
      <p:sp>
        <p:nvSpPr>
          <p:cNvPr id="157" name="Shape 155"/>
          <p:cNvSpPr/>
          <p:nvPr/>
        </p:nvSpPr>
        <p:spPr>
          <a:xfrm>
            <a:off x="2112595" y="5014929"/>
            <a:ext cx="73152" cy="73152"/>
          </a:xfrm>
          <a:prstGeom prst="ellipse">
            <a:avLst/>
          </a:prstGeom>
          <a:solidFill>
            <a:srgbClr val="4A82FF">
              <a:alpha val="65000"/>
            </a:srgbClr>
          </a:solidFill>
          <a:ln w="12700">
            <a:solidFill>
              <a:srgbClr val="4A82FF"/>
            </a:solidFill>
            <a:prstDash val="solid"/>
          </a:ln>
        </p:spPr>
      </p:sp>
      <p:sp>
        <p:nvSpPr>
          <p:cNvPr id="158" name="Shape 156"/>
          <p:cNvSpPr/>
          <p:nvPr/>
        </p:nvSpPr>
        <p:spPr>
          <a:xfrm>
            <a:off x="1821531" y="4562791"/>
            <a:ext cx="73152" cy="73152"/>
          </a:xfrm>
          <a:prstGeom prst="ellipse">
            <a:avLst/>
          </a:prstGeom>
          <a:solidFill>
            <a:srgbClr val="4A82FF">
              <a:alpha val="65000"/>
            </a:srgbClr>
          </a:solidFill>
          <a:ln w="12700">
            <a:solidFill>
              <a:srgbClr val="4A82FF"/>
            </a:solidFill>
            <a:prstDash val="solid"/>
          </a:ln>
        </p:spPr>
      </p:sp>
      <p:sp>
        <p:nvSpPr>
          <p:cNvPr id="159" name="Shape 157"/>
          <p:cNvSpPr/>
          <p:nvPr/>
        </p:nvSpPr>
        <p:spPr>
          <a:xfrm>
            <a:off x="2486014" y="4601628"/>
            <a:ext cx="73152" cy="73152"/>
          </a:xfrm>
          <a:prstGeom prst="ellipse">
            <a:avLst/>
          </a:prstGeom>
          <a:solidFill>
            <a:srgbClr val="4A82FF">
              <a:alpha val="65000"/>
            </a:srgbClr>
          </a:solidFill>
          <a:ln w="12700">
            <a:solidFill>
              <a:srgbClr val="4A82FF"/>
            </a:solidFill>
            <a:prstDash val="solid"/>
          </a:ln>
        </p:spPr>
      </p:sp>
      <p:sp>
        <p:nvSpPr>
          <p:cNvPr id="160" name="Shape 158"/>
          <p:cNvSpPr/>
          <p:nvPr/>
        </p:nvSpPr>
        <p:spPr>
          <a:xfrm>
            <a:off x="2950795" y="4606845"/>
            <a:ext cx="73152" cy="73152"/>
          </a:xfrm>
          <a:prstGeom prst="ellipse">
            <a:avLst/>
          </a:prstGeom>
          <a:solidFill>
            <a:srgbClr val="4A82FF">
              <a:alpha val="65000"/>
            </a:srgbClr>
          </a:solidFill>
          <a:ln w="12700">
            <a:solidFill>
              <a:srgbClr val="4A82FF"/>
            </a:solidFill>
            <a:prstDash val="solid"/>
          </a:ln>
        </p:spPr>
      </p:sp>
      <p:sp>
        <p:nvSpPr>
          <p:cNvPr id="161" name="Shape 159"/>
          <p:cNvSpPr/>
          <p:nvPr/>
        </p:nvSpPr>
        <p:spPr>
          <a:xfrm>
            <a:off x="2099142" y="4744226"/>
            <a:ext cx="73152" cy="73152"/>
          </a:xfrm>
          <a:prstGeom prst="ellipse">
            <a:avLst/>
          </a:prstGeom>
          <a:solidFill>
            <a:srgbClr val="4A82FF">
              <a:alpha val="65000"/>
            </a:srgbClr>
          </a:solidFill>
          <a:ln w="12700">
            <a:solidFill>
              <a:srgbClr val="4A82FF"/>
            </a:solidFill>
            <a:prstDash val="solid"/>
          </a:ln>
        </p:spPr>
      </p:sp>
      <p:sp>
        <p:nvSpPr>
          <p:cNvPr id="162" name="Shape 160"/>
          <p:cNvSpPr/>
          <p:nvPr/>
        </p:nvSpPr>
        <p:spPr>
          <a:xfrm>
            <a:off x="2492300" y="3864295"/>
            <a:ext cx="73152" cy="73152"/>
          </a:xfrm>
          <a:prstGeom prst="ellipse">
            <a:avLst/>
          </a:prstGeom>
          <a:solidFill>
            <a:srgbClr val="4A82FF">
              <a:alpha val="65000"/>
            </a:srgbClr>
          </a:solidFill>
          <a:ln w="12700">
            <a:solidFill>
              <a:srgbClr val="4A82FF"/>
            </a:solidFill>
            <a:prstDash val="solid"/>
          </a:ln>
        </p:spPr>
      </p:sp>
      <p:sp>
        <p:nvSpPr>
          <p:cNvPr id="163" name="Shape 161"/>
          <p:cNvSpPr/>
          <p:nvPr/>
        </p:nvSpPr>
        <p:spPr>
          <a:xfrm>
            <a:off x="3839162" y="3925740"/>
            <a:ext cx="73152" cy="73152"/>
          </a:xfrm>
          <a:prstGeom prst="ellipse">
            <a:avLst/>
          </a:prstGeom>
          <a:solidFill>
            <a:srgbClr val="4A82FF">
              <a:alpha val="65000"/>
            </a:srgbClr>
          </a:solidFill>
          <a:ln w="12700">
            <a:solidFill>
              <a:srgbClr val="4A82FF"/>
            </a:solidFill>
            <a:prstDash val="solid"/>
          </a:ln>
        </p:spPr>
      </p:sp>
      <p:sp>
        <p:nvSpPr>
          <p:cNvPr id="164" name="Shape 162"/>
          <p:cNvSpPr/>
          <p:nvPr/>
        </p:nvSpPr>
        <p:spPr>
          <a:xfrm>
            <a:off x="2942036" y="4603947"/>
            <a:ext cx="73152" cy="73152"/>
          </a:xfrm>
          <a:prstGeom prst="ellipse">
            <a:avLst/>
          </a:prstGeom>
          <a:solidFill>
            <a:srgbClr val="4A82FF">
              <a:alpha val="65000"/>
            </a:srgbClr>
          </a:solidFill>
          <a:ln w="12700">
            <a:solidFill>
              <a:srgbClr val="4A82FF"/>
            </a:solidFill>
            <a:prstDash val="solid"/>
          </a:ln>
        </p:spPr>
      </p:sp>
      <p:sp>
        <p:nvSpPr>
          <p:cNvPr id="165" name="Shape 163"/>
          <p:cNvSpPr/>
          <p:nvPr/>
        </p:nvSpPr>
        <p:spPr>
          <a:xfrm>
            <a:off x="3505935" y="4202240"/>
            <a:ext cx="73152" cy="73152"/>
          </a:xfrm>
          <a:prstGeom prst="ellipse">
            <a:avLst/>
          </a:prstGeom>
          <a:solidFill>
            <a:srgbClr val="4A82FF">
              <a:alpha val="65000"/>
            </a:srgbClr>
          </a:solidFill>
          <a:ln w="12700">
            <a:solidFill>
              <a:srgbClr val="4A82FF"/>
            </a:solidFill>
            <a:prstDash val="solid"/>
          </a:ln>
        </p:spPr>
      </p:sp>
      <p:sp>
        <p:nvSpPr>
          <p:cNvPr id="166" name="Shape 164"/>
          <p:cNvSpPr/>
          <p:nvPr/>
        </p:nvSpPr>
        <p:spPr>
          <a:xfrm>
            <a:off x="1954092" y="5034058"/>
            <a:ext cx="73152" cy="73152"/>
          </a:xfrm>
          <a:prstGeom prst="ellipse">
            <a:avLst/>
          </a:prstGeom>
          <a:solidFill>
            <a:srgbClr val="4A82FF">
              <a:alpha val="65000"/>
            </a:srgbClr>
          </a:solidFill>
          <a:ln w="12700">
            <a:solidFill>
              <a:srgbClr val="4A82FF"/>
            </a:solidFill>
            <a:prstDash val="solid"/>
          </a:ln>
        </p:spPr>
      </p:sp>
      <p:sp>
        <p:nvSpPr>
          <p:cNvPr id="167" name="Shape 165"/>
          <p:cNvSpPr/>
          <p:nvPr/>
        </p:nvSpPr>
        <p:spPr>
          <a:xfrm>
            <a:off x="1798690" y="4986525"/>
            <a:ext cx="73152" cy="73152"/>
          </a:xfrm>
          <a:prstGeom prst="ellipse">
            <a:avLst/>
          </a:prstGeom>
          <a:solidFill>
            <a:srgbClr val="4A82FF">
              <a:alpha val="65000"/>
            </a:srgbClr>
          </a:solidFill>
          <a:ln w="12700">
            <a:solidFill>
              <a:srgbClr val="4A82FF"/>
            </a:solidFill>
            <a:prstDash val="solid"/>
          </a:ln>
        </p:spPr>
      </p:sp>
      <p:sp>
        <p:nvSpPr>
          <p:cNvPr id="168" name="Shape 166"/>
          <p:cNvSpPr/>
          <p:nvPr/>
        </p:nvSpPr>
        <p:spPr>
          <a:xfrm>
            <a:off x="3756934" y="4146592"/>
            <a:ext cx="73152" cy="73152"/>
          </a:xfrm>
          <a:prstGeom prst="ellipse">
            <a:avLst/>
          </a:prstGeom>
          <a:solidFill>
            <a:srgbClr val="4A82FF">
              <a:alpha val="65000"/>
            </a:srgbClr>
          </a:solidFill>
          <a:ln w="12700">
            <a:solidFill>
              <a:srgbClr val="4A82FF"/>
            </a:solidFill>
            <a:prstDash val="solid"/>
          </a:ln>
        </p:spPr>
      </p:sp>
      <p:sp>
        <p:nvSpPr>
          <p:cNvPr id="169" name="Shape 167"/>
          <p:cNvSpPr/>
          <p:nvPr/>
        </p:nvSpPr>
        <p:spPr>
          <a:xfrm>
            <a:off x="2556632" y="4300203"/>
            <a:ext cx="73152" cy="73152"/>
          </a:xfrm>
          <a:prstGeom prst="ellipse">
            <a:avLst/>
          </a:prstGeom>
          <a:solidFill>
            <a:srgbClr val="4A82FF">
              <a:alpha val="65000"/>
            </a:srgbClr>
          </a:solidFill>
          <a:ln w="12700">
            <a:solidFill>
              <a:srgbClr val="4A82FF"/>
            </a:solidFill>
            <a:prstDash val="solid"/>
          </a:ln>
        </p:spPr>
      </p:sp>
      <p:sp>
        <p:nvSpPr>
          <p:cNvPr id="170" name="Shape 168"/>
          <p:cNvSpPr/>
          <p:nvPr/>
        </p:nvSpPr>
        <p:spPr>
          <a:xfrm>
            <a:off x="4552093" y="3056823"/>
            <a:ext cx="73152" cy="73152"/>
          </a:xfrm>
          <a:prstGeom prst="ellipse">
            <a:avLst/>
          </a:prstGeom>
          <a:solidFill>
            <a:srgbClr val="4A82FF">
              <a:alpha val="65000"/>
            </a:srgbClr>
          </a:solidFill>
          <a:ln w="12700">
            <a:solidFill>
              <a:srgbClr val="4A82FF"/>
            </a:solidFill>
            <a:prstDash val="solid"/>
          </a:ln>
        </p:spPr>
      </p:sp>
      <p:sp>
        <p:nvSpPr>
          <p:cNvPr id="171" name="Shape 169"/>
          <p:cNvSpPr/>
          <p:nvPr/>
        </p:nvSpPr>
        <p:spPr>
          <a:xfrm>
            <a:off x="1734567" y="4816684"/>
            <a:ext cx="73152" cy="73152"/>
          </a:xfrm>
          <a:prstGeom prst="ellipse">
            <a:avLst/>
          </a:prstGeom>
          <a:solidFill>
            <a:srgbClr val="4A82FF">
              <a:alpha val="65000"/>
            </a:srgbClr>
          </a:solidFill>
          <a:ln w="12700">
            <a:solidFill>
              <a:srgbClr val="4A82FF"/>
            </a:solidFill>
            <a:prstDash val="solid"/>
          </a:ln>
        </p:spPr>
      </p:sp>
      <p:sp>
        <p:nvSpPr>
          <p:cNvPr id="172" name="Shape 170"/>
          <p:cNvSpPr/>
          <p:nvPr/>
        </p:nvSpPr>
        <p:spPr>
          <a:xfrm>
            <a:off x="2068925" y="5098400"/>
            <a:ext cx="73152" cy="73152"/>
          </a:xfrm>
          <a:prstGeom prst="ellipse">
            <a:avLst/>
          </a:prstGeom>
          <a:solidFill>
            <a:srgbClr val="4A82FF">
              <a:alpha val="65000"/>
            </a:srgbClr>
          </a:solidFill>
          <a:ln w="12700">
            <a:solidFill>
              <a:srgbClr val="4A82FF"/>
            </a:solidFill>
            <a:prstDash val="solid"/>
          </a:ln>
        </p:spPr>
      </p:sp>
      <p:sp>
        <p:nvSpPr>
          <p:cNvPr id="173" name="Shape 171"/>
          <p:cNvSpPr/>
          <p:nvPr/>
        </p:nvSpPr>
        <p:spPr>
          <a:xfrm>
            <a:off x="3460253" y="4012110"/>
            <a:ext cx="73152" cy="73152"/>
          </a:xfrm>
          <a:prstGeom prst="ellipse">
            <a:avLst/>
          </a:prstGeom>
          <a:solidFill>
            <a:srgbClr val="4A82FF">
              <a:alpha val="65000"/>
            </a:srgbClr>
          </a:solidFill>
          <a:ln w="12700">
            <a:solidFill>
              <a:srgbClr val="4A82FF"/>
            </a:solidFill>
            <a:prstDash val="solid"/>
          </a:ln>
        </p:spPr>
      </p:sp>
      <p:sp>
        <p:nvSpPr>
          <p:cNvPr id="174" name="Shape 172"/>
          <p:cNvSpPr/>
          <p:nvPr/>
        </p:nvSpPr>
        <p:spPr>
          <a:xfrm>
            <a:off x="2283714" y="4843348"/>
            <a:ext cx="73152" cy="73152"/>
          </a:xfrm>
          <a:prstGeom prst="ellipse">
            <a:avLst/>
          </a:prstGeom>
          <a:solidFill>
            <a:srgbClr val="4A82FF">
              <a:alpha val="65000"/>
            </a:srgbClr>
          </a:solidFill>
          <a:ln w="12700">
            <a:solidFill>
              <a:srgbClr val="4A82FF"/>
            </a:solidFill>
            <a:prstDash val="solid"/>
          </a:ln>
        </p:spPr>
      </p:sp>
      <p:sp>
        <p:nvSpPr>
          <p:cNvPr id="175" name="Shape 173"/>
          <p:cNvSpPr/>
          <p:nvPr/>
        </p:nvSpPr>
        <p:spPr>
          <a:xfrm>
            <a:off x="2415982" y="4908850"/>
            <a:ext cx="73152" cy="73152"/>
          </a:xfrm>
          <a:prstGeom prst="ellipse">
            <a:avLst/>
          </a:prstGeom>
          <a:solidFill>
            <a:srgbClr val="4A82FF">
              <a:alpha val="65000"/>
            </a:srgbClr>
          </a:solidFill>
          <a:ln w="12700">
            <a:solidFill>
              <a:srgbClr val="4A82FF"/>
            </a:solidFill>
            <a:prstDash val="solid"/>
          </a:ln>
        </p:spPr>
      </p:sp>
      <p:sp>
        <p:nvSpPr>
          <p:cNvPr id="176" name="Shape 174"/>
          <p:cNvSpPr/>
          <p:nvPr/>
        </p:nvSpPr>
        <p:spPr>
          <a:xfrm>
            <a:off x="2455796" y="4552357"/>
            <a:ext cx="73152" cy="73152"/>
          </a:xfrm>
          <a:prstGeom prst="ellipse">
            <a:avLst/>
          </a:prstGeom>
          <a:solidFill>
            <a:srgbClr val="4A82FF">
              <a:alpha val="65000"/>
            </a:srgbClr>
          </a:solidFill>
          <a:ln w="12700">
            <a:solidFill>
              <a:srgbClr val="4A82FF"/>
            </a:solidFill>
            <a:prstDash val="solid"/>
          </a:ln>
        </p:spPr>
      </p:sp>
      <p:sp>
        <p:nvSpPr>
          <p:cNvPr id="177" name="Shape 175"/>
          <p:cNvSpPr/>
          <p:nvPr/>
        </p:nvSpPr>
        <p:spPr>
          <a:xfrm>
            <a:off x="3390138" y="4049208"/>
            <a:ext cx="73152" cy="73152"/>
          </a:xfrm>
          <a:prstGeom prst="ellipse">
            <a:avLst/>
          </a:prstGeom>
          <a:solidFill>
            <a:srgbClr val="4A82FF">
              <a:alpha val="65000"/>
            </a:srgbClr>
          </a:solidFill>
          <a:ln w="12700">
            <a:solidFill>
              <a:srgbClr val="4A82FF"/>
            </a:solidFill>
            <a:prstDash val="solid"/>
          </a:ln>
        </p:spPr>
      </p:sp>
      <p:sp>
        <p:nvSpPr>
          <p:cNvPr id="178" name="Shape 176"/>
          <p:cNvSpPr/>
          <p:nvPr/>
        </p:nvSpPr>
        <p:spPr>
          <a:xfrm>
            <a:off x="3517000" y="3686338"/>
            <a:ext cx="73152" cy="73152"/>
          </a:xfrm>
          <a:prstGeom prst="ellipse">
            <a:avLst/>
          </a:prstGeom>
          <a:solidFill>
            <a:srgbClr val="4A82FF">
              <a:alpha val="65000"/>
            </a:srgbClr>
          </a:solidFill>
          <a:ln w="12700">
            <a:solidFill>
              <a:srgbClr val="4A82FF"/>
            </a:solidFill>
            <a:prstDash val="solid"/>
          </a:ln>
        </p:spPr>
      </p:sp>
      <p:sp>
        <p:nvSpPr>
          <p:cNvPr id="179" name="Shape 177"/>
          <p:cNvSpPr/>
          <p:nvPr/>
        </p:nvSpPr>
        <p:spPr>
          <a:xfrm>
            <a:off x="2439871" y="3862556"/>
            <a:ext cx="73152" cy="73152"/>
          </a:xfrm>
          <a:prstGeom prst="ellipse">
            <a:avLst/>
          </a:prstGeom>
          <a:solidFill>
            <a:srgbClr val="4A82FF">
              <a:alpha val="65000"/>
            </a:srgbClr>
          </a:solidFill>
          <a:ln w="12700">
            <a:solidFill>
              <a:srgbClr val="4A82FF"/>
            </a:solidFill>
            <a:prstDash val="solid"/>
          </a:ln>
        </p:spPr>
      </p:sp>
      <p:sp>
        <p:nvSpPr>
          <p:cNvPr id="180" name="Shape 178"/>
          <p:cNvSpPr/>
          <p:nvPr/>
        </p:nvSpPr>
        <p:spPr>
          <a:xfrm>
            <a:off x="3753875" y="3759956"/>
            <a:ext cx="73152" cy="73152"/>
          </a:xfrm>
          <a:prstGeom prst="ellipse">
            <a:avLst/>
          </a:prstGeom>
          <a:solidFill>
            <a:srgbClr val="4A82FF">
              <a:alpha val="65000"/>
            </a:srgbClr>
          </a:solidFill>
          <a:ln w="12700">
            <a:solidFill>
              <a:srgbClr val="4A82FF"/>
            </a:solidFill>
            <a:prstDash val="solid"/>
          </a:ln>
        </p:spPr>
      </p:sp>
      <p:sp>
        <p:nvSpPr>
          <p:cNvPr id="181" name="Shape 179"/>
          <p:cNvSpPr/>
          <p:nvPr/>
        </p:nvSpPr>
        <p:spPr>
          <a:xfrm>
            <a:off x="3787068" y="3654457"/>
            <a:ext cx="73152" cy="73152"/>
          </a:xfrm>
          <a:prstGeom prst="ellipse">
            <a:avLst/>
          </a:prstGeom>
          <a:solidFill>
            <a:srgbClr val="4A82FF">
              <a:alpha val="65000"/>
            </a:srgbClr>
          </a:solidFill>
          <a:ln w="12700">
            <a:solidFill>
              <a:srgbClr val="4A82FF"/>
            </a:solidFill>
            <a:prstDash val="solid"/>
          </a:ln>
        </p:spPr>
      </p:sp>
      <p:sp>
        <p:nvSpPr>
          <p:cNvPr id="182" name="Shape 180"/>
          <p:cNvSpPr/>
          <p:nvPr/>
        </p:nvSpPr>
        <p:spPr>
          <a:xfrm>
            <a:off x="1888335" y="5202740"/>
            <a:ext cx="73152" cy="73152"/>
          </a:xfrm>
          <a:prstGeom prst="ellipse">
            <a:avLst/>
          </a:prstGeom>
          <a:solidFill>
            <a:srgbClr val="4A82FF">
              <a:alpha val="65000"/>
            </a:srgbClr>
          </a:solidFill>
          <a:ln w="12700">
            <a:solidFill>
              <a:srgbClr val="4A82FF"/>
            </a:solidFill>
            <a:prstDash val="solid"/>
          </a:ln>
        </p:spPr>
      </p:sp>
      <p:sp>
        <p:nvSpPr>
          <p:cNvPr id="183" name="Shape 181"/>
          <p:cNvSpPr/>
          <p:nvPr/>
        </p:nvSpPr>
        <p:spPr>
          <a:xfrm>
            <a:off x="1868093" y="5260127"/>
            <a:ext cx="73152" cy="73152"/>
          </a:xfrm>
          <a:prstGeom prst="ellipse">
            <a:avLst/>
          </a:prstGeom>
          <a:solidFill>
            <a:srgbClr val="4A82FF">
              <a:alpha val="65000"/>
            </a:srgbClr>
          </a:solidFill>
          <a:ln w="12700">
            <a:solidFill>
              <a:srgbClr val="4A82FF"/>
            </a:solidFill>
            <a:prstDash val="solid"/>
          </a:ln>
        </p:spPr>
      </p:sp>
      <p:sp>
        <p:nvSpPr>
          <p:cNvPr id="184" name="Shape 182"/>
          <p:cNvSpPr/>
          <p:nvPr/>
        </p:nvSpPr>
        <p:spPr>
          <a:xfrm>
            <a:off x="1946003" y="4285131"/>
            <a:ext cx="73152" cy="73152"/>
          </a:xfrm>
          <a:prstGeom prst="ellipse">
            <a:avLst/>
          </a:prstGeom>
          <a:solidFill>
            <a:srgbClr val="4A82FF">
              <a:alpha val="65000"/>
            </a:srgbClr>
          </a:solidFill>
          <a:ln w="12700">
            <a:solidFill>
              <a:srgbClr val="4A82FF"/>
            </a:solidFill>
            <a:prstDash val="solid"/>
          </a:ln>
        </p:spPr>
      </p:sp>
      <p:sp>
        <p:nvSpPr>
          <p:cNvPr id="185" name="Shape 183"/>
          <p:cNvSpPr/>
          <p:nvPr/>
        </p:nvSpPr>
        <p:spPr>
          <a:xfrm>
            <a:off x="2311500" y="4973773"/>
            <a:ext cx="73152" cy="73152"/>
          </a:xfrm>
          <a:prstGeom prst="ellipse">
            <a:avLst/>
          </a:prstGeom>
          <a:solidFill>
            <a:srgbClr val="4A82FF">
              <a:alpha val="65000"/>
            </a:srgbClr>
          </a:solidFill>
          <a:ln w="12700">
            <a:solidFill>
              <a:srgbClr val="4A82FF"/>
            </a:solidFill>
            <a:prstDash val="solid"/>
          </a:ln>
        </p:spPr>
      </p:sp>
      <p:sp>
        <p:nvSpPr>
          <p:cNvPr id="186" name="Shape 184"/>
          <p:cNvSpPr/>
          <p:nvPr/>
        </p:nvSpPr>
        <p:spPr>
          <a:xfrm>
            <a:off x="3126943" y="4621916"/>
            <a:ext cx="73152" cy="73152"/>
          </a:xfrm>
          <a:prstGeom prst="ellipse">
            <a:avLst/>
          </a:prstGeom>
          <a:solidFill>
            <a:srgbClr val="4A82FF">
              <a:alpha val="65000"/>
            </a:srgbClr>
          </a:solidFill>
          <a:ln w="12700">
            <a:solidFill>
              <a:srgbClr val="4A82FF"/>
            </a:solidFill>
            <a:prstDash val="solid"/>
          </a:ln>
        </p:spPr>
      </p:sp>
      <p:sp>
        <p:nvSpPr>
          <p:cNvPr id="187" name="Shape 185"/>
          <p:cNvSpPr/>
          <p:nvPr/>
        </p:nvSpPr>
        <p:spPr>
          <a:xfrm>
            <a:off x="2116325" y="5141296"/>
            <a:ext cx="73152" cy="73152"/>
          </a:xfrm>
          <a:prstGeom prst="ellipse">
            <a:avLst/>
          </a:prstGeom>
          <a:solidFill>
            <a:srgbClr val="4A82FF">
              <a:alpha val="65000"/>
            </a:srgbClr>
          </a:solidFill>
          <a:ln w="12700">
            <a:solidFill>
              <a:srgbClr val="4A82FF"/>
            </a:solidFill>
            <a:prstDash val="solid"/>
          </a:ln>
        </p:spPr>
      </p:sp>
      <p:sp>
        <p:nvSpPr>
          <p:cNvPr id="188" name="Shape 186"/>
          <p:cNvSpPr/>
          <p:nvPr/>
        </p:nvSpPr>
        <p:spPr>
          <a:xfrm>
            <a:off x="3962671" y="3673006"/>
            <a:ext cx="73152" cy="73152"/>
          </a:xfrm>
          <a:prstGeom prst="ellipse">
            <a:avLst/>
          </a:prstGeom>
          <a:solidFill>
            <a:srgbClr val="4A82FF">
              <a:alpha val="65000"/>
            </a:srgbClr>
          </a:solidFill>
          <a:ln w="12700">
            <a:solidFill>
              <a:srgbClr val="4A82FF"/>
            </a:solidFill>
            <a:prstDash val="solid"/>
          </a:ln>
        </p:spPr>
      </p:sp>
      <p:sp>
        <p:nvSpPr>
          <p:cNvPr id="189" name="Shape 187"/>
          <p:cNvSpPr/>
          <p:nvPr/>
        </p:nvSpPr>
        <p:spPr>
          <a:xfrm>
            <a:off x="4034420" y="2830174"/>
            <a:ext cx="73152" cy="73152"/>
          </a:xfrm>
          <a:prstGeom prst="ellipse">
            <a:avLst/>
          </a:prstGeom>
          <a:solidFill>
            <a:srgbClr val="4A82FF">
              <a:alpha val="65000"/>
            </a:srgbClr>
          </a:solidFill>
          <a:ln w="12700">
            <a:solidFill>
              <a:srgbClr val="4A82FF"/>
            </a:solidFill>
            <a:prstDash val="solid"/>
          </a:ln>
        </p:spPr>
      </p:sp>
      <p:sp>
        <p:nvSpPr>
          <p:cNvPr id="190" name="Shape 188"/>
          <p:cNvSpPr/>
          <p:nvPr/>
        </p:nvSpPr>
        <p:spPr>
          <a:xfrm>
            <a:off x="2604703" y="4596411"/>
            <a:ext cx="73152" cy="73152"/>
          </a:xfrm>
          <a:prstGeom prst="ellipse">
            <a:avLst/>
          </a:prstGeom>
          <a:solidFill>
            <a:srgbClr val="4A82FF">
              <a:alpha val="65000"/>
            </a:srgbClr>
          </a:solidFill>
          <a:ln w="12700">
            <a:solidFill>
              <a:srgbClr val="4A82FF"/>
            </a:solidFill>
            <a:prstDash val="solid"/>
          </a:ln>
        </p:spPr>
      </p:sp>
      <p:sp>
        <p:nvSpPr>
          <p:cNvPr id="191" name="Shape 189"/>
          <p:cNvSpPr/>
          <p:nvPr/>
        </p:nvSpPr>
        <p:spPr>
          <a:xfrm>
            <a:off x="3093750" y="3877048"/>
            <a:ext cx="73152" cy="73152"/>
          </a:xfrm>
          <a:prstGeom prst="ellipse">
            <a:avLst/>
          </a:prstGeom>
          <a:solidFill>
            <a:srgbClr val="4A82FF">
              <a:alpha val="65000"/>
            </a:srgbClr>
          </a:solidFill>
          <a:ln w="12700">
            <a:solidFill>
              <a:srgbClr val="4A82FF"/>
            </a:solidFill>
            <a:prstDash val="solid"/>
          </a:ln>
        </p:spPr>
      </p:sp>
      <p:sp>
        <p:nvSpPr>
          <p:cNvPr id="192" name="Shape 190"/>
          <p:cNvSpPr/>
          <p:nvPr/>
        </p:nvSpPr>
        <p:spPr>
          <a:xfrm>
            <a:off x="1777148" y="5224767"/>
            <a:ext cx="73152" cy="73152"/>
          </a:xfrm>
          <a:prstGeom prst="ellipse">
            <a:avLst/>
          </a:prstGeom>
          <a:solidFill>
            <a:srgbClr val="4A82FF">
              <a:alpha val="65000"/>
            </a:srgbClr>
          </a:solidFill>
          <a:ln w="12700">
            <a:solidFill>
              <a:srgbClr val="4A82FF"/>
            </a:solidFill>
            <a:prstDash val="solid"/>
          </a:ln>
        </p:spPr>
      </p:sp>
      <p:sp>
        <p:nvSpPr>
          <p:cNvPr id="193" name="Shape 191"/>
          <p:cNvSpPr/>
          <p:nvPr/>
        </p:nvSpPr>
        <p:spPr>
          <a:xfrm>
            <a:off x="1509511" y="5017247"/>
            <a:ext cx="73152" cy="73152"/>
          </a:xfrm>
          <a:prstGeom prst="ellipse">
            <a:avLst/>
          </a:prstGeom>
          <a:solidFill>
            <a:srgbClr val="4A82FF">
              <a:alpha val="65000"/>
            </a:srgbClr>
          </a:solidFill>
          <a:ln w="12700">
            <a:solidFill>
              <a:srgbClr val="4A82FF"/>
            </a:solidFill>
            <a:prstDash val="solid"/>
          </a:ln>
        </p:spPr>
      </p:sp>
      <p:sp>
        <p:nvSpPr>
          <p:cNvPr id="194" name="Shape 192"/>
          <p:cNvSpPr/>
          <p:nvPr/>
        </p:nvSpPr>
        <p:spPr>
          <a:xfrm>
            <a:off x="2510573" y="4639886"/>
            <a:ext cx="73152" cy="73152"/>
          </a:xfrm>
          <a:prstGeom prst="ellipse">
            <a:avLst/>
          </a:prstGeom>
          <a:solidFill>
            <a:srgbClr val="4A82FF">
              <a:alpha val="65000"/>
            </a:srgbClr>
          </a:solidFill>
          <a:ln w="12700">
            <a:solidFill>
              <a:srgbClr val="4A82FF"/>
            </a:solidFill>
            <a:prstDash val="solid"/>
          </a:ln>
        </p:spPr>
      </p:sp>
      <p:sp>
        <p:nvSpPr>
          <p:cNvPr id="195" name="Shape 193"/>
          <p:cNvSpPr/>
          <p:nvPr/>
        </p:nvSpPr>
        <p:spPr>
          <a:xfrm>
            <a:off x="2103836" y="4526852"/>
            <a:ext cx="73152" cy="73152"/>
          </a:xfrm>
          <a:prstGeom prst="ellipse">
            <a:avLst/>
          </a:prstGeom>
          <a:solidFill>
            <a:srgbClr val="4A82FF">
              <a:alpha val="65000"/>
            </a:srgbClr>
          </a:solidFill>
          <a:ln w="12700">
            <a:solidFill>
              <a:srgbClr val="4A82FF"/>
            </a:solidFill>
            <a:prstDash val="solid"/>
          </a:ln>
        </p:spPr>
      </p:sp>
      <p:sp>
        <p:nvSpPr>
          <p:cNvPr id="196" name="Shape 194"/>
          <p:cNvSpPr/>
          <p:nvPr/>
        </p:nvSpPr>
        <p:spPr>
          <a:xfrm>
            <a:off x="4762900" y="3157684"/>
            <a:ext cx="73152" cy="73152"/>
          </a:xfrm>
          <a:prstGeom prst="ellipse">
            <a:avLst/>
          </a:prstGeom>
          <a:solidFill>
            <a:srgbClr val="4A82FF">
              <a:alpha val="65000"/>
            </a:srgbClr>
          </a:solidFill>
          <a:ln w="12700">
            <a:solidFill>
              <a:srgbClr val="4A82FF"/>
            </a:solidFill>
            <a:prstDash val="solid"/>
          </a:ln>
        </p:spPr>
      </p:sp>
      <p:sp>
        <p:nvSpPr>
          <p:cNvPr id="197" name="Shape 195"/>
          <p:cNvSpPr/>
          <p:nvPr/>
        </p:nvSpPr>
        <p:spPr>
          <a:xfrm>
            <a:off x="2639362" y="3616199"/>
            <a:ext cx="73152" cy="73152"/>
          </a:xfrm>
          <a:prstGeom prst="ellipse">
            <a:avLst/>
          </a:prstGeom>
          <a:solidFill>
            <a:srgbClr val="4A82FF">
              <a:alpha val="65000"/>
            </a:srgbClr>
          </a:solidFill>
          <a:ln w="12700">
            <a:solidFill>
              <a:srgbClr val="4A82FF"/>
            </a:solidFill>
            <a:prstDash val="solid"/>
          </a:ln>
        </p:spPr>
      </p:sp>
      <p:sp>
        <p:nvSpPr>
          <p:cNvPr id="198" name="Shape 196"/>
          <p:cNvSpPr/>
          <p:nvPr/>
        </p:nvSpPr>
        <p:spPr>
          <a:xfrm>
            <a:off x="2526708" y="4722778"/>
            <a:ext cx="73152" cy="73152"/>
          </a:xfrm>
          <a:prstGeom prst="ellipse">
            <a:avLst/>
          </a:prstGeom>
          <a:solidFill>
            <a:srgbClr val="4A82FF">
              <a:alpha val="65000"/>
            </a:srgbClr>
          </a:solidFill>
          <a:ln w="12700">
            <a:solidFill>
              <a:srgbClr val="4A82FF"/>
            </a:solidFill>
            <a:prstDash val="solid"/>
          </a:ln>
        </p:spPr>
      </p:sp>
      <p:sp>
        <p:nvSpPr>
          <p:cNvPr id="199" name="Shape 197"/>
          <p:cNvSpPr/>
          <p:nvPr/>
        </p:nvSpPr>
        <p:spPr>
          <a:xfrm>
            <a:off x="3226228" y="4108914"/>
            <a:ext cx="73152" cy="73152"/>
          </a:xfrm>
          <a:prstGeom prst="ellipse">
            <a:avLst/>
          </a:prstGeom>
          <a:solidFill>
            <a:srgbClr val="4A82FF">
              <a:alpha val="65000"/>
            </a:srgbClr>
          </a:solidFill>
          <a:ln w="12700">
            <a:solidFill>
              <a:srgbClr val="4A82FF"/>
            </a:solidFill>
            <a:prstDash val="solid"/>
          </a:ln>
        </p:spPr>
      </p:sp>
      <p:sp>
        <p:nvSpPr>
          <p:cNvPr id="200" name="Shape 198"/>
          <p:cNvSpPr/>
          <p:nvPr/>
        </p:nvSpPr>
        <p:spPr>
          <a:xfrm>
            <a:off x="2226088" y="4654378"/>
            <a:ext cx="73152" cy="73152"/>
          </a:xfrm>
          <a:prstGeom prst="ellipse">
            <a:avLst/>
          </a:prstGeom>
          <a:solidFill>
            <a:srgbClr val="4A82FF">
              <a:alpha val="65000"/>
            </a:srgbClr>
          </a:solidFill>
          <a:ln w="12700">
            <a:solidFill>
              <a:srgbClr val="4A82FF"/>
            </a:solidFill>
            <a:prstDash val="solid"/>
          </a:ln>
        </p:spPr>
      </p:sp>
      <p:sp>
        <p:nvSpPr>
          <p:cNvPr id="201" name="Shape 199"/>
          <p:cNvSpPr/>
          <p:nvPr/>
        </p:nvSpPr>
        <p:spPr>
          <a:xfrm>
            <a:off x="2478763" y="4642784"/>
            <a:ext cx="73152" cy="73152"/>
          </a:xfrm>
          <a:prstGeom prst="ellipse">
            <a:avLst/>
          </a:prstGeom>
          <a:solidFill>
            <a:srgbClr val="4A82FF">
              <a:alpha val="65000"/>
            </a:srgbClr>
          </a:solidFill>
          <a:ln w="12700">
            <a:solidFill>
              <a:srgbClr val="4A82FF"/>
            </a:solidFill>
            <a:prstDash val="solid"/>
          </a:ln>
        </p:spPr>
      </p:sp>
      <p:sp>
        <p:nvSpPr>
          <p:cNvPr id="202" name="Shape 200"/>
          <p:cNvSpPr/>
          <p:nvPr/>
        </p:nvSpPr>
        <p:spPr>
          <a:xfrm>
            <a:off x="2506717" y="3275936"/>
            <a:ext cx="73152" cy="73152"/>
          </a:xfrm>
          <a:prstGeom prst="ellipse">
            <a:avLst/>
          </a:prstGeom>
          <a:solidFill>
            <a:srgbClr val="4A82FF">
              <a:alpha val="65000"/>
            </a:srgbClr>
          </a:solidFill>
          <a:ln w="12700">
            <a:solidFill>
              <a:srgbClr val="4A82FF"/>
            </a:solidFill>
            <a:prstDash val="solid"/>
          </a:ln>
        </p:spPr>
      </p:sp>
      <p:sp>
        <p:nvSpPr>
          <p:cNvPr id="203" name="Shape 201"/>
          <p:cNvSpPr/>
          <p:nvPr/>
        </p:nvSpPr>
        <p:spPr>
          <a:xfrm>
            <a:off x="2340921" y="5019566"/>
            <a:ext cx="73152" cy="73152"/>
          </a:xfrm>
          <a:prstGeom prst="ellipse">
            <a:avLst/>
          </a:prstGeom>
          <a:solidFill>
            <a:srgbClr val="4A82FF">
              <a:alpha val="65000"/>
            </a:srgbClr>
          </a:solidFill>
          <a:ln w="12700">
            <a:solidFill>
              <a:srgbClr val="4A82FF"/>
            </a:solidFill>
            <a:prstDash val="solid"/>
          </a:ln>
        </p:spPr>
      </p:sp>
      <p:sp>
        <p:nvSpPr>
          <p:cNvPr id="204" name="Shape 202"/>
          <p:cNvSpPr/>
          <p:nvPr/>
        </p:nvSpPr>
        <p:spPr>
          <a:xfrm>
            <a:off x="2861611" y="4401064"/>
            <a:ext cx="73152" cy="73152"/>
          </a:xfrm>
          <a:prstGeom prst="ellipse">
            <a:avLst/>
          </a:prstGeom>
          <a:solidFill>
            <a:srgbClr val="4A82FF">
              <a:alpha val="65000"/>
            </a:srgbClr>
          </a:solidFill>
          <a:ln w="12700">
            <a:solidFill>
              <a:srgbClr val="4A82FF"/>
            </a:solidFill>
            <a:prstDash val="solid"/>
          </a:ln>
        </p:spPr>
      </p:sp>
      <p:sp>
        <p:nvSpPr>
          <p:cNvPr id="205" name="Shape 203"/>
          <p:cNvSpPr/>
          <p:nvPr/>
        </p:nvSpPr>
        <p:spPr>
          <a:xfrm>
            <a:off x="2437649" y="5145933"/>
            <a:ext cx="73152" cy="73152"/>
          </a:xfrm>
          <a:prstGeom prst="ellipse">
            <a:avLst/>
          </a:prstGeom>
          <a:solidFill>
            <a:srgbClr val="4A82FF">
              <a:alpha val="65000"/>
            </a:srgbClr>
          </a:solidFill>
          <a:ln w="12700">
            <a:solidFill>
              <a:srgbClr val="4A82FF"/>
            </a:solidFill>
            <a:prstDash val="solid"/>
          </a:ln>
        </p:spPr>
      </p:sp>
      <p:sp>
        <p:nvSpPr>
          <p:cNvPr id="206" name="Shape 204"/>
          <p:cNvSpPr/>
          <p:nvPr/>
        </p:nvSpPr>
        <p:spPr>
          <a:xfrm>
            <a:off x="5887094" y="2642937"/>
            <a:ext cx="73152" cy="73152"/>
          </a:xfrm>
          <a:prstGeom prst="ellipse">
            <a:avLst/>
          </a:prstGeom>
          <a:solidFill>
            <a:srgbClr val="E6115E"/>
          </a:solidFill>
          <a:ln w="12700">
            <a:solidFill>
              <a:srgbClr val="E6115E"/>
            </a:solidFill>
            <a:prstDash val="solid"/>
          </a:ln>
        </p:spPr>
      </p:sp>
      <p:sp>
        <p:nvSpPr>
          <p:cNvPr id="207" name="Shape 205"/>
          <p:cNvSpPr/>
          <p:nvPr/>
        </p:nvSpPr>
        <p:spPr>
          <a:xfrm>
            <a:off x="2130030" y="5007393"/>
            <a:ext cx="73152" cy="73152"/>
          </a:xfrm>
          <a:prstGeom prst="ellipse">
            <a:avLst/>
          </a:prstGeom>
          <a:solidFill>
            <a:srgbClr val="4A82FF">
              <a:alpha val="65000"/>
            </a:srgbClr>
          </a:solidFill>
          <a:ln w="12700">
            <a:solidFill>
              <a:srgbClr val="4A82FF"/>
            </a:solidFill>
            <a:prstDash val="solid"/>
          </a:ln>
        </p:spPr>
      </p:sp>
      <p:sp>
        <p:nvSpPr>
          <p:cNvPr id="208" name="Shape 206"/>
          <p:cNvSpPr/>
          <p:nvPr/>
        </p:nvSpPr>
        <p:spPr>
          <a:xfrm>
            <a:off x="2432327" y="3814444"/>
            <a:ext cx="73152" cy="73152"/>
          </a:xfrm>
          <a:prstGeom prst="ellipse">
            <a:avLst/>
          </a:prstGeom>
          <a:solidFill>
            <a:srgbClr val="4A82FF">
              <a:alpha val="65000"/>
            </a:srgbClr>
          </a:solidFill>
          <a:ln w="12700">
            <a:solidFill>
              <a:srgbClr val="4A82FF"/>
            </a:solidFill>
            <a:prstDash val="solid"/>
          </a:ln>
        </p:spPr>
      </p:sp>
      <p:sp>
        <p:nvSpPr>
          <p:cNvPr id="209" name="Shape 207"/>
          <p:cNvSpPr/>
          <p:nvPr/>
        </p:nvSpPr>
        <p:spPr>
          <a:xfrm>
            <a:off x="5260162" y="2642937"/>
            <a:ext cx="73152" cy="73152"/>
          </a:xfrm>
          <a:prstGeom prst="ellipse">
            <a:avLst/>
          </a:prstGeom>
          <a:solidFill>
            <a:srgbClr val="E6115E"/>
          </a:solidFill>
          <a:ln w="12700">
            <a:solidFill>
              <a:srgbClr val="E6115E"/>
            </a:solidFill>
            <a:prstDash val="solid"/>
          </a:ln>
        </p:spPr>
      </p:sp>
      <p:sp>
        <p:nvSpPr>
          <p:cNvPr id="210" name="Shape 208"/>
          <p:cNvSpPr/>
          <p:nvPr/>
        </p:nvSpPr>
        <p:spPr>
          <a:xfrm>
            <a:off x="3580829" y="3615040"/>
            <a:ext cx="73152" cy="73152"/>
          </a:xfrm>
          <a:prstGeom prst="ellipse">
            <a:avLst/>
          </a:prstGeom>
          <a:solidFill>
            <a:srgbClr val="4A82FF">
              <a:alpha val="65000"/>
            </a:srgbClr>
          </a:solidFill>
          <a:ln w="12700">
            <a:solidFill>
              <a:srgbClr val="4A82FF"/>
            </a:solidFill>
            <a:prstDash val="solid"/>
          </a:ln>
        </p:spPr>
      </p:sp>
      <p:sp>
        <p:nvSpPr>
          <p:cNvPr id="211" name="Shape 209"/>
          <p:cNvSpPr/>
          <p:nvPr/>
        </p:nvSpPr>
        <p:spPr>
          <a:xfrm>
            <a:off x="3462978" y="4549458"/>
            <a:ext cx="73152" cy="73152"/>
          </a:xfrm>
          <a:prstGeom prst="ellipse">
            <a:avLst/>
          </a:prstGeom>
          <a:solidFill>
            <a:srgbClr val="4A82FF">
              <a:alpha val="65000"/>
            </a:srgbClr>
          </a:solidFill>
          <a:ln w="12700">
            <a:solidFill>
              <a:srgbClr val="4A82FF"/>
            </a:solidFill>
            <a:prstDash val="solid"/>
          </a:ln>
        </p:spPr>
      </p:sp>
      <p:sp>
        <p:nvSpPr>
          <p:cNvPr id="212" name="Shape 210"/>
          <p:cNvSpPr/>
          <p:nvPr/>
        </p:nvSpPr>
        <p:spPr>
          <a:xfrm>
            <a:off x="2956244" y="4659595"/>
            <a:ext cx="73152" cy="73152"/>
          </a:xfrm>
          <a:prstGeom prst="ellipse">
            <a:avLst/>
          </a:prstGeom>
          <a:solidFill>
            <a:srgbClr val="4A82FF">
              <a:alpha val="65000"/>
            </a:srgbClr>
          </a:solidFill>
          <a:ln w="12700">
            <a:solidFill>
              <a:srgbClr val="4A82FF"/>
            </a:solidFill>
            <a:prstDash val="solid"/>
          </a:ln>
        </p:spPr>
      </p:sp>
      <p:sp>
        <p:nvSpPr>
          <p:cNvPr id="213" name="Shape 211"/>
          <p:cNvSpPr/>
          <p:nvPr/>
        </p:nvSpPr>
        <p:spPr>
          <a:xfrm>
            <a:off x="2396368" y="4196443"/>
            <a:ext cx="73152" cy="73152"/>
          </a:xfrm>
          <a:prstGeom prst="ellipse">
            <a:avLst/>
          </a:prstGeom>
          <a:solidFill>
            <a:srgbClr val="4A82FF">
              <a:alpha val="65000"/>
            </a:srgbClr>
          </a:solidFill>
          <a:ln w="12700">
            <a:solidFill>
              <a:srgbClr val="4A82FF"/>
            </a:solidFill>
            <a:prstDash val="solid"/>
          </a:ln>
        </p:spPr>
      </p:sp>
      <p:sp>
        <p:nvSpPr>
          <p:cNvPr id="214" name="Shape 212"/>
          <p:cNvSpPr/>
          <p:nvPr/>
        </p:nvSpPr>
        <p:spPr>
          <a:xfrm>
            <a:off x="1543416" y="4804511"/>
            <a:ext cx="73152" cy="73152"/>
          </a:xfrm>
          <a:prstGeom prst="ellipse">
            <a:avLst/>
          </a:prstGeom>
          <a:solidFill>
            <a:srgbClr val="4A82FF">
              <a:alpha val="65000"/>
            </a:srgbClr>
          </a:solidFill>
          <a:ln w="12700">
            <a:solidFill>
              <a:srgbClr val="4A82FF"/>
            </a:solidFill>
            <a:prstDash val="solid"/>
          </a:ln>
        </p:spPr>
      </p:sp>
      <p:sp>
        <p:nvSpPr>
          <p:cNvPr id="215" name="Shape 213"/>
          <p:cNvSpPr/>
          <p:nvPr/>
        </p:nvSpPr>
        <p:spPr>
          <a:xfrm>
            <a:off x="1848143" y="5034058"/>
            <a:ext cx="73152" cy="73152"/>
          </a:xfrm>
          <a:prstGeom prst="ellipse">
            <a:avLst/>
          </a:prstGeom>
          <a:solidFill>
            <a:srgbClr val="4A82FF">
              <a:alpha val="65000"/>
            </a:srgbClr>
          </a:solidFill>
          <a:ln w="12700">
            <a:solidFill>
              <a:srgbClr val="4A82FF"/>
            </a:solidFill>
            <a:prstDash val="solid"/>
          </a:ln>
        </p:spPr>
      </p:sp>
      <p:sp>
        <p:nvSpPr>
          <p:cNvPr id="216" name="Shape 214"/>
          <p:cNvSpPr/>
          <p:nvPr/>
        </p:nvSpPr>
        <p:spPr>
          <a:xfrm>
            <a:off x="3080004" y="4362227"/>
            <a:ext cx="73152" cy="73152"/>
          </a:xfrm>
          <a:prstGeom prst="ellipse">
            <a:avLst/>
          </a:prstGeom>
          <a:solidFill>
            <a:srgbClr val="4A82FF">
              <a:alpha val="65000"/>
            </a:srgbClr>
          </a:solidFill>
          <a:ln w="12700">
            <a:solidFill>
              <a:srgbClr val="4A82FF"/>
            </a:solidFill>
            <a:prstDash val="solid"/>
          </a:ln>
        </p:spPr>
      </p:sp>
      <p:sp>
        <p:nvSpPr>
          <p:cNvPr id="217" name="Shape 215"/>
          <p:cNvSpPr/>
          <p:nvPr/>
        </p:nvSpPr>
        <p:spPr>
          <a:xfrm>
            <a:off x="2308315" y="4216151"/>
            <a:ext cx="73152" cy="73152"/>
          </a:xfrm>
          <a:prstGeom prst="ellipse">
            <a:avLst/>
          </a:prstGeom>
          <a:solidFill>
            <a:srgbClr val="4A82FF">
              <a:alpha val="65000"/>
            </a:srgbClr>
          </a:solidFill>
          <a:ln w="12700">
            <a:solidFill>
              <a:srgbClr val="4A82FF"/>
            </a:solidFill>
            <a:prstDash val="solid"/>
          </a:ln>
        </p:spPr>
      </p:sp>
      <p:sp>
        <p:nvSpPr>
          <p:cNvPr id="218" name="Shape 216"/>
          <p:cNvSpPr/>
          <p:nvPr/>
        </p:nvSpPr>
        <p:spPr>
          <a:xfrm>
            <a:off x="2114775" y="4864796"/>
            <a:ext cx="73152" cy="73152"/>
          </a:xfrm>
          <a:prstGeom prst="ellipse">
            <a:avLst/>
          </a:prstGeom>
          <a:solidFill>
            <a:srgbClr val="4A82FF">
              <a:alpha val="65000"/>
            </a:srgbClr>
          </a:solidFill>
          <a:ln w="12700">
            <a:solidFill>
              <a:srgbClr val="4A82FF"/>
            </a:solidFill>
            <a:prstDash val="solid"/>
          </a:ln>
        </p:spPr>
      </p:sp>
      <p:sp>
        <p:nvSpPr>
          <p:cNvPr id="219" name="Shape 217"/>
          <p:cNvSpPr/>
          <p:nvPr/>
        </p:nvSpPr>
        <p:spPr>
          <a:xfrm>
            <a:off x="3380457" y="4221948"/>
            <a:ext cx="73152" cy="73152"/>
          </a:xfrm>
          <a:prstGeom prst="ellipse">
            <a:avLst/>
          </a:prstGeom>
          <a:solidFill>
            <a:srgbClr val="4A82FF">
              <a:alpha val="65000"/>
            </a:srgbClr>
          </a:solidFill>
          <a:ln w="12700">
            <a:solidFill>
              <a:srgbClr val="4A82FF"/>
            </a:solidFill>
            <a:prstDash val="solid"/>
          </a:ln>
        </p:spPr>
      </p:sp>
      <p:sp>
        <p:nvSpPr>
          <p:cNvPr id="220" name="Shape 218"/>
          <p:cNvSpPr/>
          <p:nvPr/>
        </p:nvSpPr>
        <p:spPr>
          <a:xfrm>
            <a:off x="3890460" y="3988343"/>
            <a:ext cx="73152" cy="73152"/>
          </a:xfrm>
          <a:prstGeom prst="ellipse">
            <a:avLst/>
          </a:prstGeom>
          <a:solidFill>
            <a:srgbClr val="4A82FF">
              <a:alpha val="65000"/>
            </a:srgbClr>
          </a:solidFill>
          <a:ln w="12700">
            <a:solidFill>
              <a:srgbClr val="4A82FF"/>
            </a:solidFill>
            <a:prstDash val="solid"/>
          </a:ln>
        </p:spPr>
      </p:sp>
      <p:sp>
        <p:nvSpPr>
          <p:cNvPr id="221" name="Shape 219"/>
          <p:cNvSpPr/>
          <p:nvPr/>
        </p:nvSpPr>
        <p:spPr>
          <a:xfrm>
            <a:off x="2049479" y="4977830"/>
            <a:ext cx="73152" cy="73152"/>
          </a:xfrm>
          <a:prstGeom prst="ellipse">
            <a:avLst/>
          </a:prstGeom>
          <a:solidFill>
            <a:srgbClr val="4A82FF">
              <a:alpha val="65000"/>
            </a:srgbClr>
          </a:solidFill>
          <a:ln w="12700">
            <a:solidFill>
              <a:srgbClr val="4A82FF"/>
            </a:solidFill>
            <a:prstDash val="solid"/>
          </a:ln>
        </p:spPr>
      </p:sp>
      <p:sp>
        <p:nvSpPr>
          <p:cNvPr id="222" name="Shape 220"/>
          <p:cNvSpPr/>
          <p:nvPr/>
        </p:nvSpPr>
        <p:spPr>
          <a:xfrm>
            <a:off x="2143483" y="4744226"/>
            <a:ext cx="73152" cy="73152"/>
          </a:xfrm>
          <a:prstGeom prst="ellipse">
            <a:avLst/>
          </a:prstGeom>
          <a:solidFill>
            <a:srgbClr val="4A82FF">
              <a:alpha val="65000"/>
            </a:srgbClr>
          </a:solidFill>
          <a:ln w="12700">
            <a:solidFill>
              <a:srgbClr val="4A82FF"/>
            </a:solidFill>
            <a:prstDash val="solid"/>
          </a:ln>
        </p:spPr>
      </p:sp>
      <p:sp>
        <p:nvSpPr>
          <p:cNvPr id="223" name="Shape 221"/>
          <p:cNvSpPr/>
          <p:nvPr/>
        </p:nvSpPr>
        <p:spPr>
          <a:xfrm>
            <a:off x="2154338" y="4388891"/>
            <a:ext cx="73152" cy="73152"/>
          </a:xfrm>
          <a:prstGeom prst="ellipse">
            <a:avLst/>
          </a:prstGeom>
          <a:solidFill>
            <a:srgbClr val="4A82FF">
              <a:alpha val="65000"/>
            </a:srgbClr>
          </a:solidFill>
          <a:ln w="12700">
            <a:solidFill>
              <a:srgbClr val="4A82FF"/>
            </a:solidFill>
            <a:prstDash val="solid"/>
          </a:ln>
        </p:spPr>
      </p:sp>
      <p:sp>
        <p:nvSpPr>
          <p:cNvPr id="224" name="Shape 222"/>
          <p:cNvSpPr/>
          <p:nvPr/>
        </p:nvSpPr>
        <p:spPr>
          <a:xfrm>
            <a:off x="1962767" y="5143614"/>
            <a:ext cx="73152" cy="73152"/>
          </a:xfrm>
          <a:prstGeom prst="ellipse">
            <a:avLst/>
          </a:prstGeom>
          <a:solidFill>
            <a:srgbClr val="4A82FF">
              <a:alpha val="65000"/>
            </a:srgbClr>
          </a:solidFill>
          <a:ln w="12700">
            <a:solidFill>
              <a:srgbClr val="4A82FF"/>
            </a:solidFill>
            <a:prstDash val="solid"/>
          </a:ln>
        </p:spPr>
      </p:sp>
      <p:sp>
        <p:nvSpPr>
          <p:cNvPr id="225" name="Shape 223"/>
          <p:cNvSpPr/>
          <p:nvPr/>
        </p:nvSpPr>
        <p:spPr>
          <a:xfrm>
            <a:off x="2620880" y="3497947"/>
            <a:ext cx="73152" cy="73152"/>
          </a:xfrm>
          <a:prstGeom prst="ellipse">
            <a:avLst/>
          </a:prstGeom>
          <a:solidFill>
            <a:srgbClr val="4A82FF">
              <a:alpha val="65000"/>
            </a:srgbClr>
          </a:solidFill>
          <a:ln w="12700">
            <a:solidFill>
              <a:srgbClr val="4A82FF"/>
            </a:solidFill>
            <a:prstDash val="solid"/>
          </a:ln>
        </p:spPr>
      </p:sp>
      <p:sp>
        <p:nvSpPr>
          <p:cNvPr id="226" name="Shape 224"/>
          <p:cNvSpPr/>
          <p:nvPr/>
        </p:nvSpPr>
        <p:spPr>
          <a:xfrm>
            <a:off x="2052371" y="4939572"/>
            <a:ext cx="73152" cy="73152"/>
          </a:xfrm>
          <a:prstGeom prst="ellipse">
            <a:avLst/>
          </a:prstGeom>
          <a:solidFill>
            <a:srgbClr val="4A82FF">
              <a:alpha val="65000"/>
            </a:srgbClr>
          </a:solidFill>
          <a:ln w="12700">
            <a:solidFill>
              <a:srgbClr val="4A82FF"/>
            </a:solidFill>
            <a:prstDash val="solid"/>
          </a:ln>
        </p:spPr>
      </p:sp>
      <p:sp>
        <p:nvSpPr>
          <p:cNvPr id="227" name="Shape 225"/>
          <p:cNvSpPr/>
          <p:nvPr/>
        </p:nvSpPr>
        <p:spPr>
          <a:xfrm flipV="1">
            <a:off x="1398270" y="2412910"/>
            <a:ext cx="4819650" cy="2776489"/>
          </a:xfrm>
          <a:prstGeom prst="line">
            <a:avLst/>
          </a:prstGeom>
          <a:noFill/>
          <a:ln w="31750">
            <a:solidFill>
              <a:srgbClr val="0A2559"/>
            </a:solidFill>
            <a:prstDash val="solid"/>
          </a:ln>
        </p:spPr>
      </p:sp>
      <p:sp>
        <p:nvSpPr>
          <p:cNvPr id="228" name="Shape 226"/>
          <p:cNvSpPr/>
          <p:nvPr/>
        </p:nvSpPr>
        <p:spPr>
          <a:xfrm>
            <a:off x="1188720" y="2679513"/>
            <a:ext cx="5029200" cy="0"/>
          </a:xfrm>
          <a:prstGeom prst="line">
            <a:avLst/>
          </a:prstGeom>
          <a:noFill/>
          <a:ln w="12700">
            <a:solidFill>
              <a:srgbClr val="E6115E"/>
            </a:solidFill>
            <a:prstDash val="dash"/>
          </a:ln>
        </p:spPr>
      </p:sp>
      <p:sp>
        <p:nvSpPr>
          <p:cNvPr id="229" name="Text 227"/>
          <p:cNvSpPr txBox="1"/>
          <p:nvPr/>
        </p:nvSpPr>
        <p:spPr>
          <a:xfrm>
            <a:off x="1280160" y="2405193"/>
            <a:ext cx="2286000" cy="228600"/>
          </a:xfrm>
          <a:prstGeom prst="rect">
            <a:avLst/>
          </a:prstGeom>
          <a:noFill/>
          <a:ln/>
        </p:spPr>
        <p:txBody>
          <a:bodyPr wrap="square" lIns="0" tIns="0" rIns="0" bIns="0" rtlCol="0" anchor="ctr"/>
          <a:lstStyle/>
          <a:p>
            <a:pPr marL="0" indent="0">
              <a:buNone/>
            </a:pPr>
            <a:r>
              <a:rPr lang="en-US" sz="1000" i="1" dirty="0">
                <a:solidFill>
                  <a:srgbClr val="E6115E"/>
                </a:solidFill>
                <a:latin typeface="Calibri" pitchFamily="34" charset="0"/>
                <a:ea typeface="Calibri" pitchFamily="34" charset="-122"/>
                <a:cs typeface="Calibri" pitchFamily="34" charset="-120"/>
              </a:rPr>
              <a:t>tope del censo: 500 001</a:t>
            </a:r>
            <a:endParaRPr lang="en-US" sz="1000" dirty="0"/>
          </a:p>
        </p:txBody>
      </p:sp>
      <p:sp>
        <p:nvSpPr>
          <p:cNvPr id="230" name="Text 228"/>
          <p:cNvSpPr txBox="1"/>
          <p:nvPr/>
        </p:nvSpPr>
        <p:spPr>
          <a:xfrm>
            <a:off x="1188720" y="5650992"/>
            <a:ext cx="5029200" cy="228600"/>
          </a:xfrm>
          <a:prstGeom prst="rect">
            <a:avLst/>
          </a:prstGeom>
          <a:noFill/>
          <a:ln/>
        </p:spPr>
        <p:txBody>
          <a:bodyPr wrap="square" lIns="0" tIns="0" rIns="0" bIns="0" rtlCol="0" anchor="ctr"/>
          <a:lstStyle/>
          <a:p>
            <a:pPr marL="0" indent="0" algn="r">
              <a:buNone/>
            </a:pPr>
            <a:r>
              <a:rPr lang="en-US" sz="1050" dirty="0">
                <a:solidFill>
                  <a:srgbClr val="5B6B87"/>
                </a:solidFill>
                <a:latin typeface="Calibri" pitchFamily="34" charset="0"/>
                <a:ea typeface="Calibri" pitchFamily="34" charset="-122"/>
                <a:cs typeface="Calibri" pitchFamily="34" charset="-120"/>
              </a:rPr>
              <a:t>ingreso mediano (decenas de miles de USD) →</a:t>
            </a:r>
            <a:endParaRPr lang="en-US" sz="1050" dirty="0"/>
          </a:p>
        </p:txBody>
      </p:sp>
      <p:sp>
        <p:nvSpPr>
          <p:cNvPr id="231" name="Text 229"/>
          <p:cNvSpPr txBox="1"/>
          <p:nvPr/>
        </p:nvSpPr>
        <p:spPr>
          <a:xfrm>
            <a:off x="640080" y="2286000"/>
            <a:ext cx="1097280" cy="228600"/>
          </a:xfrm>
          <a:prstGeom prst="rect">
            <a:avLst/>
          </a:prstGeom>
          <a:noFill/>
          <a:ln/>
        </p:spPr>
        <p:txBody>
          <a:bodyPr wrap="square" lIns="0" tIns="0" rIns="0" bIns="0" rtlCol="0" anchor="ctr"/>
          <a:lstStyle/>
          <a:p>
            <a:pPr marL="0" indent="0">
              <a:buNone/>
            </a:pPr>
            <a:r>
              <a:rPr lang="en-US" sz="1050" dirty="0">
                <a:solidFill>
                  <a:srgbClr val="5B6B87"/>
                </a:solidFill>
                <a:latin typeface="Calibri" pitchFamily="34" charset="0"/>
                <a:ea typeface="Calibri" pitchFamily="34" charset="-122"/>
                <a:cs typeface="Calibri" pitchFamily="34" charset="-120"/>
              </a:rPr>
              <a:t>valor (USD)</a:t>
            </a:r>
            <a:endParaRPr lang="en-US" sz="1050" dirty="0"/>
          </a:p>
        </p:txBody>
      </p:sp>
      <p:sp>
        <p:nvSpPr>
          <p:cNvPr id="232" name="Shape 230"/>
          <p:cNvSpPr/>
          <p:nvPr/>
        </p:nvSpPr>
        <p:spPr>
          <a:xfrm>
            <a:off x="6812280" y="2103120"/>
            <a:ext cx="4873752" cy="1508760"/>
          </a:xfrm>
          <a:prstGeom prst="roundRect">
            <a:avLst>
              <a:gd name="adj" fmla="val 3636"/>
            </a:avLst>
          </a:prstGeom>
          <a:solidFill>
            <a:srgbClr val="0A2559"/>
          </a:solidFill>
          <a:ln w="9525">
            <a:solidFill>
              <a:srgbClr val="0A2559"/>
            </a:solidFill>
            <a:prstDash val="solid"/>
          </a:ln>
        </p:spPr>
      </p:sp>
      <p:sp>
        <p:nvSpPr>
          <p:cNvPr id="233" name="Text 231"/>
          <p:cNvSpPr txBox="1"/>
          <p:nvPr/>
        </p:nvSpPr>
        <p:spPr>
          <a:xfrm>
            <a:off x="7040880" y="2240280"/>
            <a:ext cx="4480560" cy="5486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valor = 46 186 + 41 651 · ingreso</a:t>
            </a:r>
            <a:endParaRPr lang="en-US" sz="1800" dirty="0"/>
          </a:p>
        </p:txBody>
      </p:sp>
      <p:sp>
        <p:nvSpPr>
          <p:cNvPr id="234" name="Text 232"/>
          <p:cNvSpPr txBox="1"/>
          <p:nvPr/>
        </p:nvSpPr>
        <p:spPr>
          <a:xfrm>
            <a:off x="7040880" y="2834640"/>
            <a:ext cx="4480560" cy="68580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Por cada 10 000 USD más de ingreso mediano, la vivienda típica vale 41 651 USD más.</a:t>
            </a:r>
            <a:endParaRPr lang="en-US" sz="1250" dirty="0"/>
          </a:p>
        </p:txBody>
      </p:sp>
      <p:graphicFrame>
        <p:nvGraphicFramePr>
          <p:cNvPr id="235" name="Table 0"/>
          <p:cNvGraphicFramePr>
            <a:graphicFrameLocks noGrp="1"/>
          </p:cNvGraphicFramePr>
          <p:nvPr>
            <p:extLst>
              <p:ext uri="{D42A27DB-BD31-4B8C-83A1-F6EECF244321}">
                <p14:modId xmlns:p14="http://schemas.microsoft.com/office/powerpoint/2010/main" val="1579011935"/>
              </p:ext>
            </p:extLst>
          </p:nvPr>
        </p:nvGraphicFramePr>
        <p:xfrm>
          <a:off x="6812280" y="3840480"/>
          <a:ext cx="4873752" cy="914400"/>
        </p:xfrm>
        <a:graphic>
          <a:graphicData uri="http://schemas.openxmlformats.org/drawingml/2006/table">
            <a:tbl>
              <a:tblPr/>
              <a:tblGrid>
                <a:gridCol w="192024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prueba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siempre el promedio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115 367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90 849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0.000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E6115E"/>
                          </a:solidFill>
                          <a:latin typeface="Calibri" pitchFamily="34" charset="0"/>
                          <a:ea typeface="Calibri" pitchFamily="34" charset="-122"/>
                          <a:cs typeface="Calibri" pitchFamily="34" charset="-120"/>
                        </a:rPr>
                        <a:t>recta con ingreso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82 384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61 556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0.490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236" name="Shape 233"/>
          <p:cNvSpPr/>
          <p:nvPr/>
        </p:nvSpPr>
        <p:spPr>
          <a:xfrm>
            <a:off x="6812280" y="5166360"/>
            <a:ext cx="4873752" cy="1051560"/>
          </a:xfrm>
          <a:prstGeom prst="roundRect">
            <a:avLst>
              <a:gd name="adj" fmla="val 5217"/>
            </a:avLst>
          </a:prstGeom>
          <a:solidFill>
            <a:srgbClr val="E9EEF8"/>
          </a:solidFill>
          <a:ln w="9525">
            <a:solidFill>
              <a:srgbClr val="D2DBEC"/>
            </a:solidFill>
            <a:prstDash val="solid"/>
          </a:ln>
        </p:spPr>
      </p:sp>
      <p:sp>
        <p:nvSpPr>
          <p:cNvPr id="237" name="Text 234"/>
          <p:cNvSpPr txBox="1"/>
          <p:nvPr/>
        </p:nvSpPr>
        <p:spPr>
          <a:xfrm>
            <a:off x="7040880" y="5166360"/>
            <a:ext cx="4480560" cy="105156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Una sola variable ya explica el 49 %. </a:t>
            </a:r>
            <a:r>
              <a:rPr lang="en-US" sz="1200" dirty="0">
                <a:solidFill>
                  <a:srgbClr val="2C3A55"/>
                </a:solidFill>
                <a:latin typeface="Calibri" pitchFamily="34" charset="0"/>
                <a:ea typeface="Calibri" pitchFamily="34" charset="-122"/>
                <a:cs typeface="Calibri" pitchFamily="34" charset="-120"/>
              </a:rPr>
              <a:t>Mira los puntos rojos pegados al techo: ahí la recta sigue subiendo y los datos no. Vuelven en el bloque 4.</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Antes de la regresión múltiple: los datos reales vienen sucios</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Tres cosas que un dataset simulado nunca tiene, y que en este sí hay que resolver o tener presentes.</a:t>
            </a:r>
            <a:endParaRPr lang="en-US" sz="1400" dirty="0"/>
          </a:p>
        </p:txBody>
      </p:sp>
      <p:sp>
        <p:nvSpPr>
          <p:cNvPr id="6" name="Shape 4"/>
          <p:cNvSpPr/>
          <p:nvPr/>
        </p:nvSpPr>
        <p:spPr>
          <a:xfrm>
            <a:off x="502920" y="2103120"/>
            <a:ext cx="3630168" cy="2651760"/>
          </a:xfrm>
          <a:prstGeom prst="roundRect">
            <a:avLst>
              <a:gd name="adj" fmla="val 2069"/>
            </a:avLst>
          </a:prstGeom>
          <a:solidFill>
            <a:srgbClr val="FFFFFF"/>
          </a:solidFill>
          <a:ln w="9525">
            <a:solidFill>
              <a:srgbClr val="D2DBEC"/>
            </a:solidFill>
            <a:prstDash val="solid"/>
          </a:ln>
        </p:spPr>
      </p:sp>
      <p:sp>
        <p:nvSpPr>
          <p:cNvPr id="7" name="Text 5"/>
          <p:cNvSpPr txBox="1"/>
          <p:nvPr/>
        </p:nvSpPr>
        <p:spPr>
          <a:xfrm>
            <a:off x="731520" y="2194560"/>
            <a:ext cx="3200400" cy="868680"/>
          </a:xfrm>
          <a:prstGeom prst="rect">
            <a:avLst/>
          </a:prstGeom>
          <a:noFill/>
          <a:ln/>
        </p:spPr>
        <p:txBody>
          <a:bodyPr wrap="square" lIns="0" tIns="0" rIns="0" bIns="0" rtlCol="0" anchor="ctr"/>
          <a:lstStyle/>
          <a:p>
            <a:pPr marL="0" indent="0">
              <a:buNone/>
            </a:pPr>
            <a:r>
              <a:rPr lang="en-US" sz="4800" b="1" dirty="0">
                <a:solidFill>
                  <a:srgbClr val="1A56E8"/>
                </a:solidFill>
                <a:latin typeface="Calibri" pitchFamily="34" charset="0"/>
                <a:ea typeface="Calibri" pitchFamily="34" charset="-122"/>
                <a:cs typeface="Calibri" pitchFamily="34" charset="-120"/>
              </a:rPr>
              <a:t>207</a:t>
            </a:r>
            <a:endParaRPr lang="en-US" sz="4800" dirty="0"/>
          </a:p>
        </p:txBody>
      </p:sp>
      <p:sp>
        <p:nvSpPr>
          <p:cNvPr id="8" name="Text 6"/>
          <p:cNvSpPr txBox="1"/>
          <p:nvPr/>
        </p:nvSpPr>
        <p:spPr>
          <a:xfrm>
            <a:off x="731520" y="3017520"/>
            <a:ext cx="32004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dormitorios vacíos</a:t>
            </a:r>
            <a:endParaRPr lang="en-US" sz="1400" dirty="0"/>
          </a:p>
        </p:txBody>
      </p:sp>
      <p:sp>
        <p:nvSpPr>
          <p:cNvPr id="9" name="Text 7"/>
          <p:cNvSpPr txBox="1"/>
          <p:nvPr/>
        </p:nvSpPr>
        <p:spPr>
          <a:xfrm>
            <a:off x="731520" y="3401568"/>
            <a:ext cx="3200400" cy="128016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total_bedrooms tiene celdas sin dato. LinearRegression no acepta vacíos: hay que rellenarlos antes de entrenar.</a:t>
            </a:r>
            <a:endParaRPr lang="en-US" sz="1200" dirty="0"/>
          </a:p>
        </p:txBody>
      </p:sp>
      <p:sp>
        <p:nvSpPr>
          <p:cNvPr id="10" name="Shape 8"/>
          <p:cNvSpPr/>
          <p:nvPr/>
        </p:nvSpPr>
        <p:spPr>
          <a:xfrm>
            <a:off x="4279392" y="2103120"/>
            <a:ext cx="3630168" cy="2651760"/>
          </a:xfrm>
          <a:prstGeom prst="roundRect">
            <a:avLst>
              <a:gd name="adj" fmla="val 2069"/>
            </a:avLst>
          </a:prstGeom>
          <a:solidFill>
            <a:srgbClr val="FFFFFF"/>
          </a:solidFill>
          <a:ln w="9525">
            <a:solidFill>
              <a:srgbClr val="D2DBEC"/>
            </a:solidFill>
            <a:prstDash val="solid"/>
          </a:ln>
        </p:spPr>
      </p:sp>
      <p:sp>
        <p:nvSpPr>
          <p:cNvPr id="11" name="Text 9"/>
          <p:cNvSpPr txBox="1"/>
          <p:nvPr/>
        </p:nvSpPr>
        <p:spPr>
          <a:xfrm>
            <a:off x="4507992" y="2194560"/>
            <a:ext cx="3200400" cy="868680"/>
          </a:xfrm>
          <a:prstGeom prst="rect">
            <a:avLst/>
          </a:prstGeom>
          <a:noFill/>
          <a:ln/>
        </p:spPr>
        <p:txBody>
          <a:bodyPr wrap="square" lIns="0" tIns="0" rIns="0" bIns="0" rtlCol="0" anchor="ctr"/>
          <a:lstStyle/>
          <a:p>
            <a:pPr marL="0" indent="0">
              <a:buNone/>
            </a:pPr>
            <a:r>
              <a:rPr lang="en-US" sz="4800" b="1" dirty="0">
                <a:solidFill>
                  <a:srgbClr val="E6115E"/>
                </a:solidFill>
                <a:latin typeface="Calibri" pitchFamily="34" charset="0"/>
                <a:ea typeface="Calibri" pitchFamily="34" charset="-122"/>
                <a:cs typeface="Calibri" pitchFamily="34" charset="-120"/>
              </a:rPr>
              <a:t>965</a:t>
            </a:r>
            <a:endParaRPr lang="en-US" sz="4800" dirty="0"/>
          </a:p>
        </p:txBody>
      </p:sp>
      <p:sp>
        <p:nvSpPr>
          <p:cNvPr id="12" name="Text 10"/>
          <p:cNvSpPr txBox="1"/>
          <p:nvPr/>
        </p:nvSpPr>
        <p:spPr>
          <a:xfrm>
            <a:off x="4507992" y="3017520"/>
            <a:ext cx="32004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valores topados</a:t>
            </a:r>
            <a:endParaRPr lang="en-US" sz="1400" dirty="0"/>
          </a:p>
        </p:txBody>
      </p:sp>
      <p:sp>
        <p:nvSpPr>
          <p:cNvPr id="13" name="Text 11"/>
          <p:cNvSpPr txBox="1"/>
          <p:nvPr/>
        </p:nvSpPr>
        <p:spPr>
          <a:xfrm>
            <a:off x="4507992" y="3401568"/>
            <a:ext cx="3200400" cy="128016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El censo registró 500 001 para toda vivienda que valía más. El valor real es mayor, pero no lo sabemos. También hay topes en la antigüedad (52 años) y el ingreso (15).</a:t>
            </a:r>
            <a:endParaRPr lang="en-US" sz="1200" dirty="0"/>
          </a:p>
        </p:txBody>
      </p:sp>
      <p:sp>
        <p:nvSpPr>
          <p:cNvPr id="14" name="Shape 12"/>
          <p:cNvSpPr/>
          <p:nvPr/>
        </p:nvSpPr>
        <p:spPr>
          <a:xfrm>
            <a:off x="8055864" y="2103120"/>
            <a:ext cx="3630168" cy="2651760"/>
          </a:xfrm>
          <a:prstGeom prst="roundRect">
            <a:avLst>
              <a:gd name="adj" fmla="val 2069"/>
            </a:avLst>
          </a:prstGeom>
          <a:solidFill>
            <a:srgbClr val="FFFFFF"/>
          </a:solidFill>
          <a:ln w="9525">
            <a:solidFill>
              <a:srgbClr val="D2DBEC"/>
            </a:solidFill>
            <a:prstDash val="solid"/>
          </a:ln>
        </p:spPr>
      </p:sp>
      <p:sp>
        <p:nvSpPr>
          <p:cNvPr id="15" name="Text 13"/>
          <p:cNvSpPr txBox="1"/>
          <p:nvPr/>
        </p:nvSpPr>
        <p:spPr>
          <a:xfrm>
            <a:off x="8284464" y="2194560"/>
            <a:ext cx="3200400" cy="868680"/>
          </a:xfrm>
          <a:prstGeom prst="rect">
            <a:avLst/>
          </a:prstGeom>
          <a:noFill/>
          <a:ln/>
        </p:spPr>
        <p:txBody>
          <a:bodyPr wrap="square" lIns="0" tIns="0" rIns="0" bIns="0" rtlCol="0" anchor="ctr"/>
          <a:lstStyle/>
          <a:p>
            <a:pPr marL="0" indent="0">
              <a:buNone/>
            </a:pPr>
            <a:r>
              <a:rPr lang="en-US" sz="4800" b="1" dirty="0">
                <a:solidFill>
                  <a:srgbClr val="0A2559"/>
                </a:solidFill>
                <a:latin typeface="Calibri" pitchFamily="34" charset="0"/>
                <a:ea typeface="Calibri" pitchFamily="34" charset="-122"/>
                <a:cs typeface="Calibri" pitchFamily="34" charset="-120"/>
              </a:rPr>
              <a:t>5</a:t>
            </a:r>
            <a:endParaRPr lang="en-US" sz="4800" dirty="0"/>
          </a:p>
        </p:txBody>
      </p:sp>
      <p:sp>
        <p:nvSpPr>
          <p:cNvPr id="16" name="Text 14"/>
          <p:cNvSpPr txBox="1"/>
          <p:nvPr/>
        </p:nvSpPr>
        <p:spPr>
          <a:xfrm>
            <a:off x="8284464" y="3017520"/>
            <a:ext cx="3200400" cy="320040"/>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distritos en ISLAND</a:t>
            </a:r>
            <a:endParaRPr lang="en-US" sz="1400" dirty="0"/>
          </a:p>
        </p:txBody>
      </p:sp>
      <p:sp>
        <p:nvSpPr>
          <p:cNvPr id="17" name="Text 15"/>
          <p:cNvSpPr txBox="1"/>
          <p:nvPr/>
        </p:nvSpPr>
        <p:spPr>
          <a:xfrm>
            <a:off x="8284464" y="3401568"/>
            <a:ext cx="3200400" cy="128016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Una categoría de ocean_proximity casi vacía. Por eso el corte usa stratify: para que aparezca en entrenamiento y en prueba.</a:t>
            </a:r>
            <a:endParaRPr lang="en-US" sz="1200" dirty="0"/>
          </a:p>
        </p:txBody>
      </p:sp>
      <p:sp>
        <p:nvSpPr>
          <p:cNvPr id="18" name="Shape 16"/>
          <p:cNvSpPr/>
          <p:nvPr/>
        </p:nvSpPr>
        <p:spPr>
          <a:xfrm>
            <a:off x="502920" y="4983480"/>
            <a:ext cx="11183112" cy="1234440"/>
          </a:xfrm>
          <a:prstGeom prst="roundRect">
            <a:avLst>
              <a:gd name="adj" fmla="val 4444"/>
            </a:avLst>
          </a:prstGeom>
          <a:solidFill>
            <a:srgbClr val="0A2559"/>
          </a:solidFill>
          <a:ln w="9525">
            <a:solidFill>
              <a:srgbClr val="0A2559"/>
            </a:solidFill>
            <a:prstDash val="solid"/>
          </a:ln>
        </p:spPr>
      </p:sp>
      <p:sp>
        <p:nvSpPr>
          <p:cNvPr id="19" name="Shape 17"/>
          <p:cNvSpPr/>
          <p:nvPr/>
        </p:nvSpPr>
        <p:spPr>
          <a:xfrm>
            <a:off x="731520" y="5230368"/>
            <a:ext cx="128016" cy="128016"/>
          </a:xfrm>
          <a:prstGeom prst="roundRect">
            <a:avLst>
              <a:gd name="adj" fmla="val 21429"/>
            </a:avLst>
          </a:prstGeom>
          <a:solidFill>
            <a:srgbClr val="E6115E"/>
          </a:solidFill>
          <a:ln w="12700">
            <a:solidFill>
              <a:srgbClr val="E6115E"/>
            </a:solidFill>
            <a:prstDash val="solid"/>
          </a:ln>
        </p:spPr>
      </p:sp>
      <p:sp>
        <p:nvSpPr>
          <p:cNvPr id="20" name="Text 18"/>
          <p:cNvSpPr txBox="1"/>
          <p:nvPr/>
        </p:nvSpPr>
        <p:spPr>
          <a:xfrm>
            <a:off x="960120" y="5120640"/>
            <a:ext cx="1054303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La regla de oro al rellenar faltantes</a:t>
            </a:r>
            <a:endParaRPr lang="en-US" sz="1400" dirty="0"/>
          </a:p>
        </p:txBody>
      </p:sp>
      <p:sp>
        <p:nvSpPr>
          <p:cNvPr id="21" name="Text 19"/>
          <p:cNvSpPr txBox="1"/>
          <p:nvPr/>
        </p:nvSpPr>
        <p:spPr>
          <a:xfrm>
            <a:off x="731520" y="5458968"/>
            <a:ext cx="10698480" cy="731520"/>
          </a:xfrm>
          <a:prstGeom prst="rect">
            <a:avLst/>
          </a:prstGeom>
          <a:noFill/>
          <a:ln/>
        </p:spPr>
        <p:txBody>
          <a:bodyPr wrap="square" lIns="0" tIns="0" rIns="0" bIns="0" rtlCol="0" anchor="t"/>
          <a:lstStyle/>
          <a:p>
            <a:pPr marL="0" indent="0">
              <a:spcAft>
                <a:spcPts val="400"/>
              </a:spcAft>
              <a:buNone/>
            </a:pPr>
            <a:r>
              <a:rPr lang="en-US" sz="1250" dirty="0">
                <a:solidFill>
                  <a:srgbClr val="C9D4EA"/>
                </a:solidFill>
                <a:latin typeface="Calibri" pitchFamily="34" charset="0"/>
                <a:ea typeface="Calibri" pitchFamily="34" charset="-122"/>
                <a:cs typeface="Calibri" pitchFamily="34" charset="-120"/>
              </a:rPr>
              <a:t>La mediana se calcula SOLO con el entrenamiento (aquí, 433 dormitorios), y ese mismo número rellena la prueba. Calcularla con todo es dejar que la prueba influya en el modelo: se llama data leakage, y es la trampa más común de la práctica.</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Regresión múltiple: más variables, la misma idea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ŷ = b₀ + b₁x₁ + b₂x₂ + … + bₚxₚ. Con las 8 variables numéricas del dataset.</a:t>
            </a:r>
            <a:endParaRPr lang="en-US" sz="1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6949440" cy="914400"/>
        </p:xfrm>
        <a:graphic>
          <a:graphicData uri="http://schemas.openxmlformats.org/drawingml/2006/table">
            <a:tbl>
              <a:tblPr/>
              <a:tblGrid>
                <a:gridCol w="18288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20624">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Coeficiente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Se lee (manteniendo lo demás constante)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median_income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39 959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+10 mil USD de ingreso → +39 959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housing_median_age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1 147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+1 año de antigüedad → +1 147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latitude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-42 737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E6115E"/>
                          </a:solidFill>
                          <a:latin typeface="Calibri" pitchFamily="34" charset="0"/>
                          <a:ea typeface="Calibri" pitchFamily="34" charset="-122"/>
                          <a:cs typeface="Calibri" pitchFamily="34" charset="-120"/>
                        </a:rPr>
                        <a:t>+1 grado al norte → -42 737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20624">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longitude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E6115E"/>
                          </a:solidFill>
                          <a:latin typeface="Calibri" pitchFamily="34" charset="0"/>
                          <a:ea typeface="Calibri" pitchFamily="34" charset="-122"/>
                          <a:cs typeface="Calibri" pitchFamily="34" charset="-120"/>
                        </a:rPr>
                        <a:t>-42 854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dirty="0">
                          <a:solidFill>
                            <a:srgbClr val="E6115E"/>
                          </a:solidFill>
                          <a:latin typeface="Calibri" pitchFamily="34" charset="0"/>
                          <a:ea typeface="Calibri" pitchFamily="34" charset="-122"/>
                          <a:cs typeface="Calibri" pitchFamily="34" charset="-120"/>
                        </a:rPr>
                        <a:t>+1 grado hacia el este → -42 854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20624">
                <a:tc>
                  <a:txBody>
                    <a:bodyPr/>
                    <a:lstStyle/>
                    <a:p>
                      <a:pPr marL="0" indent="0">
                        <a:buNone/>
                      </a:pPr>
                      <a:r>
                        <a:rPr lang="en-US" sz="1150" b="1" i="1" dirty="0">
                          <a:solidFill>
                            <a:srgbClr val="2C3A55"/>
                          </a:solidFill>
                          <a:latin typeface="Calibri" pitchFamily="34" charset="0"/>
                          <a:ea typeface="Calibri" pitchFamily="34" charset="-122"/>
                          <a:cs typeface="Calibri" pitchFamily="34" charset="-120"/>
                        </a:rPr>
                        <a:t>totales de tamaño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buNone/>
                      </a:pPr>
                      <a:r>
                        <a:rPr lang="en-US" sz="1150" i="1" dirty="0">
                          <a:solidFill>
                            <a:srgbClr val="5B6B87"/>
                          </a:solidFill>
                          <a:latin typeface="Calibri" pitchFamily="34" charset="0"/>
                          <a:ea typeface="Calibri" pitchFamily="34" charset="-122"/>
                          <a:cs typeface="Calibri" pitchFamily="34" charset="-120"/>
                        </a:rPr>
                        <a:t>habitaciones, dormitorios, población, hogares: no los leas todavía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4892040"/>
            <a:ext cx="6949440" cy="1325880"/>
          </a:xfrm>
          <a:prstGeom prst="roundRect">
            <a:avLst>
              <a:gd name="adj" fmla="val 4138"/>
            </a:avLst>
          </a:prstGeom>
          <a:solidFill>
            <a:srgbClr val="0A2559"/>
          </a:solidFill>
          <a:ln w="9525">
            <a:solidFill>
              <a:srgbClr val="0A2559"/>
            </a:solidFill>
            <a:prstDash val="solid"/>
          </a:ln>
        </p:spPr>
      </p:sp>
      <p:sp>
        <p:nvSpPr>
          <p:cNvPr id="8" name="Shape 5"/>
          <p:cNvSpPr/>
          <p:nvPr/>
        </p:nvSpPr>
        <p:spPr>
          <a:xfrm>
            <a:off x="731520" y="5138928"/>
            <a:ext cx="128016" cy="128016"/>
          </a:xfrm>
          <a:prstGeom prst="roundRect">
            <a:avLst>
              <a:gd name="adj" fmla="val 21429"/>
            </a:avLst>
          </a:prstGeom>
          <a:solidFill>
            <a:srgbClr val="E6115E"/>
          </a:solidFill>
          <a:ln w="12700">
            <a:solidFill>
              <a:srgbClr val="E6115E"/>
            </a:solidFill>
            <a:prstDash val="solid"/>
          </a:ln>
        </p:spPr>
      </p:sp>
      <p:sp>
        <p:nvSpPr>
          <p:cNvPr id="9" name="Text 6"/>
          <p:cNvSpPr txBox="1"/>
          <p:nvPr/>
        </p:nvSpPr>
        <p:spPr>
          <a:xfrm>
            <a:off x="960120" y="5029200"/>
            <a:ext cx="630936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«Manteniendo lo demás constante»</a:t>
            </a:r>
            <a:endParaRPr lang="en-US" sz="1400" dirty="0"/>
          </a:p>
        </p:txBody>
      </p:sp>
      <p:sp>
        <p:nvSpPr>
          <p:cNvPr id="10" name="Text 7"/>
          <p:cNvSpPr txBox="1"/>
          <p:nvPr/>
        </p:nvSpPr>
        <p:spPr>
          <a:xfrm>
            <a:off x="731520" y="5376672"/>
            <a:ext cx="6492240" cy="822960"/>
          </a:xfrm>
          <a:prstGeom prst="rect">
            <a:avLst/>
          </a:prstGeom>
          <a:noFill/>
          <a:ln/>
        </p:spPr>
        <p:txBody>
          <a:bodyPr wrap="square" lIns="0" tIns="0" rIns="0" bIns="0" rtlCol="0" anchor="t"/>
          <a:lstStyle/>
          <a:p>
            <a:pPr marL="0" indent="0">
              <a:spcAft>
                <a:spcPts val="400"/>
              </a:spcAft>
              <a:buNone/>
            </a:pPr>
            <a:r>
              <a:rPr lang="en-US" sz="1150" dirty="0">
                <a:solidFill>
                  <a:srgbClr val="C9D4EA"/>
                </a:solidFill>
                <a:latin typeface="Calibri" pitchFamily="34" charset="0"/>
                <a:ea typeface="Calibri" pitchFamily="34" charset="-122"/>
                <a:cs typeface="Calibri" pitchFamily="34" charset="-120"/>
              </a:rPr>
              <a:t>Que la antigüedad sume valor no dice que las casas viejas valgan más en general: dice que entre dos distritos con el mismo ingreso y la misma ubicación, el más antiguo vale un poco más.</a:t>
            </a:r>
            <a:endParaRPr lang="en-US" sz="1150" dirty="0"/>
          </a:p>
        </p:txBody>
      </p:sp>
      <p:sp>
        <p:nvSpPr>
          <p:cNvPr id="11" name="Shape 8"/>
          <p:cNvSpPr/>
          <p:nvPr/>
        </p:nvSpPr>
        <p:spPr>
          <a:xfrm>
            <a:off x="7726680" y="2103120"/>
            <a:ext cx="3959352" cy="4114800"/>
          </a:xfrm>
          <a:prstGeom prst="roundRect">
            <a:avLst>
              <a:gd name="adj" fmla="val 1386"/>
            </a:avLst>
          </a:prstGeom>
          <a:solidFill>
            <a:srgbClr val="FFFFFF"/>
          </a:solidFill>
          <a:ln w="9525">
            <a:solidFill>
              <a:srgbClr val="D2DBEC"/>
            </a:solidFill>
            <a:prstDash val="solid"/>
          </a:ln>
        </p:spPr>
      </p:sp>
      <p:sp>
        <p:nvSpPr>
          <p:cNvPr id="12" name="Shape 9"/>
          <p:cNvSpPr/>
          <p:nvPr/>
        </p:nvSpPr>
        <p:spPr>
          <a:xfrm>
            <a:off x="7955280" y="2350008"/>
            <a:ext cx="128016" cy="128016"/>
          </a:xfrm>
          <a:prstGeom prst="roundRect">
            <a:avLst>
              <a:gd name="adj" fmla="val 21429"/>
            </a:avLst>
          </a:prstGeom>
          <a:solidFill>
            <a:srgbClr val="1A56E8"/>
          </a:solidFill>
          <a:ln w="12700">
            <a:solidFill>
              <a:srgbClr val="1A56E8"/>
            </a:solidFill>
            <a:prstDash val="solid"/>
          </a:ln>
        </p:spPr>
      </p:sp>
      <p:sp>
        <p:nvSpPr>
          <p:cNvPr id="6" name="Text 10"/>
          <p:cNvSpPr txBox="1"/>
          <p:nvPr/>
        </p:nvSpPr>
        <p:spPr>
          <a:xfrm>
            <a:off x="8183880" y="2240280"/>
            <a:ext cx="331927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Cuánto mejora, en prueba</a:t>
            </a:r>
            <a:endParaRPr lang="en-US" sz="1400" dirty="0"/>
          </a:p>
        </p:txBody>
      </p:sp>
      <p:sp>
        <p:nvSpPr>
          <p:cNvPr id="14" name="Text 11"/>
          <p:cNvSpPr txBox="1"/>
          <p:nvPr/>
        </p:nvSpPr>
        <p:spPr>
          <a:xfrm>
            <a:off x="7955280" y="2697480"/>
            <a:ext cx="3566160" cy="274320"/>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Simple (ingreso)</a:t>
            </a:r>
            <a:endParaRPr lang="en-US" sz="1250" dirty="0"/>
          </a:p>
        </p:txBody>
      </p:sp>
      <p:sp>
        <p:nvSpPr>
          <p:cNvPr id="15" name="Text 12"/>
          <p:cNvSpPr txBox="1"/>
          <p:nvPr/>
        </p:nvSpPr>
        <p:spPr>
          <a:xfrm>
            <a:off x="7955280" y="3017520"/>
            <a:ext cx="1737360" cy="731520"/>
          </a:xfrm>
          <a:prstGeom prst="rect">
            <a:avLst/>
          </a:prstGeom>
          <a:noFill/>
          <a:ln/>
        </p:spPr>
        <p:txBody>
          <a:bodyPr wrap="square" lIns="0" tIns="0" rIns="0" bIns="0" rtlCol="0" anchor="ctr"/>
          <a:lstStyle/>
          <a:p>
            <a:pPr marL="0" indent="0">
              <a:buNone/>
            </a:pPr>
            <a:r>
              <a:rPr lang="en-US" sz="3400" b="1" dirty="0">
                <a:solidFill>
                  <a:srgbClr val="5B6B87"/>
                </a:solidFill>
                <a:latin typeface="Calibri" pitchFamily="34" charset="0"/>
                <a:ea typeface="Calibri" pitchFamily="34" charset="-122"/>
                <a:cs typeface="Calibri" pitchFamily="34" charset="-120"/>
              </a:rPr>
              <a:t>0.490</a:t>
            </a:r>
            <a:endParaRPr lang="en-US" sz="3400" dirty="0"/>
          </a:p>
        </p:txBody>
      </p:sp>
      <p:sp>
        <p:nvSpPr>
          <p:cNvPr id="16" name="Text 13"/>
          <p:cNvSpPr txBox="1"/>
          <p:nvPr/>
        </p:nvSpPr>
        <p:spPr>
          <a:xfrm>
            <a:off x="7955280" y="3749040"/>
            <a:ext cx="1737360" cy="228600"/>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R²</a:t>
            </a:r>
            <a:endParaRPr lang="en-US" sz="1100" dirty="0"/>
          </a:p>
        </p:txBody>
      </p:sp>
      <p:sp>
        <p:nvSpPr>
          <p:cNvPr id="17" name="Text 14"/>
          <p:cNvSpPr txBox="1"/>
          <p:nvPr/>
        </p:nvSpPr>
        <p:spPr>
          <a:xfrm>
            <a:off x="9646920" y="3017520"/>
            <a:ext cx="1920240" cy="731520"/>
          </a:xfrm>
          <a:prstGeom prst="rect">
            <a:avLst/>
          </a:prstGeom>
          <a:noFill/>
          <a:ln/>
        </p:spPr>
        <p:txBody>
          <a:bodyPr wrap="square" lIns="0" tIns="0" rIns="0" bIns="0" rtlCol="0" anchor="ctr"/>
          <a:lstStyle/>
          <a:p>
            <a:pPr marL="0" indent="0">
              <a:buNone/>
            </a:pPr>
            <a:r>
              <a:rPr lang="en-US" sz="3000" b="1" dirty="0">
                <a:solidFill>
                  <a:srgbClr val="5B6B87"/>
                </a:solidFill>
                <a:latin typeface="Calibri" pitchFamily="34" charset="0"/>
                <a:ea typeface="Calibri" pitchFamily="34" charset="-122"/>
                <a:cs typeface="Calibri" pitchFamily="34" charset="-120"/>
              </a:rPr>
              <a:t>62 mil</a:t>
            </a:r>
            <a:endParaRPr lang="en-US" sz="3000" dirty="0"/>
          </a:p>
        </p:txBody>
      </p:sp>
      <p:sp>
        <p:nvSpPr>
          <p:cNvPr id="18" name="Text 15"/>
          <p:cNvSpPr txBox="1"/>
          <p:nvPr/>
        </p:nvSpPr>
        <p:spPr>
          <a:xfrm>
            <a:off x="9646920" y="3749040"/>
            <a:ext cx="1828800" cy="228600"/>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MAE (USD)</a:t>
            </a:r>
            <a:endParaRPr lang="en-US" sz="1100" dirty="0"/>
          </a:p>
        </p:txBody>
      </p:sp>
      <p:sp>
        <p:nvSpPr>
          <p:cNvPr id="19" name="Text 16"/>
          <p:cNvSpPr txBox="1"/>
          <p:nvPr/>
        </p:nvSpPr>
        <p:spPr>
          <a:xfrm>
            <a:off x="7955280" y="4343400"/>
            <a:ext cx="3566160" cy="274320"/>
          </a:xfrm>
          <a:prstGeom prst="rect">
            <a:avLst/>
          </a:prstGeom>
          <a:noFill/>
          <a:ln/>
        </p:spPr>
        <p:txBody>
          <a:bodyPr wrap="square" lIns="0" tIns="0" rIns="0" bIns="0" rtlCol="0" anchor="ctr"/>
          <a:lstStyle/>
          <a:p>
            <a:pPr marL="0" indent="0">
              <a:buNone/>
            </a:pPr>
            <a:r>
              <a:rPr lang="en-US" sz="1250" b="1" dirty="0">
                <a:solidFill>
                  <a:srgbClr val="0A2559"/>
                </a:solidFill>
                <a:latin typeface="Calibri" pitchFamily="34" charset="0"/>
                <a:ea typeface="Calibri" pitchFamily="34" charset="-122"/>
                <a:cs typeface="Calibri" pitchFamily="34" charset="-120"/>
              </a:rPr>
              <a:t>Múltiple (8 numéricas)</a:t>
            </a:r>
            <a:endParaRPr lang="en-US" sz="1250" dirty="0"/>
          </a:p>
        </p:txBody>
      </p:sp>
      <p:sp>
        <p:nvSpPr>
          <p:cNvPr id="20" name="Text 17"/>
          <p:cNvSpPr txBox="1"/>
          <p:nvPr/>
        </p:nvSpPr>
        <p:spPr>
          <a:xfrm>
            <a:off x="7955280" y="4663440"/>
            <a:ext cx="1737360" cy="731520"/>
          </a:xfrm>
          <a:prstGeom prst="rect">
            <a:avLst/>
          </a:prstGeom>
          <a:noFill/>
          <a:ln/>
        </p:spPr>
        <p:txBody>
          <a:bodyPr wrap="square" lIns="0" tIns="0" rIns="0" bIns="0" rtlCol="0" anchor="ctr"/>
          <a:lstStyle/>
          <a:p>
            <a:pPr marL="0" indent="0">
              <a:buNone/>
            </a:pPr>
            <a:r>
              <a:rPr lang="en-US" sz="3400" b="1" dirty="0">
                <a:solidFill>
                  <a:srgbClr val="1A56E8"/>
                </a:solidFill>
                <a:latin typeface="Calibri" pitchFamily="34" charset="0"/>
                <a:ea typeface="Calibri" pitchFamily="34" charset="-122"/>
                <a:cs typeface="Calibri" pitchFamily="34" charset="-120"/>
              </a:rPr>
              <a:t>0.643</a:t>
            </a:r>
            <a:endParaRPr lang="en-US" sz="3400" dirty="0"/>
          </a:p>
        </p:txBody>
      </p:sp>
      <p:sp>
        <p:nvSpPr>
          <p:cNvPr id="21" name="Text 18"/>
          <p:cNvSpPr txBox="1"/>
          <p:nvPr/>
        </p:nvSpPr>
        <p:spPr>
          <a:xfrm>
            <a:off x="7955280" y="5394960"/>
            <a:ext cx="1737360" cy="228600"/>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R²</a:t>
            </a:r>
            <a:endParaRPr lang="en-US" sz="1100" dirty="0"/>
          </a:p>
        </p:txBody>
      </p:sp>
      <p:sp>
        <p:nvSpPr>
          <p:cNvPr id="22" name="Text 19"/>
          <p:cNvSpPr txBox="1"/>
          <p:nvPr/>
        </p:nvSpPr>
        <p:spPr>
          <a:xfrm>
            <a:off x="9646920" y="4663440"/>
            <a:ext cx="1920240" cy="731520"/>
          </a:xfrm>
          <a:prstGeom prst="rect">
            <a:avLst/>
          </a:prstGeom>
          <a:noFill/>
          <a:ln/>
        </p:spPr>
        <p:txBody>
          <a:bodyPr wrap="square" lIns="0" tIns="0" rIns="0" bIns="0" rtlCol="0" anchor="ctr"/>
          <a:lstStyle/>
          <a:p>
            <a:pPr marL="0" indent="0">
              <a:buNone/>
            </a:pPr>
            <a:r>
              <a:rPr lang="en-US" sz="3000" b="1" dirty="0">
                <a:solidFill>
                  <a:srgbClr val="1A56E8"/>
                </a:solidFill>
                <a:latin typeface="Calibri" pitchFamily="34" charset="0"/>
                <a:ea typeface="Calibri" pitchFamily="34" charset="-122"/>
                <a:cs typeface="Calibri" pitchFamily="34" charset="-120"/>
              </a:rPr>
              <a:t>51 mil</a:t>
            </a:r>
            <a:endParaRPr lang="en-US" sz="3000" dirty="0"/>
          </a:p>
        </p:txBody>
      </p:sp>
      <p:sp>
        <p:nvSpPr>
          <p:cNvPr id="23" name="Text 20"/>
          <p:cNvSpPr txBox="1"/>
          <p:nvPr/>
        </p:nvSpPr>
        <p:spPr>
          <a:xfrm>
            <a:off x="9646920" y="5394960"/>
            <a:ext cx="1828800" cy="228600"/>
          </a:xfrm>
          <a:prstGeom prst="rect">
            <a:avLst/>
          </a:prstGeom>
          <a:noFill/>
          <a:ln/>
        </p:spPr>
        <p:txBody>
          <a:bodyPr wrap="square" lIns="0" tIns="0" rIns="0" bIns="0" rtlCol="0" anchor="ctr"/>
          <a:lstStyle/>
          <a:p>
            <a:pPr marL="0" indent="0">
              <a:buNone/>
            </a:pPr>
            <a:r>
              <a:rPr lang="en-US" sz="1100" dirty="0">
                <a:solidFill>
                  <a:srgbClr val="5B6B87"/>
                </a:solidFill>
                <a:latin typeface="Calibri" pitchFamily="34" charset="0"/>
                <a:ea typeface="Calibri" pitchFamily="34" charset="-122"/>
                <a:cs typeface="Calibri" pitchFamily="34" charset="-120"/>
              </a:rPr>
              <a:t>MAE (USD)</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3</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Variables categóricas: one-hot encoding</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ocean_proximity es texto. Cada categoría se vuelve una columna de 0 y 1, y una se elimina a propósito.</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5943600" cy="914400"/>
        </p:xfrm>
        <a:graphic>
          <a:graphicData uri="http://schemas.openxmlformats.org/drawingml/2006/table">
            <a:tbl>
              <a:tblPr/>
              <a:tblGrid>
                <a:gridCol w="173736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5156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402336">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ocean_proximity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INLAND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ISLAND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NEAR BAY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NEAR OCEAN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02336">
                <a:tc>
                  <a:txBody>
                    <a:bodyPr/>
                    <a:lstStyle/>
                    <a:p>
                      <a:pPr marL="0" indent="0">
                        <a:buNone/>
                      </a:pPr>
                      <a:r>
                        <a:rPr lang="en-US" sz="1150" b="1" dirty="0">
                          <a:solidFill>
                            <a:srgbClr val="5B6B87"/>
                          </a:solidFill>
                          <a:latin typeface="Calibri" pitchFamily="34" charset="0"/>
                          <a:ea typeface="Calibri" pitchFamily="34" charset="-122"/>
                          <a:cs typeface="Calibri" pitchFamily="34" charset="-120"/>
                        </a:rPr>
                        <a:t>&lt;1H OCEAN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INLAND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02336">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NEAR BAY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Shape 4"/>
          <p:cNvSpPr/>
          <p:nvPr/>
        </p:nvSpPr>
        <p:spPr>
          <a:xfrm>
            <a:off x="502920" y="3886200"/>
            <a:ext cx="5943600" cy="2331720"/>
          </a:xfrm>
          <a:prstGeom prst="roundRect">
            <a:avLst>
              <a:gd name="adj" fmla="val 2353"/>
            </a:avLst>
          </a:prstGeom>
          <a:solidFill>
            <a:srgbClr val="E9EEF8"/>
          </a:solidFill>
          <a:ln w="9525">
            <a:solidFill>
              <a:srgbClr val="D2DBEC"/>
            </a:solidFill>
            <a:prstDash val="solid"/>
          </a:ln>
        </p:spPr>
      </p:sp>
      <p:sp>
        <p:nvSpPr>
          <p:cNvPr id="8" name="Shape 5"/>
          <p:cNvSpPr/>
          <p:nvPr/>
        </p:nvSpPr>
        <p:spPr>
          <a:xfrm>
            <a:off x="731520" y="4133088"/>
            <a:ext cx="128016" cy="128016"/>
          </a:xfrm>
          <a:prstGeom prst="roundRect">
            <a:avLst>
              <a:gd name="adj" fmla="val 21429"/>
            </a:avLst>
          </a:prstGeom>
          <a:solidFill>
            <a:srgbClr val="1A56E8"/>
          </a:solidFill>
          <a:ln w="12700">
            <a:solidFill>
              <a:srgbClr val="1A56E8"/>
            </a:solidFill>
            <a:prstDash val="solid"/>
          </a:ln>
        </p:spPr>
      </p:sp>
      <p:sp>
        <p:nvSpPr>
          <p:cNvPr id="9" name="Text 6"/>
          <p:cNvSpPr txBox="1"/>
          <p:nvPr/>
        </p:nvSpPr>
        <p:spPr>
          <a:xfrm>
            <a:off x="960120" y="4023360"/>
            <a:ext cx="5303520"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¿Por qué desaparece &lt;1H OCEAN?</a:t>
            </a:r>
            <a:endParaRPr lang="en-US" sz="1400" dirty="0"/>
          </a:p>
        </p:txBody>
      </p:sp>
      <p:sp>
        <p:nvSpPr>
          <p:cNvPr id="10" name="Text 7"/>
          <p:cNvSpPr txBox="1"/>
          <p:nvPr/>
        </p:nvSpPr>
        <p:spPr>
          <a:xfrm>
            <a:off x="731520" y="4389120"/>
            <a:ext cx="5486400" cy="1737360"/>
          </a:xfrm>
          <a:prstGeom prst="rect">
            <a:avLst/>
          </a:prstGeom>
          <a:noFill/>
          <a:ln/>
        </p:spPr>
        <p:txBody>
          <a:bodyPr wrap="square" lIns="0" tIns="0" rIns="0" bIns="0" rtlCol="0" anchor="t"/>
          <a:lstStyle/>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Si no es ninguna de las otras cuatro, ya sabemos que es &lt;1H OCEAN (a menos de una hora del océano). Dejarla haría que una columna fuera suma exacta de las demás. Queda como categoría de referencia: los demás coeficientes se leen contra ella.</a:t>
            </a:r>
            <a:endParaRPr lang="en-US" sz="1250" dirty="0"/>
          </a:p>
        </p:txBody>
      </p:sp>
      <p:sp>
        <p:nvSpPr>
          <p:cNvPr id="11" name="Shape 8"/>
          <p:cNvSpPr/>
          <p:nvPr/>
        </p:nvSpPr>
        <p:spPr>
          <a:xfrm>
            <a:off x="6720840" y="2103120"/>
            <a:ext cx="4965192" cy="2011680"/>
          </a:xfrm>
          <a:prstGeom prst="roundRect">
            <a:avLst>
              <a:gd name="adj" fmla="val 2727"/>
            </a:avLst>
          </a:prstGeom>
          <a:solidFill>
            <a:srgbClr val="FFFFFF"/>
          </a:solidFill>
          <a:ln w="9525">
            <a:solidFill>
              <a:srgbClr val="D2DBEC"/>
            </a:solidFill>
            <a:prstDash val="solid"/>
          </a:ln>
        </p:spPr>
      </p:sp>
      <p:sp>
        <p:nvSpPr>
          <p:cNvPr id="12" name="Shape 9"/>
          <p:cNvSpPr/>
          <p:nvPr/>
        </p:nvSpPr>
        <p:spPr>
          <a:xfrm>
            <a:off x="6949440" y="2350008"/>
            <a:ext cx="128016" cy="128016"/>
          </a:xfrm>
          <a:prstGeom prst="roundRect">
            <a:avLst>
              <a:gd name="adj" fmla="val 21429"/>
            </a:avLst>
          </a:prstGeom>
          <a:solidFill>
            <a:srgbClr val="1A56E8"/>
          </a:solidFill>
          <a:ln w="12700">
            <a:solidFill>
              <a:srgbClr val="1A56E8"/>
            </a:solidFill>
            <a:prstDash val="solid"/>
          </a:ln>
        </p:spPr>
      </p:sp>
      <p:sp>
        <p:nvSpPr>
          <p:cNvPr id="13" name="Text 10"/>
          <p:cNvSpPr txBox="1"/>
          <p:nvPr/>
        </p:nvSpPr>
        <p:spPr>
          <a:xfrm>
            <a:off x="7178040" y="2240280"/>
            <a:ext cx="432511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INLAND: un coeficiente confiable</a:t>
            </a:r>
            <a:endParaRPr lang="en-US" sz="1400" dirty="0"/>
          </a:p>
        </p:txBody>
      </p:sp>
      <p:sp>
        <p:nvSpPr>
          <p:cNvPr id="6" name="Text 11"/>
          <p:cNvSpPr txBox="1"/>
          <p:nvPr/>
        </p:nvSpPr>
        <p:spPr>
          <a:xfrm>
            <a:off x="6949440" y="2606040"/>
            <a:ext cx="4480560" cy="685800"/>
          </a:xfrm>
          <a:prstGeom prst="rect">
            <a:avLst/>
          </a:prstGeom>
          <a:noFill/>
          <a:ln/>
        </p:spPr>
        <p:txBody>
          <a:bodyPr wrap="square" lIns="0" tIns="0" rIns="0" bIns="0" rtlCol="0" anchor="ctr"/>
          <a:lstStyle/>
          <a:p>
            <a:pPr marL="0" indent="0">
              <a:buNone/>
            </a:pPr>
            <a:r>
              <a:rPr lang="en-US" sz="3400" b="1" dirty="0">
                <a:solidFill>
                  <a:srgbClr val="1A56E8"/>
                </a:solidFill>
                <a:latin typeface="Calibri" pitchFamily="34" charset="0"/>
                <a:ea typeface="Calibri" pitchFamily="34" charset="-122"/>
                <a:cs typeface="Calibri" pitchFamily="34" charset="-120"/>
              </a:rPr>
              <a:t>−41 mil</a:t>
            </a:r>
            <a:endParaRPr lang="en-US" sz="3400" dirty="0"/>
          </a:p>
        </p:txBody>
      </p:sp>
      <p:sp>
        <p:nvSpPr>
          <p:cNvPr id="15" name="Text 12"/>
          <p:cNvSpPr txBox="1"/>
          <p:nvPr/>
        </p:nvSpPr>
        <p:spPr>
          <a:xfrm>
            <a:off x="6949440" y="3291840"/>
            <a:ext cx="4526280" cy="777240"/>
          </a:xfrm>
          <a:prstGeom prst="rect">
            <a:avLst/>
          </a:prstGeom>
          <a:noFill/>
          <a:ln/>
        </p:spPr>
        <p:txBody>
          <a:bodyPr wrap="square" lIns="0" tIns="0" rIns="0" bIns="0" rtlCol="0" anchor="t"/>
          <a:lstStyle/>
          <a:p>
            <a:pPr marL="0" indent="0">
              <a:spcAft>
                <a:spcPts val="400"/>
              </a:spcAft>
              <a:buNone/>
            </a:pPr>
            <a:r>
              <a:rPr lang="en-US" sz="1200" dirty="0">
                <a:solidFill>
                  <a:srgbClr val="2C3A55"/>
                </a:solidFill>
                <a:latin typeface="Calibri" pitchFamily="34" charset="0"/>
                <a:ea typeface="Calibri" pitchFamily="34" charset="-122"/>
                <a:cs typeface="Calibri" pitchFamily="34" charset="-120"/>
              </a:rPr>
              <a:t>Tierra adentro, la vivienda vale eso menos que un distrito igual en todo lo demás cerca del océano. Estimado con 6 551 distritos.</a:t>
            </a:r>
            <a:endParaRPr lang="en-US" sz="1200" dirty="0"/>
          </a:p>
        </p:txBody>
      </p:sp>
      <p:sp>
        <p:nvSpPr>
          <p:cNvPr id="16" name="Shape 13"/>
          <p:cNvSpPr/>
          <p:nvPr/>
        </p:nvSpPr>
        <p:spPr>
          <a:xfrm>
            <a:off x="6720840" y="4297680"/>
            <a:ext cx="4965192" cy="1920240"/>
          </a:xfrm>
          <a:prstGeom prst="roundRect">
            <a:avLst>
              <a:gd name="adj" fmla="val 2857"/>
            </a:avLst>
          </a:prstGeom>
          <a:solidFill>
            <a:srgbClr val="0A2559"/>
          </a:solidFill>
          <a:ln w="9525">
            <a:solidFill>
              <a:srgbClr val="0A2559"/>
            </a:solidFill>
            <a:prstDash val="solid"/>
          </a:ln>
        </p:spPr>
      </p:sp>
      <p:sp>
        <p:nvSpPr>
          <p:cNvPr id="17" name="Shape 14"/>
          <p:cNvSpPr/>
          <p:nvPr/>
        </p:nvSpPr>
        <p:spPr>
          <a:xfrm>
            <a:off x="6949440" y="4544568"/>
            <a:ext cx="128016" cy="128016"/>
          </a:xfrm>
          <a:prstGeom prst="roundRect">
            <a:avLst>
              <a:gd name="adj" fmla="val 21429"/>
            </a:avLst>
          </a:prstGeom>
          <a:solidFill>
            <a:srgbClr val="E6115E"/>
          </a:solidFill>
          <a:ln w="12700">
            <a:solidFill>
              <a:srgbClr val="E6115E"/>
            </a:solidFill>
            <a:prstDash val="solid"/>
          </a:ln>
        </p:spPr>
      </p:sp>
      <p:sp>
        <p:nvSpPr>
          <p:cNvPr id="18" name="Text 15"/>
          <p:cNvSpPr txBox="1"/>
          <p:nvPr/>
        </p:nvSpPr>
        <p:spPr>
          <a:xfrm>
            <a:off x="7178040" y="4434840"/>
            <a:ext cx="432511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ISLAND: un coeficiente que no hay que creer</a:t>
            </a:r>
            <a:endParaRPr lang="en-US" sz="1400" dirty="0"/>
          </a:p>
        </p:txBody>
      </p:sp>
      <p:sp>
        <p:nvSpPr>
          <p:cNvPr id="19" name="Text 16"/>
          <p:cNvSpPr txBox="1"/>
          <p:nvPr/>
        </p:nvSpPr>
        <p:spPr>
          <a:xfrm>
            <a:off x="6949440" y="4754880"/>
            <a:ext cx="4480560" cy="640080"/>
          </a:xfrm>
          <a:prstGeom prst="rect">
            <a:avLst/>
          </a:prstGeom>
          <a:noFill/>
          <a:ln/>
        </p:spPr>
        <p:txBody>
          <a:bodyPr wrap="square" lIns="0" tIns="0" rIns="0" bIns="0" rtlCol="0" anchor="ctr"/>
          <a:lstStyle/>
          <a:p>
            <a:pPr marL="0" indent="0">
              <a:buNone/>
            </a:pPr>
            <a:r>
              <a:rPr lang="en-US" sz="3000" b="1" dirty="0">
                <a:solidFill>
                  <a:srgbClr val="FF6B9A"/>
                </a:solidFill>
                <a:latin typeface="Calibri" pitchFamily="34" charset="0"/>
                <a:ea typeface="Calibri" pitchFamily="34" charset="-122"/>
                <a:cs typeface="Calibri" pitchFamily="34" charset="-120"/>
              </a:rPr>
              <a:t>+171 mil</a:t>
            </a:r>
            <a:endParaRPr lang="en-US" sz="3000" dirty="0"/>
          </a:p>
        </p:txBody>
      </p:sp>
      <p:sp>
        <p:nvSpPr>
          <p:cNvPr id="20" name="Text 17"/>
          <p:cNvSpPr txBox="1"/>
          <p:nvPr/>
        </p:nvSpPr>
        <p:spPr>
          <a:xfrm>
            <a:off x="6949440" y="5394960"/>
            <a:ext cx="4526280" cy="731520"/>
          </a:xfrm>
          <a:prstGeom prst="rect">
            <a:avLst/>
          </a:prstGeom>
          <a:noFill/>
          <a:ln/>
        </p:spPr>
        <p:txBody>
          <a:bodyPr wrap="square" lIns="0" tIns="0" rIns="0" bIns="0" rtlCol="0" anchor="t"/>
          <a:lstStyle/>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Sale de solo 3 distritos de entrenamiento. Con uno más o uno menos cambiaría muchísimo.</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Caso real: el cuarteto de Anscombe</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Cuatro conjuntos de 11 puntos publicados en 1973. Mismos promedios, misma recta, mismo R². Nada más en común.</a:t>
            </a:r>
            <a:endParaRPr lang="en-US" sz="1400" dirty="0"/>
          </a:p>
        </p:txBody>
      </p:sp>
      <p:sp>
        <p:nvSpPr>
          <p:cNvPr id="6" name="Shape 4"/>
          <p:cNvSpPr/>
          <p:nvPr/>
        </p:nvSpPr>
        <p:spPr>
          <a:xfrm>
            <a:off x="502920" y="2103120"/>
            <a:ext cx="2697480" cy="2697480"/>
          </a:xfrm>
          <a:prstGeom prst="roundRect">
            <a:avLst>
              <a:gd name="adj" fmla="val 2034"/>
            </a:avLst>
          </a:prstGeom>
          <a:solidFill>
            <a:srgbClr val="FFFFFF"/>
          </a:solidFill>
          <a:ln w="9525">
            <a:solidFill>
              <a:srgbClr val="D2DBEC"/>
            </a:solidFill>
            <a:prstDash val="solid"/>
          </a:ln>
        </p:spPr>
      </p:sp>
      <p:sp>
        <p:nvSpPr>
          <p:cNvPr id="7" name="Text 5"/>
          <p:cNvSpPr txBox="1"/>
          <p:nvPr/>
        </p:nvSpPr>
        <p:spPr>
          <a:xfrm>
            <a:off x="685800" y="2212848"/>
            <a:ext cx="2331720" cy="274320"/>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Conjunto I</a:t>
            </a:r>
            <a:endParaRPr lang="en-US" sz="1300" dirty="0"/>
          </a:p>
        </p:txBody>
      </p:sp>
      <p:sp>
        <p:nvSpPr>
          <p:cNvPr id="8" name="Shape 6"/>
          <p:cNvSpPr/>
          <p:nvPr/>
        </p:nvSpPr>
        <p:spPr>
          <a:xfrm>
            <a:off x="777240" y="4160520"/>
            <a:ext cx="2194560" cy="0"/>
          </a:xfrm>
          <a:prstGeom prst="line">
            <a:avLst/>
          </a:prstGeom>
          <a:noFill/>
          <a:ln w="9525">
            <a:solidFill>
              <a:srgbClr val="D2DBEC"/>
            </a:solidFill>
            <a:prstDash val="solid"/>
          </a:ln>
        </p:spPr>
      </p:sp>
      <p:sp>
        <p:nvSpPr>
          <p:cNvPr id="9" name="Shape 7"/>
          <p:cNvSpPr/>
          <p:nvPr/>
        </p:nvSpPr>
        <p:spPr>
          <a:xfrm flipV="1">
            <a:off x="777240" y="2705793"/>
            <a:ext cx="2194560" cy="1236518"/>
          </a:xfrm>
          <a:prstGeom prst="line">
            <a:avLst/>
          </a:prstGeom>
          <a:noFill/>
          <a:ln w="19050">
            <a:solidFill>
              <a:srgbClr val="0A2559"/>
            </a:solidFill>
            <a:prstDash val="solid"/>
          </a:ln>
        </p:spPr>
      </p:sp>
      <p:sp>
        <p:nvSpPr>
          <p:cNvPr id="10" name="Shape 8"/>
          <p:cNvSpPr/>
          <p:nvPr/>
        </p:nvSpPr>
        <p:spPr>
          <a:xfrm>
            <a:off x="1626018" y="3372473"/>
            <a:ext cx="109728" cy="109728"/>
          </a:xfrm>
          <a:prstGeom prst="ellipse">
            <a:avLst/>
          </a:prstGeom>
          <a:solidFill>
            <a:srgbClr val="E6115E"/>
          </a:solidFill>
          <a:ln w="12700">
            <a:solidFill>
              <a:srgbClr val="E6115E"/>
            </a:solidFill>
            <a:prstDash val="solid"/>
          </a:ln>
        </p:spPr>
      </p:sp>
      <p:sp>
        <p:nvSpPr>
          <p:cNvPr id="11" name="Shape 9"/>
          <p:cNvSpPr/>
          <p:nvPr/>
        </p:nvSpPr>
        <p:spPr>
          <a:xfrm>
            <a:off x="1367835" y="3531039"/>
            <a:ext cx="109728" cy="109728"/>
          </a:xfrm>
          <a:prstGeom prst="ellipse">
            <a:avLst/>
          </a:prstGeom>
          <a:solidFill>
            <a:srgbClr val="E6115E"/>
          </a:solidFill>
          <a:ln w="12700">
            <a:solidFill>
              <a:srgbClr val="E6115E"/>
            </a:solidFill>
            <a:prstDash val="solid"/>
          </a:ln>
        </p:spPr>
      </p:sp>
      <p:sp>
        <p:nvSpPr>
          <p:cNvPr id="12" name="Shape 10"/>
          <p:cNvSpPr/>
          <p:nvPr/>
        </p:nvSpPr>
        <p:spPr>
          <a:xfrm>
            <a:off x="2013294" y="3439391"/>
            <a:ext cx="109728" cy="109728"/>
          </a:xfrm>
          <a:prstGeom prst="ellipse">
            <a:avLst/>
          </a:prstGeom>
          <a:solidFill>
            <a:srgbClr val="E6115E"/>
          </a:solidFill>
          <a:ln w="12700">
            <a:solidFill>
              <a:srgbClr val="E6115E"/>
            </a:solidFill>
            <a:prstDash val="solid"/>
          </a:ln>
        </p:spPr>
      </p:sp>
      <p:sp>
        <p:nvSpPr>
          <p:cNvPr id="13" name="Shape 11"/>
          <p:cNvSpPr/>
          <p:nvPr/>
        </p:nvSpPr>
        <p:spPr>
          <a:xfrm>
            <a:off x="1496927" y="3260459"/>
            <a:ext cx="109728" cy="109728"/>
          </a:xfrm>
          <a:prstGeom prst="ellipse">
            <a:avLst/>
          </a:prstGeom>
          <a:solidFill>
            <a:srgbClr val="E6115E"/>
          </a:solidFill>
          <a:ln w="12700">
            <a:solidFill>
              <a:srgbClr val="E6115E"/>
            </a:solidFill>
            <a:prstDash val="solid"/>
          </a:ln>
        </p:spPr>
      </p:sp>
      <p:sp>
        <p:nvSpPr>
          <p:cNvPr id="14" name="Shape 12"/>
          <p:cNvSpPr/>
          <p:nvPr/>
        </p:nvSpPr>
        <p:spPr>
          <a:xfrm>
            <a:off x="1755110" y="3330286"/>
            <a:ext cx="109728" cy="109728"/>
          </a:xfrm>
          <a:prstGeom prst="ellipse">
            <a:avLst/>
          </a:prstGeom>
          <a:solidFill>
            <a:srgbClr val="E6115E"/>
          </a:solidFill>
          <a:ln w="12700">
            <a:solidFill>
              <a:srgbClr val="E6115E"/>
            </a:solidFill>
            <a:prstDash val="solid"/>
          </a:ln>
        </p:spPr>
      </p:sp>
      <p:sp>
        <p:nvSpPr>
          <p:cNvPr id="15" name="Shape 13"/>
          <p:cNvSpPr/>
          <p:nvPr/>
        </p:nvSpPr>
        <p:spPr>
          <a:xfrm>
            <a:off x="2142385" y="3093166"/>
            <a:ext cx="109728" cy="109728"/>
          </a:xfrm>
          <a:prstGeom prst="ellipse">
            <a:avLst/>
          </a:prstGeom>
          <a:solidFill>
            <a:srgbClr val="E6115E"/>
          </a:solidFill>
          <a:ln w="12700">
            <a:solidFill>
              <a:srgbClr val="E6115E"/>
            </a:solidFill>
            <a:prstDash val="solid"/>
          </a:ln>
        </p:spPr>
      </p:sp>
      <p:sp>
        <p:nvSpPr>
          <p:cNvPr id="16" name="Shape 14"/>
          <p:cNvSpPr/>
          <p:nvPr/>
        </p:nvSpPr>
        <p:spPr>
          <a:xfrm>
            <a:off x="1109651" y="3488852"/>
            <a:ext cx="109728" cy="109728"/>
          </a:xfrm>
          <a:prstGeom prst="ellipse">
            <a:avLst/>
          </a:prstGeom>
          <a:solidFill>
            <a:srgbClr val="E6115E"/>
          </a:solidFill>
          <a:ln w="12700">
            <a:solidFill>
              <a:srgbClr val="E6115E"/>
            </a:solidFill>
            <a:prstDash val="solid"/>
          </a:ln>
        </p:spPr>
      </p:sp>
      <p:sp>
        <p:nvSpPr>
          <p:cNvPr id="17" name="Shape 15"/>
          <p:cNvSpPr/>
          <p:nvPr/>
        </p:nvSpPr>
        <p:spPr>
          <a:xfrm>
            <a:off x="851468" y="3922360"/>
            <a:ext cx="109728" cy="109728"/>
          </a:xfrm>
          <a:prstGeom prst="ellipse">
            <a:avLst/>
          </a:prstGeom>
          <a:solidFill>
            <a:srgbClr val="E6115E"/>
          </a:solidFill>
          <a:ln w="12700">
            <a:solidFill>
              <a:srgbClr val="E6115E"/>
            </a:solidFill>
            <a:prstDash val="solid"/>
          </a:ln>
        </p:spPr>
      </p:sp>
      <p:sp>
        <p:nvSpPr>
          <p:cNvPr id="18" name="Shape 16"/>
          <p:cNvSpPr/>
          <p:nvPr/>
        </p:nvSpPr>
        <p:spPr>
          <a:xfrm>
            <a:off x="1884202" y="2965150"/>
            <a:ext cx="109728" cy="109728"/>
          </a:xfrm>
          <a:prstGeom prst="ellipse">
            <a:avLst/>
          </a:prstGeom>
          <a:solidFill>
            <a:srgbClr val="E6115E"/>
          </a:solidFill>
          <a:ln w="12700">
            <a:solidFill>
              <a:srgbClr val="E6115E"/>
            </a:solidFill>
            <a:prstDash val="solid"/>
          </a:ln>
        </p:spPr>
      </p:sp>
      <p:sp>
        <p:nvSpPr>
          <p:cNvPr id="19" name="Shape 17"/>
          <p:cNvSpPr/>
          <p:nvPr/>
        </p:nvSpPr>
        <p:spPr>
          <a:xfrm>
            <a:off x="1238743" y="3840896"/>
            <a:ext cx="109728" cy="109728"/>
          </a:xfrm>
          <a:prstGeom prst="ellipse">
            <a:avLst/>
          </a:prstGeom>
          <a:solidFill>
            <a:srgbClr val="E6115E"/>
          </a:solidFill>
          <a:ln w="12700">
            <a:solidFill>
              <a:srgbClr val="E6115E"/>
            </a:solidFill>
            <a:prstDash val="solid"/>
          </a:ln>
        </p:spPr>
      </p:sp>
      <p:sp>
        <p:nvSpPr>
          <p:cNvPr id="20" name="Shape 18"/>
          <p:cNvSpPr/>
          <p:nvPr/>
        </p:nvSpPr>
        <p:spPr>
          <a:xfrm>
            <a:off x="980560" y="3715789"/>
            <a:ext cx="109728" cy="109728"/>
          </a:xfrm>
          <a:prstGeom prst="ellipse">
            <a:avLst/>
          </a:prstGeom>
          <a:solidFill>
            <a:srgbClr val="E6115E"/>
          </a:solidFill>
          <a:ln w="12700">
            <a:solidFill>
              <a:srgbClr val="E6115E"/>
            </a:solidFill>
            <a:prstDash val="solid"/>
          </a:ln>
        </p:spPr>
      </p:sp>
      <p:sp>
        <p:nvSpPr>
          <p:cNvPr id="21" name="Text 19"/>
          <p:cNvSpPr txBox="1"/>
          <p:nvPr/>
        </p:nvSpPr>
        <p:spPr>
          <a:xfrm>
            <a:off x="685800" y="4297680"/>
            <a:ext cx="2331720" cy="365760"/>
          </a:xfrm>
          <a:prstGeom prst="rect">
            <a:avLst/>
          </a:prstGeom>
          <a:noFill/>
          <a:ln/>
        </p:spPr>
        <p:txBody>
          <a:bodyPr wrap="square" lIns="0" tIns="0" rIns="0" bIns="0" rtlCol="0" anchor="ctr"/>
          <a:lstStyle/>
          <a:p>
            <a:pPr marL="0" indent="0">
              <a:buNone/>
            </a:pPr>
            <a:r>
              <a:rPr lang="en-US" sz="1150" b="1" dirty="0">
                <a:solidFill>
                  <a:srgbClr val="12B886"/>
                </a:solidFill>
                <a:latin typeface="Calibri" pitchFamily="34" charset="0"/>
                <a:ea typeface="Calibri" pitchFamily="34" charset="-122"/>
                <a:cs typeface="Calibri" pitchFamily="34" charset="-120"/>
              </a:rPr>
              <a:t>La recta tiene sentido</a:t>
            </a:r>
            <a:endParaRPr lang="en-US" sz="1150" dirty="0"/>
          </a:p>
        </p:txBody>
      </p:sp>
      <p:sp>
        <p:nvSpPr>
          <p:cNvPr id="22" name="Shape 20"/>
          <p:cNvSpPr/>
          <p:nvPr/>
        </p:nvSpPr>
        <p:spPr>
          <a:xfrm>
            <a:off x="3337560" y="2103120"/>
            <a:ext cx="2697480" cy="2697480"/>
          </a:xfrm>
          <a:prstGeom prst="roundRect">
            <a:avLst>
              <a:gd name="adj" fmla="val 2034"/>
            </a:avLst>
          </a:prstGeom>
          <a:solidFill>
            <a:srgbClr val="FFFFFF"/>
          </a:solidFill>
          <a:ln w="9525">
            <a:solidFill>
              <a:srgbClr val="D2DBEC"/>
            </a:solidFill>
            <a:prstDash val="solid"/>
          </a:ln>
        </p:spPr>
      </p:sp>
      <p:sp>
        <p:nvSpPr>
          <p:cNvPr id="23" name="Text 21"/>
          <p:cNvSpPr txBox="1"/>
          <p:nvPr/>
        </p:nvSpPr>
        <p:spPr>
          <a:xfrm>
            <a:off x="3520440" y="2212848"/>
            <a:ext cx="2331720" cy="274320"/>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Conjunto II</a:t>
            </a:r>
            <a:endParaRPr lang="en-US" sz="1300" dirty="0"/>
          </a:p>
        </p:txBody>
      </p:sp>
      <p:sp>
        <p:nvSpPr>
          <p:cNvPr id="24" name="Shape 22"/>
          <p:cNvSpPr/>
          <p:nvPr/>
        </p:nvSpPr>
        <p:spPr>
          <a:xfrm>
            <a:off x="3611880" y="4160520"/>
            <a:ext cx="2194560" cy="0"/>
          </a:xfrm>
          <a:prstGeom prst="line">
            <a:avLst/>
          </a:prstGeom>
          <a:noFill/>
          <a:ln w="9525">
            <a:solidFill>
              <a:srgbClr val="D2DBEC"/>
            </a:solidFill>
            <a:prstDash val="solid"/>
          </a:ln>
        </p:spPr>
      </p:sp>
      <p:sp>
        <p:nvSpPr>
          <p:cNvPr id="25" name="Shape 23"/>
          <p:cNvSpPr/>
          <p:nvPr/>
        </p:nvSpPr>
        <p:spPr>
          <a:xfrm flipV="1">
            <a:off x="3611880" y="2705793"/>
            <a:ext cx="2194560" cy="1236518"/>
          </a:xfrm>
          <a:prstGeom prst="line">
            <a:avLst/>
          </a:prstGeom>
          <a:noFill/>
          <a:ln w="19050">
            <a:solidFill>
              <a:srgbClr val="0A2559"/>
            </a:solidFill>
            <a:prstDash val="solid"/>
          </a:ln>
        </p:spPr>
      </p:sp>
      <p:sp>
        <p:nvSpPr>
          <p:cNvPr id="26" name="Shape 24"/>
          <p:cNvSpPr/>
          <p:nvPr/>
        </p:nvSpPr>
        <p:spPr>
          <a:xfrm>
            <a:off x="4460658" y="3212453"/>
            <a:ext cx="109728" cy="109728"/>
          </a:xfrm>
          <a:prstGeom prst="ellipse">
            <a:avLst/>
          </a:prstGeom>
          <a:solidFill>
            <a:srgbClr val="E6115E"/>
          </a:solidFill>
          <a:ln w="12700">
            <a:solidFill>
              <a:srgbClr val="E6115E"/>
            </a:solidFill>
            <a:prstDash val="solid"/>
          </a:ln>
        </p:spPr>
      </p:sp>
      <p:sp>
        <p:nvSpPr>
          <p:cNvPr id="27" name="Shape 25"/>
          <p:cNvSpPr/>
          <p:nvPr/>
        </p:nvSpPr>
        <p:spPr>
          <a:xfrm>
            <a:off x="4202475" y="3357926"/>
            <a:ext cx="109728" cy="109728"/>
          </a:xfrm>
          <a:prstGeom prst="ellipse">
            <a:avLst/>
          </a:prstGeom>
          <a:solidFill>
            <a:srgbClr val="E6115E"/>
          </a:solidFill>
          <a:ln w="12700">
            <a:solidFill>
              <a:srgbClr val="E6115E"/>
            </a:solidFill>
            <a:prstDash val="solid"/>
          </a:ln>
        </p:spPr>
      </p:sp>
      <p:sp>
        <p:nvSpPr>
          <p:cNvPr id="28" name="Shape 26"/>
          <p:cNvSpPr/>
          <p:nvPr/>
        </p:nvSpPr>
        <p:spPr>
          <a:xfrm>
            <a:off x="4847934" y="3270643"/>
            <a:ext cx="109728" cy="109728"/>
          </a:xfrm>
          <a:prstGeom prst="ellipse">
            <a:avLst/>
          </a:prstGeom>
          <a:solidFill>
            <a:srgbClr val="E6115E"/>
          </a:solidFill>
          <a:ln w="12700">
            <a:solidFill>
              <a:srgbClr val="E6115E"/>
            </a:solidFill>
            <a:prstDash val="solid"/>
          </a:ln>
        </p:spPr>
      </p:sp>
      <p:sp>
        <p:nvSpPr>
          <p:cNvPr id="29" name="Shape 27"/>
          <p:cNvSpPr/>
          <p:nvPr/>
        </p:nvSpPr>
        <p:spPr>
          <a:xfrm>
            <a:off x="4331567" y="3266278"/>
            <a:ext cx="109728" cy="109728"/>
          </a:xfrm>
          <a:prstGeom prst="ellipse">
            <a:avLst/>
          </a:prstGeom>
          <a:solidFill>
            <a:srgbClr val="E6115E"/>
          </a:solidFill>
          <a:ln w="12700">
            <a:solidFill>
              <a:srgbClr val="E6115E"/>
            </a:solidFill>
            <a:prstDash val="solid"/>
          </a:ln>
        </p:spPr>
      </p:sp>
      <p:sp>
        <p:nvSpPr>
          <p:cNvPr id="30" name="Shape 28"/>
          <p:cNvSpPr/>
          <p:nvPr/>
        </p:nvSpPr>
        <p:spPr>
          <a:xfrm>
            <a:off x="4589750" y="3194997"/>
            <a:ext cx="109728" cy="109728"/>
          </a:xfrm>
          <a:prstGeom prst="ellipse">
            <a:avLst/>
          </a:prstGeom>
          <a:solidFill>
            <a:srgbClr val="E6115E"/>
          </a:solidFill>
          <a:ln w="12700">
            <a:solidFill>
              <a:srgbClr val="E6115E"/>
            </a:solidFill>
            <a:prstDash val="solid"/>
          </a:ln>
        </p:spPr>
      </p:sp>
      <p:sp>
        <p:nvSpPr>
          <p:cNvPr id="31" name="Shape 29"/>
          <p:cNvSpPr/>
          <p:nvPr/>
        </p:nvSpPr>
        <p:spPr>
          <a:xfrm>
            <a:off x="4977025" y="3363745"/>
            <a:ext cx="109728" cy="109728"/>
          </a:xfrm>
          <a:prstGeom prst="ellipse">
            <a:avLst/>
          </a:prstGeom>
          <a:solidFill>
            <a:srgbClr val="E6115E"/>
          </a:solidFill>
          <a:ln w="12700">
            <a:solidFill>
              <a:srgbClr val="E6115E"/>
            </a:solidFill>
            <a:prstDash val="solid"/>
          </a:ln>
        </p:spPr>
      </p:sp>
      <p:sp>
        <p:nvSpPr>
          <p:cNvPr id="32" name="Shape 30"/>
          <p:cNvSpPr/>
          <p:nvPr/>
        </p:nvSpPr>
        <p:spPr>
          <a:xfrm>
            <a:off x="3944291" y="3650326"/>
            <a:ext cx="109728" cy="109728"/>
          </a:xfrm>
          <a:prstGeom prst="ellipse">
            <a:avLst/>
          </a:prstGeom>
          <a:solidFill>
            <a:srgbClr val="E6115E"/>
          </a:solidFill>
          <a:ln w="12700">
            <a:solidFill>
              <a:srgbClr val="E6115E"/>
            </a:solidFill>
            <a:prstDash val="solid"/>
          </a:ln>
        </p:spPr>
      </p:sp>
      <p:sp>
        <p:nvSpPr>
          <p:cNvPr id="33" name="Shape 31"/>
          <p:cNvSpPr/>
          <p:nvPr/>
        </p:nvSpPr>
        <p:spPr>
          <a:xfrm>
            <a:off x="3686108" y="4091109"/>
            <a:ext cx="109728" cy="109728"/>
          </a:xfrm>
          <a:prstGeom prst="ellipse">
            <a:avLst/>
          </a:prstGeom>
          <a:solidFill>
            <a:srgbClr val="E6115E"/>
          </a:solidFill>
          <a:ln w="12700">
            <a:solidFill>
              <a:srgbClr val="E6115E"/>
            </a:solidFill>
            <a:prstDash val="solid"/>
          </a:ln>
        </p:spPr>
      </p:sp>
      <p:sp>
        <p:nvSpPr>
          <p:cNvPr id="34" name="Shape 32"/>
          <p:cNvSpPr/>
          <p:nvPr/>
        </p:nvSpPr>
        <p:spPr>
          <a:xfrm>
            <a:off x="4718842" y="3213908"/>
            <a:ext cx="109728" cy="109728"/>
          </a:xfrm>
          <a:prstGeom prst="ellipse">
            <a:avLst/>
          </a:prstGeom>
          <a:solidFill>
            <a:srgbClr val="E6115E"/>
          </a:solidFill>
          <a:ln w="12700">
            <a:solidFill>
              <a:srgbClr val="E6115E"/>
            </a:solidFill>
            <a:prstDash val="solid"/>
          </a:ln>
        </p:spPr>
      </p:sp>
      <p:sp>
        <p:nvSpPr>
          <p:cNvPr id="35" name="Shape 33"/>
          <p:cNvSpPr/>
          <p:nvPr/>
        </p:nvSpPr>
        <p:spPr>
          <a:xfrm>
            <a:off x="4073383" y="3485942"/>
            <a:ext cx="109728" cy="109728"/>
          </a:xfrm>
          <a:prstGeom prst="ellipse">
            <a:avLst/>
          </a:prstGeom>
          <a:solidFill>
            <a:srgbClr val="E6115E"/>
          </a:solidFill>
          <a:ln w="12700">
            <a:solidFill>
              <a:srgbClr val="E6115E"/>
            </a:solidFill>
            <a:prstDash val="solid"/>
          </a:ln>
        </p:spPr>
      </p:sp>
      <p:sp>
        <p:nvSpPr>
          <p:cNvPr id="36" name="Shape 34"/>
          <p:cNvSpPr/>
          <p:nvPr/>
        </p:nvSpPr>
        <p:spPr>
          <a:xfrm>
            <a:off x="3815200" y="3852533"/>
            <a:ext cx="109728" cy="109728"/>
          </a:xfrm>
          <a:prstGeom prst="ellipse">
            <a:avLst/>
          </a:prstGeom>
          <a:solidFill>
            <a:srgbClr val="E6115E"/>
          </a:solidFill>
          <a:ln w="12700">
            <a:solidFill>
              <a:srgbClr val="E6115E"/>
            </a:solidFill>
            <a:prstDash val="solid"/>
          </a:ln>
        </p:spPr>
      </p:sp>
      <p:sp>
        <p:nvSpPr>
          <p:cNvPr id="37" name="Text 35"/>
          <p:cNvSpPr txBox="1"/>
          <p:nvPr/>
        </p:nvSpPr>
        <p:spPr>
          <a:xfrm>
            <a:off x="3520440" y="4297680"/>
            <a:ext cx="233172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Es una curva: modelo equivocado</a:t>
            </a:r>
            <a:endParaRPr lang="en-US" sz="1150" dirty="0"/>
          </a:p>
        </p:txBody>
      </p:sp>
      <p:sp>
        <p:nvSpPr>
          <p:cNvPr id="38" name="Shape 36"/>
          <p:cNvSpPr/>
          <p:nvPr/>
        </p:nvSpPr>
        <p:spPr>
          <a:xfrm>
            <a:off x="6172200" y="2103120"/>
            <a:ext cx="2697480" cy="2697480"/>
          </a:xfrm>
          <a:prstGeom prst="roundRect">
            <a:avLst>
              <a:gd name="adj" fmla="val 2034"/>
            </a:avLst>
          </a:prstGeom>
          <a:solidFill>
            <a:srgbClr val="FFFFFF"/>
          </a:solidFill>
          <a:ln w="9525">
            <a:solidFill>
              <a:srgbClr val="D2DBEC"/>
            </a:solidFill>
            <a:prstDash val="solid"/>
          </a:ln>
        </p:spPr>
      </p:sp>
      <p:sp>
        <p:nvSpPr>
          <p:cNvPr id="39" name="Text 37"/>
          <p:cNvSpPr txBox="1"/>
          <p:nvPr/>
        </p:nvSpPr>
        <p:spPr>
          <a:xfrm>
            <a:off x="6355080" y="2212848"/>
            <a:ext cx="2331720" cy="274320"/>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Conjunto III</a:t>
            </a:r>
            <a:endParaRPr lang="en-US" sz="1300" dirty="0"/>
          </a:p>
        </p:txBody>
      </p:sp>
      <p:sp>
        <p:nvSpPr>
          <p:cNvPr id="40" name="Shape 38"/>
          <p:cNvSpPr/>
          <p:nvPr/>
        </p:nvSpPr>
        <p:spPr>
          <a:xfrm>
            <a:off x="6446520" y="4160520"/>
            <a:ext cx="2194560" cy="0"/>
          </a:xfrm>
          <a:prstGeom prst="line">
            <a:avLst/>
          </a:prstGeom>
          <a:noFill/>
          <a:ln w="9525">
            <a:solidFill>
              <a:srgbClr val="D2DBEC"/>
            </a:solidFill>
            <a:prstDash val="solid"/>
          </a:ln>
        </p:spPr>
      </p:sp>
      <p:sp>
        <p:nvSpPr>
          <p:cNvPr id="41" name="Shape 39"/>
          <p:cNvSpPr/>
          <p:nvPr/>
        </p:nvSpPr>
        <p:spPr>
          <a:xfrm flipV="1">
            <a:off x="6446520" y="2705793"/>
            <a:ext cx="2194560" cy="1236518"/>
          </a:xfrm>
          <a:prstGeom prst="line">
            <a:avLst/>
          </a:prstGeom>
          <a:noFill/>
          <a:ln w="19050">
            <a:solidFill>
              <a:srgbClr val="0A2559"/>
            </a:solidFill>
            <a:prstDash val="solid"/>
          </a:ln>
        </p:spPr>
      </p:sp>
      <p:sp>
        <p:nvSpPr>
          <p:cNvPr id="42" name="Shape 40"/>
          <p:cNvSpPr/>
          <p:nvPr/>
        </p:nvSpPr>
        <p:spPr>
          <a:xfrm>
            <a:off x="7295298" y="3456848"/>
            <a:ext cx="109728" cy="109728"/>
          </a:xfrm>
          <a:prstGeom prst="ellipse">
            <a:avLst/>
          </a:prstGeom>
          <a:solidFill>
            <a:srgbClr val="E6115E"/>
          </a:solidFill>
          <a:ln w="12700">
            <a:solidFill>
              <a:srgbClr val="E6115E"/>
            </a:solidFill>
            <a:prstDash val="solid"/>
          </a:ln>
        </p:spPr>
      </p:sp>
      <p:sp>
        <p:nvSpPr>
          <p:cNvPr id="43" name="Shape 41"/>
          <p:cNvSpPr/>
          <p:nvPr/>
        </p:nvSpPr>
        <p:spPr>
          <a:xfrm>
            <a:off x="7037115" y="3557224"/>
            <a:ext cx="109728" cy="109728"/>
          </a:xfrm>
          <a:prstGeom prst="ellipse">
            <a:avLst/>
          </a:prstGeom>
          <a:solidFill>
            <a:srgbClr val="E6115E"/>
          </a:solidFill>
          <a:ln w="12700">
            <a:solidFill>
              <a:srgbClr val="E6115E"/>
            </a:solidFill>
            <a:prstDash val="solid"/>
          </a:ln>
        </p:spPr>
      </p:sp>
      <p:sp>
        <p:nvSpPr>
          <p:cNvPr id="44" name="Shape 42"/>
          <p:cNvSpPr/>
          <p:nvPr/>
        </p:nvSpPr>
        <p:spPr>
          <a:xfrm>
            <a:off x="7682574" y="2688752"/>
            <a:ext cx="109728" cy="109728"/>
          </a:xfrm>
          <a:prstGeom prst="ellipse">
            <a:avLst/>
          </a:prstGeom>
          <a:solidFill>
            <a:srgbClr val="E6115E"/>
          </a:solidFill>
          <a:ln w="12700">
            <a:solidFill>
              <a:srgbClr val="E6115E"/>
            </a:solidFill>
            <a:prstDash val="solid"/>
          </a:ln>
        </p:spPr>
      </p:sp>
      <p:sp>
        <p:nvSpPr>
          <p:cNvPr id="45" name="Shape 43"/>
          <p:cNvSpPr/>
          <p:nvPr/>
        </p:nvSpPr>
        <p:spPr>
          <a:xfrm>
            <a:off x="7166207" y="3507763"/>
            <a:ext cx="109728" cy="109728"/>
          </a:xfrm>
          <a:prstGeom prst="ellipse">
            <a:avLst/>
          </a:prstGeom>
          <a:solidFill>
            <a:srgbClr val="E6115E"/>
          </a:solidFill>
          <a:ln w="12700">
            <a:solidFill>
              <a:srgbClr val="E6115E"/>
            </a:solidFill>
            <a:prstDash val="solid"/>
          </a:ln>
        </p:spPr>
      </p:sp>
      <p:sp>
        <p:nvSpPr>
          <p:cNvPr id="46" name="Shape 44"/>
          <p:cNvSpPr/>
          <p:nvPr/>
        </p:nvSpPr>
        <p:spPr>
          <a:xfrm>
            <a:off x="7424390" y="3405932"/>
            <a:ext cx="109728" cy="109728"/>
          </a:xfrm>
          <a:prstGeom prst="ellipse">
            <a:avLst/>
          </a:prstGeom>
          <a:solidFill>
            <a:srgbClr val="E6115E"/>
          </a:solidFill>
          <a:ln w="12700">
            <a:solidFill>
              <a:srgbClr val="E6115E"/>
            </a:solidFill>
            <a:prstDash val="solid"/>
          </a:ln>
        </p:spPr>
      </p:sp>
      <p:sp>
        <p:nvSpPr>
          <p:cNvPr id="47" name="Shape 45"/>
          <p:cNvSpPr/>
          <p:nvPr/>
        </p:nvSpPr>
        <p:spPr>
          <a:xfrm>
            <a:off x="7811665" y="3256095"/>
            <a:ext cx="109728" cy="109728"/>
          </a:xfrm>
          <a:prstGeom prst="ellipse">
            <a:avLst/>
          </a:prstGeom>
          <a:solidFill>
            <a:srgbClr val="E6115E"/>
          </a:solidFill>
          <a:ln w="12700">
            <a:solidFill>
              <a:srgbClr val="E6115E"/>
            </a:solidFill>
            <a:prstDash val="solid"/>
          </a:ln>
        </p:spPr>
      </p:sp>
      <p:sp>
        <p:nvSpPr>
          <p:cNvPr id="48" name="Shape 46"/>
          <p:cNvSpPr/>
          <p:nvPr/>
        </p:nvSpPr>
        <p:spPr>
          <a:xfrm>
            <a:off x="6778931" y="3657600"/>
            <a:ext cx="109728" cy="109728"/>
          </a:xfrm>
          <a:prstGeom prst="ellipse">
            <a:avLst/>
          </a:prstGeom>
          <a:solidFill>
            <a:srgbClr val="E6115E"/>
          </a:solidFill>
          <a:ln w="12700">
            <a:solidFill>
              <a:srgbClr val="E6115E"/>
            </a:solidFill>
            <a:prstDash val="solid"/>
          </a:ln>
        </p:spPr>
      </p:sp>
      <p:sp>
        <p:nvSpPr>
          <p:cNvPr id="49" name="Shape 47"/>
          <p:cNvSpPr/>
          <p:nvPr/>
        </p:nvSpPr>
        <p:spPr>
          <a:xfrm>
            <a:off x="6520748" y="3757976"/>
            <a:ext cx="109728" cy="109728"/>
          </a:xfrm>
          <a:prstGeom prst="ellipse">
            <a:avLst/>
          </a:prstGeom>
          <a:solidFill>
            <a:srgbClr val="E6115E"/>
          </a:solidFill>
          <a:ln w="12700">
            <a:solidFill>
              <a:srgbClr val="E6115E"/>
            </a:solidFill>
            <a:prstDash val="solid"/>
          </a:ln>
        </p:spPr>
      </p:sp>
      <p:sp>
        <p:nvSpPr>
          <p:cNvPr id="50" name="Shape 48"/>
          <p:cNvSpPr/>
          <p:nvPr/>
        </p:nvSpPr>
        <p:spPr>
          <a:xfrm>
            <a:off x="7553482" y="3356471"/>
            <a:ext cx="109728" cy="109728"/>
          </a:xfrm>
          <a:prstGeom prst="ellipse">
            <a:avLst/>
          </a:prstGeom>
          <a:solidFill>
            <a:srgbClr val="E6115E"/>
          </a:solidFill>
          <a:ln w="12700">
            <a:solidFill>
              <a:srgbClr val="E6115E"/>
            </a:solidFill>
            <a:prstDash val="solid"/>
          </a:ln>
        </p:spPr>
      </p:sp>
      <p:sp>
        <p:nvSpPr>
          <p:cNvPr id="51" name="Shape 49"/>
          <p:cNvSpPr/>
          <p:nvPr/>
        </p:nvSpPr>
        <p:spPr>
          <a:xfrm>
            <a:off x="6908023" y="3608139"/>
            <a:ext cx="109728" cy="109728"/>
          </a:xfrm>
          <a:prstGeom prst="ellipse">
            <a:avLst/>
          </a:prstGeom>
          <a:solidFill>
            <a:srgbClr val="E6115E"/>
          </a:solidFill>
          <a:ln w="12700">
            <a:solidFill>
              <a:srgbClr val="E6115E"/>
            </a:solidFill>
            <a:prstDash val="solid"/>
          </a:ln>
        </p:spPr>
      </p:sp>
      <p:sp>
        <p:nvSpPr>
          <p:cNvPr id="52" name="Shape 50"/>
          <p:cNvSpPr/>
          <p:nvPr/>
        </p:nvSpPr>
        <p:spPr>
          <a:xfrm>
            <a:off x="6649840" y="3708515"/>
            <a:ext cx="109728" cy="109728"/>
          </a:xfrm>
          <a:prstGeom prst="ellipse">
            <a:avLst/>
          </a:prstGeom>
          <a:solidFill>
            <a:srgbClr val="E6115E"/>
          </a:solidFill>
          <a:ln w="12700">
            <a:solidFill>
              <a:srgbClr val="E6115E"/>
            </a:solidFill>
            <a:prstDash val="solid"/>
          </a:ln>
        </p:spPr>
      </p:sp>
      <p:sp>
        <p:nvSpPr>
          <p:cNvPr id="53" name="Text 51"/>
          <p:cNvSpPr txBox="1"/>
          <p:nvPr/>
        </p:nvSpPr>
        <p:spPr>
          <a:xfrm>
            <a:off x="6355080" y="4297680"/>
            <a:ext cx="233172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Un solo atípico lo tuerce</a:t>
            </a:r>
            <a:endParaRPr lang="en-US" sz="1150" dirty="0"/>
          </a:p>
        </p:txBody>
      </p:sp>
      <p:sp>
        <p:nvSpPr>
          <p:cNvPr id="54" name="Shape 52"/>
          <p:cNvSpPr/>
          <p:nvPr/>
        </p:nvSpPr>
        <p:spPr>
          <a:xfrm>
            <a:off x="9006840" y="2103120"/>
            <a:ext cx="2697480" cy="2697480"/>
          </a:xfrm>
          <a:prstGeom prst="roundRect">
            <a:avLst>
              <a:gd name="adj" fmla="val 2034"/>
            </a:avLst>
          </a:prstGeom>
          <a:solidFill>
            <a:srgbClr val="FFFFFF"/>
          </a:solidFill>
          <a:ln w="9525">
            <a:solidFill>
              <a:srgbClr val="D2DBEC"/>
            </a:solidFill>
            <a:prstDash val="solid"/>
          </a:ln>
        </p:spPr>
      </p:sp>
      <p:sp>
        <p:nvSpPr>
          <p:cNvPr id="55" name="Text 53"/>
          <p:cNvSpPr txBox="1"/>
          <p:nvPr/>
        </p:nvSpPr>
        <p:spPr>
          <a:xfrm>
            <a:off x="9189720" y="2212848"/>
            <a:ext cx="2331720" cy="274320"/>
          </a:xfrm>
          <a:prstGeom prst="rect">
            <a:avLst/>
          </a:prstGeom>
          <a:noFill/>
          <a:ln/>
        </p:spPr>
        <p:txBody>
          <a:bodyPr wrap="square" lIns="0" tIns="0" rIns="0" bIns="0" rtlCol="0" anchor="ctr"/>
          <a:lstStyle/>
          <a:p>
            <a:pPr marL="0" indent="0">
              <a:buNone/>
            </a:pPr>
            <a:r>
              <a:rPr lang="en-US" sz="1300" b="1" dirty="0">
                <a:solidFill>
                  <a:srgbClr val="0A2559"/>
                </a:solidFill>
                <a:latin typeface="Calibri" pitchFamily="34" charset="0"/>
                <a:ea typeface="Calibri" pitchFamily="34" charset="-122"/>
                <a:cs typeface="Calibri" pitchFamily="34" charset="-120"/>
              </a:rPr>
              <a:t>Conjunto IV</a:t>
            </a:r>
            <a:endParaRPr lang="en-US" sz="1300" dirty="0"/>
          </a:p>
        </p:txBody>
      </p:sp>
      <p:sp>
        <p:nvSpPr>
          <p:cNvPr id="56" name="Shape 54"/>
          <p:cNvSpPr/>
          <p:nvPr/>
        </p:nvSpPr>
        <p:spPr>
          <a:xfrm>
            <a:off x="9281160" y="4160520"/>
            <a:ext cx="2194560" cy="0"/>
          </a:xfrm>
          <a:prstGeom prst="line">
            <a:avLst/>
          </a:prstGeom>
          <a:noFill/>
          <a:ln w="9525">
            <a:solidFill>
              <a:srgbClr val="D2DBEC"/>
            </a:solidFill>
            <a:prstDash val="solid"/>
          </a:ln>
        </p:spPr>
      </p:sp>
      <p:sp>
        <p:nvSpPr>
          <p:cNvPr id="57" name="Shape 55"/>
          <p:cNvSpPr/>
          <p:nvPr/>
        </p:nvSpPr>
        <p:spPr>
          <a:xfrm flipV="1">
            <a:off x="9281160" y="2705793"/>
            <a:ext cx="2194560" cy="1236518"/>
          </a:xfrm>
          <a:prstGeom prst="line">
            <a:avLst/>
          </a:prstGeom>
          <a:noFill/>
          <a:ln w="19050">
            <a:solidFill>
              <a:srgbClr val="0A2559"/>
            </a:solidFill>
            <a:prstDash val="solid"/>
          </a:ln>
        </p:spPr>
      </p:sp>
      <p:sp>
        <p:nvSpPr>
          <p:cNvPr id="58" name="Shape 56"/>
          <p:cNvSpPr/>
          <p:nvPr/>
        </p:nvSpPr>
        <p:spPr>
          <a:xfrm>
            <a:off x="9871755" y="3584864"/>
            <a:ext cx="109728" cy="109728"/>
          </a:xfrm>
          <a:prstGeom prst="ellipse">
            <a:avLst/>
          </a:prstGeom>
          <a:solidFill>
            <a:srgbClr val="E6115E"/>
          </a:solidFill>
          <a:ln w="12700">
            <a:solidFill>
              <a:srgbClr val="E6115E"/>
            </a:solidFill>
            <a:prstDash val="solid"/>
          </a:ln>
        </p:spPr>
      </p:sp>
      <p:sp>
        <p:nvSpPr>
          <p:cNvPr id="59" name="Shape 57"/>
          <p:cNvSpPr/>
          <p:nvPr/>
        </p:nvSpPr>
        <p:spPr>
          <a:xfrm>
            <a:off x="9871755" y="3704151"/>
            <a:ext cx="109728" cy="109728"/>
          </a:xfrm>
          <a:prstGeom prst="ellipse">
            <a:avLst/>
          </a:prstGeom>
          <a:solidFill>
            <a:srgbClr val="E6115E"/>
          </a:solidFill>
          <a:ln w="12700">
            <a:solidFill>
              <a:srgbClr val="E6115E"/>
            </a:solidFill>
            <a:prstDash val="solid"/>
          </a:ln>
        </p:spPr>
      </p:sp>
      <p:sp>
        <p:nvSpPr>
          <p:cNvPr id="60" name="Shape 58"/>
          <p:cNvSpPr/>
          <p:nvPr/>
        </p:nvSpPr>
        <p:spPr>
          <a:xfrm>
            <a:off x="9871755" y="3420479"/>
            <a:ext cx="109728" cy="109728"/>
          </a:xfrm>
          <a:prstGeom prst="ellipse">
            <a:avLst/>
          </a:prstGeom>
          <a:solidFill>
            <a:srgbClr val="E6115E"/>
          </a:solidFill>
          <a:ln w="12700">
            <a:solidFill>
              <a:srgbClr val="E6115E"/>
            </a:solidFill>
            <a:prstDash val="solid"/>
          </a:ln>
        </p:spPr>
      </p:sp>
      <p:sp>
        <p:nvSpPr>
          <p:cNvPr id="61" name="Shape 59"/>
          <p:cNvSpPr/>
          <p:nvPr/>
        </p:nvSpPr>
        <p:spPr>
          <a:xfrm>
            <a:off x="9871755" y="3256095"/>
            <a:ext cx="109728" cy="109728"/>
          </a:xfrm>
          <a:prstGeom prst="ellipse">
            <a:avLst/>
          </a:prstGeom>
          <a:solidFill>
            <a:srgbClr val="E6115E"/>
          </a:solidFill>
          <a:ln w="12700">
            <a:solidFill>
              <a:srgbClr val="E6115E"/>
            </a:solidFill>
            <a:prstDash val="solid"/>
          </a:ln>
        </p:spPr>
      </p:sp>
      <p:sp>
        <p:nvSpPr>
          <p:cNvPr id="62" name="Shape 60"/>
          <p:cNvSpPr/>
          <p:nvPr/>
        </p:nvSpPr>
        <p:spPr>
          <a:xfrm>
            <a:off x="9871755" y="3309920"/>
            <a:ext cx="109728" cy="109728"/>
          </a:xfrm>
          <a:prstGeom prst="ellipse">
            <a:avLst/>
          </a:prstGeom>
          <a:solidFill>
            <a:srgbClr val="E6115E"/>
          </a:solidFill>
          <a:ln w="12700">
            <a:solidFill>
              <a:srgbClr val="E6115E"/>
            </a:solidFill>
            <a:prstDash val="solid"/>
          </a:ln>
        </p:spPr>
      </p:sp>
      <p:sp>
        <p:nvSpPr>
          <p:cNvPr id="63" name="Shape 61"/>
          <p:cNvSpPr/>
          <p:nvPr/>
        </p:nvSpPr>
        <p:spPr>
          <a:xfrm>
            <a:off x="9871755" y="3517946"/>
            <a:ext cx="109728" cy="109728"/>
          </a:xfrm>
          <a:prstGeom prst="ellipse">
            <a:avLst/>
          </a:prstGeom>
          <a:solidFill>
            <a:srgbClr val="E6115E"/>
          </a:solidFill>
          <a:ln w="12700">
            <a:solidFill>
              <a:srgbClr val="E6115E"/>
            </a:solidFill>
            <a:prstDash val="solid"/>
          </a:ln>
        </p:spPr>
      </p:sp>
      <p:sp>
        <p:nvSpPr>
          <p:cNvPr id="64" name="Shape 62"/>
          <p:cNvSpPr/>
          <p:nvPr/>
        </p:nvSpPr>
        <p:spPr>
          <a:xfrm>
            <a:off x="9871755" y="3778342"/>
            <a:ext cx="109728" cy="109728"/>
          </a:xfrm>
          <a:prstGeom prst="ellipse">
            <a:avLst/>
          </a:prstGeom>
          <a:solidFill>
            <a:srgbClr val="E6115E"/>
          </a:solidFill>
          <a:ln w="12700">
            <a:solidFill>
              <a:srgbClr val="E6115E"/>
            </a:solidFill>
            <a:prstDash val="solid"/>
          </a:ln>
        </p:spPr>
      </p:sp>
      <p:sp>
        <p:nvSpPr>
          <p:cNvPr id="65" name="Shape 63"/>
          <p:cNvSpPr/>
          <p:nvPr/>
        </p:nvSpPr>
        <p:spPr>
          <a:xfrm>
            <a:off x="11291764" y="2723665"/>
            <a:ext cx="109728" cy="109728"/>
          </a:xfrm>
          <a:prstGeom prst="ellipse">
            <a:avLst/>
          </a:prstGeom>
          <a:solidFill>
            <a:srgbClr val="E6115E"/>
          </a:solidFill>
          <a:ln w="12700">
            <a:solidFill>
              <a:srgbClr val="E6115E"/>
            </a:solidFill>
            <a:prstDash val="solid"/>
          </a:ln>
        </p:spPr>
      </p:sp>
      <p:sp>
        <p:nvSpPr>
          <p:cNvPr id="66" name="Shape 64"/>
          <p:cNvSpPr/>
          <p:nvPr/>
        </p:nvSpPr>
        <p:spPr>
          <a:xfrm>
            <a:off x="9871755" y="3733246"/>
            <a:ext cx="109728" cy="109728"/>
          </a:xfrm>
          <a:prstGeom prst="ellipse">
            <a:avLst/>
          </a:prstGeom>
          <a:solidFill>
            <a:srgbClr val="E6115E"/>
          </a:solidFill>
          <a:ln w="12700">
            <a:solidFill>
              <a:srgbClr val="E6115E"/>
            </a:solidFill>
            <a:prstDash val="solid"/>
          </a:ln>
        </p:spPr>
      </p:sp>
      <p:sp>
        <p:nvSpPr>
          <p:cNvPr id="67" name="Shape 65"/>
          <p:cNvSpPr/>
          <p:nvPr/>
        </p:nvSpPr>
        <p:spPr>
          <a:xfrm>
            <a:off x="9871755" y="3391385"/>
            <a:ext cx="109728" cy="109728"/>
          </a:xfrm>
          <a:prstGeom prst="ellipse">
            <a:avLst/>
          </a:prstGeom>
          <a:solidFill>
            <a:srgbClr val="E6115E"/>
          </a:solidFill>
          <a:ln w="12700">
            <a:solidFill>
              <a:srgbClr val="E6115E"/>
            </a:solidFill>
            <a:prstDash val="solid"/>
          </a:ln>
        </p:spPr>
      </p:sp>
      <p:sp>
        <p:nvSpPr>
          <p:cNvPr id="68" name="Shape 66"/>
          <p:cNvSpPr/>
          <p:nvPr/>
        </p:nvSpPr>
        <p:spPr>
          <a:xfrm>
            <a:off x="9871755" y="3539767"/>
            <a:ext cx="109728" cy="109728"/>
          </a:xfrm>
          <a:prstGeom prst="ellipse">
            <a:avLst/>
          </a:prstGeom>
          <a:solidFill>
            <a:srgbClr val="E6115E"/>
          </a:solidFill>
          <a:ln w="12700">
            <a:solidFill>
              <a:srgbClr val="E6115E"/>
            </a:solidFill>
            <a:prstDash val="solid"/>
          </a:ln>
        </p:spPr>
      </p:sp>
      <p:sp>
        <p:nvSpPr>
          <p:cNvPr id="69" name="Text 67"/>
          <p:cNvSpPr txBox="1"/>
          <p:nvPr/>
        </p:nvSpPr>
        <p:spPr>
          <a:xfrm>
            <a:off x="9189720" y="4297680"/>
            <a:ext cx="2331720" cy="365760"/>
          </a:xfrm>
          <a:prstGeom prst="rect">
            <a:avLst/>
          </a:prstGeom>
          <a:noFill/>
          <a:ln/>
        </p:spPr>
        <p:txBody>
          <a:bodyPr wrap="square" lIns="0" tIns="0" rIns="0" bIns="0" rtlCol="0" anchor="ctr"/>
          <a:lstStyle/>
          <a:p>
            <a:pPr marL="0" indent="0">
              <a:buNone/>
            </a:pPr>
            <a:r>
              <a:rPr lang="en-US" sz="1150" b="1" dirty="0">
                <a:solidFill>
                  <a:srgbClr val="E6115E"/>
                </a:solidFill>
                <a:latin typeface="Calibri" pitchFamily="34" charset="0"/>
                <a:ea typeface="Calibri" pitchFamily="34" charset="-122"/>
                <a:cs typeface="Calibri" pitchFamily="34" charset="-120"/>
              </a:rPr>
              <a:t>Un único punto decide todo</a:t>
            </a:r>
            <a:endParaRPr lang="en-US" sz="1150" dirty="0"/>
          </a:p>
        </p:txBody>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02920" y="5029200"/>
          <a:ext cx="6949440"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914400">
                  <a:extLst>
                    <a:ext uri="{9D8B030D-6E8A-4147-A177-3AD203B41FA5}">
                      <a16:colId xmlns:a16="http://schemas.microsoft.com/office/drawing/2014/main" val="20004"/>
                    </a:ext>
                  </a:extLst>
                </a:gridCol>
              </a:tblGrid>
              <a:tr h="384048">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En los cuatro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media 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media y</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recta</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84048">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idénticos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9.0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7.50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ŷ = 3.00 + 0.500 x</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0.67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71" name="Shape 68"/>
          <p:cNvSpPr/>
          <p:nvPr/>
        </p:nvSpPr>
        <p:spPr>
          <a:xfrm>
            <a:off x="7726680" y="5029200"/>
            <a:ext cx="3959352" cy="1188720"/>
          </a:xfrm>
          <a:prstGeom prst="roundRect">
            <a:avLst>
              <a:gd name="adj" fmla="val 4615"/>
            </a:avLst>
          </a:prstGeom>
          <a:solidFill>
            <a:srgbClr val="0A2559"/>
          </a:solidFill>
          <a:ln w="9525">
            <a:solidFill>
              <a:srgbClr val="0A2559"/>
            </a:solidFill>
            <a:prstDash val="solid"/>
          </a:ln>
        </p:spPr>
      </p:sp>
      <p:sp>
        <p:nvSpPr>
          <p:cNvPr id="72" name="Text 69"/>
          <p:cNvSpPr txBox="1"/>
          <p:nvPr/>
        </p:nvSpPr>
        <p:spPr>
          <a:xfrm>
            <a:off x="7955280" y="5029200"/>
            <a:ext cx="3566160" cy="1188720"/>
          </a:xfrm>
          <a:prstGeom prst="rect">
            <a:avLst/>
          </a:prstGeom>
          <a:noFill/>
          <a:ln/>
        </p:spPr>
        <p:txBody>
          <a:bodyPr wrap="square" lIns="0" tIns="0" rIns="0" bIns="0" rtlCol="0" anchor="ctr"/>
          <a:lstStyle/>
          <a:p>
            <a:pPr marL="0" indent="0">
              <a:spcAft>
                <a:spcPts val="400"/>
              </a:spcAft>
              <a:buNone/>
            </a:pPr>
            <a:r>
              <a:rPr lang="en-US" sz="1300" b="1" dirty="0">
                <a:solidFill>
                  <a:srgbClr val="FFFFFF"/>
                </a:solidFill>
                <a:latin typeface="Calibri" pitchFamily="34" charset="0"/>
                <a:ea typeface="Calibri" pitchFamily="34" charset="-122"/>
                <a:cs typeface="Calibri" pitchFamily="34" charset="-120"/>
              </a:rPr>
              <a:t>Las métricas resumen; no muestran. </a:t>
            </a:r>
            <a:r>
              <a:rPr lang="en-US" sz="1300" dirty="0">
                <a:solidFill>
                  <a:srgbClr val="C9D4EA"/>
                </a:solidFill>
                <a:latin typeface="Calibri" pitchFamily="34" charset="0"/>
                <a:ea typeface="Calibri" pitchFamily="34" charset="-122"/>
                <a:cs typeface="Calibri" pitchFamily="34" charset="-120"/>
              </a:rPr>
              <a:t>Antes de creer en un R², grafica los residuos.</a:t>
            </a:r>
            <a:endParaRPr lang="en-US" sz="1300" dirty="0"/>
          </a:p>
        </p:txBody>
      </p:sp>
      <p:sp>
        <p:nvSpPr>
          <p:cNvPr id="73" name="Text 70"/>
          <p:cNvSpPr txBox="1"/>
          <p:nvPr/>
        </p:nvSpPr>
        <p:spPr>
          <a:xfrm>
            <a:off x="502920" y="6419088"/>
            <a:ext cx="11155680" cy="27432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Anscombe, F. J. (1973). Graphs in statistical analysis. The American Statistician, 27(1), 17–21.</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el R² de 0.651 no te contaba</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Residuos del modelo con zona, en prueba (muestra de 400 distritos). Linealidad, varianza constante… y un tope.</a:t>
            </a:r>
            <a:endParaRPr lang="en-US" sz="1400" dirty="0"/>
          </a:p>
        </p:txBody>
      </p:sp>
      <p:sp>
        <p:nvSpPr>
          <p:cNvPr id="6" name="Shape 4"/>
          <p:cNvSpPr/>
          <p:nvPr/>
        </p:nvSpPr>
        <p:spPr>
          <a:xfrm>
            <a:off x="502920" y="2103120"/>
            <a:ext cx="5760720" cy="4114800"/>
          </a:xfrm>
          <a:prstGeom prst="roundRect">
            <a:avLst>
              <a:gd name="adj" fmla="val 1333"/>
            </a:avLst>
          </a:prstGeom>
          <a:solidFill>
            <a:srgbClr val="FFFFFF"/>
          </a:solidFill>
          <a:ln w="9525">
            <a:solidFill>
              <a:srgbClr val="D2DBEC"/>
            </a:solidFill>
            <a:prstDash val="solid"/>
          </a:ln>
        </p:spPr>
      </p:sp>
      <p:sp>
        <p:nvSpPr>
          <p:cNvPr id="7" name="Shape 5"/>
          <p:cNvSpPr/>
          <p:nvPr/>
        </p:nvSpPr>
        <p:spPr>
          <a:xfrm>
            <a:off x="1097280" y="4183380"/>
            <a:ext cx="4892040" cy="0"/>
          </a:xfrm>
          <a:prstGeom prst="line">
            <a:avLst/>
          </a:prstGeom>
          <a:noFill/>
          <a:ln w="12700">
            <a:solidFill>
              <a:srgbClr val="8A97AD"/>
            </a:solidFill>
            <a:prstDash val="solid"/>
          </a:ln>
        </p:spPr>
      </p:sp>
      <p:sp>
        <p:nvSpPr>
          <p:cNvPr id="8" name="Shape 6"/>
          <p:cNvSpPr/>
          <p:nvPr/>
        </p:nvSpPr>
        <p:spPr>
          <a:xfrm>
            <a:off x="1960581" y="2331720"/>
            <a:ext cx="0" cy="3291840"/>
          </a:xfrm>
          <a:prstGeom prst="line">
            <a:avLst/>
          </a:prstGeom>
          <a:noFill/>
          <a:ln w="9525">
            <a:solidFill>
              <a:srgbClr val="D2DBEC"/>
            </a:solidFill>
            <a:prstDash val="dash"/>
          </a:ln>
        </p:spPr>
      </p:sp>
      <p:sp>
        <p:nvSpPr>
          <p:cNvPr id="9" name="Shape 7"/>
          <p:cNvSpPr/>
          <p:nvPr/>
        </p:nvSpPr>
        <p:spPr>
          <a:xfrm>
            <a:off x="3554399" y="4396985"/>
            <a:ext cx="64008" cy="64008"/>
          </a:xfrm>
          <a:prstGeom prst="ellipse">
            <a:avLst/>
          </a:prstGeom>
          <a:solidFill>
            <a:srgbClr val="4A82FF">
              <a:alpha val="55000"/>
            </a:srgbClr>
          </a:solidFill>
          <a:ln w="12700">
            <a:solidFill>
              <a:srgbClr val="4A82FF"/>
            </a:solidFill>
            <a:prstDash val="solid"/>
          </a:ln>
        </p:spPr>
      </p:sp>
      <p:sp>
        <p:nvSpPr>
          <p:cNvPr id="10" name="Shape 8"/>
          <p:cNvSpPr/>
          <p:nvPr/>
        </p:nvSpPr>
        <p:spPr>
          <a:xfrm>
            <a:off x="3505221" y="3949110"/>
            <a:ext cx="64008" cy="64008"/>
          </a:xfrm>
          <a:prstGeom prst="ellipse">
            <a:avLst/>
          </a:prstGeom>
          <a:solidFill>
            <a:srgbClr val="4A82FF">
              <a:alpha val="55000"/>
            </a:srgbClr>
          </a:solidFill>
          <a:ln w="12700">
            <a:solidFill>
              <a:srgbClr val="4A82FF"/>
            </a:solidFill>
            <a:prstDash val="solid"/>
          </a:ln>
        </p:spPr>
      </p:sp>
      <p:sp>
        <p:nvSpPr>
          <p:cNvPr id="11" name="Shape 9"/>
          <p:cNvSpPr/>
          <p:nvPr/>
        </p:nvSpPr>
        <p:spPr>
          <a:xfrm>
            <a:off x="3672362" y="4559916"/>
            <a:ext cx="64008" cy="64008"/>
          </a:xfrm>
          <a:prstGeom prst="ellipse">
            <a:avLst/>
          </a:prstGeom>
          <a:solidFill>
            <a:srgbClr val="4A82FF">
              <a:alpha val="55000"/>
            </a:srgbClr>
          </a:solidFill>
          <a:ln w="12700">
            <a:solidFill>
              <a:srgbClr val="4A82FF"/>
            </a:solidFill>
            <a:prstDash val="solid"/>
          </a:ln>
        </p:spPr>
      </p:sp>
      <p:sp>
        <p:nvSpPr>
          <p:cNvPr id="12" name="Shape 10"/>
          <p:cNvSpPr/>
          <p:nvPr/>
        </p:nvSpPr>
        <p:spPr>
          <a:xfrm>
            <a:off x="2500083" y="4017234"/>
            <a:ext cx="64008" cy="64008"/>
          </a:xfrm>
          <a:prstGeom prst="ellipse">
            <a:avLst/>
          </a:prstGeom>
          <a:solidFill>
            <a:srgbClr val="4A82FF">
              <a:alpha val="55000"/>
            </a:srgbClr>
          </a:solidFill>
          <a:ln w="12700">
            <a:solidFill>
              <a:srgbClr val="4A82FF"/>
            </a:solidFill>
            <a:prstDash val="solid"/>
          </a:ln>
        </p:spPr>
      </p:sp>
      <p:sp>
        <p:nvSpPr>
          <p:cNvPr id="13" name="Shape 11"/>
          <p:cNvSpPr/>
          <p:nvPr/>
        </p:nvSpPr>
        <p:spPr>
          <a:xfrm>
            <a:off x="2523450" y="4253671"/>
            <a:ext cx="64008" cy="64008"/>
          </a:xfrm>
          <a:prstGeom prst="ellipse">
            <a:avLst/>
          </a:prstGeom>
          <a:solidFill>
            <a:srgbClr val="4A82FF">
              <a:alpha val="55000"/>
            </a:srgbClr>
          </a:solidFill>
          <a:ln w="12700">
            <a:solidFill>
              <a:srgbClr val="4A82FF"/>
            </a:solidFill>
            <a:prstDash val="solid"/>
          </a:ln>
        </p:spPr>
      </p:sp>
      <p:sp>
        <p:nvSpPr>
          <p:cNvPr id="14" name="Shape 12"/>
          <p:cNvSpPr/>
          <p:nvPr/>
        </p:nvSpPr>
        <p:spPr>
          <a:xfrm>
            <a:off x="3225291" y="4205717"/>
            <a:ext cx="64008" cy="64008"/>
          </a:xfrm>
          <a:prstGeom prst="ellipse">
            <a:avLst/>
          </a:prstGeom>
          <a:solidFill>
            <a:srgbClr val="4A82FF">
              <a:alpha val="55000"/>
            </a:srgbClr>
          </a:solidFill>
          <a:ln w="12700">
            <a:solidFill>
              <a:srgbClr val="4A82FF"/>
            </a:solidFill>
            <a:prstDash val="solid"/>
          </a:ln>
        </p:spPr>
      </p:sp>
      <p:sp>
        <p:nvSpPr>
          <p:cNvPr id="15" name="Shape 13"/>
          <p:cNvSpPr/>
          <p:nvPr/>
        </p:nvSpPr>
        <p:spPr>
          <a:xfrm>
            <a:off x="3089915" y="4218794"/>
            <a:ext cx="64008" cy="64008"/>
          </a:xfrm>
          <a:prstGeom prst="ellipse">
            <a:avLst/>
          </a:prstGeom>
          <a:solidFill>
            <a:srgbClr val="4A82FF">
              <a:alpha val="55000"/>
            </a:srgbClr>
          </a:solidFill>
          <a:ln w="12700">
            <a:solidFill>
              <a:srgbClr val="4A82FF"/>
            </a:solidFill>
            <a:prstDash val="solid"/>
          </a:ln>
        </p:spPr>
      </p:sp>
      <p:sp>
        <p:nvSpPr>
          <p:cNvPr id="16" name="Shape 14"/>
          <p:cNvSpPr/>
          <p:nvPr/>
        </p:nvSpPr>
        <p:spPr>
          <a:xfrm>
            <a:off x="4366789" y="4117813"/>
            <a:ext cx="64008" cy="64008"/>
          </a:xfrm>
          <a:prstGeom prst="ellipse">
            <a:avLst/>
          </a:prstGeom>
          <a:solidFill>
            <a:srgbClr val="4A82FF">
              <a:alpha val="55000"/>
            </a:srgbClr>
          </a:solidFill>
          <a:ln w="12700">
            <a:solidFill>
              <a:srgbClr val="4A82FF"/>
            </a:solidFill>
            <a:prstDash val="solid"/>
          </a:ln>
        </p:spPr>
      </p:sp>
      <p:sp>
        <p:nvSpPr>
          <p:cNvPr id="17" name="Shape 15"/>
          <p:cNvSpPr/>
          <p:nvPr/>
        </p:nvSpPr>
        <p:spPr>
          <a:xfrm>
            <a:off x="2706120" y="4366577"/>
            <a:ext cx="64008" cy="64008"/>
          </a:xfrm>
          <a:prstGeom prst="ellipse">
            <a:avLst/>
          </a:prstGeom>
          <a:solidFill>
            <a:srgbClr val="4A82FF">
              <a:alpha val="55000"/>
            </a:srgbClr>
          </a:solidFill>
          <a:ln w="12700">
            <a:solidFill>
              <a:srgbClr val="4A82FF"/>
            </a:solidFill>
            <a:prstDash val="solid"/>
          </a:ln>
        </p:spPr>
      </p:sp>
      <p:sp>
        <p:nvSpPr>
          <p:cNvPr id="18" name="Shape 16"/>
          <p:cNvSpPr/>
          <p:nvPr/>
        </p:nvSpPr>
        <p:spPr>
          <a:xfrm>
            <a:off x="3022657" y="4542686"/>
            <a:ext cx="64008" cy="64008"/>
          </a:xfrm>
          <a:prstGeom prst="ellipse">
            <a:avLst/>
          </a:prstGeom>
          <a:solidFill>
            <a:srgbClr val="4A82FF">
              <a:alpha val="55000"/>
            </a:srgbClr>
          </a:solidFill>
          <a:ln w="12700">
            <a:solidFill>
              <a:srgbClr val="4A82FF"/>
            </a:solidFill>
            <a:prstDash val="solid"/>
          </a:ln>
        </p:spPr>
      </p:sp>
      <p:sp>
        <p:nvSpPr>
          <p:cNvPr id="19" name="Shape 17"/>
          <p:cNvSpPr/>
          <p:nvPr/>
        </p:nvSpPr>
        <p:spPr>
          <a:xfrm>
            <a:off x="3646822" y="3935134"/>
            <a:ext cx="64008" cy="64008"/>
          </a:xfrm>
          <a:prstGeom prst="ellipse">
            <a:avLst/>
          </a:prstGeom>
          <a:solidFill>
            <a:srgbClr val="4A82FF">
              <a:alpha val="55000"/>
            </a:srgbClr>
          </a:solidFill>
          <a:ln w="12700">
            <a:solidFill>
              <a:srgbClr val="4A82FF"/>
            </a:solidFill>
            <a:prstDash val="solid"/>
          </a:ln>
        </p:spPr>
      </p:sp>
      <p:sp>
        <p:nvSpPr>
          <p:cNvPr id="20" name="Shape 18"/>
          <p:cNvSpPr/>
          <p:nvPr/>
        </p:nvSpPr>
        <p:spPr>
          <a:xfrm>
            <a:off x="3658295" y="4400491"/>
            <a:ext cx="64008" cy="64008"/>
          </a:xfrm>
          <a:prstGeom prst="ellipse">
            <a:avLst/>
          </a:prstGeom>
          <a:solidFill>
            <a:srgbClr val="4A82FF">
              <a:alpha val="55000"/>
            </a:srgbClr>
          </a:solidFill>
          <a:ln w="12700">
            <a:solidFill>
              <a:srgbClr val="4A82FF"/>
            </a:solidFill>
            <a:prstDash val="solid"/>
          </a:ln>
        </p:spPr>
      </p:sp>
      <p:sp>
        <p:nvSpPr>
          <p:cNvPr id="21" name="Shape 19"/>
          <p:cNvSpPr/>
          <p:nvPr/>
        </p:nvSpPr>
        <p:spPr>
          <a:xfrm>
            <a:off x="3624445" y="4192359"/>
            <a:ext cx="64008" cy="64008"/>
          </a:xfrm>
          <a:prstGeom prst="ellipse">
            <a:avLst/>
          </a:prstGeom>
          <a:solidFill>
            <a:srgbClr val="4A82FF">
              <a:alpha val="55000"/>
            </a:srgbClr>
          </a:solidFill>
          <a:ln w="12700">
            <a:solidFill>
              <a:srgbClr val="4A82FF"/>
            </a:solidFill>
            <a:prstDash val="solid"/>
          </a:ln>
        </p:spPr>
      </p:sp>
      <p:sp>
        <p:nvSpPr>
          <p:cNvPr id="22" name="Shape 20"/>
          <p:cNvSpPr/>
          <p:nvPr/>
        </p:nvSpPr>
        <p:spPr>
          <a:xfrm>
            <a:off x="2544331" y="4321680"/>
            <a:ext cx="64008" cy="64008"/>
          </a:xfrm>
          <a:prstGeom prst="ellipse">
            <a:avLst/>
          </a:prstGeom>
          <a:solidFill>
            <a:srgbClr val="4A82FF">
              <a:alpha val="55000"/>
            </a:srgbClr>
          </a:solidFill>
          <a:ln w="12700">
            <a:solidFill>
              <a:srgbClr val="4A82FF"/>
            </a:solidFill>
            <a:prstDash val="solid"/>
          </a:ln>
        </p:spPr>
      </p:sp>
      <p:sp>
        <p:nvSpPr>
          <p:cNvPr id="23" name="Shape 21"/>
          <p:cNvSpPr/>
          <p:nvPr/>
        </p:nvSpPr>
        <p:spPr>
          <a:xfrm>
            <a:off x="3711871" y="4337160"/>
            <a:ext cx="64008" cy="64008"/>
          </a:xfrm>
          <a:prstGeom prst="ellipse">
            <a:avLst/>
          </a:prstGeom>
          <a:solidFill>
            <a:srgbClr val="4A82FF">
              <a:alpha val="55000"/>
            </a:srgbClr>
          </a:solidFill>
          <a:ln w="12700">
            <a:solidFill>
              <a:srgbClr val="4A82FF"/>
            </a:solidFill>
            <a:prstDash val="solid"/>
          </a:ln>
        </p:spPr>
      </p:sp>
      <p:sp>
        <p:nvSpPr>
          <p:cNvPr id="24" name="Shape 22"/>
          <p:cNvSpPr/>
          <p:nvPr/>
        </p:nvSpPr>
        <p:spPr>
          <a:xfrm>
            <a:off x="2475454" y="4039539"/>
            <a:ext cx="64008" cy="64008"/>
          </a:xfrm>
          <a:prstGeom prst="ellipse">
            <a:avLst/>
          </a:prstGeom>
          <a:solidFill>
            <a:srgbClr val="4A82FF">
              <a:alpha val="55000"/>
            </a:srgbClr>
          </a:solidFill>
          <a:ln w="12700">
            <a:solidFill>
              <a:srgbClr val="4A82FF"/>
            </a:solidFill>
            <a:prstDash val="solid"/>
          </a:ln>
        </p:spPr>
      </p:sp>
      <p:sp>
        <p:nvSpPr>
          <p:cNvPr id="25" name="Shape 23"/>
          <p:cNvSpPr/>
          <p:nvPr/>
        </p:nvSpPr>
        <p:spPr>
          <a:xfrm>
            <a:off x="2831553" y="4299894"/>
            <a:ext cx="64008" cy="64008"/>
          </a:xfrm>
          <a:prstGeom prst="ellipse">
            <a:avLst/>
          </a:prstGeom>
          <a:solidFill>
            <a:srgbClr val="4A82FF">
              <a:alpha val="55000"/>
            </a:srgbClr>
          </a:solidFill>
          <a:ln w="12700">
            <a:solidFill>
              <a:srgbClr val="4A82FF"/>
            </a:solidFill>
            <a:prstDash val="solid"/>
          </a:ln>
        </p:spPr>
      </p:sp>
      <p:sp>
        <p:nvSpPr>
          <p:cNvPr id="26" name="Shape 24"/>
          <p:cNvSpPr/>
          <p:nvPr/>
        </p:nvSpPr>
        <p:spPr>
          <a:xfrm>
            <a:off x="2708928" y="4216337"/>
            <a:ext cx="64008" cy="64008"/>
          </a:xfrm>
          <a:prstGeom prst="ellipse">
            <a:avLst/>
          </a:prstGeom>
          <a:solidFill>
            <a:srgbClr val="4A82FF">
              <a:alpha val="55000"/>
            </a:srgbClr>
          </a:solidFill>
          <a:ln w="12700">
            <a:solidFill>
              <a:srgbClr val="4A82FF"/>
            </a:solidFill>
            <a:prstDash val="solid"/>
          </a:ln>
        </p:spPr>
      </p:sp>
      <p:sp>
        <p:nvSpPr>
          <p:cNvPr id="27" name="Shape 25"/>
          <p:cNvSpPr/>
          <p:nvPr/>
        </p:nvSpPr>
        <p:spPr>
          <a:xfrm>
            <a:off x="3100811" y="4269378"/>
            <a:ext cx="64008" cy="64008"/>
          </a:xfrm>
          <a:prstGeom prst="ellipse">
            <a:avLst/>
          </a:prstGeom>
          <a:solidFill>
            <a:srgbClr val="4A82FF">
              <a:alpha val="55000"/>
            </a:srgbClr>
          </a:solidFill>
          <a:ln w="12700">
            <a:solidFill>
              <a:srgbClr val="4A82FF"/>
            </a:solidFill>
            <a:prstDash val="solid"/>
          </a:ln>
        </p:spPr>
      </p:sp>
      <p:sp>
        <p:nvSpPr>
          <p:cNvPr id="28" name="Shape 26"/>
          <p:cNvSpPr/>
          <p:nvPr/>
        </p:nvSpPr>
        <p:spPr>
          <a:xfrm>
            <a:off x="3803511" y="4229445"/>
            <a:ext cx="64008" cy="64008"/>
          </a:xfrm>
          <a:prstGeom prst="ellipse">
            <a:avLst/>
          </a:prstGeom>
          <a:solidFill>
            <a:srgbClr val="4A82FF">
              <a:alpha val="55000"/>
            </a:srgbClr>
          </a:solidFill>
          <a:ln w="12700">
            <a:solidFill>
              <a:srgbClr val="4A82FF"/>
            </a:solidFill>
            <a:prstDash val="solid"/>
          </a:ln>
        </p:spPr>
      </p:sp>
      <p:sp>
        <p:nvSpPr>
          <p:cNvPr id="29" name="Shape 27"/>
          <p:cNvSpPr/>
          <p:nvPr/>
        </p:nvSpPr>
        <p:spPr>
          <a:xfrm>
            <a:off x="3431866" y="4351351"/>
            <a:ext cx="64008" cy="64008"/>
          </a:xfrm>
          <a:prstGeom prst="ellipse">
            <a:avLst/>
          </a:prstGeom>
          <a:solidFill>
            <a:srgbClr val="4A82FF">
              <a:alpha val="55000"/>
            </a:srgbClr>
          </a:solidFill>
          <a:ln w="12700">
            <a:solidFill>
              <a:srgbClr val="4A82FF"/>
            </a:solidFill>
            <a:prstDash val="solid"/>
          </a:ln>
        </p:spPr>
      </p:sp>
      <p:sp>
        <p:nvSpPr>
          <p:cNvPr id="30" name="Shape 28"/>
          <p:cNvSpPr/>
          <p:nvPr/>
        </p:nvSpPr>
        <p:spPr>
          <a:xfrm>
            <a:off x="2802825" y="4153442"/>
            <a:ext cx="64008" cy="64008"/>
          </a:xfrm>
          <a:prstGeom prst="ellipse">
            <a:avLst/>
          </a:prstGeom>
          <a:solidFill>
            <a:srgbClr val="4A82FF">
              <a:alpha val="55000"/>
            </a:srgbClr>
          </a:solidFill>
          <a:ln w="12700">
            <a:solidFill>
              <a:srgbClr val="4A82FF"/>
            </a:solidFill>
            <a:prstDash val="solid"/>
          </a:ln>
        </p:spPr>
      </p:sp>
      <p:sp>
        <p:nvSpPr>
          <p:cNvPr id="31" name="Shape 29"/>
          <p:cNvSpPr/>
          <p:nvPr/>
        </p:nvSpPr>
        <p:spPr>
          <a:xfrm>
            <a:off x="2649404" y="4005485"/>
            <a:ext cx="64008" cy="64008"/>
          </a:xfrm>
          <a:prstGeom prst="ellipse">
            <a:avLst/>
          </a:prstGeom>
          <a:solidFill>
            <a:srgbClr val="4A82FF">
              <a:alpha val="55000"/>
            </a:srgbClr>
          </a:solidFill>
          <a:ln w="12700">
            <a:solidFill>
              <a:srgbClr val="4A82FF"/>
            </a:solidFill>
            <a:prstDash val="solid"/>
          </a:ln>
        </p:spPr>
      </p:sp>
      <p:sp>
        <p:nvSpPr>
          <p:cNvPr id="32" name="Shape 30"/>
          <p:cNvSpPr/>
          <p:nvPr/>
        </p:nvSpPr>
        <p:spPr>
          <a:xfrm>
            <a:off x="3194006" y="3939753"/>
            <a:ext cx="64008" cy="64008"/>
          </a:xfrm>
          <a:prstGeom prst="ellipse">
            <a:avLst/>
          </a:prstGeom>
          <a:solidFill>
            <a:srgbClr val="4A82FF">
              <a:alpha val="55000"/>
            </a:srgbClr>
          </a:solidFill>
          <a:ln w="12700">
            <a:solidFill>
              <a:srgbClr val="4A82FF"/>
            </a:solidFill>
            <a:prstDash val="solid"/>
          </a:ln>
        </p:spPr>
      </p:sp>
      <p:sp>
        <p:nvSpPr>
          <p:cNvPr id="33" name="Shape 31"/>
          <p:cNvSpPr/>
          <p:nvPr/>
        </p:nvSpPr>
        <p:spPr>
          <a:xfrm>
            <a:off x="3509928" y="3871414"/>
            <a:ext cx="64008" cy="64008"/>
          </a:xfrm>
          <a:prstGeom prst="ellipse">
            <a:avLst/>
          </a:prstGeom>
          <a:solidFill>
            <a:srgbClr val="4A82FF">
              <a:alpha val="55000"/>
            </a:srgbClr>
          </a:solidFill>
          <a:ln w="12700">
            <a:solidFill>
              <a:srgbClr val="4A82FF"/>
            </a:solidFill>
            <a:prstDash val="solid"/>
          </a:ln>
        </p:spPr>
      </p:sp>
      <p:sp>
        <p:nvSpPr>
          <p:cNvPr id="34" name="Shape 32"/>
          <p:cNvSpPr/>
          <p:nvPr/>
        </p:nvSpPr>
        <p:spPr>
          <a:xfrm>
            <a:off x="3230432" y="4592069"/>
            <a:ext cx="64008" cy="64008"/>
          </a:xfrm>
          <a:prstGeom prst="ellipse">
            <a:avLst/>
          </a:prstGeom>
          <a:solidFill>
            <a:srgbClr val="4A82FF">
              <a:alpha val="55000"/>
            </a:srgbClr>
          </a:solidFill>
          <a:ln w="12700">
            <a:solidFill>
              <a:srgbClr val="4A82FF"/>
            </a:solidFill>
            <a:prstDash val="solid"/>
          </a:ln>
        </p:spPr>
      </p:sp>
      <p:sp>
        <p:nvSpPr>
          <p:cNvPr id="35" name="Shape 33"/>
          <p:cNvSpPr/>
          <p:nvPr/>
        </p:nvSpPr>
        <p:spPr>
          <a:xfrm>
            <a:off x="3312258" y="3963810"/>
            <a:ext cx="64008" cy="64008"/>
          </a:xfrm>
          <a:prstGeom prst="ellipse">
            <a:avLst/>
          </a:prstGeom>
          <a:solidFill>
            <a:srgbClr val="4A82FF">
              <a:alpha val="55000"/>
            </a:srgbClr>
          </a:solidFill>
          <a:ln w="12700">
            <a:solidFill>
              <a:srgbClr val="4A82FF"/>
            </a:solidFill>
            <a:prstDash val="solid"/>
          </a:ln>
        </p:spPr>
      </p:sp>
      <p:sp>
        <p:nvSpPr>
          <p:cNvPr id="36" name="Shape 34"/>
          <p:cNvSpPr/>
          <p:nvPr/>
        </p:nvSpPr>
        <p:spPr>
          <a:xfrm>
            <a:off x="2724075" y="4155569"/>
            <a:ext cx="64008" cy="64008"/>
          </a:xfrm>
          <a:prstGeom prst="ellipse">
            <a:avLst/>
          </a:prstGeom>
          <a:solidFill>
            <a:srgbClr val="4A82FF">
              <a:alpha val="55000"/>
            </a:srgbClr>
          </a:solidFill>
          <a:ln w="12700">
            <a:solidFill>
              <a:srgbClr val="4A82FF"/>
            </a:solidFill>
            <a:prstDash val="solid"/>
          </a:ln>
        </p:spPr>
      </p:sp>
      <p:sp>
        <p:nvSpPr>
          <p:cNvPr id="37" name="Shape 35"/>
          <p:cNvSpPr/>
          <p:nvPr/>
        </p:nvSpPr>
        <p:spPr>
          <a:xfrm>
            <a:off x="3604390" y="4384583"/>
            <a:ext cx="64008" cy="64008"/>
          </a:xfrm>
          <a:prstGeom prst="ellipse">
            <a:avLst/>
          </a:prstGeom>
          <a:solidFill>
            <a:srgbClr val="4A82FF">
              <a:alpha val="55000"/>
            </a:srgbClr>
          </a:solidFill>
          <a:ln w="12700">
            <a:solidFill>
              <a:srgbClr val="4A82FF"/>
            </a:solidFill>
            <a:prstDash val="solid"/>
          </a:ln>
        </p:spPr>
      </p:sp>
      <p:sp>
        <p:nvSpPr>
          <p:cNvPr id="38" name="Shape 36"/>
          <p:cNvSpPr/>
          <p:nvPr/>
        </p:nvSpPr>
        <p:spPr>
          <a:xfrm>
            <a:off x="3266029" y="4426181"/>
            <a:ext cx="64008" cy="64008"/>
          </a:xfrm>
          <a:prstGeom prst="ellipse">
            <a:avLst/>
          </a:prstGeom>
          <a:solidFill>
            <a:srgbClr val="4A82FF">
              <a:alpha val="55000"/>
            </a:srgbClr>
          </a:solidFill>
          <a:ln w="12700">
            <a:solidFill>
              <a:srgbClr val="4A82FF"/>
            </a:solidFill>
            <a:prstDash val="solid"/>
          </a:ln>
        </p:spPr>
      </p:sp>
      <p:sp>
        <p:nvSpPr>
          <p:cNvPr id="39" name="Shape 37"/>
          <p:cNvSpPr/>
          <p:nvPr/>
        </p:nvSpPr>
        <p:spPr>
          <a:xfrm>
            <a:off x="2691764" y="4135760"/>
            <a:ext cx="64008" cy="64008"/>
          </a:xfrm>
          <a:prstGeom prst="ellipse">
            <a:avLst/>
          </a:prstGeom>
          <a:solidFill>
            <a:srgbClr val="4A82FF">
              <a:alpha val="55000"/>
            </a:srgbClr>
          </a:solidFill>
          <a:ln w="12700">
            <a:solidFill>
              <a:srgbClr val="4A82FF"/>
            </a:solidFill>
            <a:prstDash val="solid"/>
          </a:ln>
        </p:spPr>
      </p:sp>
      <p:sp>
        <p:nvSpPr>
          <p:cNvPr id="40" name="Shape 38"/>
          <p:cNvSpPr/>
          <p:nvPr/>
        </p:nvSpPr>
        <p:spPr>
          <a:xfrm>
            <a:off x="3682201" y="3579810"/>
            <a:ext cx="64008" cy="64008"/>
          </a:xfrm>
          <a:prstGeom prst="ellipse">
            <a:avLst/>
          </a:prstGeom>
          <a:solidFill>
            <a:srgbClr val="4A82FF">
              <a:alpha val="55000"/>
            </a:srgbClr>
          </a:solidFill>
          <a:ln w="12700">
            <a:solidFill>
              <a:srgbClr val="4A82FF"/>
            </a:solidFill>
            <a:prstDash val="solid"/>
          </a:ln>
        </p:spPr>
      </p:sp>
      <p:sp>
        <p:nvSpPr>
          <p:cNvPr id="41" name="Shape 39"/>
          <p:cNvSpPr/>
          <p:nvPr/>
        </p:nvSpPr>
        <p:spPr>
          <a:xfrm>
            <a:off x="3795204" y="4314855"/>
            <a:ext cx="64008" cy="64008"/>
          </a:xfrm>
          <a:prstGeom prst="ellipse">
            <a:avLst/>
          </a:prstGeom>
          <a:solidFill>
            <a:srgbClr val="4A82FF">
              <a:alpha val="55000"/>
            </a:srgbClr>
          </a:solidFill>
          <a:ln w="12700">
            <a:solidFill>
              <a:srgbClr val="4A82FF"/>
            </a:solidFill>
            <a:prstDash val="solid"/>
          </a:ln>
        </p:spPr>
      </p:sp>
      <p:sp>
        <p:nvSpPr>
          <p:cNvPr id="42" name="Shape 40"/>
          <p:cNvSpPr/>
          <p:nvPr/>
        </p:nvSpPr>
        <p:spPr>
          <a:xfrm>
            <a:off x="3605165" y="3704138"/>
            <a:ext cx="64008" cy="64008"/>
          </a:xfrm>
          <a:prstGeom prst="ellipse">
            <a:avLst/>
          </a:prstGeom>
          <a:solidFill>
            <a:srgbClr val="4A82FF">
              <a:alpha val="55000"/>
            </a:srgbClr>
          </a:solidFill>
          <a:ln w="12700">
            <a:solidFill>
              <a:srgbClr val="4A82FF"/>
            </a:solidFill>
            <a:prstDash val="solid"/>
          </a:ln>
        </p:spPr>
      </p:sp>
      <p:sp>
        <p:nvSpPr>
          <p:cNvPr id="43" name="Shape 41"/>
          <p:cNvSpPr/>
          <p:nvPr/>
        </p:nvSpPr>
        <p:spPr>
          <a:xfrm>
            <a:off x="2038955" y="3834859"/>
            <a:ext cx="64008" cy="64008"/>
          </a:xfrm>
          <a:prstGeom prst="ellipse">
            <a:avLst/>
          </a:prstGeom>
          <a:solidFill>
            <a:srgbClr val="4A82FF">
              <a:alpha val="55000"/>
            </a:srgbClr>
          </a:solidFill>
          <a:ln w="12700">
            <a:solidFill>
              <a:srgbClr val="4A82FF"/>
            </a:solidFill>
            <a:prstDash val="solid"/>
          </a:ln>
        </p:spPr>
      </p:sp>
      <p:sp>
        <p:nvSpPr>
          <p:cNvPr id="44" name="Shape 42"/>
          <p:cNvSpPr/>
          <p:nvPr/>
        </p:nvSpPr>
        <p:spPr>
          <a:xfrm>
            <a:off x="3570979" y="3809724"/>
            <a:ext cx="64008" cy="64008"/>
          </a:xfrm>
          <a:prstGeom prst="ellipse">
            <a:avLst/>
          </a:prstGeom>
          <a:solidFill>
            <a:srgbClr val="4A82FF">
              <a:alpha val="55000"/>
            </a:srgbClr>
          </a:solidFill>
          <a:ln w="12700">
            <a:solidFill>
              <a:srgbClr val="4A82FF"/>
            </a:solidFill>
            <a:prstDash val="solid"/>
          </a:ln>
        </p:spPr>
      </p:sp>
      <p:sp>
        <p:nvSpPr>
          <p:cNvPr id="45" name="Shape 43"/>
          <p:cNvSpPr/>
          <p:nvPr/>
        </p:nvSpPr>
        <p:spPr>
          <a:xfrm>
            <a:off x="2972989" y="4356986"/>
            <a:ext cx="64008" cy="64008"/>
          </a:xfrm>
          <a:prstGeom prst="ellipse">
            <a:avLst/>
          </a:prstGeom>
          <a:solidFill>
            <a:srgbClr val="4A82FF">
              <a:alpha val="55000"/>
            </a:srgbClr>
          </a:solidFill>
          <a:ln w="12700">
            <a:solidFill>
              <a:srgbClr val="4A82FF"/>
            </a:solidFill>
            <a:prstDash val="solid"/>
          </a:ln>
        </p:spPr>
      </p:sp>
      <p:sp>
        <p:nvSpPr>
          <p:cNvPr id="46" name="Shape 44"/>
          <p:cNvSpPr/>
          <p:nvPr/>
        </p:nvSpPr>
        <p:spPr>
          <a:xfrm>
            <a:off x="2969961" y="4160191"/>
            <a:ext cx="64008" cy="64008"/>
          </a:xfrm>
          <a:prstGeom prst="ellipse">
            <a:avLst/>
          </a:prstGeom>
          <a:solidFill>
            <a:srgbClr val="4A82FF">
              <a:alpha val="55000"/>
            </a:srgbClr>
          </a:solidFill>
          <a:ln w="12700">
            <a:solidFill>
              <a:srgbClr val="4A82FF"/>
            </a:solidFill>
            <a:prstDash val="solid"/>
          </a:ln>
        </p:spPr>
      </p:sp>
      <p:sp>
        <p:nvSpPr>
          <p:cNvPr id="47" name="Shape 45"/>
          <p:cNvSpPr/>
          <p:nvPr/>
        </p:nvSpPr>
        <p:spPr>
          <a:xfrm>
            <a:off x="3452708" y="4048178"/>
            <a:ext cx="64008" cy="64008"/>
          </a:xfrm>
          <a:prstGeom prst="ellipse">
            <a:avLst/>
          </a:prstGeom>
          <a:solidFill>
            <a:srgbClr val="4A82FF">
              <a:alpha val="55000"/>
            </a:srgbClr>
          </a:solidFill>
          <a:ln w="12700">
            <a:solidFill>
              <a:srgbClr val="4A82FF"/>
            </a:solidFill>
            <a:prstDash val="solid"/>
          </a:ln>
        </p:spPr>
      </p:sp>
      <p:sp>
        <p:nvSpPr>
          <p:cNvPr id="48" name="Shape 46"/>
          <p:cNvSpPr/>
          <p:nvPr/>
        </p:nvSpPr>
        <p:spPr>
          <a:xfrm>
            <a:off x="3568618" y="4555695"/>
            <a:ext cx="64008" cy="64008"/>
          </a:xfrm>
          <a:prstGeom prst="ellipse">
            <a:avLst/>
          </a:prstGeom>
          <a:solidFill>
            <a:srgbClr val="4A82FF">
              <a:alpha val="55000"/>
            </a:srgbClr>
          </a:solidFill>
          <a:ln w="12700">
            <a:solidFill>
              <a:srgbClr val="4A82FF"/>
            </a:solidFill>
            <a:prstDash val="solid"/>
          </a:ln>
        </p:spPr>
      </p:sp>
      <p:sp>
        <p:nvSpPr>
          <p:cNvPr id="49" name="Shape 47"/>
          <p:cNvSpPr/>
          <p:nvPr/>
        </p:nvSpPr>
        <p:spPr>
          <a:xfrm>
            <a:off x="2249105" y="3814753"/>
            <a:ext cx="64008" cy="64008"/>
          </a:xfrm>
          <a:prstGeom prst="ellipse">
            <a:avLst/>
          </a:prstGeom>
          <a:solidFill>
            <a:srgbClr val="4A82FF">
              <a:alpha val="55000"/>
            </a:srgbClr>
          </a:solidFill>
          <a:ln w="12700">
            <a:solidFill>
              <a:srgbClr val="4A82FF"/>
            </a:solidFill>
            <a:prstDash val="solid"/>
          </a:ln>
        </p:spPr>
      </p:sp>
      <p:sp>
        <p:nvSpPr>
          <p:cNvPr id="50" name="Shape 48"/>
          <p:cNvSpPr/>
          <p:nvPr/>
        </p:nvSpPr>
        <p:spPr>
          <a:xfrm>
            <a:off x="2429205" y="3840646"/>
            <a:ext cx="64008" cy="64008"/>
          </a:xfrm>
          <a:prstGeom prst="ellipse">
            <a:avLst/>
          </a:prstGeom>
          <a:solidFill>
            <a:srgbClr val="4A82FF">
              <a:alpha val="55000"/>
            </a:srgbClr>
          </a:solidFill>
          <a:ln w="12700">
            <a:solidFill>
              <a:srgbClr val="4A82FF"/>
            </a:solidFill>
            <a:prstDash val="solid"/>
          </a:ln>
        </p:spPr>
      </p:sp>
      <p:sp>
        <p:nvSpPr>
          <p:cNvPr id="51" name="Shape 49"/>
          <p:cNvSpPr/>
          <p:nvPr/>
        </p:nvSpPr>
        <p:spPr>
          <a:xfrm>
            <a:off x="3143592" y="4424232"/>
            <a:ext cx="64008" cy="64008"/>
          </a:xfrm>
          <a:prstGeom prst="ellipse">
            <a:avLst/>
          </a:prstGeom>
          <a:solidFill>
            <a:srgbClr val="4A82FF">
              <a:alpha val="55000"/>
            </a:srgbClr>
          </a:solidFill>
          <a:ln w="12700">
            <a:solidFill>
              <a:srgbClr val="4A82FF"/>
            </a:solidFill>
            <a:prstDash val="solid"/>
          </a:ln>
        </p:spPr>
      </p:sp>
      <p:sp>
        <p:nvSpPr>
          <p:cNvPr id="52" name="Shape 50"/>
          <p:cNvSpPr/>
          <p:nvPr/>
        </p:nvSpPr>
        <p:spPr>
          <a:xfrm>
            <a:off x="3299982" y="4445106"/>
            <a:ext cx="64008" cy="64008"/>
          </a:xfrm>
          <a:prstGeom prst="ellipse">
            <a:avLst/>
          </a:prstGeom>
          <a:solidFill>
            <a:srgbClr val="4A82FF">
              <a:alpha val="55000"/>
            </a:srgbClr>
          </a:solidFill>
          <a:ln w="12700">
            <a:solidFill>
              <a:srgbClr val="4A82FF"/>
            </a:solidFill>
            <a:prstDash val="solid"/>
          </a:ln>
        </p:spPr>
      </p:sp>
      <p:sp>
        <p:nvSpPr>
          <p:cNvPr id="53" name="Shape 51"/>
          <p:cNvSpPr/>
          <p:nvPr/>
        </p:nvSpPr>
        <p:spPr>
          <a:xfrm>
            <a:off x="2252558" y="4164100"/>
            <a:ext cx="64008" cy="64008"/>
          </a:xfrm>
          <a:prstGeom prst="ellipse">
            <a:avLst/>
          </a:prstGeom>
          <a:solidFill>
            <a:srgbClr val="4A82FF">
              <a:alpha val="55000"/>
            </a:srgbClr>
          </a:solidFill>
          <a:ln w="12700">
            <a:solidFill>
              <a:srgbClr val="4A82FF"/>
            </a:solidFill>
            <a:prstDash val="solid"/>
          </a:ln>
        </p:spPr>
      </p:sp>
      <p:sp>
        <p:nvSpPr>
          <p:cNvPr id="54" name="Shape 52"/>
          <p:cNvSpPr/>
          <p:nvPr/>
        </p:nvSpPr>
        <p:spPr>
          <a:xfrm>
            <a:off x="3519084" y="4354866"/>
            <a:ext cx="64008" cy="64008"/>
          </a:xfrm>
          <a:prstGeom prst="ellipse">
            <a:avLst/>
          </a:prstGeom>
          <a:solidFill>
            <a:srgbClr val="4A82FF">
              <a:alpha val="55000"/>
            </a:srgbClr>
          </a:solidFill>
          <a:ln w="12700">
            <a:solidFill>
              <a:srgbClr val="4A82FF"/>
            </a:solidFill>
            <a:prstDash val="solid"/>
          </a:ln>
        </p:spPr>
      </p:sp>
      <p:sp>
        <p:nvSpPr>
          <p:cNvPr id="55" name="Shape 53"/>
          <p:cNvSpPr/>
          <p:nvPr/>
        </p:nvSpPr>
        <p:spPr>
          <a:xfrm>
            <a:off x="2967316" y="4245533"/>
            <a:ext cx="64008" cy="64008"/>
          </a:xfrm>
          <a:prstGeom prst="ellipse">
            <a:avLst/>
          </a:prstGeom>
          <a:solidFill>
            <a:srgbClr val="4A82FF">
              <a:alpha val="55000"/>
            </a:srgbClr>
          </a:solidFill>
          <a:ln w="12700">
            <a:solidFill>
              <a:srgbClr val="4A82FF"/>
            </a:solidFill>
            <a:prstDash val="solid"/>
          </a:ln>
        </p:spPr>
      </p:sp>
      <p:sp>
        <p:nvSpPr>
          <p:cNvPr id="56" name="Shape 54"/>
          <p:cNvSpPr/>
          <p:nvPr/>
        </p:nvSpPr>
        <p:spPr>
          <a:xfrm>
            <a:off x="3188896" y="3843106"/>
            <a:ext cx="64008" cy="64008"/>
          </a:xfrm>
          <a:prstGeom prst="ellipse">
            <a:avLst/>
          </a:prstGeom>
          <a:solidFill>
            <a:srgbClr val="4A82FF">
              <a:alpha val="55000"/>
            </a:srgbClr>
          </a:solidFill>
          <a:ln w="12700">
            <a:solidFill>
              <a:srgbClr val="4A82FF"/>
            </a:solidFill>
            <a:prstDash val="solid"/>
          </a:ln>
        </p:spPr>
      </p:sp>
      <p:sp>
        <p:nvSpPr>
          <p:cNvPr id="57" name="Shape 55"/>
          <p:cNvSpPr/>
          <p:nvPr/>
        </p:nvSpPr>
        <p:spPr>
          <a:xfrm>
            <a:off x="2511847" y="4045396"/>
            <a:ext cx="64008" cy="64008"/>
          </a:xfrm>
          <a:prstGeom prst="ellipse">
            <a:avLst/>
          </a:prstGeom>
          <a:solidFill>
            <a:srgbClr val="4A82FF">
              <a:alpha val="55000"/>
            </a:srgbClr>
          </a:solidFill>
          <a:ln w="12700">
            <a:solidFill>
              <a:srgbClr val="4A82FF"/>
            </a:solidFill>
            <a:prstDash val="solid"/>
          </a:ln>
        </p:spPr>
      </p:sp>
      <p:sp>
        <p:nvSpPr>
          <p:cNvPr id="58" name="Shape 56"/>
          <p:cNvSpPr/>
          <p:nvPr/>
        </p:nvSpPr>
        <p:spPr>
          <a:xfrm>
            <a:off x="3379691" y="4167973"/>
            <a:ext cx="64008" cy="64008"/>
          </a:xfrm>
          <a:prstGeom prst="ellipse">
            <a:avLst/>
          </a:prstGeom>
          <a:solidFill>
            <a:srgbClr val="4A82FF">
              <a:alpha val="55000"/>
            </a:srgbClr>
          </a:solidFill>
          <a:ln w="12700">
            <a:solidFill>
              <a:srgbClr val="4A82FF"/>
            </a:solidFill>
            <a:prstDash val="solid"/>
          </a:ln>
        </p:spPr>
      </p:sp>
      <p:sp>
        <p:nvSpPr>
          <p:cNvPr id="59" name="Shape 57"/>
          <p:cNvSpPr/>
          <p:nvPr/>
        </p:nvSpPr>
        <p:spPr>
          <a:xfrm>
            <a:off x="3429021" y="3885167"/>
            <a:ext cx="64008" cy="64008"/>
          </a:xfrm>
          <a:prstGeom prst="ellipse">
            <a:avLst/>
          </a:prstGeom>
          <a:solidFill>
            <a:srgbClr val="4A82FF">
              <a:alpha val="55000"/>
            </a:srgbClr>
          </a:solidFill>
          <a:ln w="12700">
            <a:solidFill>
              <a:srgbClr val="4A82FF"/>
            </a:solidFill>
            <a:prstDash val="solid"/>
          </a:ln>
        </p:spPr>
      </p:sp>
      <p:sp>
        <p:nvSpPr>
          <p:cNvPr id="60" name="Shape 58"/>
          <p:cNvSpPr/>
          <p:nvPr/>
        </p:nvSpPr>
        <p:spPr>
          <a:xfrm>
            <a:off x="3717208" y="3857899"/>
            <a:ext cx="64008" cy="64008"/>
          </a:xfrm>
          <a:prstGeom prst="ellipse">
            <a:avLst/>
          </a:prstGeom>
          <a:solidFill>
            <a:srgbClr val="4A82FF">
              <a:alpha val="55000"/>
            </a:srgbClr>
          </a:solidFill>
          <a:ln w="12700">
            <a:solidFill>
              <a:srgbClr val="4A82FF"/>
            </a:solidFill>
            <a:prstDash val="solid"/>
          </a:ln>
        </p:spPr>
      </p:sp>
      <p:sp>
        <p:nvSpPr>
          <p:cNvPr id="61" name="Shape 59"/>
          <p:cNvSpPr/>
          <p:nvPr/>
        </p:nvSpPr>
        <p:spPr>
          <a:xfrm>
            <a:off x="2952248" y="4057412"/>
            <a:ext cx="64008" cy="64008"/>
          </a:xfrm>
          <a:prstGeom prst="ellipse">
            <a:avLst/>
          </a:prstGeom>
          <a:solidFill>
            <a:srgbClr val="4A82FF">
              <a:alpha val="55000"/>
            </a:srgbClr>
          </a:solidFill>
          <a:ln w="12700">
            <a:solidFill>
              <a:srgbClr val="4A82FF"/>
            </a:solidFill>
            <a:prstDash val="solid"/>
          </a:ln>
        </p:spPr>
      </p:sp>
      <p:sp>
        <p:nvSpPr>
          <p:cNvPr id="62" name="Shape 60"/>
          <p:cNvSpPr/>
          <p:nvPr/>
        </p:nvSpPr>
        <p:spPr>
          <a:xfrm>
            <a:off x="2981924" y="4425507"/>
            <a:ext cx="64008" cy="64008"/>
          </a:xfrm>
          <a:prstGeom prst="ellipse">
            <a:avLst/>
          </a:prstGeom>
          <a:solidFill>
            <a:srgbClr val="4A82FF">
              <a:alpha val="55000"/>
            </a:srgbClr>
          </a:solidFill>
          <a:ln w="12700">
            <a:solidFill>
              <a:srgbClr val="4A82FF"/>
            </a:solidFill>
            <a:prstDash val="solid"/>
          </a:ln>
        </p:spPr>
      </p:sp>
      <p:sp>
        <p:nvSpPr>
          <p:cNvPr id="63" name="Shape 61"/>
          <p:cNvSpPr/>
          <p:nvPr/>
        </p:nvSpPr>
        <p:spPr>
          <a:xfrm>
            <a:off x="3385366" y="4205360"/>
            <a:ext cx="64008" cy="64008"/>
          </a:xfrm>
          <a:prstGeom prst="ellipse">
            <a:avLst/>
          </a:prstGeom>
          <a:solidFill>
            <a:srgbClr val="4A82FF">
              <a:alpha val="55000"/>
            </a:srgbClr>
          </a:solidFill>
          <a:ln w="12700">
            <a:solidFill>
              <a:srgbClr val="4A82FF"/>
            </a:solidFill>
            <a:prstDash val="solid"/>
          </a:ln>
        </p:spPr>
      </p:sp>
      <p:sp>
        <p:nvSpPr>
          <p:cNvPr id="64" name="Shape 62"/>
          <p:cNvSpPr/>
          <p:nvPr/>
        </p:nvSpPr>
        <p:spPr>
          <a:xfrm>
            <a:off x="2881864" y="4236286"/>
            <a:ext cx="64008" cy="64008"/>
          </a:xfrm>
          <a:prstGeom prst="ellipse">
            <a:avLst/>
          </a:prstGeom>
          <a:solidFill>
            <a:srgbClr val="4A82FF">
              <a:alpha val="55000"/>
            </a:srgbClr>
          </a:solidFill>
          <a:ln w="12700">
            <a:solidFill>
              <a:srgbClr val="4A82FF"/>
            </a:solidFill>
            <a:prstDash val="solid"/>
          </a:ln>
        </p:spPr>
      </p:sp>
      <p:sp>
        <p:nvSpPr>
          <p:cNvPr id="65" name="Shape 63"/>
          <p:cNvSpPr/>
          <p:nvPr/>
        </p:nvSpPr>
        <p:spPr>
          <a:xfrm>
            <a:off x="2773548" y="3863814"/>
            <a:ext cx="64008" cy="64008"/>
          </a:xfrm>
          <a:prstGeom prst="ellipse">
            <a:avLst/>
          </a:prstGeom>
          <a:solidFill>
            <a:srgbClr val="4A82FF">
              <a:alpha val="55000"/>
            </a:srgbClr>
          </a:solidFill>
          <a:ln w="12700">
            <a:solidFill>
              <a:srgbClr val="4A82FF"/>
            </a:solidFill>
            <a:prstDash val="solid"/>
          </a:ln>
        </p:spPr>
      </p:sp>
      <p:sp>
        <p:nvSpPr>
          <p:cNvPr id="66" name="Shape 64"/>
          <p:cNvSpPr/>
          <p:nvPr/>
        </p:nvSpPr>
        <p:spPr>
          <a:xfrm>
            <a:off x="3321369" y="3797091"/>
            <a:ext cx="64008" cy="64008"/>
          </a:xfrm>
          <a:prstGeom prst="ellipse">
            <a:avLst/>
          </a:prstGeom>
          <a:solidFill>
            <a:srgbClr val="4A82FF">
              <a:alpha val="55000"/>
            </a:srgbClr>
          </a:solidFill>
          <a:ln w="12700">
            <a:solidFill>
              <a:srgbClr val="4A82FF"/>
            </a:solidFill>
            <a:prstDash val="solid"/>
          </a:ln>
        </p:spPr>
      </p:sp>
      <p:sp>
        <p:nvSpPr>
          <p:cNvPr id="67" name="Shape 65"/>
          <p:cNvSpPr/>
          <p:nvPr/>
        </p:nvSpPr>
        <p:spPr>
          <a:xfrm>
            <a:off x="4064527" y="3800074"/>
            <a:ext cx="64008" cy="64008"/>
          </a:xfrm>
          <a:prstGeom prst="ellipse">
            <a:avLst/>
          </a:prstGeom>
          <a:solidFill>
            <a:srgbClr val="4A82FF">
              <a:alpha val="55000"/>
            </a:srgbClr>
          </a:solidFill>
          <a:ln w="12700">
            <a:solidFill>
              <a:srgbClr val="4A82FF"/>
            </a:solidFill>
            <a:prstDash val="solid"/>
          </a:ln>
        </p:spPr>
      </p:sp>
      <p:sp>
        <p:nvSpPr>
          <p:cNvPr id="68" name="Shape 66"/>
          <p:cNvSpPr/>
          <p:nvPr/>
        </p:nvSpPr>
        <p:spPr>
          <a:xfrm>
            <a:off x="4146679" y="4933594"/>
            <a:ext cx="64008" cy="64008"/>
          </a:xfrm>
          <a:prstGeom prst="ellipse">
            <a:avLst/>
          </a:prstGeom>
          <a:solidFill>
            <a:srgbClr val="4A82FF">
              <a:alpha val="55000"/>
            </a:srgbClr>
          </a:solidFill>
          <a:ln w="12700">
            <a:solidFill>
              <a:srgbClr val="4A82FF"/>
            </a:solidFill>
            <a:prstDash val="solid"/>
          </a:ln>
        </p:spPr>
      </p:sp>
      <p:sp>
        <p:nvSpPr>
          <p:cNvPr id="69" name="Shape 67"/>
          <p:cNvSpPr/>
          <p:nvPr/>
        </p:nvSpPr>
        <p:spPr>
          <a:xfrm>
            <a:off x="3183178" y="4327444"/>
            <a:ext cx="64008" cy="64008"/>
          </a:xfrm>
          <a:prstGeom prst="ellipse">
            <a:avLst/>
          </a:prstGeom>
          <a:solidFill>
            <a:srgbClr val="4A82FF">
              <a:alpha val="55000"/>
            </a:srgbClr>
          </a:solidFill>
          <a:ln w="12700">
            <a:solidFill>
              <a:srgbClr val="4A82FF"/>
            </a:solidFill>
            <a:prstDash val="solid"/>
          </a:ln>
        </p:spPr>
      </p:sp>
      <p:sp>
        <p:nvSpPr>
          <p:cNvPr id="70" name="Shape 68"/>
          <p:cNvSpPr/>
          <p:nvPr/>
        </p:nvSpPr>
        <p:spPr>
          <a:xfrm>
            <a:off x="2511596" y="4327903"/>
            <a:ext cx="64008" cy="64008"/>
          </a:xfrm>
          <a:prstGeom prst="ellipse">
            <a:avLst/>
          </a:prstGeom>
          <a:solidFill>
            <a:srgbClr val="4A82FF">
              <a:alpha val="55000"/>
            </a:srgbClr>
          </a:solidFill>
          <a:ln w="12700">
            <a:solidFill>
              <a:srgbClr val="4A82FF"/>
            </a:solidFill>
            <a:prstDash val="solid"/>
          </a:ln>
        </p:spPr>
      </p:sp>
      <p:sp>
        <p:nvSpPr>
          <p:cNvPr id="71" name="Shape 69"/>
          <p:cNvSpPr/>
          <p:nvPr/>
        </p:nvSpPr>
        <p:spPr>
          <a:xfrm>
            <a:off x="3238871" y="4319530"/>
            <a:ext cx="64008" cy="64008"/>
          </a:xfrm>
          <a:prstGeom prst="ellipse">
            <a:avLst/>
          </a:prstGeom>
          <a:solidFill>
            <a:srgbClr val="4A82FF">
              <a:alpha val="55000"/>
            </a:srgbClr>
          </a:solidFill>
          <a:ln w="12700">
            <a:solidFill>
              <a:srgbClr val="4A82FF"/>
            </a:solidFill>
            <a:prstDash val="solid"/>
          </a:ln>
        </p:spPr>
      </p:sp>
      <p:sp>
        <p:nvSpPr>
          <p:cNvPr id="72" name="Shape 70"/>
          <p:cNvSpPr/>
          <p:nvPr/>
        </p:nvSpPr>
        <p:spPr>
          <a:xfrm>
            <a:off x="2756052" y="4309282"/>
            <a:ext cx="64008" cy="64008"/>
          </a:xfrm>
          <a:prstGeom prst="ellipse">
            <a:avLst/>
          </a:prstGeom>
          <a:solidFill>
            <a:srgbClr val="4A82FF">
              <a:alpha val="55000"/>
            </a:srgbClr>
          </a:solidFill>
          <a:ln w="12700">
            <a:solidFill>
              <a:srgbClr val="4A82FF"/>
            </a:solidFill>
            <a:prstDash val="solid"/>
          </a:ln>
        </p:spPr>
      </p:sp>
      <p:sp>
        <p:nvSpPr>
          <p:cNvPr id="73" name="Shape 71"/>
          <p:cNvSpPr/>
          <p:nvPr/>
        </p:nvSpPr>
        <p:spPr>
          <a:xfrm>
            <a:off x="2762670" y="4042848"/>
            <a:ext cx="64008" cy="64008"/>
          </a:xfrm>
          <a:prstGeom prst="ellipse">
            <a:avLst/>
          </a:prstGeom>
          <a:solidFill>
            <a:srgbClr val="4A82FF">
              <a:alpha val="55000"/>
            </a:srgbClr>
          </a:solidFill>
          <a:ln w="12700">
            <a:solidFill>
              <a:srgbClr val="4A82FF"/>
            </a:solidFill>
            <a:prstDash val="solid"/>
          </a:ln>
        </p:spPr>
      </p:sp>
      <p:sp>
        <p:nvSpPr>
          <p:cNvPr id="74" name="Shape 72"/>
          <p:cNvSpPr/>
          <p:nvPr/>
        </p:nvSpPr>
        <p:spPr>
          <a:xfrm>
            <a:off x="3478127" y="4372904"/>
            <a:ext cx="64008" cy="64008"/>
          </a:xfrm>
          <a:prstGeom prst="ellipse">
            <a:avLst/>
          </a:prstGeom>
          <a:solidFill>
            <a:srgbClr val="4A82FF">
              <a:alpha val="55000"/>
            </a:srgbClr>
          </a:solidFill>
          <a:ln w="12700">
            <a:solidFill>
              <a:srgbClr val="4A82FF"/>
            </a:solidFill>
            <a:prstDash val="solid"/>
          </a:ln>
        </p:spPr>
      </p:sp>
      <p:sp>
        <p:nvSpPr>
          <p:cNvPr id="75" name="Shape 73"/>
          <p:cNvSpPr/>
          <p:nvPr/>
        </p:nvSpPr>
        <p:spPr>
          <a:xfrm>
            <a:off x="2633442" y="4267708"/>
            <a:ext cx="64008" cy="64008"/>
          </a:xfrm>
          <a:prstGeom prst="ellipse">
            <a:avLst/>
          </a:prstGeom>
          <a:solidFill>
            <a:srgbClr val="4A82FF">
              <a:alpha val="55000"/>
            </a:srgbClr>
          </a:solidFill>
          <a:ln w="12700">
            <a:solidFill>
              <a:srgbClr val="4A82FF"/>
            </a:solidFill>
            <a:prstDash val="solid"/>
          </a:ln>
        </p:spPr>
      </p:sp>
      <p:sp>
        <p:nvSpPr>
          <p:cNvPr id="76" name="Shape 74"/>
          <p:cNvSpPr/>
          <p:nvPr/>
        </p:nvSpPr>
        <p:spPr>
          <a:xfrm>
            <a:off x="3440326" y="3380545"/>
            <a:ext cx="64008" cy="64008"/>
          </a:xfrm>
          <a:prstGeom prst="ellipse">
            <a:avLst/>
          </a:prstGeom>
          <a:solidFill>
            <a:srgbClr val="4A82FF">
              <a:alpha val="55000"/>
            </a:srgbClr>
          </a:solidFill>
          <a:ln w="12700">
            <a:solidFill>
              <a:srgbClr val="4A82FF"/>
            </a:solidFill>
            <a:prstDash val="solid"/>
          </a:ln>
        </p:spPr>
      </p:sp>
      <p:sp>
        <p:nvSpPr>
          <p:cNvPr id="77" name="Shape 75"/>
          <p:cNvSpPr/>
          <p:nvPr/>
        </p:nvSpPr>
        <p:spPr>
          <a:xfrm>
            <a:off x="3115763" y="4461119"/>
            <a:ext cx="64008" cy="64008"/>
          </a:xfrm>
          <a:prstGeom prst="ellipse">
            <a:avLst/>
          </a:prstGeom>
          <a:solidFill>
            <a:srgbClr val="4A82FF">
              <a:alpha val="55000"/>
            </a:srgbClr>
          </a:solidFill>
          <a:ln w="12700">
            <a:solidFill>
              <a:srgbClr val="4A82FF"/>
            </a:solidFill>
            <a:prstDash val="solid"/>
          </a:ln>
        </p:spPr>
      </p:sp>
      <p:sp>
        <p:nvSpPr>
          <p:cNvPr id="78" name="Shape 76"/>
          <p:cNvSpPr/>
          <p:nvPr/>
        </p:nvSpPr>
        <p:spPr>
          <a:xfrm>
            <a:off x="3536276" y="4012873"/>
            <a:ext cx="64008" cy="64008"/>
          </a:xfrm>
          <a:prstGeom prst="ellipse">
            <a:avLst/>
          </a:prstGeom>
          <a:solidFill>
            <a:srgbClr val="4A82FF">
              <a:alpha val="55000"/>
            </a:srgbClr>
          </a:solidFill>
          <a:ln w="12700">
            <a:solidFill>
              <a:srgbClr val="4A82FF"/>
            </a:solidFill>
            <a:prstDash val="solid"/>
          </a:ln>
        </p:spPr>
      </p:sp>
      <p:sp>
        <p:nvSpPr>
          <p:cNvPr id="79" name="Shape 77"/>
          <p:cNvSpPr/>
          <p:nvPr/>
        </p:nvSpPr>
        <p:spPr>
          <a:xfrm>
            <a:off x="3036192" y="4277906"/>
            <a:ext cx="64008" cy="64008"/>
          </a:xfrm>
          <a:prstGeom prst="ellipse">
            <a:avLst/>
          </a:prstGeom>
          <a:solidFill>
            <a:srgbClr val="4A82FF">
              <a:alpha val="55000"/>
            </a:srgbClr>
          </a:solidFill>
          <a:ln w="12700">
            <a:solidFill>
              <a:srgbClr val="4A82FF"/>
            </a:solidFill>
            <a:prstDash val="solid"/>
          </a:ln>
        </p:spPr>
      </p:sp>
      <p:sp>
        <p:nvSpPr>
          <p:cNvPr id="80" name="Shape 78"/>
          <p:cNvSpPr/>
          <p:nvPr/>
        </p:nvSpPr>
        <p:spPr>
          <a:xfrm>
            <a:off x="3513176" y="3890196"/>
            <a:ext cx="64008" cy="64008"/>
          </a:xfrm>
          <a:prstGeom prst="ellipse">
            <a:avLst/>
          </a:prstGeom>
          <a:solidFill>
            <a:srgbClr val="4A82FF">
              <a:alpha val="55000"/>
            </a:srgbClr>
          </a:solidFill>
          <a:ln w="12700">
            <a:solidFill>
              <a:srgbClr val="4A82FF"/>
            </a:solidFill>
            <a:prstDash val="solid"/>
          </a:ln>
        </p:spPr>
      </p:sp>
      <p:sp>
        <p:nvSpPr>
          <p:cNvPr id="81" name="Shape 79"/>
          <p:cNvSpPr/>
          <p:nvPr/>
        </p:nvSpPr>
        <p:spPr>
          <a:xfrm>
            <a:off x="2431712" y="4079040"/>
            <a:ext cx="64008" cy="64008"/>
          </a:xfrm>
          <a:prstGeom prst="ellipse">
            <a:avLst/>
          </a:prstGeom>
          <a:solidFill>
            <a:srgbClr val="4A82FF">
              <a:alpha val="55000"/>
            </a:srgbClr>
          </a:solidFill>
          <a:ln w="12700">
            <a:solidFill>
              <a:srgbClr val="4A82FF"/>
            </a:solidFill>
            <a:prstDash val="solid"/>
          </a:ln>
        </p:spPr>
      </p:sp>
      <p:sp>
        <p:nvSpPr>
          <p:cNvPr id="82" name="Shape 80"/>
          <p:cNvSpPr/>
          <p:nvPr/>
        </p:nvSpPr>
        <p:spPr>
          <a:xfrm>
            <a:off x="2881403" y="4435935"/>
            <a:ext cx="64008" cy="64008"/>
          </a:xfrm>
          <a:prstGeom prst="ellipse">
            <a:avLst/>
          </a:prstGeom>
          <a:solidFill>
            <a:srgbClr val="4A82FF">
              <a:alpha val="55000"/>
            </a:srgbClr>
          </a:solidFill>
          <a:ln w="12700">
            <a:solidFill>
              <a:srgbClr val="4A82FF"/>
            </a:solidFill>
            <a:prstDash val="solid"/>
          </a:ln>
        </p:spPr>
      </p:sp>
      <p:sp>
        <p:nvSpPr>
          <p:cNvPr id="83" name="Shape 81"/>
          <p:cNvSpPr/>
          <p:nvPr/>
        </p:nvSpPr>
        <p:spPr>
          <a:xfrm>
            <a:off x="2982530" y="4529221"/>
            <a:ext cx="64008" cy="64008"/>
          </a:xfrm>
          <a:prstGeom prst="ellipse">
            <a:avLst/>
          </a:prstGeom>
          <a:solidFill>
            <a:srgbClr val="4A82FF">
              <a:alpha val="55000"/>
            </a:srgbClr>
          </a:solidFill>
          <a:ln w="12700">
            <a:solidFill>
              <a:srgbClr val="4A82FF"/>
            </a:solidFill>
            <a:prstDash val="solid"/>
          </a:ln>
        </p:spPr>
      </p:sp>
      <p:sp>
        <p:nvSpPr>
          <p:cNvPr id="84" name="Shape 82"/>
          <p:cNvSpPr/>
          <p:nvPr/>
        </p:nvSpPr>
        <p:spPr>
          <a:xfrm>
            <a:off x="3517856" y="3875848"/>
            <a:ext cx="64008" cy="64008"/>
          </a:xfrm>
          <a:prstGeom prst="ellipse">
            <a:avLst/>
          </a:prstGeom>
          <a:solidFill>
            <a:srgbClr val="4A82FF">
              <a:alpha val="55000"/>
            </a:srgbClr>
          </a:solidFill>
          <a:ln w="12700">
            <a:solidFill>
              <a:srgbClr val="4A82FF"/>
            </a:solidFill>
            <a:prstDash val="solid"/>
          </a:ln>
        </p:spPr>
      </p:sp>
      <p:sp>
        <p:nvSpPr>
          <p:cNvPr id="85" name="Shape 83"/>
          <p:cNvSpPr/>
          <p:nvPr/>
        </p:nvSpPr>
        <p:spPr>
          <a:xfrm>
            <a:off x="3348452" y="4251389"/>
            <a:ext cx="64008" cy="64008"/>
          </a:xfrm>
          <a:prstGeom prst="ellipse">
            <a:avLst/>
          </a:prstGeom>
          <a:solidFill>
            <a:srgbClr val="4A82FF">
              <a:alpha val="55000"/>
            </a:srgbClr>
          </a:solidFill>
          <a:ln w="12700">
            <a:solidFill>
              <a:srgbClr val="4A82FF"/>
            </a:solidFill>
            <a:prstDash val="solid"/>
          </a:ln>
        </p:spPr>
      </p:sp>
      <p:sp>
        <p:nvSpPr>
          <p:cNvPr id="86" name="Shape 84"/>
          <p:cNvSpPr/>
          <p:nvPr/>
        </p:nvSpPr>
        <p:spPr>
          <a:xfrm>
            <a:off x="3529709" y="4554212"/>
            <a:ext cx="64008" cy="64008"/>
          </a:xfrm>
          <a:prstGeom prst="ellipse">
            <a:avLst/>
          </a:prstGeom>
          <a:solidFill>
            <a:srgbClr val="4A82FF">
              <a:alpha val="55000"/>
            </a:srgbClr>
          </a:solidFill>
          <a:ln w="12700">
            <a:solidFill>
              <a:srgbClr val="4A82FF"/>
            </a:solidFill>
            <a:prstDash val="solid"/>
          </a:ln>
        </p:spPr>
      </p:sp>
      <p:sp>
        <p:nvSpPr>
          <p:cNvPr id="87" name="Shape 85"/>
          <p:cNvSpPr/>
          <p:nvPr/>
        </p:nvSpPr>
        <p:spPr>
          <a:xfrm>
            <a:off x="3894403" y="3863198"/>
            <a:ext cx="64008" cy="64008"/>
          </a:xfrm>
          <a:prstGeom prst="ellipse">
            <a:avLst/>
          </a:prstGeom>
          <a:solidFill>
            <a:srgbClr val="4A82FF">
              <a:alpha val="55000"/>
            </a:srgbClr>
          </a:solidFill>
          <a:ln w="12700">
            <a:solidFill>
              <a:srgbClr val="4A82FF"/>
            </a:solidFill>
            <a:prstDash val="solid"/>
          </a:ln>
        </p:spPr>
      </p:sp>
      <p:sp>
        <p:nvSpPr>
          <p:cNvPr id="88" name="Shape 86"/>
          <p:cNvSpPr/>
          <p:nvPr/>
        </p:nvSpPr>
        <p:spPr>
          <a:xfrm>
            <a:off x="3128460" y="4109741"/>
            <a:ext cx="64008" cy="64008"/>
          </a:xfrm>
          <a:prstGeom prst="ellipse">
            <a:avLst/>
          </a:prstGeom>
          <a:solidFill>
            <a:srgbClr val="4A82FF">
              <a:alpha val="55000"/>
            </a:srgbClr>
          </a:solidFill>
          <a:ln w="12700">
            <a:solidFill>
              <a:srgbClr val="4A82FF"/>
            </a:solidFill>
            <a:prstDash val="solid"/>
          </a:ln>
        </p:spPr>
      </p:sp>
      <p:sp>
        <p:nvSpPr>
          <p:cNvPr id="89" name="Shape 87"/>
          <p:cNvSpPr/>
          <p:nvPr/>
        </p:nvSpPr>
        <p:spPr>
          <a:xfrm>
            <a:off x="2970738" y="4056230"/>
            <a:ext cx="64008" cy="64008"/>
          </a:xfrm>
          <a:prstGeom prst="ellipse">
            <a:avLst/>
          </a:prstGeom>
          <a:solidFill>
            <a:srgbClr val="4A82FF">
              <a:alpha val="55000"/>
            </a:srgbClr>
          </a:solidFill>
          <a:ln w="12700">
            <a:solidFill>
              <a:srgbClr val="4A82FF"/>
            </a:solidFill>
            <a:prstDash val="solid"/>
          </a:ln>
        </p:spPr>
      </p:sp>
      <p:sp>
        <p:nvSpPr>
          <p:cNvPr id="90" name="Shape 88"/>
          <p:cNvSpPr/>
          <p:nvPr/>
        </p:nvSpPr>
        <p:spPr>
          <a:xfrm>
            <a:off x="2827594" y="4316403"/>
            <a:ext cx="64008" cy="64008"/>
          </a:xfrm>
          <a:prstGeom prst="ellipse">
            <a:avLst/>
          </a:prstGeom>
          <a:solidFill>
            <a:srgbClr val="4A82FF">
              <a:alpha val="55000"/>
            </a:srgbClr>
          </a:solidFill>
          <a:ln w="12700">
            <a:solidFill>
              <a:srgbClr val="4A82FF"/>
            </a:solidFill>
            <a:prstDash val="solid"/>
          </a:ln>
        </p:spPr>
      </p:sp>
      <p:sp>
        <p:nvSpPr>
          <p:cNvPr id="91" name="Shape 89"/>
          <p:cNvSpPr/>
          <p:nvPr/>
        </p:nvSpPr>
        <p:spPr>
          <a:xfrm>
            <a:off x="3130663" y="4189497"/>
            <a:ext cx="64008" cy="64008"/>
          </a:xfrm>
          <a:prstGeom prst="ellipse">
            <a:avLst/>
          </a:prstGeom>
          <a:solidFill>
            <a:srgbClr val="4A82FF">
              <a:alpha val="55000"/>
            </a:srgbClr>
          </a:solidFill>
          <a:ln w="12700">
            <a:solidFill>
              <a:srgbClr val="4A82FF"/>
            </a:solidFill>
            <a:prstDash val="solid"/>
          </a:ln>
        </p:spPr>
      </p:sp>
      <p:sp>
        <p:nvSpPr>
          <p:cNvPr id="92" name="Shape 90"/>
          <p:cNvSpPr/>
          <p:nvPr/>
        </p:nvSpPr>
        <p:spPr>
          <a:xfrm>
            <a:off x="3735306" y="3893469"/>
            <a:ext cx="64008" cy="64008"/>
          </a:xfrm>
          <a:prstGeom prst="ellipse">
            <a:avLst/>
          </a:prstGeom>
          <a:solidFill>
            <a:srgbClr val="4A82FF">
              <a:alpha val="55000"/>
            </a:srgbClr>
          </a:solidFill>
          <a:ln w="12700">
            <a:solidFill>
              <a:srgbClr val="4A82FF"/>
            </a:solidFill>
            <a:prstDash val="solid"/>
          </a:ln>
        </p:spPr>
      </p:sp>
      <p:sp>
        <p:nvSpPr>
          <p:cNvPr id="93" name="Shape 91"/>
          <p:cNvSpPr/>
          <p:nvPr/>
        </p:nvSpPr>
        <p:spPr>
          <a:xfrm>
            <a:off x="3273503" y="4131556"/>
            <a:ext cx="64008" cy="64008"/>
          </a:xfrm>
          <a:prstGeom prst="ellipse">
            <a:avLst/>
          </a:prstGeom>
          <a:solidFill>
            <a:srgbClr val="4A82FF">
              <a:alpha val="55000"/>
            </a:srgbClr>
          </a:solidFill>
          <a:ln w="12700">
            <a:solidFill>
              <a:srgbClr val="4A82FF"/>
            </a:solidFill>
            <a:prstDash val="solid"/>
          </a:ln>
        </p:spPr>
      </p:sp>
      <p:sp>
        <p:nvSpPr>
          <p:cNvPr id="94" name="Shape 92"/>
          <p:cNvSpPr/>
          <p:nvPr/>
        </p:nvSpPr>
        <p:spPr>
          <a:xfrm>
            <a:off x="2981757" y="4199897"/>
            <a:ext cx="64008" cy="64008"/>
          </a:xfrm>
          <a:prstGeom prst="ellipse">
            <a:avLst/>
          </a:prstGeom>
          <a:solidFill>
            <a:srgbClr val="4A82FF">
              <a:alpha val="55000"/>
            </a:srgbClr>
          </a:solidFill>
          <a:ln w="12700">
            <a:solidFill>
              <a:srgbClr val="4A82FF"/>
            </a:solidFill>
            <a:prstDash val="solid"/>
          </a:ln>
        </p:spPr>
      </p:sp>
      <p:sp>
        <p:nvSpPr>
          <p:cNvPr id="95" name="Shape 93"/>
          <p:cNvSpPr/>
          <p:nvPr/>
        </p:nvSpPr>
        <p:spPr>
          <a:xfrm>
            <a:off x="3552173" y="4228333"/>
            <a:ext cx="64008" cy="64008"/>
          </a:xfrm>
          <a:prstGeom prst="ellipse">
            <a:avLst/>
          </a:prstGeom>
          <a:solidFill>
            <a:srgbClr val="4A82FF">
              <a:alpha val="55000"/>
            </a:srgbClr>
          </a:solidFill>
          <a:ln w="12700">
            <a:solidFill>
              <a:srgbClr val="4A82FF"/>
            </a:solidFill>
            <a:prstDash val="solid"/>
          </a:ln>
        </p:spPr>
      </p:sp>
      <p:sp>
        <p:nvSpPr>
          <p:cNvPr id="96" name="Shape 94"/>
          <p:cNvSpPr/>
          <p:nvPr/>
        </p:nvSpPr>
        <p:spPr>
          <a:xfrm>
            <a:off x="2938147" y="4423012"/>
            <a:ext cx="64008" cy="64008"/>
          </a:xfrm>
          <a:prstGeom prst="ellipse">
            <a:avLst/>
          </a:prstGeom>
          <a:solidFill>
            <a:srgbClr val="4A82FF">
              <a:alpha val="55000"/>
            </a:srgbClr>
          </a:solidFill>
          <a:ln w="12700">
            <a:solidFill>
              <a:srgbClr val="4A82FF"/>
            </a:solidFill>
            <a:prstDash val="solid"/>
          </a:ln>
        </p:spPr>
      </p:sp>
      <p:sp>
        <p:nvSpPr>
          <p:cNvPr id="97" name="Shape 95"/>
          <p:cNvSpPr/>
          <p:nvPr/>
        </p:nvSpPr>
        <p:spPr>
          <a:xfrm>
            <a:off x="3600754" y="4103823"/>
            <a:ext cx="64008" cy="64008"/>
          </a:xfrm>
          <a:prstGeom prst="ellipse">
            <a:avLst/>
          </a:prstGeom>
          <a:solidFill>
            <a:srgbClr val="4A82FF">
              <a:alpha val="55000"/>
            </a:srgbClr>
          </a:solidFill>
          <a:ln w="12700">
            <a:solidFill>
              <a:srgbClr val="4A82FF"/>
            </a:solidFill>
            <a:prstDash val="solid"/>
          </a:ln>
        </p:spPr>
      </p:sp>
      <p:sp>
        <p:nvSpPr>
          <p:cNvPr id="98" name="Shape 96"/>
          <p:cNvSpPr/>
          <p:nvPr/>
        </p:nvSpPr>
        <p:spPr>
          <a:xfrm>
            <a:off x="2620846" y="4371036"/>
            <a:ext cx="64008" cy="64008"/>
          </a:xfrm>
          <a:prstGeom prst="ellipse">
            <a:avLst/>
          </a:prstGeom>
          <a:solidFill>
            <a:srgbClr val="4A82FF">
              <a:alpha val="55000"/>
            </a:srgbClr>
          </a:solidFill>
          <a:ln w="12700">
            <a:solidFill>
              <a:srgbClr val="4A82FF"/>
            </a:solidFill>
            <a:prstDash val="solid"/>
          </a:ln>
        </p:spPr>
      </p:sp>
      <p:sp>
        <p:nvSpPr>
          <p:cNvPr id="99" name="Shape 97"/>
          <p:cNvSpPr/>
          <p:nvPr/>
        </p:nvSpPr>
        <p:spPr>
          <a:xfrm>
            <a:off x="2579021" y="4157613"/>
            <a:ext cx="64008" cy="64008"/>
          </a:xfrm>
          <a:prstGeom prst="ellipse">
            <a:avLst/>
          </a:prstGeom>
          <a:solidFill>
            <a:srgbClr val="4A82FF">
              <a:alpha val="55000"/>
            </a:srgbClr>
          </a:solidFill>
          <a:ln w="12700">
            <a:solidFill>
              <a:srgbClr val="4A82FF"/>
            </a:solidFill>
            <a:prstDash val="solid"/>
          </a:ln>
        </p:spPr>
      </p:sp>
      <p:sp>
        <p:nvSpPr>
          <p:cNvPr id="100" name="Shape 98"/>
          <p:cNvSpPr/>
          <p:nvPr/>
        </p:nvSpPr>
        <p:spPr>
          <a:xfrm>
            <a:off x="3701367" y="3792669"/>
            <a:ext cx="64008" cy="64008"/>
          </a:xfrm>
          <a:prstGeom prst="ellipse">
            <a:avLst/>
          </a:prstGeom>
          <a:solidFill>
            <a:srgbClr val="4A82FF">
              <a:alpha val="55000"/>
            </a:srgbClr>
          </a:solidFill>
          <a:ln w="12700">
            <a:solidFill>
              <a:srgbClr val="4A82FF"/>
            </a:solidFill>
            <a:prstDash val="solid"/>
          </a:ln>
        </p:spPr>
      </p:sp>
      <p:sp>
        <p:nvSpPr>
          <p:cNvPr id="101" name="Shape 99"/>
          <p:cNvSpPr/>
          <p:nvPr/>
        </p:nvSpPr>
        <p:spPr>
          <a:xfrm>
            <a:off x="3269890" y="4632624"/>
            <a:ext cx="64008" cy="64008"/>
          </a:xfrm>
          <a:prstGeom prst="ellipse">
            <a:avLst/>
          </a:prstGeom>
          <a:solidFill>
            <a:srgbClr val="4A82FF">
              <a:alpha val="55000"/>
            </a:srgbClr>
          </a:solidFill>
          <a:ln w="12700">
            <a:solidFill>
              <a:srgbClr val="4A82FF"/>
            </a:solidFill>
            <a:prstDash val="solid"/>
          </a:ln>
        </p:spPr>
      </p:sp>
      <p:sp>
        <p:nvSpPr>
          <p:cNvPr id="102" name="Shape 100"/>
          <p:cNvSpPr/>
          <p:nvPr/>
        </p:nvSpPr>
        <p:spPr>
          <a:xfrm>
            <a:off x="3522798" y="4184700"/>
            <a:ext cx="64008" cy="64008"/>
          </a:xfrm>
          <a:prstGeom prst="ellipse">
            <a:avLst/>
          </a:prstGeom>
          <a:solidFill>
            <a:srgbClr val="4A82FF">
              <a:alpha val="55000"/>
            </a:srgbClr>
          </a:solidFill>
          <a:ln w="12700">
            <a:solidFill>
              <a:srgbClr val="4A82FF"/>
            </a:solidFill>
            <a:prstDash val="solid"/>
          </a:ln>
        </p:spPr>
      </p:sp>
      <p:sp>
        <p:nvSpPr>
          <p:cNvPr id="103" name="Shape 101"/>
          <p:cNvSpPr/>
          <p:nvPr/>
        </p:nvSpPr>
        <p:spPr>
          <a:xfrm>
            <a:off x="3294782" y="4260337"/>
            <a:ext cx="64008" cy="64008"/>
          </a:xfrm>
          <a:prstGeom prst="ellipse">
            <a:avLst/>
          </a:prstGeom>
          <a:solidFill>
            <a:srgbClr val="4A82FF">
              <a:alpha val="55000"/>
            </a:srgbClr>
          </a:solidFill>
          <a:ln w="12700">
            <a:solidFill>
              <a:srgbClr val="4A82FF"/>
            </a:solidFill>
            <a:prstDash val="solid"/>
          </a:ln>
        </p:spPr>
      </p:sp>
      <p:sp>
        <p:nvSpPr>
          <p:cNvPr id="104" name="Shape 102"/>
          <p:cNvSpPr/>
          <p:nvPr/>
        </p:nvSpPr>
        <p:spPr>
          <a:xfrm>
            <a:off x="2936640" y="4247056"/>
            <a:ext cx="64008" cy="64008"/>
          </a:xfrm>
          <a:prstGeom prst="ellipse">
            <a:avLst/>
          </a:prstGeom>
          <a:solidFill>
            <a:srgbClr val="4A82FF">
              <a:alpha val="55000"/>
            </a:srgbClr>
          </a:solidFill>
          <a:ln w="12700">
            <a:solidFill>
              <a:srgbClr val="4A82FF"/>
            </a:solidFill>
            <a:prstDash val="solid"/>
          </a:ln>
        </p:spPr>
      </p:sp>
      <p:sp>
        <p:nvSpPr>
          <p:cNvPr id="105" name="Shape 103"/>
          <p:cNvSpPr/>
          <p:nvPr/>
        </p:nvSpPr>
        <p:spPr>
          <a:xfrm>
            <a:off x="3314756" y="4396004"/>
            <a:ext cx="64008" cy="64008"/>
          </a:xfrm>
          <a:prstGeom prst="ellipse">
            <a:avLst/>
          </a:prstGeom>
          <a:solidFill>
            <a:srgbClr val="4A82FF">
              <a:alpha val="55000"/>
            </a:srgbClr>
          </a:solidFill>
          <a:ln w="12700">
            <a:solidFill>
              <a:srgbClr val="4A82FF"/>
            </a:solidFill>
            <a:prstDash val="solid"/>
          </a:ln>
        </p:spPr>
      </p:sp>
      <p:sp>
        <p:nvSpPr>
          <p:cNvPr id="106" name="Shape 104"/>
          <p:cNvSpPr/>
          <p:nvPr/>
        </p:nvSpPr>
        <p:spPr>
          <a:xfrm>
            <a:off x="3833429" y="4282108"/>
            <a:ext cx="64008" cy="64008"/>
          </a:xfrm>
          <a:prstGeom prst="ellipse">
            <a:avLst/>
          </a:prstGeom>
          <a:solidFill>
            <a:srgbClr val="4A82FF">
              <a:alpha val="55000"/>
            </a:srgbClr>
          </a:solidFill>
          <a:ln w="12700">
            <a:solidFill>
              <a:srgbClr val="4A82FF"/>
            </a:solidFill>
            <a:prstDash val="solid"/>
          </a:ln>
        </p:spPr>
      </p:sp>
      <p:sp>
        <p:nvSpPr>
          <p:cNvPr id="107" name="Shape 105"/>
          <p:cNvSpPr/>
          <p:nvPr/>
        </p:nvSpPr>
        <p:spPr>
          <a:xfrm>
            <a:off x="2877732" y="4379818"/>
            <a:ext cx="64008" cy="64008"/>
          </a:xfrm>
          <a:prstGeom prst="ellipse">
            <a:avLst/>
          </a:prstGeom>
          <a:solidFill>
            <a:srgbClr val="4A82FF">
              <a:alpha val="55000"/>
            </a:srgbClr>
          </a:solidFill>
          <a:ln w="12700">
            <a:solidFill>
              <a:srgbClr val="4A82FF"/>
            </a:solidFill>
            <a:prstDash val="solid"/>
          </a:ln>
        </p:spPr>
      </p:sp>
      <p:sp>
        <p:nvSpPr>
          <p:cNvPr id="108" name="Shape 106"/>
          <p:cNvSpPr/>
          <p:nvPr/>
        </p:nvSpPr>
        <p:spPr>
          <a:xfrm>
            <a:off x="3431341" y="4420104"/>
            <a:ext cx="64008" cy="64008"/>
          </a:xfrm>
          <a:prstGeom prst="ellipse">
            <a:avLst/>
          </a:prstGeom>
          <a:solidFill>
            <a:srgbClr val="4A82FF">
              <a:alpha val="55000"/>
            </a:srgbClr>
          </a:solidFill>
          <a:ln w="12700">
            <a:solidFill>
              <a:srgbClr val="4A82FF"/>
            </a:solidFill>
            <a:prstDash val="solid"/>
          </a:ln>
        </p:spPr>
      </p:sp>
      <p:sp>
        <p:nvSpPr>
          <p:cNvPr id="109" name="Shape 107"/>
          <p:cNvSpPr/>
          <p:nvPr/>
        </p:nvSpPr>
        <p:spPr>
          <a:xfrm>
            <a:off x="2777318" y="4398141"/>
            <a:ext cx="64008" cy="64008"/>
          </a:xfrm>
          <a:prstGeom prst="ellipse">
            <a:avLst/>
          </a:prstGeom>
          <a:solidFill>
            <a:srgbClr val="4A82FF">
              <a:alpha val="55000"/>
            </a:srgbClr>
          </a:solidFill>
          <a:ln w="12700">
            <a:solidFill>
              <a:srgbClr val="4A82FF"/>
            </a:solidFill>
            <a:prstDash val="solid"/>
          </a:ln>
        </p:spPr>
      </p:sp>
      <p:sp>
        <p:nvSpPr>
          <p:cNvPr id="110" name="Shape 108"/>
          <p:cNvSpPr/>
          <p:nvPr/>
        </p:nvSpPr>
        <p:spPr>
          <a:xfrm>
            <a:off x="2866145" y="4161679"/>
            <a:ext cx="64008" cy="64008"/>
          </a:xfrm>
          <a:prstGeom prst="ellipse">
            <a:avLst/>
          </a:prstGeom>
          <a:solidFill>
            <a:srgbClr val="4A82FF">
              <a:alpha val="55000"/>
            </a:srgbClr>
          </a:solidFill>
          <a:ln w="12700">
            <a:solidFill>
              <a:srgbClr val="4A82FF"/>
            </a:solidFill>
            <a:prstDash val="solid"/>
          </a:ln>
        </p:spPr>
      </p:sp>
      <p:sp>
        <p:nvSpPr>
          <p:cNvPr id="111" name="Shape 109"/>
          <p:cNvSpPr/>
          <p:nvPr/>
        </p:nvSpPr>
        <p:spPr>
          <a:xfrm>
            <a:off x="3146288" y="4365261"/>
            <a:ext cx="64008" cy="64008"/>
          </a:xfrm>
          <a:prstGeom prst="ellipse">
            <a:avLst/>
          </a:prstGeom>
          <a:solidFill>
            <a:srgbClr val="4A82FF">
              <a:alpha val="55000"/>
            </a:srgbClr>
          </a:solidFill>
          <a:ln w="12700">
            <a:solidFill>
              <a:srgbClr val="4A82FF"/>
            </a:solidFill>
            <a:prstDash val="solid"/>
          </a:ln>
        </p:spPr>
      </p:sp>
      <p:sp>
        <p:nvSpPr>
          <p:cNvPr id="112" name="Shape 110"/>
          <p:cNvSpPr/>
          <p:nvPr/>
        </p:nvSpPr>
        <p:spPr>
          <a:xfrm>
            <a:off x="3250502" y="4410553"/>
            <a:ext cx="64008" cy="64008"/>
          </a:xfrm>
          <a:prstGeom prst="ellipse">
            <a:avLst/>
          </a:prstGeom>
          <a:solidFill>
            <a:srgbClr val="4A82FF">
              <a:alpha val="55000"/>
            </a:srgbClr>
          </a:solidFill>
          <a:ln w="12700">
            <a:solidFill>
              <a:srgbClr val="4A82FF"/>
            </a:solidFill>
            <a:prstDash val="solid"/>
          </a:ln>
        </p:spPr>
      </p:sp>
      <p:sp>
        <p:nvSpPr>
          <p:cNvPr id="113" name="Shape 111"/>
          <p:cNvSpPr/>
          <p:nvPr/>
        </p:nvSpPr>
        <p:spPr>
          <a:xfrm>
            <a:off x="2956301" y="4814141"/>
            <a:ext cx="64008" cy="64008"/>
          </a:xfrm>
          <a:prstGeom prst="ellipse">
            <a:avLst/>
          </a:prstGeom>
          <a:solidFill>
            <a:srgbClr val="4A82FF">
              <a:alpha val="55000"/>
            </a:srgbClr>
          </a:solidFill>
          <a:ln w="12700">
            <a:solidFill>
              <a:srgbClr val="4A82FF"/>
            </a:solidFill>
            <a:prstDash val="solid"/>
          </a:ln>
        </p:spPr>
      </p:sp>
      <p:sp>
        <p:nvSpPr>
          <p:cNvPr id="114" name="Shape 112"/>
          <p:cNvSpPr/>
          <p:nvPr/>
        </p:nvSpPr>
        <p:spPr>
          <a:xfrm>
            <a:off x="3000260" y="4510625"/>
            <a:ext cx="64008" cy="64008"/>
          </a:xfrm>
          <a:prstGeom prst="ellipse">
            <a:avLst/>
          </a:prstGeom>
          <a:solidFill>
            <a:srgbClr val="4A82FF">
              <a:alpha val="55000"/>
            </a:srgbClr>
          </a:solidFill>
          <a:ln w="12700">
            <a:solidFill>
              <a:srgbClr val="4A82FF"/>
            </a:solidFill>
            <a:prstDash val="solid"/>
          </a:ln>
        </p:spPr>
      </p:sp>
      <p:sp>
        <p:nvSpPr>
          <p:cNvPr id="115" name="Shape 113"/>
          <p:cNvSpPr/>
          <p:nvPr/>
        </p:nvSpPr>
        <p:spPr>
          <a:xfrm>
            <a:off x="2426595" y="4210758"/>
            <a:ext cx="64008" cy="64008"/>
          </a:xfrm>
          <a:prstGeom prst="ellipse">
            <a:avLst/>
          </a:prstGeom>
          <a:solidFill>
            <a:srgbClr val="4A82FF">
              <a:alpha val="55000"/>
            </a:srgbClr>
          </a:solidFill>
          <a:ln w="12700">
            <a:solidFill>
              <a:srgbClr val="4A82FF"/>
            </a:solidFill>
            <a:prstDash val="solid"/>
          </a:ln>
        </p:spPr>
      </p:sp>
      <p:sp>
        <p:nvSpPr>
          <p:cNvPr id="116" name="Shape 114"/>
          <p:cNvSpPr/>
          <p:nvPr/>
        </p:nvSpPr>
        <p:spPr>
          <a:xfrm>
            <a:off x="2801474" y="4174284"/>
            <a:ext cx="64008" cy="64008"/>
          </a:xfrm>
          <a:prstGeom prst="ellipse">
            <a:avLst/>
          </a:prstGeom>
          <a:solidFill>
            <a:srgbClr val="4A82FF">
              <a:alpha val="55000"/>
            </a:srgbClr>
          </a:solidFill>
          <a:ln w="12700">
            <a:solidFill>
              <a:srgbClr val="4A82FF"/>
            </a:solidFill>
            <a:prstDash val="solid"/>
          </a:ln>
        </p:spPr>
      </p:sp>
      <p:sp>
        <p:nvSpPr>
          <p:cNvPr id="117" name="Shape 115"/>
          <p:cNvSpPr/>
          <p:nvPr/>
        </p:nvSpPr>
        <p:spPr>
          <a:xfrm>
            <a:off x="2899292" y="4337214"/>
            <a:ext cx="64008" cy="64008"/>
          </a:xfrm>
          <a:prstGeom prst="ellipse">
            <a:avLst/>
          </a:prstGeom>
          <a:solidFill>
            <a:srgbClr val="4A82FF">
              <a:alpha val="55000"/>
            </a:srgbClr>
          </a:solidFill>
          <a:ln w="12700">
            <a:solidFill>
              <a:srgbClr val="4A82FF"/>
            </a:solidFill>
            <a:prstDash val="solid"/>
          </a:ln>
        </p:spPr>
      </p:sp>
      <p:sp>
        <p:nvSpPr>
          <p:cNvPr id="118" name="Shape 116"/>
          <p:cNvSpPr/>
          <p:nvPr/>
        </p:nvSpPr>
        <p:spPr>
          <a:xfrm>
            <a:off x="2987201" y="4444093"/>
            <a:ext cx="64008" cy="64008"/>
          </a:xfrm>
          <a:prstGeom prst="ellipse">
            <a:avLst/>
          </a:prstGeom>
          <a:solidFill>
            <a:srgbClr val="4A82FF">
              <a:alpha val="55000"/>
            </a:srgbClr>
          </a:solidFill>
          <a:ln w="12700">
            <a:solidFill>
              <a:srgbClr val="4A82FF"/>
            </a:solidFill>
            <a:prstDash val="solid"/>
          </a:ln>
        </p:spPr>
      </p:sp>
      <p:sp>
        <p:nvSpPr>
          <p:cNvPr id="119" name="Shape 117"/>
          <p:cNvSpPr/>
          <p:nvPr/>
        </p:nvSpPr>
        <p:spPr>
          <a:xfrm>
            <a:off x="2804927" y="3985415"/>
            <a:ext cx="64008" cy="64008"/>
          </a:xfrm>
          <a:prstGeom prst="ellipse">
            <a:avLst/>
          </a:prstGeom>
          <a:solidFill>
            <a:srgbClr val="4A82FF">
              <a:alpha val="55000"/>
            </a:srgbClr>
          </a:solidFill>
          <a:ln w="12700">
            <a:solidFill>
              <a:srgbClr val="4A82FF"/>
            </a:solidFill>
            <a:prstDash val="solid"/>
          </a:ln>
        </p:spPr>
      </p:sp>
      <p:sp>
        <p:nvSpPr>
          <p:cNvPr id="120" name="Shape 118"/>
          <p:cNvSpPr/>
          <p:nvPr/>
        </p:nvSpPr>
        <p:spPr>
          <a:xfrm>
            <a:off x="3990842" y="4086453"/>
            <a:ext cx="64008" cy="64008"/>
          </a:xfrm>
          <a:prstGeom prst="ellipse">
            <a:avLst/>
          </a:prstGeom>
          <a:solidFill>
            <a:srgbClr val="4A82FF">
              <a:alpha val="55000"/>
            </a:srgbClr>
          </a:solidFill>
          <a:ln w="12700">
            <a:solidFill>
              <a:srgbClr val="4A82FF"/>
            </a:solidFill>
            <a:prstDash val="solid"/>
          </a:ln>
        </p:spPr>
      </p:sp>
      <p:sp>
        <p:nvSpPr>
          <p:cNvPr id="121" name="Shape 119"/>
          <p:cNvSpPr/>
          <p:nvPr/>
        </p:nvSpPr>
        <p:spPr>
          <a:xfrm>
            <a:off x="3540418" y="4138456"/>
            <a:ext cx="64008" cy="64008"/>
          </a:xfrm>
          <a:prstGeom prst="ellipse">
            <a:avLst/>
          </a:prstGeom>
          <a:solidFill>
            <a:srgbClr val="4A82FF">
              <a:alpha val="55000"/>
            </a:srgbClr>
          </a:solidFill>
          <a:ln w="12700">
            <a:solidFill>
              <a:srgbClr val="4A82FF"/>
            </a:solidFill>
            <a:prstDash val="solid"/>
          </a:ln>
        </p:spPr>
      </p:sp>
      <p:sp>
        <p:nvSpPr>
          <p:cNvPr id="122" name="Shape 120"/>
          <p:cNvSpPr/>
          <p:nvPr/>
        </p:nvSpPr>
        <p:spPr>
          <a:xfrm>
            <a:off x="3949542" y="3797693"/>
            <a:ext cx="64008" cy="64008"/>
          </a:xfrm>
          <a:prstGeom prst="ellipse">
            <a:avLst/>
          </a:prstGeom>
          <a:solidFill>
            <a:srgbClr val="4A82FF">
              <a:alpha val="55000"/>
            </a:srgbClr>
          </a:solidFill>
          <a:ln w="12700">
            <a:solidFill>
              <a:srgbClr val="4A82FF"/>
            </a:solidFill>
            <a:prstDash val="solid"/>
          </a:ln>
        </p:spPr>
      </p:sp>
      <p:sp>
        <p:nvSpPr>
          <p:cNvPr id="123" name="Shape 121"/>
          <p:cNvSpPr/>
          <p:nvPr/>
        </p:nvSpPr>
        <p:spPr>
          <a:xfrm>
            <a:off x="3106312" y="4189781"/>
            <a:ext cx="64008" cy="64008"/>
          </a:xfrm>
          <a:prstGeom prst="ellipse">
            <a:avLst/>
          </a:prstGeom>
          <a:solidFill>
            <a:srgbClr val="4A82FF">
              <a:alpha val="55000"/>
            </a:srgbClr>
          </a:solidFill>
          <a:ln w="12700">
            <a:solidFill>
              <a:srgbClr val="4A82FF"/>
            </a:solidFill>
            <a:prstDash val="solid"/>
          </a:ln>
        </p:spPr>
      </p:sp>
      <p:sp>
        <p:nvSpPr>
          <p:cNvPr id="124" name="Shape 122"/>
          <p:cNvSpPr/>
          <p:nvPr/>
        </p:nvSpPr>
        <p:spPr>
          <a:xfrm>
            <a:off x="3347996" y="3837114"/>
            <a:ext cx="64008" cy="64008"/>
          </a:xfrm>
          <a:prstGeom prst="ellipse">
            <a:avLst/>
          </a:prstGeom>
          <a:solidFill>
            <a:srgbClr val="4A82FF">
              <a:alpha val="55000"/>
            </a:srgbClr>
          </a:solidFill>
          <a:ln w="12700">
            <a:solidFill>
              <a:srgbClr val="4A82FF"/>
            </a:solidFill>
            <a:prstDash val="solid"/>
          </a:ln>
        </p:spPr>
      </p:sp>
      <p:sp>
        <p:nvSpPr>
          <p:cNvPr id="125" name="Shape 123"/>
          <p:cNvSpPr/>
          <p:nvPr/>
        </p:nvSpPr>
        <p:spPr>
          <a:xfrm>
            <a:off x="3203114" y="4046255"/>
            <a:ext cx="64008" cy="64008"/>
          </a:xfrm>
          <a:prstGeom prst="ellipse">
            <a:avLst/>
          </a:prstGeom>
          <a:solidFill>
            <a:srgbClr val="4A82FF">
              <a:alpha val="55000"/>
            </a:srgbClr>
          </a:solidFill>
          <a:ln w="12700">
            <a:solidFill>
              <a:srgbClr val="4A82FF"/>
            </a:solidFill>
            <a:prstDash val="solid"/>
          </a:ln>
        </p:spPr>
      </p:sp>
      <p:sp>
        <p:nvSpPr>
          <p:cNvPr id="126" name="Shape 124"/>
          <p:cNvSpPr/>
          <p:nvPr/>
        </p:nvSpPr>
        <p:spPr>
          <a:xfrm>
            <a:off x="2581112" y="4259920"/>
            <a:ext cx="64008" cy="64008"/>
          </a:xfrm>
          <a:prstGeom prst="ellipse">
            <a:avLst/>
          </a:prstGeom>
          <a:solidFill>
            <a:srgbClr val="4A82FF">
              <a:alpha val="55000"/>
            </a:srgbClr>
          </a:solidFill>
          <a:ln w="12700">
            <a:solidFill>
              <a:srgbClr val="4A82FF"/>
            </a:solidFill>
            <a:prstDash val="solid"/>
          </a:ln>
        </p:spPr>
      </p:sp>
      <p:sp>
        <p:nvSpPr>
          <p:cNvPr id="127" name="Shape 125"/>
          <p:cNvSpPr/>
          <p:nvPr/>
        </p:nvSpPr>
        <p:spPr>
          <a:xfrm>
            <a:off x="2748696" y="4246415"/>
            <a:ext cx="64008" cy="64008"/>
          </a:xfrm>
          <a:prstGeom prst="ellipse">
            <a:avLst/>
          </a:prstGeom>
          <a:solidFill>
            <a:srgbClr val="4A82FF">
              <a:alpha val="55000"/>
            </a:srgbClr>
          </a:solidFill>
          <a:ln w="12700">
            <a:solidFill>
              <a:srgbClr val="4A82FF"/>
            </a:solidFill>
            <a:prstDash val="solid"/>
          </a:ln>
        </p:spPr>
      </p:sp>
      <p:sp>
        <p:nvSpPr>
          <p:cNvPr id="128" name="Shape 126"/>
          <p:cNvSpPr/>
          <p:nvPr/>
        </p:nvSpPr>
        <p:spPr>
          <a:xfrm>
            <a:off x="3850830" y="4211018"/>
            <a:ext cx="64008" cy="64008"/>
          </a:xfrm>
          <a:prstGeom prst="ellipse">
            <a:avLst/>
          </a:prstGeom>
          <a:solidFill>
            <a:srgbClr val="4A82FF">
              <a:alpha val="55000"/>
            </a:srgbClr>
          </a:solidFill>
          <a:ln w="12700">
            <a:solidFill>
              <a:srgbClr val="4A82FF"/>
            </a:solidFill>
            <a:prstDash val="solid"/>
          </a:ln>
        </p:spPr>
      </p:sp>
      <p:sp>
        <p:nvSpPr>
          <p:cNvPr id="129" name="Shape 127"/>
          <p:cNvSpPr/>
          <p:nvPr/>
        </p:nvSpPr>
        <p:spPr>
          <a:xfrm>
            <a:off x="3080781" y="4386732"/>
            <a:ext cx="64008" cy="64008"/>
          </a:xfrm>
          <a:prstGeom prst="ellipse">
            <a:avLst/>
          </a:prstGeom>
          <a:solidFill>
            <a:srgbClr val="4A82FF">
              <a:alpha val="55000"/>
            </a:srgbClr>
          </a:solidFill>
          <a:ln w="12700">
            <a:solidFill>
              <a:srgbClr val="4A82FF"/>
            </a:solidFill>
            <a:prstDash val="solid"/>
          </a:ln>
        </p:spPr>
      </p:sp>
      <p:sp>
        <p:nvSpPr>
          <p:cNvPr id="130" name="Shape 128"/>
          <p:cNvSpPr/>
          <p:nvPr/>
        </p:nvSpPr>
        <p:spPr>
          <a:xfrm>
            <a:off x="3492782" y="4357458"/>
            <a:ext cx="64008" cy="64008"/>
          </a:xfrm>
          <a:prstGeom prst="ellipse">
            <a:avLst/>
          </a:prstGeom>
          <a:solidFill>
            <a:srgbClr val="4A82FF">
              <a:alpha val="55000"/>
            </a:srgbClr>
          </a:solidFill>
          <a:ln w="12700">
            <a:solidFill>
              <a:srgbClr val="4A82FF"/>
            </a:solidFill>
            <a:prstDash val="solid"/>
          </a:ln>
        </p:spPr>
      </p:sp>
      <p:sp>
        <p:nvSpPr>
          <p:cNvPr id="131" name="Shape 129"/>
          <p:cNvSpPr/>
          <p:nvPr/>
        </p:nvSpPr>
        <p:spPr>
          <a:xfrm>
            <a:off x="3152945" y="4494698"/>
            <a:ext cx="64008" cy="64008"/>
          </a:xfrm>
          <a:prstGeom prst="ellipse">
            <a:avLst/>
          </a:prstGeom>
          <a:solidFill>
            <a:srgbClr val="4A82FF">
              <a:alpha val="55000"/>
            </a:srgbClr>
          </a:solidFill>
          <a:ln w="12700">
            <a:solidFill>
              <a:srgbClr val="4A82FF"/>
            </a:solidFill>
            <a:prstDash val="solid"/>
          </a:ln>
        </p:spPr>
      </p:sp>
      <p:sp>
        <p:nvSpPr>
          <p:cNvPr id="132" name="Shape 130"/>
          <p:cNvSpPr/>
          <p:nvPr/>
        </p:nvSpPr>
        <p:spPr>
          <a:xfrm>
            <a:off x="3305250" y="4250127"/>
            <a:ext cx="64008" cy="64008"/>
          </a:xfrm>
          <a:prstGeom prst="ellipse">
            <a:avLst/>
          </a:prstGeom>
          <a:solidFill>
            <a:srgbClr val="4A82FF">
              <a:alpha val="55000"/>
            </a:srgbClr>
          </a:solidFill>
          <a:ln w="12700">
            <a:solidFill>
              <a:srgbClr val="4A82FF"/>
            </a:solidFill>
            <a:prstDash val="solid"/>
          </a:ln>
        </p:spPr>
      </p:sp>
      <p:sp>
        <p:nvSpPr>
          <p:cNvPr id="133" name="Shape 131"/>
          <p:cNvSpPr/>
          <p:nvPr/>
        </p:nvSpPr>
        <p:spPr>
          <a:xfrm>
            <a:off x="3350223" y="3883146"/>
            <a:ext cx="64008" cy="64008"/>
          </a:xfrm>
          <a:prstGeom prst="ellipse">
            <a:avLst/>
          </a:prstGeom>
          <a:solidFill>
            <a:srgbClr val="4A82FF">
              <a:alpha val="55000"/>
            </a:srgbClr>
          </a:solidFill>
          <a:ln w="12700">
            <a:solidFill>
              <a:srgbClr val="4A82FF"/>
            </a:solidFill>
            <a:prstDash val="solid"/>
          </a:ln>
        </p:spPr>
      </p:sp>
      <p:sp>
        <p:nvSpPr>
          <p:cNvPr id="134" name="Shape 132"/>
          <p:cNvSpPr/>
          <p:nvPr/>
        </p:nvSpPr>
        <p:spPr>
          <a:xfrm>
            <a:off x="3834835" y="4463753"/>
            <a:ext cx="64008" cy="64008"/>
          </a:xfrm>
          <a:prstGeom prst="ellipse">
            <a:avLst/>
          </a:prstGeom>
          <a:solidFill>
            <a:srgbClr val="4A82FF">
              <a:alpha val="55000"/>
            </a:srgbClr>
          </a:solidFill>
          <a:ln w="12700">
            <a:solidFill>
              <a:srgbClr val="4A82FF"/>
            </a:solidFill>
            <a:prstDash val="solid"/>
          </a:ln>
        </p:spPr>
      </p:sp>
      <p:sp>
        <p:nvSpPr>
          <p:cNvPr id="135" name="Shape 133"/>
          <p:cNvSpPr/>
          <p:nvPr/>
        </p:nvSpPr>
        <p:spPr>
          <a:xfrm>
            <a:off x="2900061" y="3956733"/>
            <a:ext cx="64008" cy="64008"/>
          </a:xfrm>
          <a:prstGeom prst="ellipse">
            <a:avLst/>
          </a:prstGeom>
          <a:solidFill>
            <a:srgbClr val="4A82FF">
              <a:alpha val="55000"/>
            </a:srgbClr>
          </a:solidFill>
          <a:ln w="12700">
            <a:solidFill>
              <a:srgbClr val="4A82FF"/>
            </a:solidFill>
            <a:prstDash val="solid"/>
          </a:ln>
        </p:spPr>
      </p:sp>
      <p:sp>
        <p:nvSpPr>
          <p:cNvPr id="136" name="Shape 134"/>
          <p:cNvSpPr/>
          <p:nvPr/>
        </p:nvSpPr>
        <p:spPr>
          <a:xfrm>
            <a:off x="3228618" y="4502715"/>
            <a:ext cx="64008" cy="64008"/>
          </a:xfrm>
          <a:prstGeom prst="ellipse">
            <a:avLst/>
          </a:prstGeom>
          <a:solidFill>
            <a:srgbClr val="4A82FF">
              <a:alpha val="55000"/>
            </a:srgbClr>
          </a:solidFill>
          <a:ln w="12700">
            <a:solidFill>
              <a:srgbClr val="4A82FF"/>
            </a:solidFill>
            <a:prstDash val="solid"/>
          </a:ln>
        </p:spPr>
      </p:sp>
      <p:sp>
        <p:nvSpPr>
          <p:cNvPr id="137" name="Shape 135"/>
          <p:cNvSpPr/>
          <p:nvPr/>
        </p:nvSpPr>
        <p:spPr>
          <a:xfrm>
            <a:off x="3713305" y="4292511"/>
            <a:ext cx="64008" cy="64008"/>
          </a:xfrm>
          <a:prstGeom prst="ellipse">
            <a:avLst/>
          </a:prstGeom>
          <a:solidFill>
            <a:srgbClr val="4A82FF">
              <a:alpha val="55000"/>
            </a:srgbClr>
          </a:solidFill>
          <a:ln w="12700">
            <a:solidFill>
              <a:srgbClr val="4A82FF"/>
            </a:solidFill>
            <a:prstDash val="solid"/>
          </a:ln>
        </p:spPr>
      </p:sp>
      <p:sp>
        <p:nvSpPr>
          <p:cNvPr id="138" name="Shape 136"/>
          <p:cNvSpPr/>
          <p:nvPr/>
        </p:nvSpPr>
        <p:spPr>
          <a:xfrm>
            <a:off x="2267743" y="4033819"/>
            <a:ext cx="64008" cy="64008"/>
          </a:xfrm>
          <a:prstGeom prst="ellipse">
            <a:avLst/>
          </a:prstGeom>
          <a:solidFill>
            <a:srgbClr val="4A82FF">
              <a:alpha val="55000"/>
            </a:srgbClr>
          </a:solidFill>
          <a:ln w="12700">
            <a:solidFill>
              <a:srgbClr val="4A82FF"/>
            </a:solidFill>
            <a:prstDash val="solid"/>
          </a:ln>
        </p:spPr>
      </p:sp>
      <p:sp>
        <p:nvSpPr>
          <p:cNvPr id="139" name="Shape 137"/>
          <p:cNvSpPr/>
          <p:nvPr/>
        </p:nvSpPr>
        <p:spPr>
          <a:xfrm>
            <a:off x="2613772" y="4062306"/>
            <a:ext cx="64008" cy="64008"/>
          </a:xfrm>
          <a:prstGeom prst="ellipse">
            <a:avLst/>
          </a:prstGeom>
          <a:solidFill>
            <a:srgbClr val="4A82FF">
              <a:alpha val="55000"/>
            </a:srgbClr>
          </a:solidFill>
          <a:ln w="12700">
            <a:solidFill>
              <a:srgbClr val="4A82FF"/>
            </a:solidFill>
            <a:prstDash val="solid"/>
          </a:ln>
        </p:spPr>
      </p:sp>
      <p:sp>
        <p:nvSpPr>
          <p:cNvPr id="140" name="Shape 138"/>
          <p:cNvSpPr/>
          <p:nvPr/>
        </p:nvSpPr>
        <p:spPr>
          <a:xfrm>
            <a:off x="2910781" y="4487800"/>
            <a:ext cx="64008" cy="64008"/>
          </a:xfrm>
          <a:prstGeom prst="ellipse">
            <a:avLst/>
          </a:prstGeom>
          <a:solidFill>
            <a:srgbClr val="4A82FF">
              <a:alpha val="55000"/>
            </a:srgbClr>
          </a:solidFill>
          <a:ln w="12700">
            <a:solidFill>
              <a:srgbClr val="4A82FF"/>
            </a:solidFill>
            <a:prstDash val="solid"/>
          </a:ln>
        </p:spPr>
      </p:sp>
      <p:sp>
        <p:nvSpPr>
          <p:cNvPr id="141" name="Shape 139"/>
          <p:cNvSpPr/>
          <p:nvPr/>
        </p:nvSpPr>
        <p:spPr>
          <a:xfrm>
            <a:off x="2929899" y="4282973"/>
            <a:ext cx="64008" cy="64008"/>
          </a:xfrm>
          <a:prstGeom prst="ellipse">
            <a:avLst/>
          </a:prstGeom>
          <a:solidFill>
            <a:srgbClr val="4A82FF">
              <a:alpha val="55000"/>
            </a:srgbClr>
          </a:solidFill>
          <a:ln w="12700">
            <a:solidFill>
              <a:srgbClr val="4A82FF"/>
            </a:solidFill>
            <a:prstDash val="solid"/>
          </a:ln>
        </p:spPr>
      </p:sp>
      <p:sp>
        <p:nvSpPr>
          <p:cNvPr id="142" name="Shape 140"/>
          <p:cNvSpPr/>
          <p:nvPr/>
        </p:nvSpPr>
        <p:spPr>
          <a:xfrm>
            <a:off x="3274916" y="4395501"/>
            <a:ext cx="64008" cy="64008"/>
          </a:xfrm>
          <a:prstGeom prst="ellipse">
            <a:avLst/>
          </a:prstGeom>
          <a:solidFill>
            <a:srgbClr val="4A82FF">
              <a:alpha val="55000"/>
            </a:srgbClr>
          </a:solidFill>
          <a:ln w="12700">
            <a:solidFill>
              <a:srgbClr val="4A82FF"/>
            </a:solidFill>
            <a:prstDash val="solid"/>
          </a:ln>
        </p:spPr>
      </p:sp>
      <p:sp>
        <p:nvSpPr>
          <p:cNvPr id="143" name="Shape 141"/>
          <p:cNvSpPr/>
          <p:nvPr/>
        </p:nvSpPr>
        <p:spPr>
          <a:xfrm>
            <a:off x="3526054" y="4344624"/>
            <a:ext cx="64008" cy="64008"/>
          </a:xfrm>
          <a:prstGeom prst="ellipse">
            <a:avLst/>
          </a:prstGeom>
          <a:solidFill>
            <a:srgbClr val="4A82FF">
              <a:alpha val="55000"/>
            </a:srgbClr>
          </a:solidFill>
          <a:ln w="12700">
            <a:solidFill>
              <a:srgbClr val="4A82FF"/>
            </a:solidFill>
            <a:prstDash val="solid"/>
          </a:ln>
        </p:spPr>
      </p:sp>
      <p:sp>
        <p:nvSpPr>
          <p:cNvPr id="144" name="Shape 142"/>
          <p:cNvSpPr/>
          <p:nvPr/>
        </p:nvSpPr>
        <p:spPr>
          <a:xfrm>
            <a:off x="2919751" y="4294234"/>
            <a:ext cx="64008" cy="64008"/>
          </a:xfrm>
          <a:prstGeom prst="ellipse">
            <a:avLst/>
          </a:prstGeom>
          <a:solidFill>
            <a:srgbClr val="4A82FF">
              <a:alpha val="55000"/>
            </a:srgbClr>
          </a:solidFill>
          <a:ln w="12700">
            <a:solidFill>
              <a:srgbClr val="4A82FF"/>
            </a:solidFill>
            <a:prstDash val="solid"/>
          </a:ln>
        </p:spPr>
      </p:sp>
      <p:sp>
        <p:nvSpPr>
          <p:cNvPr id="145" name="Shape 143"/>
          <p:cNvSpPr/>
          <p:nvPr/>
        </p:nvSpPr>
        <p:spPr>
          <a:xfrm>
            <a:off x="3320324" y="4172025"/>
            <a:ext cx="64008" cy="64008"/>
          </a:xfrm>
          <a:prstGeom prst="ellipse">
            <a:avLst/>
          </a:prstGeom>
          <a:solidFill>
            <a:srgbClr val="4A82FF">
              <a:alpha val="55000"/>
            </a:srgbClr>
          </a:solidFill>
          <a:ln w="12700">
            <a:solidFill>
              <a:srgbClr val="4A82FF"/>
            </a:solidFill>
            <a:prstDash val="solid"/>
          </a:ln>
        </p:spPr>
      </p:sp>
      <p:sp>
        <p:nvSpPr>
          <p:cNvPr id="146" name="Shape 144"/>
          <p:cNvSpPr/>
          <p:nvPr/>
        </p:nvSpPr>
        <p:spPr>
          <a:xfrm>
            <a:off x="2853422" y="4092507"/>
            <a:ext cx="64008" cy="64008"/>
          </a:xfrm>
          <a:prstGeom prst="ellipse">
            <a:avLst/>
          </a:prstGeom>
          <a:solidFill>
            <a:srgbClr val="4A82FF">
              <a:alpha val="55000"/>
            </a:srgbClr>
          </a:solidFill>
          <a:ln w="12700">
            <a:solidFill>
              <a:srgbClr val="4A82FF"/>
            </a:solidFill>
            <a:prstDash val="solid"/>
          </a:ln>
        </p:spPr>
      </p:sp>
      <p:sp>
        <p:nvSpPr>
          <p:cNvPr id="147" name="Shape 145"/>
          <p:cNvSpPr/>
          <p:nvPr/>
        </p:nvSpPr>
        <p:spPr>
          <a:xfrm>
            <a:off x="3407293" y="4534173"/>
            <a:ext cx="64008" cy="64008"/>
          </a:xfrm>
          <a:prstGeom prst="ellipse">
            <a:avLst/>
          </a:prstGeom>
          <a:solidFill>
            <a:srgbClr val="4A82FF">
              <a:alpha val="55000"/>
            </a:srgbClr>
          </a:solidFill>
          <a:ln w="12700">
            <a:solidFill>
              <a:srgbClr val="4A82FF"/>
            </a:solidFill>
            <a:prstDash val="solid"/>
          </a:ln>
        </p:spPr>
      </p:sp>
      <p:sp>
        <p:nvSpPr>
          <p:cNvPr id="148" name="Shape 146"/>
          <p:cNvSpPr/>
          <p:nvPr/>
        </p:nvSpPr>
        <p:spPr>
          <a:xfrm>
            <a:off x="2922814" y="3746275"/>
            <a:ext cx="64008" cy="64008"/>
          </a:xfrm>
          <a:prstGeom prst="ellipse">
            <a:avLst/>
          </a:prstGeom>
          <a:solidFill>
            <a:srgbClr val="4A82FF">
              <a:alpha val="55000"/>
            </a:srgbClr>
          </a:solidFill>
          <a:ln w="12700">
            <a:solidFill>
              <a:srgbClr val="4A82FF"/>
            </a:solidFill>
            <a:prstDash val="solid"/>
          </a:ln>
        </p:spPr>
      </p:sp>
      <p:sp>
        <p:nvSpPr>
          <p:cNvPr id="149" name="Shape 147"/>
          <p:cNvSpPr/>
          <p:nvPr/>
        </p:nvSpPr>
        <p:spPr>
          <a:xfrm>
            <a:off x="3540072" y="4260418"/>
            <a:ext cx="64008" cy="64008"/>
          </a:xfrm>
          <a:prstGeom prst="ellipse">
            <a:avLst/>
          </a:prstGeom>
          <a:solidFill>
            <a:srgbClr val="4A82FF">
              <a:alpha val="55000"/>
            </a:srgbClr>
          </a:solidFill>
          <a:ln w="12700">
            <a:solidFill>
              <a:srgbClr val="4A82FF"/>
            </a:solidFill>
            <a:prstDash val="solid"/>
          </a:ln>
        </p:spPr>
      </p:sp>
      <p:sp>
        <p:nvSpPr>
          <p:cNvPr id="150" name="Shape 148"/>
          <p:cNvSpPr/>
          <p:nvPr/>
        </p:nvSpPr>
        <p:spPr>
          <a:xfrm>
            <a:off x="3543298" y="4191126"/>
            <a:ext cx="64008" cy="64008"/>
          </a:xfrm>
          <a:prstGeom prst="ellipse">
            <a:avLst/>
          </a:prstGeom>
          <a:solidFill>
            <a:srgbClr val="4A82FF">
              <a:alpha val="55000"/>
            </a:srgbClr>
          </a:solidFill>
          <a:ln w="12700">
            <a:solidFill>
              <a:srgbClr val="4A82FF"/>
            </a:solidFill>
            <a:prstDash val="solid"/>
          </a:ln>
        </p:spPr>
      </p:sp>
      <p:sp>
        <p:nvSpPr>
          <p:cNvPr id="151" name="Shape 149"/>
          <p:cNvSpPr/>
          <p:nvPr/>
        </p:nvSpPr>
        <p:spPr>
          <a:xfrm>
            <a:off x="3002862" y="4138039"/>
            <a:ext cx="64008" cy="64008"/>
          </a:xfrm>
          <a:prstGeom prst="ellipse">
            <a:avLst/>
          </a:prstGeom>
          <a:solidFill>
            <a:srgbClr val="4A82FF">
              <a:alpha val="55000"/>
            </a:srgbClr>
          </a:solidFill>
          <a:ln w="12700">
            <a:solidFill>
              <a:srgbClr val="4A82FF"/>
            </a:solidFill>
            <a:prstDash val="solid"/>
          </a:ln>
        </p:spPr>
      </p:sp>
      <p:sp>
        <p:nvSpPr>
          <p:cNvPr id="152" name="Shape 150"/>
          <p:cNvSpPr/>
          <p:nvPr/>
        </p:nvSpPr>
        <p:spPr>
          <a:xfrm>
            <a:off x="2224535" y="4124313"/>
            <a:ext cx="64008" cy="64008"/>
          </a:xfrm>
          <a:prstGeom prst="ellipse">
            <a:avLst/>
          </a:prstGeom>
          <a:solidFill>
            <a:srgbClr val="4A82FF">
              <a:alpha val="55000"/>
            </a:srgbClr>
          </a:solidFill>
          <a:ln w="12700">
            <a:solidFill>
              <a:srgbClr val="4A82FF"/>
            </a:solidFill>
            <a:prstDash val="solid"/>
          </a:ln>
        </p:spPr>
      </p:sp>
      <p:sp>
        <p:nvSpPr>
          <p:cNvPr id="153" name="Shape 151"/>
          <p:cNvSpPr/>
          <p:nvPr/>
        </p:nvSpPr>
        <p:spPr>
          <a:xfrm>
            <a:off x="2748305" y="4171658"/>
            <a:ext cx="64008" cy="64008"/>
          </a:xfrm>
          <a:prstGeom prst="ellipse">
            <a:avLst/>
          </a:prstGeom>
          <a:solidFill>
            <a:srgbClr val="4A82FF">
              <a:alpha val="55000"/>
            </a:srgbClr>
          </a:solidFill>
          <a:ln w="12700">
            <a:solidFill>
              <a:srgbClr val="4A82FF"/>
            </a:solidFill>
            <a:prstDash val="solid"/>
          </a:ln>
        </p:spPr>
      </p:sp>
      <p:sp>
        <p:nvSpPr>
          <p:cNvPr id="154" name="Shape 152"/>
          <p:cNvSpPr/>
          <p:nvPr/>
        </p:nvSpPr>
        <p:spPr>
          <a:xfrm>
            <a:off x="3151944" y="4424031"/>
            <a:ext cx="64008" cy="64008"/>
          </a:xfrm>
          <a:prstGeom prst="ellipse">
            <a:avLst/>
          </a:prstGeom>
          <a:solidFill>
            <a:srgbClr val="4A82FF">
              <a:alpha val="55000"/>
            </a:srgbClr>
          </a:solidFill>
          <a:ln w="12700">
            <a:solidFill>
              <a:srgbClr val="4A82FF"/>
            </a:solidFill>
            <a:prstDash val="solid"/>
          </a:ln>
        </p:spPr>
      </p:sp>
      <p:sp>
        <p:nvSpPr>
          <p:cNvPr id="155" name="Shape 153"/>
          <p:cNvSpPr/>
          <p:nvPr/>
        </p:nvSpPr>
        <p:spPr>
          <a:xfrm>
            <a:off x="2831150" y="3356493"/>
            <a:ext cx="64008" cy="64008"/>
          </a:xfrm>
          <a:prstGeom prst="ellipse">
            <a:avLst/>
          </a:prstGeom>
          <a:solidFill>
            <a:srgbClr val="4A82FF">
              <a:alpha val="55000"/>
            </a:srgbClr>
          </a:solidFill>
          <a:ln w="12700">
            <a:solidFill>
              <a:srgbClr val="4A82FF"/>
            </a:solidFill>
            <a:prstDash val="solid"/>
          </a:ln>
        </p:spPr>
      </p:sp>
      <p:sp>
        <p:nvSpPr>
          <p:cNvPr id="156" name="Shape 154"/>
          <p:cNvSpPr/>
          <p:nvPr/>
        </p:nvSpPr>
        <p:spPr>
          <a:xfrm>
            <a:off x="2729310" y="4239139"/>
            <a:ext cx="64008" cy="64008"/>
          </a:xfrm>
          <a:prstGeom prst="ellipse">
            <a:avLst/>
          </a:prstGeom>
          <a:solidFill>
            <a:srgbClr val="4A82FF">
              <a:alpha val="55000"/>
            </a:srgbClr>
          </a:solidFill>
          <a:ln w="12700">
            <a:solidFill>
              <a:srgbClr val="4A82FF"/>
            </a:solidFill>
            <a:prstDash val="solid"/>
          </a:ln>
        </p:spPr>
      </p:sp>
      <p:sp>
        <p:nvSpPr>
          <p:cNvPr id="157" name="Shape 155"/>
          <p:cNvSpPr/>
          <p:nvPr/>
        </p:nvSpPr>
        <p:spPr>
          <a:xfrm>
            <a:off x="2845763" y="3881291"/>
            <a:ext cx="64008" cy="64008"/>
          </a:xfrm>
          <a:prstGeom prst="ellipse">
            <a:avLst/>
          </a:prstGeom>
          <a:solidFill>
            <a:srgbClr val="4A82FF">
              <a:alpha val="55000"/>
            </a:srgbClr>
          </a:solidFill>
          <a:ln w="12700">
            <a:solidFill>
              <a:srgbClr val="4A82FF"/>
            </a:solidFill>
            <a:prstDash val="solid"/>
          </a:ln>
        </p:spPr>
      </p:sp>
      <p:sp>
        <p:nvSpPr>
          <p:cNvPr id="158" name="Shape 156"/>
          <p:cNvSpPr/>
          <p:nvPr/>
        </p:nvSpPr>
        <p:spPr>
          <a:xfrm>
            <a:off x="2551472" y="4197992"/>
            <a:ext cx="64008" cy="64008"/>
          </a:xfrm>
          <a:prstGeom prst="ellipse">
            <a:avLst/>
          </a:prstGeom>
          <a:solidFill>
            <a:srgbClr val="4A82FF">
              <a:alpha val="55000"/>
            </a:srgbClr>
          </a:solidFill>
          <a:ln w="12700">
            <a:solidFill>
              <a:srgbClr val="4A82FF"/>
            </a:solidFill>
            <a:prstDash val="solid"/>
          </a:ln>
        </p:spPr>
      </p:sp>
      <p:sp>
        <p:nvSpPr>
          <p:cNvPr id="159" name="Shape 157"/>
          <p:cNvSpPr/>
          <p:nvPr/>
        </p:nvSpPr>
        <p:spPr>
          <a:xfrm>
            <a:off x="2849196" y="4298929"/>
            <a:ext cx="64008" cy="64008"/>
          </a:xfrm>
          <a:prstGeom prst="ellipse">
            <a:avLst/>
          </a:prstGeom>
          <a:solidFill>
            <a:srgbClr val="4A82FF">
              <a:alpha val="55000"/>
            </a:srgbClr>
          </a:solidFill>
          <a:ln w="12700">
            <a:solidFill>
              <a:srgbClr val="4A82FF"/>
            </a:solidFill>
            <a:prstDash val="solid"/>
          </a:ln>
        </p:spPr>
      </p:sp>
      <p:sp>
        <p:nvSpPr>
          <p:cNvPr id="160" name="Shape 158"/>
          <p:cNvSpPr/>
          <p:nvPr/>
        </p:nvSpPr>
        <p:spPr>
          <a:xfrm>
            <a:off x="3919943" y="4255493"/>
            <a:ext cx="64008" cy="64008"/>
          </a:xfrm>
          <a:prstGeom prst="ellipse">
            <a:avLst/>
          </a:prstGeom>
          <a:solidFill>
            <a:srgbClr val="4A82FF">
              <a:alpha val="55000"/>
            </a:srgbClr>
          </a:solidFill>
          <a:ln w="12700">
            <a:solidFill>
              <a:srgbClr val="4A82FF"/>
            </a:solidFill>
            <a:prstDash val="solid"/>
          </a:ln>
        </p:spPr>
      </p:sp>
      <p:sp>
        <p:nvSpPr>
          <p:cNvPr id="161" name="Shape 159"/>
          <p:cNvSpPr/>
          <p:nvPr/>
        </p:nvSpPr>
        <p:spPr>
          <a:xfrm>
            <a:off x="2584619" y="4196179"/>
            <a:ext cx="64008" cy="64008"/>
          </a:xfrm>
          <a:prstGeom prst="ellipse">
            <a:avLst/>
          </a:prstGeom>
          <a:solidFill>
            <a:srgbClr val="4A82FF">
              <a:alpha val="55000"/>
            </a:srgbClr>
          </a:solidFill>
          <a:ln w="12700">
            <a:solidFill>
              <a:srgbClr val="4A82FF"/>
            </a:solidFill>
            <a:prstDash val="solid"/>
          </a:ln>
        </p:spPr>
      </p:sp>
      <p:sp>
        <p:nvSpPr>
          <p:cNvPr id="162" name="Shape 160"/>
          <p:cNvSpPr/>
          <p:nvPr/>
        </p:nvSpPr>
        <p:spPr>
          <a:xfrm>
            <a:off x="2243063" y="4100527"/>
            <a:ext cx="64008" cy="64008"/>
          </a:xfrm>
          <a:prstGeom prst="ellipse">
            <a:avLst/>
          </a:prstGeom>
          <a:solidFill>
            <a:srgbClr val="4A82FF">
              <a:alpha val="55000"/>
            </a:srgbClr>
          </a:solidFill>
          <a:ln w="12700">
            <a:solidFill>
              <a:srgbClr val="4A82FF"/>
            </a:solidFill>
            <a:prstDash val="solid"/>
          </a:ln>
        </p:spPr>
      </p:sp>
      <p:sp>
        <p:nvSpPr>
          <p:cNvPr id="163" name="Shape 161"/>
          <p:cNvSpPr/>
          <p:nvPr/>
        </p:nvSpPr>
        <p:spPr>
          <a:xfrm>
            <a:off x="2844446" y="4242040"/>
            <a:ext cx="64008" cy="64008"/>
          </a:xfrm>
          <a:prstGeom prst="ellipse">
            <a:avLst/>
          </a:prstGeom>
          <a:solidFill>
            <a:srgbClr val="4A82FF">
              <a:alpha val="55000"/>
            </a:srgbClr>
          </a:solidFill>
          <a:ln w="12700">
            <a:solidFill>
              <a:srgbClr val="4A82FF"/>
            </a:solidFill>
            <a:prstDash val="solid"/>
          </a:ln>
        </p:spPr>
      </p:sp>
      <p:sp>
        <p:nvSpPr>
          <p:cNvPr id="164" name="Shape 162"/>
          <p:cNvSpPr/>
          <p:nvPr/>
        </p:nvSpPr>
        <p:spPr>
          <a:xfrm>
            <a:off x="2811369" y="4178067"/>
            <a:ext cx="64008" cy="64008"/>
          </a:xfrm>
          <a:prstGeom prst="ellipse">
            <a:avLst/>
          </a:prstGeom>
          <a:solidFill>
            <a:srgbClr val="4A82FF">
              <a:alpha val="55000"/>
            </a:srgbClr>
          </a:solidFill>
          <a:ln w="12700">
            <a:solidFill>
              <a:srgbClr val="4A82FF"/>
            </a:solidFill>
            <a:prstDash val="solid"/>
          </a:ln>
        </p:spPr>
      </p:sp>
      <p:sp>
        <p:nvSpPr>
          <p:cNvPr id="165" name="Shape 163"/>
          <p:cNvSpPr/>
          <p:nvPr/>
        </p:nvSpPr>
        <p:spPr>
          <a:xfrm>
            <a:off x="3373830" y="4287226"/>
            <a:ext cx="64008" cy="64008"/>
          </a:xfrm>
          <a:prstGeom prst="ellipse">
            <a:avLst/>
          </a:prstGeom>
          <a:solidFill>
            <a:srgbClr val="4A82FF">
              <a:alpha val="55000"/>
            </a:srgbClr>
          </a:solidFill>
          <a:ln w="12700">
            <a:solidFill>
              <a:srgbClr val="4A82FF"/>
            </a:solidFill>
            <a:prstDash val="solid"/>
          </a:ln>
        </p:spPr>
      </p:sp>
      <p:sp>
        <p:nvSpPr>
          <p:cNvPr id="166" name="Shape 164"/>
          <p:cNvSpPr/>
          <p:nvPr/>
        </p:nvSpPr>
        <p:spPr>
          <a:xfrm>
            <a:off x="2978281" y="4044753"/>
            <a:ext cx="64008" cy="64008"/>
          </a:xfrm>
          <a:prstGeom prst="ellipse">
            <a:avLst/>
          </a:prstGeom>
          <a:solidFill>
            <a:srgbClr val="4A82FF">
              <a:alpha val="55000"/>
            </a:srgbClr>
          </a:solidFill>
          <a:ln w="12700">
            <a:solidFill>
              <a:srgbClr val="4A82FF"/>
            </a:solidFill>
            <a:prstDash val="solid"/>
          </a:ln>
        </p:spPr>
      </p:sp>
      <p:sp>
        <p:nvSpPr>
          <p:cNvPr id="167" name="Shape 165"/>
          <p:cNvSpPr/>
          <p:nvPr/>
        </p:nvSpPr>
        <p:spPr>
          <a:xfrm>
            <a:off x="2776447" y="4190133"/>
            <a:ext cx="64008" cy="64008"/>
          </a:xfrm>
          <a:prstGeom prst="ellipse">
            <a:avLst/>
          </a:prstGeom>
          <a:solidFill>
            <a:srgbClr val="4A82FF">
              <a:alpha val="55000"/>
            </a:srgbClr>
          </a:solidFill>
          <a:ln w="12700">
            <a:solidFill>
              <a:srgbClr val="4A82FF"/>
            </a:solidFill>
            <a:prstDash val="solid"/>
          </a:ln>
        </p:spPr>
      </p:sp>
      <p:sp>
        <p:nvSpPr>
          <p:cNvPr id="168" name="Shape 166"/>
          <p:cNvSpPr/>
          <p:nvPr/>
        </p:nvSpPr>
        <p:spPr>
          <a:xfrm>
            <a:off x="2678773" y="4291064"/>
            <a:ext cx="64008" cy="64008"/>
          </a:xfrm>
          <a:prstGeom prst="ellipse">
            <a:avLst/>
          </a:prstGeom>
          <a:solidFill>
            <a:srgbClr val="4A82FF">
              <a:alpha val="55000"/>
            </a:srgbClr>
          </a:solidFill>
          <a:ln w="12700">
            <a:solidFill>
              <a:srgbClr val="4A82FF"/>
            </a:solidFill>
            <a:prstDash val="solid"/>
          </a:ln>
        </p:spPr>
      </p:sp>
      <p:sp>
        <p:nvSpPr>
          <p:cNvPr id="169" name="Shape 167"/>
          <p:cNvSpPr/>
          <p:nvPr/>
        </p:nvSpPr>
        <p:spPr>
          <a:xfrm>
            <a:off x="2329324" y="4051511"/>
            <a:ext cx="64008" cy="64008"/>
          </a:xfrm>
          <a:prstGeom prst="ellipse">
            <a:avLst/>
          </a:prstGeom>
          <a:solidFill>
            <a:srgbClr val="4A82FF">
              <a:alpha val="55000"/>
            </a:srgbClr>
          </a:solidFill>
          <a:ln w="12700">
            <a:solidFill>
              <a:srgbClr val="4A82FF"/>
            </a:solidFill>
            <a:prstDash val="solid"/>
          </a:ln>
        </p:spPr>
      </p:sp>
      <p:sp>
        <p:nvSpPr>
          <p:cNvPr id="170" name="Shape 168"/>
          <p:cNvSpPr/>
          <p:nvPr/>
        </p:nvSpPr>
        <p:spPr>
          <a:xfrm>
            <a:off x="3177207" y="4288199"/>
            <a:ext cx="64008" cy="64008"/>
          </a:xfrm>
          <a:prstGeom prst="ellipse">
            <a:avLst/>
          </a:prstGeom>
          <a:solidFill>
            <a:srgbClr val="4A82FF">
              <a:alpha val="55000"/>
            </a:srgbClr>
          </a:solidFill>
          <a:ln w="12700">
            <a:solidFill>
              <a:srgbClr val="4A82FF"/>
            </a:solidFill>
            <a:prstDash val="solid"/>
          </a:ln>
        </p:spPr>
      </p:sp>
      <p:sp>
        <p:nvSpPr>
          <p:cNvPr id="171" name="Shape 169"/>
          <p:cNvSpPr/>
          <p:nvPr/>
        </p:nvSpPr>
        <p:spPr>
          <a:xfrm>
            <a:off x="3406733" y="4042054"/>
            <a:ext cx="64008" cy="64008"/>
          </a:xfrm>
          <a:prstGeom prst="ellipse">
            <a:avLst/>
          </a:prstGeom>
          <a:solidFill>
            <a:srgbClr val="4A82FF">
              <a:alpha val="55000"/>
            </a:srgbClr>
          </a:solidFill>
          <a:ln w="12700">
            <a:solidFill>
              <a:srgbClr val="4A82FF"/>
            </a:solidFill>
            <a:prstDash val="solid"/>
          </a:ln>
        </p:spPr>
      </p:sp>
      <p:sp>
        <p:nvSpPr>
          <p:cNvPr id="172" name="Shape 170"/>
          <p:cNvSpPr/>
          <p:nvPr/>
        </p:nvSpPr>
        <p:spPr>
          <a:xfrm>
            <a:off x="2723036" y="4410355"/>
            <a:ext cx="64008" cy="64008"/>
          </a:xfrm>
          <a:prstGeom prst="ellipse">
            <a:avLst/>
          </a:prstGeom>
          <a:solidFill>
            <a:srgbClr val="4A82FF">
              <a:alpha val="55000"/>
            </a:srgbClr>
          </a:solidFill>
          <a:ln w="12700">
            <a:solidFill>
              <a:srgbClr val="4A82FF"/>
            </a:solidFill>
            <a:prstDash val="solid"/>
          </a:ln>
        </p:spPr>
      </p:sp>
      <p:sp>
        <p:nvSpPr>
          <p:cNvPr id="173" name="Shape 171"/>
          <p:cNvSpPr/>
          <p:nvPr/>
        </p:nvSpPr>
        <p:spPr>
          <a:xfrm>
            <a:off x="2241678" y="4075671"/>
            <a:ext cx="64008" cy="64008"/>
          </a:xfrm>
          <a:prstGeom prst="ellipse">
            <a:avLst/>
          </a:prstGeom>
          <a:solidFill>
            <a:srgbClr val="4A82FF">
              <a:alpha val="55000"/>
            </a:srgbClr>
          </a:solidFill>
          <a:ln w="12700">
            <a:solidFill>
              <a:srgbClr val="4A82FF"/>
            </a:solidFill>
            <a:prstDash val="solid"/>
          </a:ln>
        </p:spPr>
      </p:sp>
      <p:sp>
        <p:nvSpPr>
          <p:cNvPr id="174" name="Shape 172"/>
          <p:cNvSpPr/>
          <p:nvPr/>
        </p:nvSpPr>
        <p:spPr>
          <a:xfrm>
            <a:off x="3078622" y="4224300"/>
            <a:ext cx="64008" cy="64008"/>
          </a:xfrm>
          <a:prstGeom prst="ellipse">
            <a:avLst/>
          </a:prstGeom>
          <a:solidFill>
            <a:srgbClr val="4A82FF">
              <a:alpha val="55000"/>
            </a:srgbClr>
          </a:solidFill>
          <a:ln w="12700">
            <a:solidFill>
              <a:srgbClr val="4A82FF"/>
            </a:solidFill>
            <a:prstDash val="solid"/>
          </a:ln>
        </p:spPr>
      </p:sp>
      <p:sp>
        <p:nvSpPr>
          <p:cNvPr id="175" name="Shape 173"/>
          <p:cNvSpPr/>
          <p:nvPr/>
        </p:nvSpPr>
        <p:spPr>
          <a:xfrm>
            <a:off x="2757625" y="4124006"/>
            <a:ext cx="64008" cy="64008"/>
          </a:xfrm>
          <a:prstGeom prst="ellipse">
            <a:avLst/>
          </a:prstGeom>
          <a:solidFill>
            <a:srgbClr val="4A82FF">
              <a:alpha val="55000"/>
            </a:srgbClr>
          </a:solidFill>
          <a:ln w="12700">
            <a:solidFill>
              <a:srgbClr val="4A82FF"/>
            </a:solidFill>
            <a:prstDash val="solid"/>
          </a:ln>
        </p:spPr>
      </p:sp>
      <p:sp>
        <p:nvSpPr>
          <p:cNvPr id="176" name="Shape 174"/>
          <p:cNvSpPr/>
          <p:nvPr/>
        </p:nvSpPr>
        <p:spPr>
          <a:xfrm>
            <a:off x="2725919" y="3968018"/>
            <a:ext cx="64008" cy="64008"/>
          </a:xfrm>
          <a:prstGeom prst="ellipse">
            <a:avLst/>
          </a:prstGeom>
          <a:solidFill>
            <a:srgbClr val="4A82FF">
              <a:alpha val="55000"/>
            </a:srgbClr>
          </a:solidFill>
          <a:ln w="12700">
            <a:solidFill>
              <a:srgbClr val="4A82FF"/>
            </a:solidFill>
            <a:prstDash val="solid"/>
          </a:ln>
        </p:spPr>
      </p:sp>
      <p:sp>
        <p:nvSpPr>
          <p:cNvPr id="177" name="Shape 175"/>
          <p:cNvSpPr/>
          <p:nvPr/>
        </p:nvSpPr>
        <p:spPr>
          <a:xfrm>
            <a:off x="3246817" y="4228925"/>
            <a:ext cx="64008" cy="64008"/>
          </a:xfrm>
          <a:prstGeom prst="ellipse">
            <a:avLst/>
          </a:prstGeom>
          <a:solidFill>
            <a:srgbClr val="4A82FF">
              <a:alpha val="55000"/>
            </a:srgbClr>
          </a:solidFill>
          <a:ln w="12700">
            <a:solidFill>
              <a:srgbClr val="4A82FF"/>
            </a:solidFill>
            <a:prstDash val="solid"/>
          </a:ln>
        </p:spPr>
      </p:sp>
      <p:sp>
        <p:nvSpPr>
          <p:cNvPr id="178" name="Shape 176"/>
          <p:cNvSpPr/>
          <p:nvPr/>
        </p:nvSpPr>
        <p:spPr>
          <a:xfrm>
            <a:off x="3023153" y="4238134"/>
            <a:ext cx="64008" cy="64008"/>
          </a:xfrm>
          <a:prstGeom prst="ellipse">
            <a:avLst/>
          </a:prstGeom>
          <a:solidFill>
            <a:srgbClr val="4A82FF">
              <a:alpha val="55000"/>
            </a:srgbClr>
          </a:solidFill>
          <a:ln w="12700">
            <a:solidFill>
              <a:srgbClr val="4A82FF"/>
            </a:solidFill>
            <a:prstDash val="solid"/>
          </a:ln>
        </p:spPr>
      </p:sp>
      <p:sp>
        <p:nvSpPr>
          <p:cNvPr id="179" name="Shape 177"/>
          <p:cNvSpPr/>
          <p:nvPr/>
        </p:nvSpPr>
        <p:spPr>
          <a:xfrm>
            <a:off x="2897568" y="4090739"/>
            <a:ext cx="64008" cy="64008"/>
          </a:xfrm>
          <a:prstGeom prst="ellipse">
            <a:avLst/>
          </a:prstGeom>
          <a:solidFill>
            <a:srgbClr val="4A82FF">
              <a:alpha val="55000"/>
            </a:srgbClr>
          </a:solidFill>
          <a:ln w="12700">
            <a:solidFill>
              <a:srgbClr val="4A82FF"/>
            </a:solidFill>
            <a:prstDash val="solid"/>
          </a:ln>
        </p:spPr>
      </p:sp>
      <p:sp>
        <p:nvSpPr>
          <p:cNvPr id="180" name="Shape 178"/>
          <p:cNvSpPr/>
          <p:nvPr/>
        </p:nvSpPr>
        <p:spPr>
          <a:xfrm>
            <a:off x="2397789" y="4039974"/>
            <a:ext cx="64008" cy="64008"/>
          </a:xfrm>
          <a:prstGeom prst="ellipse">
            <a:avLst/>
          </a:prstGeom>
          <a:solidFill>
            <a:srgbClr val="4A82FF">
              <a:alpha val="55000"/>
            </a:srgbClr>
          </a:solidFill>
          <a:ln w="12700">
            <a:solidFill>
              <a:srgbClr val="4A82FF"/>
            </a:solidFill>
            <a:prstDash val="solid"/>
          </a:ln>
        </p:spPr>
      </p:sp>
      <p:sp>
        <p:nvSpPr>
          <p:cNvPr id="181" name="Shape 179"/>
          <p:cNvSpPr/>
          <p:nvPr/>
        </p:nvSpPr>
        <p:spPr>
          <a:xfrm>
            <a:off x="2238331" y="4107019"/>
            <a:ext cx="64008" cy="64008"/>
          </a:xfrm>
          <a:prstGeom prst="ellipse">
            <a:avLst/>
          </a:prstGeom>
          <a:solidFill>
            <a:srgbClr val="4A82FF">
              <a:alpha val="55000"/>
            </a:srgbClr>
          </a:solidFill>
          <a:ln w="12700">
            <a:solidFill>
              <a:srgbClr val="4A82FF"/>
            </a:solidFill>
            <a:prstDash val="solid"/>
          </a:ln>
        </p:spPr>
      </p:sp>
      <p:sp>
        <p:nvSpPr>
          <p:cNvPr id="182" name="Shape 180"/>
          <p:cNvSpPr/>
          <p:nvPr/>
        </p:nvSpPr>
        <p:spPr>
          <a:xfrm>
            <a:off x="3577201" y="4380781"/>
            <a:ext cx="64008" cy="64008"/>
          </a:xfrm>
          <a:prstGeom prst="ellipse">
            <a:avLst/>
          </a:prstGeom>
          <a:solidFill>
            <a:srgbClr val="4A82FF">
              <a:alpha val="55000"/>
            </a:srgbClr>
          </a:solidFill>
          <a:ln w="12700">
            <a:solidFill>
              <a:srgbClr val="4A82FF"/>
            </a:solidFill>
            <a:prstDash val="solid"/>
          </a:ln>
        </p:spPr>
      </p:sp>
      <p:sp>
        <p:nvSpPr>
          <p:cNvPr id="183" name="Shape 181"/>
          <p:cNvSpPr/>
          <p:nvPr/>
        </p:nvSpPr>
        <p:spPr>
          <a:xfrm>
            <a:off x="2786565" y="4296121"/>
            <a:ext cx="64008" cy="64008"/>
          </a:xfrm>
          <a:prstGeom prst="ellipse">
            <a:avLst/>
          </a:prstGeom>
          <a:solidFill>
            <a:srgbClr val="4A82FF">
              <a:alpha val="55000"/>
            </a:srgbClr>
          </a:solidFill>
          <a:ln w="12700">
            <a:solidFill>
              <a:srgbClr val="4A82FF"/>
            </a:solidFill>
            <a:prstDash val="solid"/>
          </a:ln>
        </p:spPr>
      </p:sp>
      <p:sp>
        <p:nvSpPr>
          <p:cNvPr id="184" name="Shape 182"/>
          <p:cNvSpPr/>
          <p:nvPr/>
        </p:nvSpPr>
        <p:spPr>
          <a:xfrm>
            <a:off x="2726776" y="4201117"/>
            <a:ext cx="64008" cy="64008"/>
          </a:xfrm>
          <a:prstGeom prst="ellipse">
            <a:avLst/>
          </a:prstGeom>
          <a:solidFill>
            <a:srgbClr val="4A82FF">
              <a:alpha val="55000"/>
            </a:srgbClr>
          </a:solidFill>
          <a:ln w="12700">
            <a:solidFill>
              <a:srgbClr val="4A82FF"/>
            </a:solidFill>
            <a:prstDash val="solid"/>
          </a:ln>
        </p:spPr>
      </p:sp>
      <p:sp>
        <p:nvSpPr>
          <p:cNvPr id="185" name="Shape 183"/>
          <p:cNvSpPr/>
          <p:nvPr/>
        </p:nvSpPr>
        <p:spPr>
          <a:xfrm>
            <a:off x="3049974" y="4054450"/>
            <a:ext cx="64008" cy="64008"/>
          </a:xfrm>
          <a:prstGeom prst="ellipse">
            <a:avLst/>
          </a:prstGeom>
          <a:solidFill>
            <a:srgbClr val="4A82FF">
              <a:alpha val="55000"/>
            </a:srgbClr>
          </a:solidFill>
          <a:ln w="12700">
            <a:solidFill>
              <a:srgbClr val="4A82FF"/>
            </a:solidFill>
            <a:prstDash val="solid"/>
          </a:ln>
        </p:spPr>
      </p:sp>
      <p:sp>
        <p:nvSpPr>
          <p:cNvPr id="186" name="Shape 184"/>
          <p:cNvSpPr/>
          <p:nvPr/>
        </p:nvSpPr>
        <p:spPr>
          <a:xfrm>
            <a:off x="3026995" y="4145829"/>
            <a:ext cx="64008" cy="64008"/>
          </a:xfrm>
          <a:prstGeom prst="ellipse">
            <a:avLst/>
          </a:prstGeom>
          <a:solidFill>
            <a:srgbClr val="4A82FF">
              <a:alpha val="55000"/>
            </a:srgbClr>
          </a:solidFill>
          <a:ln w="12700">
            <a:solidFill>
              <a:srgbClr val="4A82FF"/>
            </a:solidFill>
            <a:prstDash val="solid"/>
          </a:ln>
        </p:spPr>
      </p:sp>
      <p:sp>
        <p:nvSpPr>
          <p:cNvPr id="187" name="Shape 185"/>
          <p:cNvSpPr/>
          <p:nvPr/>
        </p:nvSpPr>
        <p:spPr>
          <a:xfrm>
            <a:off x="3053285" y="4259677"/>
            <a:ext cx="64008" cy="64008"/>
          </a:xfrm>
          <a:prstGeom prst="ellipse">
            <a:avLst/>
          </a:prstGeom>
          <a:solidFill>
            <a:srgbClr val="4A82FF">
              <a:alpha val="55000"/>
            </a:srgbClr>
          </a:solidFill>
          <a:ln w="12700">
            <a:solidFill>
              <a:srgbClr val="4A82FF"/>
            </a:solidFill>
            <a:prstDash val="solid"/>
          </a:ln>
        </p:spPr>
      </p:sp>
      <p:sp>
        <p:nvSpPr>
          <p:cNvPr id="188" name="Shape 186"/>
          <p:cNvSpPr/>
          <p:nvPr/>
        </p:nvSpPr>
        <p:spPr>
          <a:xfrm>
            <a:off x="3503920" y="4599554"/>
            <a:ext cx="64008" cy="64008"/>
          </a:xfrm>
          <a:prstGeom prst="ellipse">
            <a:avLst/>
          </a:prstGeom>
          <a:solidFill>
            <a:srgbClr val="4A82FF">
              <a:alpha val="55000"/>
            </a:srgbClr>
          </a:solidFill>
          <a:ln w="12700">
            <a:solidFill>
              <a:srgbClr val="4A82FF"/>
            </a:solidFill>
            <a:prstDash val="solid"/>
          </a:ln>
        </p:spPr>
      </p:sp>
      <p:sp>
        <p:nvSpPr>
          <p:cNvPr id="189" name="Shape 187"/>
          <p:cNvSpPr/>
          <p:nvPr/>
        </p:nvSpPr>
        <p:spPr>
          <a:xfrm>
            <a:off x="3205206" y="4340724"/>
            <a:ext cx="64008" cy="64008"/>
          </a:xfrm>
          <a:prstGeom prst="ellipse">
            <a:avLst/>
          </a:prstGeom>
          <a:solidFill>
            <a:srgbClr val="4A82FF">
              <a:alpha val="55000"/>
            </a:srgbClr>
          </a:solidFill>
          <a:ln w="12700">
            <a:solidFill>
              <a:srgbClr val="4A82FF"/>
            </a:solidFill>
            <a:prstDash val="solid"/>
          </a:ln>
        </p:spPr>
      </p:sp>
      <p:sp>
        <p:nvSpPr>
          <p:cNvPr id="190" name="Shape 188"/>
          <p:cNvSpPr/>
          <p:nvPr/>
        </p:nvSpPr>
        <p:spPr>
          <a:xfrm>
            <a:off x="3258343" y="4527259"/>
            <a:ext cx="64008" cy="64008"/>
          </a:xfrm>
          <a:prstGeom prst="ellipse">
            <a:avLst/>
          </a:prstGeom>
          <a:solidFill>
            <a:srgbClr val="4A82FF">
              <a:alpha val="55000"/>
            </a:srgbClr>
          </a:solidFill>
          <a:ln w="12700">
            <a:solidFill>
              <a:srgbClr val="4A82FF"/>
            </a:solidFill>
            <a:prstDash val="solid"/>
          </a:ln>
        </p:spPr>
      </p:sp>
      <p:sp>
        <p:nvSpPr>
          <p:cNvPr id="191" name="Shape 189"/>
          <p:cNvSpPr/>
          <p:nvPr/>
        </p:nvSpPr>
        <p:spPr>
          <a:xfrm>
            <a:off x="3666856" y="4421014"/>
            <a:ext cx="64008" cy="64008"/>
          </a:xfrm>
          <a:prstGeom prst="ellipse">
            <a:avLst/>
          </a:prstGeom>
          <a:solidFill>
            <a:srgbClr val="4A82FF">
              <a:alpha val="55000"/>
            </a:srgbClr>
          </a:solidFill>
          <a:ln w="12700">
            <a:solidFill>
              <a:srgbClr val="4A82FF"/>
            </a:solidFill>
            <a:prstDash val="solid"/>
          </a:ln>
        </p:spPr>
      </p:sp>
      <p:sp>
        <p:nvSpPr>
          <p:cNvPr id="192" name="Shape 190"/>
          <p:cNvSpPr/>
          <p:nvPr/>
        </p:nvSpPr>
        <p:spPr>
          <a:xfrm>
            <a:off x="2283611" y="4072732"/>
            <a:ext cx="64008" cy="64008"/>
          </a:xfrm>
          <a:prstGeom prst="ellipse">
            <a:avLst/>
          </a:prstGeom>
          <a:solidFill>
            <a:srgbClr val="4A82FF">
              <a:alpha val="55000"/>
            </a:srgbClr>
          </a:solidFill>
          <a:ln w="12700">
            <a:solidFill>
              <a:srgbClr val="4A82FF"/>
            </a:solidFill>
            <a:prstDash val="solid"/>
          </a:ln>
        </p:spPr>
      </p:sp>
      <p:sp>
        <p:nvSpPr>
          <p:cNvPr id="193" name="Shape 191"/>
          <p:cNvSpPr/>
          <p:nvPr/>
        </p:nvSpPr>
        <p:spPr>
          <a:xfrm>
            <a:off x="3504878" y="3876445"/>
            <a:ext cx="64008" cy="64008"/>
          </a:xfrm>
          <a:prstGeom prst="ellipse">
            <a:avLst/>
          </a:prstGeom>
          <a:solidFill>
            <a:srgbClr val="4A82FF">
              <a:alpha val="55000"/>
            </a:srgbClr>
          </a:solidFill>
          <a:ln w="12700">
            <a:solidFill>
              <a:srgbClr val="4A82FF"/>
            </a:solidFill>
            <a:prstDash val="solid"/>
          </a:ln>
        </p:spPr>
      </p:sp>
      <p:sp>
        <p:nvSpPr>
          <p:cNvPr id="194" name="Shape 192"/>
          <p:cNvSpPr/>
          <p:nvPr/>
        </p:nvSpPr>
        <p:spPr>
          <a:xfrm>
            <a:off x="3488619" y="4304281"/>
            <a:ext cx="64008" cy="64008"/>
          </a:xfrm>
          <a:prstGeom prst="ellipse">
            <a:avLst/>
          </a:prstGeom>
          <a:solidFill>
            <a:srgbClr val="4A82FF">
              <a:alpha val="55000"/>
            </a:srgbClr>
          </a:solidFill>
          <a:ln w="12700">
            <a:solidFill>
              <a:srgbClr val="4A82FF"/>
            </a:solidFill>
            <a:prstDash val="solid"/>
          </a:ln>
        </p:spPr>
      </p:sp>
      <p:sp>
        <p:nvSpPr>
          <p:cNvPr id="195" name="Shape 193"/>
          <p:cNvSpPr/>
          <p:nvPr/>
        </p:nvSpPr>
        <p:spPr>
          <a:xfrm>
            <a:off x="2920765" y="4276031"/>
            <a:ext cx="64008" cy="64008"/>
          </a:xfrm>
          <a:prstGeom prst="ellipse">
            <a:avLst/>
          </a:prstGeom>
          <a:solidFill>
            <a:srgbClr val="4A82FF">
              <a:alpha val="55000"/>
            </a:srgbClr>
          </a:solidFill>
          <a:ln w="12700">
            <a:solidFill>
              <a:srgbClr val="4A82FF"/>
            </a:solidFill>
            <a:prstDash val="solid"/>
          </a:ln>
        </p:spPr>
      </p:sp>
      <p:sp>
        <p:nvSpPr>
          <p:cNvPr id="196" name="Shape 194"/>
          <p:cNvSpPr/>
          <p:nvPr/>
        </p:nvSpPr>
        <p:spPr>
          <a:xfrm>
            <a:off x="3332739" y="3852129"/>
            <a:ext cx="64008" cy="64008"/>
          </a:xfrm>
          <a:prstGeom prst="ellipse">
            <a:avLst/>
          </a:prstGeom>
          <a:solidFill>
            <a:srgbClr val="4A82FF">
              <a:alpha val="55000"/>
            </a:srgbClr>
          </a:solidFill>
          <a:ln w="12700">
            <a:solidFill>
              <a:srgbClr val="4A82FF"/>
            </a:solidFill>
            <a:prstDash val="solid"/>
          </a:ln>
        </p:spPr>
      </p:sp>
      <p:sp>
        <p:nvSpPr>
          <p:cNvPr id="197" name="Shape 195"/>
          <p:cNvSpPr/>
          <p:nvPr/>
        </p:nvSpPr>
        <p:spPr>
          <a:xfrm>
            <a:off x="2782623" y="4288366"/>
            <a:ext cx="64008" cy="64008"/>
          </a:xfrm>
          <a:prstGeom prst="ellipse">
            <a:avLst/>
          </a:prstGeom>
          <a:solidFill>
            <a:srgbClr val="4A82FF">
              <a:alpha val="55000"/>
            </a:srgbClr>
          </a:solidFill>
          <a:ln w="12700">
            <a:solidFill>
              <a:srgbClr val="4A82FF"/>
            </a:solidFill>
            <a:prstDash val="solid"/>
          </a:ln>
        </p:spPr>
      </p:sp>
      <p:sp>
        <p:nvSpPr>
          <p:cNvPr id="198" name="Shape 196"/>
          <p:cNvSpPr/>
          <p:nvPr/>
        </p:nvSpPr>
        <p:spPr>
          <a:xfrm>
            <a:off x="2929076" y="4249466"/>
            <a:ext cx="64008" cy="64008"/>
          </a:xfrm>
          <a:prstGeom prst="ellipse">
            <a:avLst/>
          </a:prstGeom>
          <a:solidFill>
            <a:srgbClr val="4A82FF">
              <a:alpha val="55000"/>
            </a:srgbClr>
          </a:solidFill>
          <a:ln w="12700">
            <a:solidFill>
              <a:srgbClr val="4A82FF"/>
            </a:solidFill>
            <a:prstDash val="solid"/>
          </a:ln>
        </p:spPr>
      </p:sp>
      <p:sp>
        <p:nvSpPr>
          <p:cNvPr id="199" name="Shape 197"/>
          <p:cNvSpPr/>
          <p:nvPr/>
        </p:nvSpPr>
        <p:spPr>
          <a:xfrm>
            <a:off x="3096675" y="4283704"/>
            <a:ext cx="64008" cy="64008"/>
          </a:xfrm>
          <a:prstGeom prst="ellipse">
            <a:avLst/>
          </a:prstGeom>
          <a:solidFill>
            <a:srgbClr val="4A82FF">
              <a:alpha val="55000"/>
            </a:srgbClr>
          </a:solidFill>
          <a:ln w="12700">
            <a:solidFill>
              <a:srgbClr val="4A82FF"/>
            </a:solidFill>
            <a:prstDash val="solid"/>
          </a:ln>
        </p:spPr>
      </p:sp>
      <p:sp>
        <p:nvSpPr>
          <p:cNvPr id="200" name="Shape 198"/>
          <p:cNvSpPr/>
          <p:nvPr/>
        </p:nvSpPr>
        <p:spPr>
          <a:xfrm>
            <a:off x="2606297" y="4157363"/>
            <a:ext cx="64008" cy="64008"/>
          </a:xfrm>
          <a:prstGeom prst="ellipse">
            <a:avLst/>
          </a:prstGeom>
          <a:solidFill>
            <a:srgbClr val="4A82FF">
              <a:alpha val="55000"/>
            </a:srgbClr>
          </a:solidFill>
          <a:ln w="12700">
            <a:solidFill>
              <a:srgbClr val="4A82FF"/>
            </a:solidFill>
            <a:prstDash val="solid"/>
          </a:ln>
        </p:spPr>
      </p:sp>
      <p:sp>
        <p:nvSpPr>
          <p:cNvPr id="201" name="Shape 199"/>
          <p:cNvSpPr/>
          <p:nvPr/>
        </p:nvSpPr>
        <p:spPr>
          <a:xfrm>
            <a:off x="2666991" y="3688463"/>
            <a:ext cx="64008" cy="64008"/>
          </a:xfrm>
          <a:prstGeom prst="ellipse">
            <a:avLst/>
          </a:prstGeom>
          <a:solidFill>
            <a:srgbClr val="4A82FF">
              <a:alpha val="55000"/>
            </a:srgbClr>
          </a:solidFill>
          <a:ln w="12700">
            <a:solidFill>
              <a:srgbClr val="4A82FF"/>
            </a:solidFill>
            <a:prstDash val="solid"/>
          </a:ln>
        </p:spPr>
      </p:sp>
      <p:sp>
        <p:nvSpPr>
          <p:cNvPr id="202" name="Shape 200"/>
          <p:cNvSpPr/>
          <p:nvPr/>
        </p:nvSpPr>
        <p:spPr>
          <a:xfrm>
            <a:off x="3491144" y="3553901"/>
            <a:ext cx="64008" cy="64008"/>
          </a:xfrm>
          <a:prstGeom prst="ellipse">
            <a:avLst/>
          </a:prstGeom>
          <a:solidFill>
            <a:srgbClr val="4A82FF">
              <a:alpha val="55000"/>
            </a:srgbClr>
          </a:solidFill>
          <a:ln w="12700">
            <a:solidFill>
              <a:srgbClr val="4A82FF"/>
            </a:solidFill>
            <a:prstDash val="solid"/>
          </a:ln>
        </p:spPr>
      </p:sp>
      <p:sp>
        <p:nvSpPr>
          <p:cNvPr id="203" name="Shape 201"/>
          <p:cNvSpPr/>
          <p:nvPr/>
        </p:nvSpPr>
        <p:spPr>
          <a:xfrm>
            <a:off x="3161552" y="4219811"/>
            <a:ext cx="64008" cy="64008"/>
          </a:xfrm>
          <a:prstGeom prst="ellipse">
            <a:avLst/>
          </a:prstGeom>
          <a:solidFill>
            <a:srgbClr val="4A82FF">
              <a:alpha val="55000"/>
            </a:srgbClr>
          </a:solidFill>
          <a:ln w="12700">
            <a:solidFill>
              <a:srgbClr val="4A82FF"/>
            </a:solidFill>
            <a:prstDash val="solid"/>
          </a:ln>
        </p:spPr>
      </p:sp>
      <p:sp>
        <p:nvSpPr>
          <p:cNvPr id="204" name="Shape 202"/>
          <p:cNvSpPr/>
          <p:nvPr/>
        </p:nvSpPr>
        <p:spPr>
          <a:xfrm>
            <a:off x="3452127" y="4505740"/>
            <a:ext cx="64008" cy="64008"/>
          </a:xfrm>
          <a:prstGeom prst="ellipse">
            <a:avLst/>
          </a:prstGeom>
          <a:solidFill>
            <a:srgbClr val="4A82FF">
              <a:alpha val="55000"/>
            </a:srgbClr>
          </a:solidFill>
          <a:ln w="12700">
            <a:solidFill>
              <a:srgbClr val="4A82FF"/>
            </a:solidFill>
            <a:prstDash val="solid"/>
          </a:ln>
        </p:spPr>
      </p:sp>
      <p:sp>
        <p:nvSpPr>
          <p:cNvPr id="205" name="Shape 203"/>
          <p:cNvSpPr/>
          <p:nvPr/>
        </p:nvSpPr>
        <p:spPr>
          <a:xfrm>
            <a:off x="3068469" y="4115816"/>
            <a:ext cx="64008" cy="64008"/>
          </a:xfrm>
          <a:prstGeom prst="ellipse">
            <a:avLst/>
          </a:prstGeom>
          <a:solidFill>
            <a:srgbClr val="4A82FF">
              <a:alpha val="55000"/>
            </a:srgbClr>
          </a:solidFill>
          <a:ln w="12700">
            <a:solidFill>
              <a:srgbClr val="4A82FF"/>
            </a:solidFill>
            <a:prstDash val="solid"/>
          </a:ln>
        </p:spPr>
      </p:sp>
      <p:sp>
        <p:nvSpPr>
          <p:cNvPr id="206" name="Shape 204"/>
          <p:cNvSpPr/>
          <p:nvPr/>
        </p:nvSpPr>
        <p:spPr>
          <a:xfrm>
            <a:off x="3292584" y="3715612"/>
            <a:ext cx="64008" cy="64008"/>
          </a:xfrm>
          <a:prstGeom prst="ellipse">
            <a:avLst/>
          </a:prstGeom>
          <a:solidFill>
            <a:srgbClr val="4A82FF">
              <a:alpha val="55000"/>
            </a:srgbClr>
          </a:solidFill>
          <a:ln w="12700">
            <a:solidFill>
              <a:srgbClr val="4A82FF"/>
            </a:solidFill>
            <a:prstDash val="solid"/>
          </a:ln>
        </p:spPr>
      </p:sp>
      <p:sp>
        <p:nvSpPr>
          <p:cNvPr id="207" name="Shape 205"/>
          <p:cNvSpPr/>
          <p:nvPr/>
        </p:nvSpPr>
        <p:spPr>
          <a:xfrm>
            <a:off x="3612291" y="4038416"/>
            <a:ext cx="64008" cy="64008"/>
          </a:xfrm>
          <a:prstGeom prst="ellipse">
            <a:avLst/>
          </a:prstGeom>
          <a:solidFill>
            <a:srgbClr val="4A82FF">
              <a:alpha val="55000"/>
            </a:srgbClr>
          </a:solidFill>
          <a:ln w="12700">
            <a:solidFill>
              <a:srgbClr val="4A82FF"/>
            </a:solidFill>
            <a:prstDash val="solid"/>
          </a:ln>
        </p:spPr>
      </p:sp>
      <p:sp>
        <p:nvSpPr>
          <p:cNvPr id="208" name="Shape 206"/>
          <p:cNvSpPr/>
          <p:nvPr/>
        </p:nvSpPr>
        <p:spPr>
          <a:xfrm>
            <a:off x="3011796" y="4285152"/>
            <a:ext cx="64008" cy="64008"/>
          </a:xfrm>
          <a:prstGeom prst="ellipse">
            <a:avLst/>
          </a:prstGeom>
          <a:solidFill>
            <a:srgbClr val="4A82FF">
              <a:alpha val="55000"/>
            </a:srgbClr>
          </a:solidFill>
          <a:ln w="12700">
            <a:solidFill>
              <a:srgbClr val="4A82FF"/>
            </a:solidFill>
            <a:prstDash val="solid"/>
          </a:ln>
        </p:spPr>
      </p:sp>
      <p:sp>
        <p:nvSpPr>
          <p:cNvPr id="209" name="Shape 207"/>
          <p:cNvSpPr/>
          <p:nvPr/>
        </p:nvSpPr>
        <p:spPr>
          <a:xfrm>
            <a:off x="2524620" y="4098968"/>
            <a:ext cx="64008" cy="64008"/>
          </a:xfrm>
          <a:prstGeom prst="ellipse">
            <a:avLst/>
          </a:prstGeom>
          <a:solidFill>
            <a:srgbClr val="4A82FF">
              <a:alpha val="55000"/>
            </a:srgbClr>
          </a:solidFill>
          <a:ln w="12700">
            <a:solidFill>
              <a:srgbClr val="4A82FF"/>
            </a:solidFill>
            <a:prstDash val="solid"/>
          </a:ln>
        </p:spPr>
      </p:sp>
      <p:sp>
        <p:nvSpPr>
          <p:cNvPr id="210" name="Shape 208"/>
          <p:cNvSpPr/>
          <p:nvPr/>
        </p:nvSpPr>
        <p:spPr>
          <a:xfrm>
            <a:off x="3033834" y="4638734"/>
            <a:ext cx="64008" cy="64008"/>
          </a:xfrm>
          <a:prstGeom prst="ellipse">
            <a:avLst/>
          </a:prstGeom>
          <a:solidFill>
            <a:srgbClr val="4A82FF">
              <a:alpha val="55000"/>
            </a:srgbClr>
          </a:solidFill>
          <a:ln w="12700">
            <a:solidFill>
              <a:srgbClr val="4A82FF"/>
            </a:solidFill>
            <a:prstDash val="solid"/>
          </a:ln>
        </p:spPr>
      </p:sp>
      <p:sp>
        <p:nvSpPr>
          <p:cNvPr id="211" name="Shape 209"/>
          <p:cNvSpPr/>
          <p:nvPr/>
        </p:nvSpPr>
        <p:spPr>
          <a:xfrm>
            <a:off x="2474697" y="4173963"/>
            <a:ext cx="64008" cy="64008"/>
          </a:xfrm>
          <a:prstGeom prst="ellipse">
            <a:avLst/>
          </a:prstGeom>
          <a:solidFill>
            <a:srgbClr val="4A82FF">
              <a:alpha val="55000"/>
            </a:srgbClr>
          </a:solidFill>
          <a:ln w="12700">
            <a:solidFill>
              <a:srgbClr val="4A82FF"/>
            </a:solidFill>
            <a:prstDash val="solid"/>
          </a:ln>
        </p:spPr>
      </p:sp>
      <p:sp>
        <p:nvSpPr>
          <p:cNvPr id="212" name="Shape 210"/>
          <p:cNvSpPr/>
          <p:nvPr/>
        </p:nvSpPr>
        <p:spPr>
          <a:xfrm>
            <a:off x="3363995" y="3752266"/>
            <a:ext cx="64008" cy="64008"/>
          </a:xfrm>
          <a:prstGeom prst="ellipse">
            <a:avLst/>
          </a:prstGeom>
          <a:solidFill>
            <a:srgbClr val="4A82FF">
              <a:alpha val="55000"/>
            </a:srgbClr>
          </a:solidFill>
          <a:ln w="12700">
            <a:solidFill>
              <a:srgbClr val="4A82FF"/>
            </a:solidFill>
            <a:prstDash val="solid"/>
          </a:ln>
        </p:spPr>
      </p:sp>
      <p:sp>
        <p:nvSpPr>
          <p:cNvPr id="213" name="Shape 211"/>
          <p:cNvSpPr/>
          <p:nvPr/>
        </p:nvSpPr>
        <p:spPr>
          <a:xfrm>
            <a:off x="3306467" y="4276921"/>
            <a:ext cx="64008" cy="64008"/>
          </a:xfrm>
          <a:prstGeom prst="ellipse">
            <a:avLst/>
          </a:prstGeom>
          <a:solidFill>
            <a:srgbClr val="4A82FF">
              <a:alpha val="55000"/>
            </a:srgbClr>
          </a:solidFill>
          <a:ln w="12700">
            <a:solidFill>
              <a:srgbClr val="4A82FF"/>
            </a:solidFill>
            <a:prstDash val="solid"/>
          </a:ln>
        </p:spPr>
      </p:sp>
      <p:sp>
        <p:nvSpPr>
          <p:cNvPr id="214" name="Shape 212"/>
          <p:cNvSpPr/>
          <p:nvPr/>
        </p:nvSpPr>
        <p:spPr>
          <a:xfrm>
            <a:off x="3306511" y="4153509"/>
            <a:ext cx="64008" cy="64008"/>
          </a:xfrm>
          <a:prstGeom prst="ellipse">
            <a:avLst/>
          </a:prstGeom>
          <a:solidFill>
            <a:srgbClr val="4A82FF">
              <a:alpha val="55000"/>
            </a:srgbClr>
          </a:solidFill>
          <a:ln w="12700">
            <a:solidFill>
              <a:srgbClr val="4A82FF"/>
            </a:solidFill>
            <a:prstDash val="solid"/>
          </a:ln>
        </p:spPr>
      </p:sp>
      <p:sp>
        <p:nvSpPr>
          <p:cNvPr id="215" name="Shape 213"/>
          <p:cNvSpPr/>
          <p:nvPr/>
        </p:nvSpPr>
        <p:spPr>
          <a:xfrm>
            <a:off x="3486797" y="3638027"/>
            <a:ext cx="64008" cy="64008"/>
          </a:xfrm>
          <a:prstGeom prst="ellipse">
            <a:avLst/>
          </a:prstGeom>
          <a:solidFill>
            <a:srgbClr val="4A82FF">
              <a:alpha val="55000"/>
            </a:srgbClr>
          </a:solidFill>
          <a:ln w="12700">
            <a:solidFill>
              <a:srgbClr val="4A82FF"/>
            </a:solidFill>
            <a:prstDash val="solid"/>
          </a:ln>
        </p:spPr>
      </p:sp>
      <p:sp>
        <p:nvSpPr>
          <p:cNvPr id="216" name="Shape 214"/>
          <p:cNvSpPr/>
          <p:nvPr/>
        </p:nvSpPr>
        <p:spPr>
          <a:xfrm>
            <a:off x="2751547" y="4077690"/>
            <a:ext cx="64008" cy="64008"/>
          </a:xfrm>
          <a:prstGeom prst="ellipse">
            <a:avLst/>
          </a:prstGeom>
          <a:solidFill>
            <a:srgbClr val="4A82FF">
              <a:alpha val="55000"/>
            </a:srgbClr>
          </a:solidFill>
          <a:ln w="12700">
            <a:solidFill>
              <a:srgbClr val="4A82FF"/>
            </a:solidFill>
            <a:prstDash val="solid"/>
          </a:ln>
        </p:spPr>
      </p:sp>
      <p:sp>
        <p:nvSpPr>
          <p:cNvPr id="217" name="Shape 215"/>
          <p:cNvSpPr/>
          <p:nvPr/>
        </p:nvSpPr>
        <p:spPr>
          <a:xfrm>
            <a:off x="2451482" y="3970965"/>
            <a:ext cx="64008" cy="64008"/>
          </a:xfrm>
          <a:prstGeom prst="ellipse">
            <a:avLst/>
          </a:prstGeom>
          <a:solidFill>
            <a:srgbClr val="4A82FF">
              <a:alpha val="55000"/>
            </a:srgbClr>
          </a:solidFill>
          <a:ln w="12700">
            <a:solidFill>
              <a:srgbClr val="4A82FF"/>
            </a:solidFill>
            <a:prstDash val="solid"/>
          </a:ln>
        </p:spPr>
      </p:sp>
      <p:sp>
        <p:nvSpPr>
          <p:cNvPr id="218" name="Shape 216"/>
          <p:cNvSpPr/>
          <p:nvPr/>
        </p:nvSpPr>
        <p:spPr>
          <a:xfrm>
            <a:off x="3114563" y="4288263"/>
            <a:ext cx="64008" cy="64008"/>
          </a:xfrm>
          <a:prstGeom prst="ellipse">
            <a:avLst/>
          </a:prstGeom>
          <a:solidFill>
            <a:srgbClr val="4A82FF">
              <a:alpha val="55000"/>
            </a:srgbClr>
          </a:solidFill>
          <a:ln w="12700">
            <a:solidFill>
              <a:srgbClr val="4A82FF"/>
            </a:solidFill>
            <a:prstDash val="solid"/>
          </a:ln>
        </p:spPr>
      </p:sp>
      <p:sp>
        <p:nvSpPr>
          <p:cNvPr id="219" name="Shape 217"/>
          <p:cNvSpPr/>
          <p:nvPr/>
        </p:nvSpPr>
        <p:spPr>
          <a:xfrm>
            <a:off x="2964634" y="4085607"/>
            <a:ext cx="64008" cy="64008"/>
          </a:xfrm>
          <a:prstGeom prst="ellipse">
            <a:avLst/>
          </a:prstGeom>
          <a:solidFill>
            <a:srgbClr val="4A82FF">
              <a:alpha val="55000"/>
            </a:srgbClr>
          </a:solidFill>
          <a:ln w="12700">
            <a:solidFill>
              <a:srgbClr val="4A82FF"/>
            </a:solidFill>
            <a:prstDash val="solid"/>
          </a:ln>
        </p:spPr>
      </p:sp>
      <p:sp>
        <p:nvSpPr>
          <p:cNvPr id="220" name="Shape 218"/>
          <p:cNvSpPr/>
          <p:nvPr/>
        </p:nvSpPr>
        <p:spPr>
          <a:xfrm>
            <a:off x="3518664" y="3991229"/>
            <a:ext cx="64008" cy="64008"/>
          </a:xfrm>
          <a:prstGeom prst="ellipse">
            <a:avLst/>
          </a:prstGeom>
          <a:solidFill>
            <a:srgbClr val="4A82FF">
              <a:alpha val="55000"/>
            </a:srgbClr>
          </a:solidFill>
          <a:ln w="12700">
            <a:solidFill>
              <a:srgbClr val="4A82FF"/>
            </a:solidFill>
            <a:prstDash val="solid"/>
          </a:ln>
        </p:spPr>
      </p:sp>
      <p:sp>
        <p:nvSpPr>
          <p:cNvPr id="221" name="Shape 219"/>
          <p:cNvSpPr/>
          <p:nvPr/>
        </p:nvSpPr>
        <p:spPr>
          <a:xfrm>
            <a:off x="3322406" y="3852148"/>
            <a:ext cx="64008" cy="64008"/>
          </a:xfrm>
          <a:prstGeom prst="ellipse">
            <a:avLst/>
          </a:prstGeom>
          <a:solidFill>
            <a:srgbClr val="4A82FF">
              <a:alpha val="55000"/>
            </a:srgbClr>
          </a:solidFill>
          <a:ln w="12700">
            <a:solidFill>
              <a:srgbClr val="4A82FF"/>
            </a:solidFill>
            <a:prstDash val="solid"/>
          </a:ln>
        </p:spPr>
      </p:sp>
      <p:sp>
        <p:nvSpPr>
          <p:cNvPr id="222" name="Shape 220"/>
          <p:cNvSpPr/>
          <p:nvPr/>
        </p:nvSpPr>
        <p:spPr>
          <a:xfrm>
            <a:off x="3907310" y="4010271"/>
            <a:ext cx="64008" cy="64008"/>
          </a:xfrm>
          <a:prstGeom prst="ellipse">
            <a:avLst/>
          </a:prstGeom>
          <a:solidFill>
            <a:srgbClr val="4A82FF">
              <a:alpha val="55000"/>
            </a:srgbClr>
          </a:solidFill>
          <a:ln w="12700">
            <a:solidFill>
              <a:srgbClr val="4A82FF"/>
            </a:solidFill>
            <a:prstDash val="solid"/>
          </a:ln>
        </p:spPr>
      </p:sp>
      <p:sp>
        <p:nvSpPr>
          <p:cNvPr id="223" name="Shape 221"/>
          <p:cNvSpPr/>
          <p:nvPr/>
        </p:nvSpPr>
        <p:spPr>
          <a:xfrm>
            <a:off x="3162218" y="4266373"/>
            <a:ext cx="64008" cy="64008"/>
          </a:xfrm>
          <a:prstGeom prst="ellipse">
            <a:avLst/>
          </a:prstGeom>
          <a:solidFill>
            <a:srgbClr val="4A82FF">
              <a:alpha val="55000"/>
            </a:srgbClr>
          </a:solidFill>
          <a:ln w="12700">
            <a:solidFill>
              <a:srgbClr val="4A82FF"/>
            </a:solidFill>
            <a:prstDash val="solid"/>
          </a:ln>
        </p:spPr>
      </p:sp>
      <p:sp>
        <p:nvSpPr>
          <p:cNvPr id="224" name="Shape 222"/>
          <p:cNvSpPr/>
          <p:nvPr/>
        </p:nvSpPr>
        <p:spPr>
          <a:xfrm>
            <a:off x="2508210" y="3967906"/>
            <a:ext cx="64008" cy="64008"/>
          </a:xfrm>
          <a:prstGeom prst="ellipse">
            <a:avLst/>
          </a:prstGeom>
          <a:solidFill>
            <a:srgbClr val="4A82FF">
              <a:alpha val="55000"/>
            </a:srgbClr>
          </a:solidFill>
          <a:ln w="12700">
            <a:solidFill>
              <a:srgbClr val="4A82FF"/>
            </a:solidFill>
            <a:prstDash val="solid"/>
          </a:ln>
        </p:spPr>
      </p:sp>
      <p:sp>
        <p:nvSpPr>
          <p:cNvPr id="225" name="Shape 223"/>
          <p:cNvSpPr/>
          <p:nvPr/>
        </p:nvSpPr>
        <p:spPr>
          <a:xfrm>
            <a:off x="2652550" y="3924616"/>
            <a:ext cx="64008" cy="64008"/>
          </a:xfrm>
          <a:prstGeom prst="ellipse">
            <a:avLst/>
          </a:prstGeom>
          <a:solidFill>
            <a:srgbClr val="4A82FF">
              <a:alpha val="55000"/>
            </a:srgbClr>
          </a:solidFill>
          <a:ln w="12700">
            <a:solidFill>
              <a:srgbClr val="4A82FF"/>
            </a:solidFill>
            <a:prstDash val="solid"/>
          </a:ln>
        </p:spPr>
      </p:sp>
      <p:sp>
        <p:nvSpPr>
          <p:cNvPr id="226" name="Shape 224"/>
          <p:cNvSpPr/>
          <p:nvPr/>
        </p:nvSpPr>
        <p:spPr>
          <a:xfrm>
            <a:off x="2661917" y="4116890"/>
            <a:ext cx="64008" cy="64008"/>
          </a:xfrm>
          <a:prstGeom prst="ellipse">
            <a:avLst/>
          </a:prstGeom>
          <a:solidFill>
            <a:srgbClr val="4A82FF">
              <a:alpha val="55000"/>
            </a:srgbClr>
          </a:solidFill>
          <a:ln w="12700">
            <a:solidFill>
              <a:srgbClr val="4A82FF"/>
            </a:solidFill>
            <a:prstDash val="solid"/>
          </a:ln>
        </p:spPr>
      </p:sp>
      <p:sp>
        <p:nvSpPr>
          <p:cNvPr id="227" name="Shape 225"/>
          <p:cNvSpPr/>
          <p:nvPr/>
        </p:nvSpPr>
        <p:spPr>
          <a:xfrm>
            <a:off x="3966558" y="4426666"/>
            <a:ext cx="64008" cy="64008"/>
          </a:xfrm>
          <a:prstGeom prst="ellipse">
            <a:avLst/>
          </a:prstGeom>
          <a:solidFill>
            <a:srgbClr val="4A82FF">
              <a:alpha val="55000"/>
            </a:srgbClr>
          </a:solidFill>
          <a:ln w="12700">
            <a:solidFill>
              <a:srgbClr val="4A82FF"/>
            </a:solidFill>
            <a:prstDash val="solid"/>
          </a:ln>
        </p:spPr>
      </p:sp>
      <p:sp>
        <p:nvSpPr>
          <p:cNvPr id="228" name="Shape 226"/>
          <p:cNvSpPr/>
          <p:nvPr/>
        </p:nvSpPr>
        <p:spPr>
          <a:xfrm>
            <a:off x="3359466" y="4165034"/>
            <a:ext cx="64008" cy="64008"/>
          </a:xfrm>
          <a:prstGeom prst="ellipse">
            <a:avLst/>
          </a:prstGeom>
          <a:solidFill>
            <a:srgbClr val="4A82FF">
              <a:alpha val="55000"/>
            </a:srgbClr>
          </a:solidFill>
          <a:ln w="12700">
            <a:solidFill>
              <a:srgbClr val="4A82FF"/>
            </a:solidFill>
            <a:prstDash val="solid"/>
          </a:ln>
        </p:spPr>
      </p:sp>
      <p:sp>
        <p:nvSpPr>
          <p:cNvPr id="229" name="Shape 227"/>
          <p:cNvSpPr/>
          <p:nvPr/>
        </p:nvSpPr>
        <p:spPr>
          <a:xfrm>
            <a:off x="3527589" y="4659681"/>
            <a:ext cx="64008" cy="64008"/>
          </a:xfrm>
          <a:prstGeom prst="ellipse">
            <a:avLst/>
          </a:prstGeom>
          <a:solidFill>
            <a:srgbClr val="4A82FF">
              <a:alpha val="55000"/>
            </a:srgbClr>
          </a:solidFill>
          <a:ln w="12700">
            <a:solidFill>
              <a:srgbClr val="4A82FF"/>
            </a:solidFill>
            <a:prstDash val="solid"/>
          </a:ln>
        </p:spPr>
      </p:sp>
      <p:sp>
        <p:nvSpPr>
          <p:cNvPr id="230" name="Shape 228"/>
          <p:cNvSpPr/>
          <p:nvPr/>
        </p:nvSpPr>
        <p:spPr>
          <a:xfrm>
            <a:off x="3396638" y="4017966"/>
            <a:ext cx="64008" cy="64008"/>
          </a:xfrm>
          <a:prstGeom prst="ellipse">
            <a:avLst/>
          </a:prstGeom>
          <a:solidFill>
            <a:srgbClr val="4A82FF">
              <a:alpha val="55000"/>
            </a:srgbClr>
          </a:solidFill>
          <a:ln w="12700">
            <a:solidFill>
              <a:srgbClr val="4A82FF"/>
            </a:solidFill>
            <a:prstDash val="solid"/>
          </a:ln>
        </p:spPr>
      </p:sp>
      <p:sp>
        <p:nvSpPr>
          <p:cNvPr id="231" name="Shape 229"/>
          <p:cNvSpPr/>
          <p:nvPr/>
        </p:nvSpPr>
        <p:spPr>
          <a:xfrm>
            <a:off x="2626534" y="4262357"/>
            <a:ext cx="64008" cy="64008"/>
          </a:xfrm>
          <a:prstGeom prst="ellipse">
            <a:avLst/>
          </a:prstGeom>
          <a:solidFill>
            <a:srgbClr val="4A82FF">
              <a:alpha val="55000"/>
            </a:srgbClr>
          </a:solidFill>
          <a:ln w="12700">
            <a:solidFill>
              <a:srgbClr val="4A82FF"/>
            </a:solidFill>
            <a:prstDash val="solid"/>
          </a:ln>
        </p:spPr>
      </p:sp>
      <p:sp>
        <p:nvSpPr>
          <p:cNvPr id="232" name="Shape 230"/>
          <p:cNvSpPr/>
          <p:nvPr/>
        </p:nvSpPr>
        <p:spPr>
          <a:xfrm>
            <a:off x="2787550" y="4213295"/>
            <a:ext cx="64008" cy="64008"/>
          </a:xfrm>
          <a:prstGeom prst="ellipse">
            <a:avLst/>
          </a:prstGeom>
          <a:solidFill>
            <a:srgbClr val="4A82FF">
              <a:alpha val="55000"/>
            </a:srgbClr>
          </a:solidFill>
          <a:ln w="12700">
            <a:solidFill>
              <a:srgbClr val="4A82FF"/>
            </a:solidFill>
            <a:prstDash val="solid"/>
          </a:ln>
        </p:spPr>
      </p:sp>
      <p:sp>
        <p:nvSpPr>
          <p:cNvPr id="233" name="Shape 231"/>
          <p:cNvSpPr/>
          <p:nvPr/>
        </p:nvSpPr>
        <p:spPr>
          <a:xfrm>
            <a:off x="2632576" y="4347738"/>
            <a:ext cx="64008" cy="64008"/>
          </a:xfrm>
          <a:prstGeom prst="ellipse">
            <a:avLst/>
          </a:prstGeom>
          <a:solidFill>
            <a:srgbClr val="4A82FF">
              <a:alpha val="55000"/>
            </a:srgbClr>
          </a:solidFill>
          <a:ln w="12700">
            <a:solidFill>
              <a:srgbClr val="4A82FF"/>
            </a:solidFill>
            <a:prstDash val="solid"/>
          </a:ln>
        </p:spPr>
      </p:sp>
      <p:sp>
        <p:nvSpPr>
          <p:cNvPr id="234" name="Shape 232"/>
          <p:cNvSpPr/>
          <p:nvPr/>
        </p:nvSpPr>
        <p:spPr>
          <a:xfrm>
            <a:off x="2461584" y="3894657"/>
            <a:ext cx="64008" cy="64008"/>
          </a:xfrm>
          <a:prstGeom prst="ellipse">
            <a:avLst/>
          </a:prstGeom>
          <a:solidFill>
            <a:srgbClr val="4A82FF">
              <a:alpha val="55000"/>
            </a:srgbClr>
          </a:solidFill>
          <a:ln w="12700">
            <a:solidFill>
              <a:srgbClr val="4A82FF"/>
            </a:solidFill>
            <a:prstDash val="solid"/>
          </a:ln>
        </p:spPr>
      </p:sp>
      <p:sp>
        <p:nvSpPr>
          <p:cNvPr id="235" name="Shape 233"/>
          <p:cNvSpPr/>
          <p:nvPr/>
        </p:nvSpPr>
        <p:spPr>
          <a:xfrm>
            <a:off x="3383594" y="4120562"/>
            <a:ext cx="64008" cy="64008"/>
          </a:xfrm>
          <a:prstGeom prst="ellipse">
            <a:avLst/>
          </a:prstGeom>
          <a:solidFill>
            <a:srgbClr val="4A82FF">
              <a:alpha val="55000"/>
            </a:srgbClr>
          </a:solidFill>
          <a:ln w="12700">
            <a:solidFill>
              <a:srgbClr val="4A82FF"/>
            </a:solidFill>
            <a:prstDash val="solid"/>
          </a:ln>
        </p:spPr>
      </p:sp>
      <p:sp>
        <p:nvSpPr>
          <p:cNvPr id="236" name="Shape 234"/>
          <p:cNvSpPr/>
          <p:nvPr/>
        </p:nvSpPr>
        <p:spPr>
          <a:xfrm>
            <a:off x="2671523" y="4198235"/>
            <a:ext cx="64008" cy="64008"/>
          </a:xfrm>
          <a:prstGeom prst="ellipse">
            <a:avLst/>
          </a:prstGeom>
          <a:solidFill>
            <a:srgbClr val="4A82FF">
              <a:alpha val="55000"/>
            </a:srgbClr>
          </a:solidFill>
          <a:ln w="12700">
            <a:solidFill>
              <a:srgbClr val="4A82FF"/>
            </a:solidFill>
            <a:prstDash val="solid"/>
          </a:ln>
        </p:spPr>
      </p:sp>
      <p:sp>
        <p:nvSpPr>
          <p:cNvPr id="237" name="Shape 235"/>
          <p:cNvSpPr/>
          <p:nvPr/>
        </p:nvSpPr>
        <p:spPr>
          <a:xfrm>
            <a:off x="2590102" y="4142492"/>
            <a:ext cx="64008" cy="64008"/>
          </a:xfrm>
          <a:prstGeom prst="ellipse">
            <a:avLst/>
          </a:prstGeom>
          <a:solidFill>
            <a:srgbClr val="4A82FF">
              <a:alpha val="55000"/>
            </a:srgbClr>
          </a:solidFill>
          <a:ln w="12700">
            <a:solidFill>
              <a:srgbClr val="4A82FF"/>
            </a:solidFill>
            <a:prstDash val="solid"/>
          </a:ln>
        </p:spPr>
      </p:sp>
      <p:sp>
        <p:nvSpPr>
          <p:cNvPr id="238" name="Shape 236"/>
          <p:cNvSpPr/>
          <p:nvPr/>
        </p:nvSpPr>
        <p:spPr>
          <a:xfrm>
            <a:off x="3655327" y="4197979"/>
            <a:ext cx="64008" cy="64008"/>
          </a:xfrm>
          <a:prstGeom prst="ellipse">
            <a:avLst/>
          </a:prstGeom>
          <a:solidFill>
            <a:srgbClr val="4A82FF">
              <a:alpha val="55000"/>
            </a:srgbClr>
          </a:solidFill>
          <a:ln w="12700">
            <a:solidFill>
              <a:srgbClr val="4A82FF"/>
            </a:solidFill>
            <a:prstDash val="solid"/>
          </a:ln>
        </p:spPr>
      </p:sp>
      <p:sp>
        <p:nvSpPr>
          <p:cNvPr id="239" name="Shape 237"/>
          <p:cNvSpPr/>
          <p:nvPr/>
        </p:nvSpPr>
        <p:spPr>
          <a:xfrm>
            <a:off x="2977493" y="4390655"/>
            <a:ext cx="64008" cy="64008"/>
          </a:xfrm>
          <a:prstGeom prst="ellipse">
            <a:avLst/>
          </a:prstGeom>
          <a:solidFill>
            <a:srgbClr val="4A82FF">
              <a:alpha val="55000"/>
            </a:srgbClr>
          </a:solidFill>
          <a:ln w="12700">
            <a:solidFill>
              <a:srgbClr val="4A82FF"/>
            </a:solidFill>
            <a:prstDash val="solid"/>
          </a:ln>
        </p:spPr>
      </p:sp>
      <p:sp>
        <p:nvSpPr>
          <p:cNvPr id="240" name="Shape 238"/>
          <p:cNvSpPr/>
          <p:nvPr/>
        </p:nvSpPr>
        <p:spPr>
          <a:xfrm>
            <a:off x="3040552" y="4353443"/>
            <a:ext cx="64008" cy="64008"/>
          </a:xfrm>
          <a:prstGeom prst="ellipse">
            <a:avLst/>
          </a:prstGeom>
          <a:solidFill>
            <a:srgbClr val="4A82FF">
              <a:alpha val="55000"/>
            </a:srgbClr>
          </a:solidFill>
          <a:ln w="12700">
            <a:solidFill>
              <a:srgbClr val="4A82FF"/>
            </a:solidFill>
            <a:prstDash val="solid"/>
          </a:ln>
        </p:spPr>
      </p:sp>
      <p:sp>
        <p:nvSpPr>
          <p:cNvPr id="241" name="Shape 239"/>
          <p:cNvSpPr/>
          <p:nvPr/>
        </p:nvSpPr>
        <p:spPr>
          <a:xfrm>
            <a:off x="2866739" y="4505690"/>
            <a:ext cx="64008" cy="64008"/>
          </a:xfrm>
          <a:prstGeom prst="ellipse">
            <a:avLst/>
          </a:prstGeom>
          <a:solidFill>
            <a:srgbClr val="4A82FF">
              <a:alpha val="55000"/>
            </a:srgbClr>
          </a:solidFill>
          <a:ln w="12700">
            <a:solidFill>
              <a:srgbClr val="4A82FF"/>
            </a:solidFill>
            <a:prstDash val="solid"/>
          </a:ln>
        </p:spPr>
      </p:sp>
      <p:sp>
        <p:nvSpPr>
          <p:cNvPr id="242" name="Shape 240"/>
          <p:cNvSpPr/>
          <p:nvPr/>
        </p:nvSpPr>
        <p:spPr>
          <a:xfrm>
            <a:off x="2997481" y="4302076"/>
            <a:ext cx="64008" cy="64008"/>
          </a:xfrm>
          <a:prstGeom prst="ellipse">
            <a:avLst/>
          </a:prstGeom>
          <a:solidFill>
            <a:srgbClr val="4A82FF">
              <a:alpha val="55000"/>
            </a:srgbClr>
          </a:solidFill>
          <a:ln w="12700">
            <a:solidFill>
              <a:srgbClr val="4A82FF"/>
            </a:solidFill>
            <a:prstDash val="solid"/>
          </a:ln>
        </p:spPr>
      </p:sp>
      <p:sp>
        <p:nvSpPr>
          <p:cNvPr id="243" name="Shape 241"/>
          <p:cNvSpPr/>
          <p:nvPr/>
        </p:nvSpPr>
        <p:spPr>
          <a:xfrm>
            <a:off x="3588741" y="3972202"/>
            <a:ext cx="64008" cy="64008"/>
          </a:xfrm>
          <a:prstGeom prst="ellipse">
            <a:avLst/>
          </a:prstGeom>
          <a:solidFill>
            <a:srgbClr val="4A82FF">
              <a:alpha val="55000"/>
            </a:srgbClr>
          </a:solidFill>
          <a:ln w="12700">
            <a:solidFill>
              <a:srgbClr val="4A82FF"/>
            </a:solidFill>
            <a:prstDash val="solid"/>
          </a:ln>
        </p:spPr>
      </p:sp>
      <p:sp>
        <p:nvSpPr>
          <p:cNvPr id="244" name="Shape 242"/>
          <p:cNvSpPr/>
          <p:nvPr/>
        </p:nvSpPr>
        <p:spPr>
          <a:xfrm>
            <a:off x="3632688" y="3330852"/>
            <a:ext cx="64008" cy="64008"/>
          </a:xfrm>
          <a:prstGeom prst="ellipse">
            <a:avLst/>
          </a:prstGeom>
          <a:solidFill>
            <a:srgbClr val="4A82FF">
              <a:alpha val="55000"/>
            </a:srgbClr>
          </a:solidFill>
          <a:ln w="12700">
            <a:solidFill>
              <a:srgbClr val="4A82FF"/>
            </a:solidFill>
            <a:prstDash val="solid"/>
          </a:ln>
        </p:spPr>
      </p:sp>
      <p:sp>
        <p:nvSpPr>
          <p:cNvPr id="245" name="Shape 243"/>
          <p:cNvSpPr/>
          <p:nvPr/>
        </p:nvSpPr>
        <p:spPr>
          <a:xfrm>
            <a:off x="3379356" y="3810157"/>
            <a:ext cx="64008" cy="64008"/>
          </a:xfrm>
          <a:prstGeom prst="ellipse">
            <a:avLst/>
          </a:prstGeom>
          <a:solidFill>
            <a:srgbClr val="4A82FF">
              <a:alpha val="55000"/>
            </a:srgbClr>
          </a:solidFill>
          <a:ln w="12700">
            <a:solidFill>
              <a:srgbClr val="4A82FF"/>
            </a:solidFill>
            <a:prstDash val="solid"/>
          </a:ln>
        </p:spPr>
      </p:sp>
      <p:sp>
        <p:nvSpPr>
          <p:cNvPr id="246" name="Shape 244"/>
          <p:cNvSpPr/>
          <p:nvPr/>
        </p:nvSpPr>
        <p:spPr>
          <a:xfrm>
            <a:off x="2930735" y="4449397"/>
            <a:ext cx="64008" cy="64008"/>
          </a:xfrm>
          <a:prstGeom prst="ellipse">
            <a:avLst/>
          </a:prstGeom>
          <a:solidFill>
            <a:srgbClr val="4A82FF">
              <a:alpha val="55000"/>
            </a:srgbClr>
          </a:solidFill>
          <a:ln w="12700">
            <a:solidFill>
              <a:srgbClr val="4A82FF"/>
            </a:solidFill>
            <a:prstDash val="solid"/>
          </a:ln>
        </p:spPr>
      </p:sp>
      <p:sp>
        <p:nvSpPr>
          <p:cNvPr id="247" name="Shape 245"/>
          <p:cNvSpPr/>
          <p:nvPr/>
        </p:nvSpPr>
        <p:spPr>
          <a:xfrm>
            <a:off x="3236967" y="3877885"/>
            <a:ext cx="64008" cy="64008"/>
          </a:xfrm>
          <a:prstGeom prst="ellipse">
            <a:avLst/>
          </a:prstGeom>
          <a:solidFill>
            <a:srgbClr val="4A82FF">
              <a:alpha val="55000"/>
            </a:srgbClr>
          </a:solidFill>
          <a:ln w="12700">
            <a:solidFill>
              <a:srgbClr val="4A82FF"/>
            </a:solidFill>
            <a:prstDash val="solid"/>
          </a:ln>
        </p:spPr>
      </p:sp>
      <p:sp>
        <p:nvSpPr>
          <p:cNvPr id="248" name="Shape 246"/>
          <p:cNvSpPr/>
          <p:nvPr/>
        </p:nvSpPr>
        <p:spPr>
          <a:xfrm>
            <a:off x="2936329" y="3469136"/>
            <a:ext cx="64008" cy="64008"/>
          </a:xfrm>
          <a:prstGeom prst="ellipse">
            <a:avLst/>
          </a:prstGeom>
          <a:solidFill>
            <a:srgbClr val="4A82FF">
              <a:alpha val="55000"/>
            </a:srgbClr>
          </a:solidFill>
          <a:ln w="12700">
            <a:solidFill>
              <a:srgbClr val="4A82FF"/>
            </a:solidFill>
            <a:prstDash val="solid"/>
          </a:ln>
        </p:spPr>
      </p:sp>
      <p:sp>
        <p:nvSpPr>
          <p:cNvPr id="249" name="Shape 247"/>
          <p:cNvSpPr/>
          <p:nvPr/>
        </p:nvSpPr>
        <p:spPr>
          <a:xfrm>
            <a:off x="2877168" y="4202478"/>
            <a:ext cx="64008" cy="64008"/>
          </a:xfrm>
          <a:prstGeom prst="ellipse">
            <a:avLst/>
          </a:prstGeom>
          <a:solidFill>
            <a:srgbClr val="4A82FF">
              <a:alpha val="55000"/>
            </a:srgbClr>
          </a:solidFill>
          <a:ln w="12700">
            <a:solidFill>
              <a:srgbClr val="4A82FF"/>
            </a:solidFill>
            <a:prstDash val="solid"/>
          </a:ln>
        </p:spPr>
      </p:sp>
      <p:sp>
        <p:nvSpPr>
          <p:cNvPr id="250" name="Shape 248"/>
          <p:cNvSpPr/>
          <p:nvPr/>
        </p:nvSpPr>
        <p:spPr>
          <a:xfrm>
            <a:off x="2865260" y="4215774"/>
            <a:ext cx="64008" cy="64008"/>
          </a:xfrm>
          <a:prstGeom prst="ellipse">
            <a:avLst/>
          </a:prstGeom>
          <a:solidFill>
            <a:srgbClr val="4A82FF">
              <a:alpha val="55000"/>
            </a:srgbClr>
          </a:solidFill>
          <a:ln w="12700">
            <a:solidFill>
              <a:srgbClr val="4A82FF"/>
            </a:solidFill>
            <a:prstDash val="solid"/>
          </a:ln>
        </p:spPr>
      </p:sp>
      <p:sp>
        <p:nvSpPr>
          <p:cNvPr id="251" name="Shape 249"/>
          <p:cNvSpPr/>
          <p:nvPr/>
        </p:nvSpPr>
        <p:spPr>
          <a:xfrm>
            <a:off x="3583619" y="4326939"/>
            <a:ext cx="64008" cy="64008"/>
          </a:xfrm>
          <a:prstGeom prst="ellipse">
            <a:avLst/>
          </a:prstGeom>
          <a:solidFill>
            <a:srgbClr val="4A82FF">
              <a:alpha val="55000"/>
            </a:srgbClr>
          </a:solidFill>
          <a:ln w="12700">
            <a:solidFill>
              <a:srgbClr val="4A82FF"/>
            </a:solidFill>
            <a:prstDash val="solid"/>
          </a:ln>
        </p:spPr>
      </p:sp>
      <p:sp>
        <p:nvSpPr>
          <p:cNvPr id="252" name="Shape 250"/>
          <p:cNvSpPr/>
          <p:nvPr/>
        </p:nvSpPr>
        <p:spPr>
          <a:xfrm>
            <a:off x="3700877" y="3802194"/>
            <a:ext cx="64008" cy="64008"/>
          </a:xfrm>
          <a:prstGeom prst="ellipse">
            <a:avLst/>
          </a:prstGeom>
          <a:solidFill>
            <a:srgbClr val="4A82FF">
              <a:alpha val="55000"/>
            </a:srgbClr>
          </a:solidFill>
          <a:ln w="12700">
            <a:solidFill>
              <a:srgbClr val="4A82FF"/>
            </a:solidFill>
            <a:prstDash val="solid"/>
          </a:ln>
        </p:spPr>
      </p:sp>
      <p:sp>
        <p:nvSpPr>
          <p:cNvPr id="253" name="Shape 251"/>
          <p:cNvSpPr/>
          <p:nvPr/>
        </p:nvSpPr>
        <p:spPr>
          <a:xfrm>
            <a:off x="3290311" y="4429140"/>
            <a:ext cx="64008" cy="64008"/>
          </a:xfrm>
          <a:prstGeom prst="ellipse">
            <a:avLst/>
          </a:prstGeom>
          <a:solidFill>
            <a:srgbClr val="4A82FF">
              <a:alpha val="55000"/>
            </a:srgbClr>
          </a:solidFill>
          <a:ln w="12700">
            <a:solidFill>
              <a:srgbClr val="4A82FF"/>
            </a:solidFill>
            <a:prstDash val="solid"/>
          </a:ln>
        </p:spPr>
      </p:sp>
      <p:sp>
        <p:nvSpPr>
          <p:cNvPr id="254" name="Shape 252"/>
          <p:cNvSpPr/>
          <p:nvPr/>
        </p:nvSpPr>
        <p:spPr>
          <a:xfrm>
            <a:off x="3246071" y="4218928"/>
            <a:ext cx="64008" cy="64008"/>
          </a:xfrm>
          <a:prstGeom prst="ellipse">
            <a:avLst/>
          </a:prstGeom>
          <a:solidFill>
            <a:srgbClr val="4A82FF">
              <a:alpha val="55000"/>
            </a:srgbClr>
          </a:solidFill>
          <a:ln w="12700">
            <a:solidFill>
              <a:srgbClr val="4A82FF"/>
            </a:solidFill>
            <a:prstDash val="solid"/>
          </a:ln>
        </p:spPr>
      </p:sp>
      <p:sp>
        <p:nvSpPr>
          <p:cNvPr id="255" name="Shape 253"/>
          <p:cNvSpPr/>
          <p:nvPr/>
        </p:nvSpPr>
        <p:spPr>
          <a:xfrm>
            <a:off x="3228054" y="4391212"/>
            <a:ext cx="64008" cy="64008"/>
          </a:xfrm>
          <a:prstGeom prst="ellipse">
            <a:avLst/>
          </a:prstGeom>
          <a:solidFill>
            <a:srgbClr val="4A82FF">
              <a:alpha val="55000"/>
            </a:srgbClr>
          </a:solidFill>
          <a:ln w="12700">
            <a:solidFill>
              <a:srgbClr val="4A82FF"/>
            </a:solidFill>
            <a:prstDash val="solid"/>
          </a:ln>
        </p:spPr>
      </p:sp>
      <p:sp>
        <p:nvSpPr>
          <p:cNvPr id="256" name="Shape 254"/>
          <p:cNvSpPr/>
          <p:nvPr/>
        </p:nvSpPr>
        <p:spPr>
          <a:xfrm>
            <a:off x="2585730" y="4359920"/>
            <a:ext cx="64008" cy="64008"/>
          </a:xfrm>
          <a:prstGeom prst="ellipse">
            <a:avLst/>
          </a:prstGeom>
          <a:solidFill>
            <a:srgbClr val="4A82FF">
              <a:alpha val="55000"/>
            </a:srgbClr>
          </a:solidFill>
          <a:ln w="12700">
            <a:solidFill>
              <a:srgbClr val="4A82FF"/>
            </a:solidFill>
            <a:prstDash val="solid"/>
          </a:ln>
        </p:spPr>
      </p:sp>
      <p:sp>
        <p:nvSpPr>
          <p:cNvPr id="257" name="Shape 255"/>
          <p:cNvSpPr/>
          <p:nvPr/>
        </p:nvSpPr>
        <p:spPr>
          <a:xfrm>
            <a:off x="3414175" y="4135432"/>
            <a:ext cx="64008" cy="64008"/>
          </a:xfrm>
          <a:prstGeom prst="ellipse">
            <a:avLst/>
          </a:prstGeom>
          <a:solidFill>
            <a:srgbClr val="4A82FF">
              <a:alpha val="55000"/>
            </a:srgbClr>
          </a:solidFill>
          <a:ln w="12700">
            <a:solidFill>
              <a:srgbClr val="4A82FF"/>
            </a:solidFill>
            <a:prstDash val="solid"/>
          </a:ln>
        </p:spPr>
      </p:sp>
      <p:sp>
        <p:nvSpPr>
          <p:cNvPr id="258" name="Shape 256"/>
          <p:cNvSpPr/>
          <p:nvPr/>
        </p:nvSpPr>
        <p:spPr>
          <a:xfrm>
            <a:off x="3331045" y="3835693"/>
            <a:ext cx="64008" cy="64008"/>
          </a:xfrm>
          <a:prstGeom prst="ellipse">
            <a:avLst/>
          </a:prstGeom>
          <a:solidFill>
            <a:srgbClr val="4A82FF">
              <a:alpha val="55000"/>
            </a:srgbClr>
          </a:solidFill>
          <a:ln w="12700">
            <a:solidFill>
              <a:srgbClr val="4A82FF"/>
            </a:solidFill>
            <a:prstDash val="solid"/>
          </a:ln>
        </p:spPr>
      </p:sp>
      <p:sp>
        <p:nvSpPr>
          <p:cNvPr id="259" name="Shape 257"/>
          <p:cNvSpPr/>
          <p:nvPr/>
        </p:nvSpPr>
        <p:spPr>
          <a:xfrm>
            <a:off x="3424854" y="4463609"/>
            <a:ext cx="64008" cy="64008"/>
          </a:xfrm>
          <a:prstGeom prst="ellipse">
            <a:avLst/>
          </a:prstGeom>
          <a:solidFill>
            <a:srgbClr val="4A82FF">
              <a:alpha val="55000"/>
            </a:srgbClr>
          </a:solidFill>
          <a:ln w="12700">
            <a:solidFill>
              <a:srgbClr val="4A82FF"/>
            </a:solidFill>
            <a:prstDash val="solid"/>
          </a:ln>
        </p:spPr>
      </p:sp>
      <p:sp>
        <p:nvSpPr>
          <p:cNvPr id="260" name="Shape 258"/>
          <p:cNvSpPr/>
          <p:nvPr/>
        </p:nvSpPr>
        <p:spPr>
          <a:xfrm>
            <a:off x="3583989" y="4175367"/>
            <a:ext cx="64008" cy="64008"/>
          </a:xfrm>
          <a:prstGeom prst="ellipse">
            <a:avLst/>
          </a:prstGeom>
          <a:solidFill>
            <a:srgbClr val="4A82FF">
              <a:alpha val="55000"/>
            </a:srgbClr>
          </a:solidFill>
          <a:ln w="12700">
            <a:solidFill>
              <a:srgbClr val="4A82FF"/>
            </a:solidFill>
            <a:prstDash val="solid"/>
          </a:ln>
        </p:spPr>
      </p:sp>
      <p:sp>
        <p:nvSpPr>
          <p:cNvPr id="261" name="Shape 259"/>
          <p:cNvSpPr/>
          <p:nvPr/>
        </p:nvSpPr>
        <p:spPr>
          <a:xfrm>
            <a:off x="3364907" y="4418693"/>
            <a:ext cx="64008" cy="64008"/>
          </a:xfrm>
          <a:prstGeom prst="ellipse">
            <a:avLst/>
          </a:prstGeom>
          <a:solidFill>
            <a:srgbClr val="4A82FF">
              <a:alpha val="55000"/>
            </a:srgbClr>
          </a:solidFill>
          <a:ln w="12700">
            <a:solidFill>
              <a:srgbClr val="4A82FF"/>
            </a:solidFill>
            <a:prstDash val="solid"/>
          </a:ln>
        </p:spPr>
      </p:sp>
      <p:sp>
        <p:nvSpPr>
          <p:cNvPr id="262" name="Shape 260"/>
          <p:cNvSpPr/>
          <p:nvPr/>
        </p:nvSpPr>
        <p:spPr>
          <a:xfrm>
            <a:off x="3248141" y="4151279"/>
            <a:ext cx="64008" cy="64008"/>
          </a:xfrm>
          <a:prstGeom prst="ellipse">
            <a:avLst/>
          </a:prstGeom>
          <a:solidFill>
            <a:srgbClr val="4A82FF">
              <a:alpha val="55000"/>
            </a:srgbClr>
          </a:solidFill>
          <a:ln w="12700">
            <a:solidFill>
              <a:srgbClr val="4A82FF"/>
            </a:solidFill>
            <a:prstDash val="solid"/>
          </a:ln>
        </p:spPr>
      </p:sp>
      <p:sp>
        <p:nvSpPr>
          <p:cNvPr id="263" name="Shape 261"/>
          <p:cNvSpPr/>
          <p:nvPr/>
        </p:nvSpPr>
        <p:spPr>
          <a:xfrm>
            <a:off x="3603300" y="4225384"/>
            <a:ext cx="64008" cy="64008"/>
          </a:xfrm>
          <a:prstGeom prst="ellipse">
            <a:avLst/>
          </a:prstGeom>
          <a:solidFill>
            <a:srgbClr val="4A82FF">
              <a:alpha val="55000"/>
            </a:srgbClr>
          </a:solidFill>
          <a:ln w="12700">
            <a:solidFill>
              <a:srgbClr val="4A82FF"/>
            </a:solidFill>
            <a:prstDash val="solid"/>
          </a:ln>
        </p:spPr>
      </p:sp>
      <p:sp>
        <p:nvSpPr>
          <p:cNvPr id="264" name="Shape 262"/>
          <p:cNvSpPr/>
          <p:nvPr/>
        </p:nvSpPr>
        <p:spPr>
          <a:xfrm>
            <a:off x="3449335" y="4388118"/>
            <a:ext cx="64008" cy="64008"/>
          </a:xfrm>
          <a:prstGeom prst="ellipse">
            <a:avLst/>
          </a:prstGeom>
          <a:solidFill>
            <a:srgbClr val="4A82FF">
              <a:alpha val="55000"/>
            </a:srgbClr>
          </a:solidFill>
          <a:ln w="12700">
            <a:solidFill>
              <a:srgbClr val="4A82FF"/>
            </a:solidFill>
            <a:prstDash val="solid"/>
          </a:ln>
        </p:spPr>
      </p:sp>
      <p:sp>
        <p:nvSpPr>
          <p:cNvPr id="265" name="Shape 263"/>
          <p:cNvSpPr/>
          <p:nvPr/>
        </p:nvSpPr>
        <p:spPr>
          <a:xfrm>
            <a:off x="3506066" y="4327865"/>
            <a:ext cx="64008" cy="64008"/>
          </a:xfrm>
          <a:prstGeom prst="ellipse">
            <a:avLst/>
          </a:prstGeom>
          <a:solidFill>
            <a:srgbClr val="4A82FF">
              <a:alpha val="55000"/>
            </a:srgbClr>
          </a:solidFill>
          <a:ln w="12700">
            <a:solidFill>
              <a:srgbClr val="4A82FF"/>
            </a:solidFill>
            <a:prstDash val="solid"/>
          </a:ln>
        </p:spPr>
      </p:sp>
      <p:sp>
        <p:nvSpPr>
          <p:cNvPr id="266" name="Shape 264"/>
          <p:cNvSpPr/>
          <p:nvPr/>
        </p:nvSpPr>
        <p:spPr>
          <a:xfrm>
            <a:off x="3355328" y="4213099"/>
            <a:ext cx="64008" cy="64008"/>
          </a:xfrm>
          <a:prstGeom prst="ellipse">
            <a:avLst/>
          </a:prstGeom>
          <a:solidFill>
            <a:srgbClr val="4A82FF">
              <a:alpha val="55000"/>
            </a:srgbClr>
          </a:solidFill>
          <a:ln w="12700">
            <a:solidFill>
              <a:srgbClr val="4A82FF"/>
            </a:solidFill>
            <a:prstDash val="solid"/>
          </a:ln>
        </p:spPr>
      </p:sp>
      <p:sp>
        <p:nvSpPr>
          <p:cNvPr id="267" name="Shape 265"/>
          <p:cNvSpPr/>
          <p:nvPr/>
        </p:nvSpPr>
        <p:spPr>
          <a:xfrm>
            <a:off x="2937177" y="4092312"/>
            <a:ext cx="64008" cy="64008"/>
          </a:xfrm>
          <a:prstGeom prst="ellipse">
            <a:avLst/>
          </a:prstGeom>
          <a:solidFill>
            <a:srgbClr val="4A82FF">
              <a:alpha val="55000"/>
            </a:srgbClr>
          </a:solidFill>
          <a:ln w="12700">
            <a:solidFill>
              <a:srgbClr val="4A82FF"/>
            </a:solidFill>
            <a:prstDash val="solid"/>
          </a:ln>
        </p:spPr>
      </p:sp>
      <p:sp>
        <p:nvSpPr>
          <p:cNvPr id="268" name="Shape 266"/>
          <p:cNvSpPr/>
          <p:nvPr/>
        </p:nvSpPr>
        <p:spPr>
          <a:xfrm>
            <a:off x="2285122" y="3521195"/>
            <a:ext cx="64008" cy="64008"/>
          </a:xfrm>
          <a:prstGeom prst="ellipse">
            <a:avLst/>
          </a:prstGeom>
          <a:solidFill>
            <a:srgbClr val="4A82FF">
              <a:alpha val="55000"/>
            </a:srgbClr>
          </a:solidFill>
          <a:ln w="12700">
            <a:solidFill>
              <a:srgbClr val="4A82FF"/>
            </a:solidFill>
            <a:prstDash val="solid"/>
          </a:ln>
        </p:spPr>
      </p:sp>
      <p:sp>
        <p:nvSpPr>
          <p:cNvPr id="269" name="Shape 267"/>
          <p:cNvSpPr/>
          <p:nvPr/>
        </p:nvSpPr>
        <p:spPr>
          <a:xfrm>
            <a:off x="2588135" y="4048092"/>
            <a:ext cx="64008" cy="64008"/>
          </a:xfrm>
          <a:prstGeom prst="ellipse">
            <a:avLst/>
          </a:prstGeom>
          <a:solidFill>
            <a:srgbClr val="4A82FF">
              <a:alpha val="55000"/>
            </a:srgbClr>
          </a:solidFill>
          <a:ln w="12700">
            <a:solidFill>
              <a:srgbClr val="4A82FF"/>
            </a:solidFill>
            <a:prstDash val="solid"/>
          </a:ln>
        </p:spPr>
      </p:sp>
      <p:sp>
        <p:nvSpPr>
          <p:cNvPr id="270" name="Shape 268"/>
          <p:cNvSpPr/>
          <p:nvPr/>
        </p:nvSpPr>
        <p:spPr>
          <a:xfrm>
            <a:off x="3621881" y="4033752"/>
            <a:ext cx="64008" cy="64008"/>
          </a:xfrm>
          <a:prstGeom prst="ellipse">
            <a:avLst/>
          </a:prstGeom>
          <a:solidFill>
            <a:srgbClr val="4A82FF">
              <a:alpha val="55000"/>
            </a:srgbClr>
          </a:solidFill>
          <a:ln w="12700">
            <a:solidFill>
              <a:srgbClr val="4A82FF"/>
            </a:solidFill>
            <a:prstDash val="solid"/>
          </a:ln>
        </p:spPr>
      </p:sp>
      <p:sp>
        <p:nvSpPr>
          <p:cNvPr id="271" name="Shape 269"/>
          <p:cNvSpPr/>
          <p:nvPr/>
        </p:nvSpPr>
        <p:spPr>
          <a:xfrm>
            <a:off x="3144390" y="4036777"/>
            <a:ext cx="64008" cy="64008"/>
          </a:xfrm>
          <a:prstGeom prst="ellipse">
            <a:avLst/>
          </a:prstGeom>
          <a:solidFill>
            <a:srgbClr val="4A82FF">
              <a:alpha val="55000"/>
            </a:srgbClr>
          </a:solidFill>
          <a:ln w="12700">
            <a:solidFill>
              <a:srgbClr val="4A82FF"/>
            </a:solidFill>
            <a:prstDash val="solid"/>
          </a:ln>
        </p:spPr>
      </p:sp>
      <p:sp>
        <p:nvSpPr>
          <p:cNvPr id="272" name="Shape 270"/>
          <p:cNvSpPr/>
          <p:nvPr/>
        </p:nvSpPr>
        <p:spPr>
          <a:xfrm>
            <a:off x="3363758" y="4377135"/>
            <a:ext cx="64008" cy="64008"/>
          </a:xfrm>
          <a:prstGeom prst="ellipse">
            <a:avLst/>
          </a:prstGeom>
          <a:solidFill>
            <a:srgbClr val="4A82FF">
              <a:alpha val="55000"/>
            </a:srgbClr>
          </a:solidFill>
          <a:ln w="12700">
            <a:solidFill>
              <a:srgbClr val="4A82FF"/>
            </a:solidFill>
            <a:prstDash val="solid"/>
          </a:ln>
        </p:spPr>
      </p:sp>
      <p:sp>
        <p:nvSpPr>
          <p:cNvPr id="273" name="Shape 271"/>
          <p:cNvSpPr/>
          <p:nvPr/>
        </p:nvSpPr>
        <p:spPr>
          <a:xfrm>
            <a:off x="2833144" y="4276342"/>
            <a:ext cx="64008" cy="64008"/>
          </a:xfrm>
          <a:prstGeom prst="ellipse">
            <a:avLst/>
          </a:prstGeom>
          <a:solidFill>
            <a:srgbClr val="4A82FF">
              <a:alpha val="55000"/>
            </a:srgbClr>
          </a:solidFill>
          <a:ln w="12700">
            <a:solidFill>
              <a:srgbClr val="4A82FF"/>
            </a:solidFill>
            <a:prstDash val="solid"/>
          </a:ln>
        </p:spPr>
      </p:sp>
      <p:sp>
        <p:nvSpPr>
          <p:cNvPr id="274" name="Shape 272"/>
          <p:cNvSpPr/>
          <p:nvPr/>
        </p:nvSpPr>
        <p:spPr>
          <a:xfrm>
            <a:off x="2707461" y="4187719"/>
            <a:ext cx="64008" cy="64008"/>
          </a:xfrm>
          <a:prstGeom prst="ellipse">
            <a:avLst/>
          </a:prstGeom>
          <a:solidFill>
            <a:srgbClr val="4A82FF">
              <a:alpha val="55000"/>
            </a:srgbClr>
          </a:solidFill>
          <a:ln w="12700">
            <a:solidFill>
              <a:srgbClr val="4A82FF"/>
            </a:solidFill>
            <a:prstDash val="solid"/>
          </a:ln>
        </p:spPr>
      </p:sp>
      <p:sp>
        <p:nvSpPr>
          <p:cNvPr id="275" name="Shape 273"/>
          <p:cNvSpPr/>
          <p:nvPr/>
        </p:nvSpPr>
        <p:spPr>
          <a:xfrm>
            <a:off x="3534771" y="4640539"/>
            <a:ext cx="64008" cy="64008"/>
          </a:xfrm>
          <a:prstGeom prst="ellipse">
            <a:avLst/>
          </a:prstGeom>
          <a:solidFill>
            <a:srgbClr val="4A82FF">
              <a:alpha val="55000"/>
            </a:srgbClr>
          </a:solidFill>
          <a:ln w="12700">
            <a:solidFill>
              <a:srgbClr val="4A82FF"/>
            </a:solidFill>
            <a:prstDash val="solid"/>
          </a:ln>
        </p:spPr>
      </p:sp>
      <p:sp>
        <p:nvSpPr>
          <p:cNvPr id="276" name="Shape 274"/>
          <p:cNvSpPr/>
          <p:nvPr/>
        </p:nvSpPr>
        <p:spPr>
          <a:xfrm>
            <a:off x="3063427" y="4114680"/>
            <a:ext cx="64008" cy="64008"/>
          </a:xfrm>
          <a:prstGeom prst="ellipse">
            <a:avLst/>
          </a:prstGeom>
          <a:solidFill>
            <a:srgbClr val="4A82FF">
              <a:alpha val="55000"/>
            </a:srgbClr>
          </a:solidFill>
          <a:ln w="12700">
            <a:solidFill>
              <a:srgbClr val="4A82FF"/>
            </a:solidFill>
            <a:prstDash val="solid"/>
          </a:ln>
        </p:spPr>
      </p:sp>
      <p:sp>
        <p:nvSpPr>
          <p:cNvPr id="277" name="Shape 275"/>
          <p:cNvSpPr/>
          <p:nvPr/>
        </p:nvSpPr>
        <p:spPr>
          <a:xfrm>
            <a:off x="2708952" y="4173972"/>
            <a:ext cx="64008" cy="64008"/>
          </a:xfrm>
          <a:prstGeom prst="ellipse">
            <a:avLst/>
          </a:prstGeom>
          <a:solidFill>
            <a:srgbClr val="4A82FF">
              <a:alpha val="55000"/>
            </a:srgbClr>
          </a:solidFill>
          <a:ln w="12700">
            <a:solidFill>
              <a:srgbClr val="4A82FF"/>
            </a:solidFill>
            <a:prstDash val="solid"/>
          </a:ln>
        </p:spPr>
      </p:sp>
      <p:sp>
        <p:nvSpPr>
          <p:cNvPr id="278" name="Shape 276"/>
          <p:cNvSpPr/>
          <p:nvPr/>
        </p:nvSpPr>
        <p:spPr>
          <a:xfrm>
            <a:off x="3074524" y="4376086"/>
            <a:ext cx="64008" cy="64008"/>
          </a:xfrm>
          <a:prstGeom prst="ellipse">
            <a:avLst/>
          </a:prstGeom>
          <a:solidFill>
            <a:srgbClr val="4A82FF">
              <a:alpha val="55000"/>
            </a:srgbClr>
          </a:solidFill>
          <a:ln w="12700">
            <a:solidFill>
              <a:srgbClr val="4A82FF"/>
            </a:solidFill>
            <a:prstDash val="solid"/>
          </a:ln>
        </p:spPr>
      </p:sp>
      <p:sp>
        <p:nvSpPr>
          <p:cNvPr id="279" name="Shape 277"/>
          <p:cNvSpPr/>
          <p:nvPr/>
        </p:nvSpPr>
        <p:spPr>
          <a:xfrm>
            <a:off x="3209943" y="4063481"/>
            <a:ext cx="64008" cy="64008"/>
          </a:xfrm>
          <a:prstGeom prst="ellipse">
            <a:avLst/>
          </a:prstGeom>
          <a:solidFill>
            <a:srgbClr val="4A82FF">
              <a:alpha val="55000"/>
            </a:srgbClr>
          </a:solidFill>
          <a:ln w="12700">
            <a:solidFill>
              <a:srgbClr val="4A82FF"/>
            </a:solidFill>
            <a:prstDash val="solid"/>
          </a:ln>
        </p:spPr>
      </p:sp>
      <p:sp>
        <p:nvSpPr>
          <p:cNvPr id="280" name="Shape 278"/>
          <p:cNvSpPr/>
          <p:nvPr/>
        </p:nvSpPr>
        <p:spPr>
          <a:xfrm>
            <a:off x="2942591" y="3892088"/>
            <a:ext cx="64008" cy="64008"/>
          </a:xfrm>
          <a:prstGeom prst="ellipse">
            <a:avLst/>
          </a:prstGeom>
          <a:solidFill>
            <a:srgbClr val="4A82FF">
              <a:alpha val="55000"/>
            </a:srgbClr>
          </a:solidFill>
          <a:ln w="12700">
            <a:solidFill>
              <a:srgbClr val="4A82FF"/>
            </a:solidFill>
            <a:prstDash val="solid"/>
          </a:ln>
        </p:spPr>
      </p:sp>
      <p:sp>
        <p:nvSpPr>
          <p:cNvPr id="281" name="Shape 279"/>
          <p:cNvSpPr/>
          <p:nvPr/>
        </p:nvSpPr>
        <p:spPr>
          <a:xfrm>
            <a:off x="2890615" y="4099758"/>
            <a:ext cx="64008" cy="64008"/>
          </a:xfrm>
          <a:prstGeom prst="ellipse">
            <a:avLst/>
          </a:prstGeom>
          <a:solidFill>
            <a:srgbClr val="4A82FF">
              <a:alpha val="55000"/>
            </a:srgbClr>
          </a:solidFill>
          <a:ln w="12700">
            <a:solidFill>
              <a:srgbClr val="4A82FF"/>
            </a:solidFill>
            <a:prstDash val="solid"/>
          </a:ln>
        </p:spPr>
      </p:sp>
      <p:sp>
        <p:nvSpPr>
          <p:cNvPr id="282" name="Shape 280"/>
          <p:cNvSpPr/>
          <p:nvPr/>
        </p:nvSpPr>
        <p:spPr>
          <a:xfrm>
            <a:off x="2627288" y="4049338"/>
            <a:ext cx="64008" cy="64008"/>
          </a:xfrm>
          <a:prstGeom prst="ellipse">
            <a:avLst/>
          </a:prstGeom>
          <a:solidFill>
            <a:srgbClr val="4A82FF">
              <a:alpha val="55000"/>
            </a:srgbClr>
          </a:solidFill>
          <a:ln w="12700">
            <a:solidFill>
              <a:srgbClr val="4A82FF"/>
            </a:solidFill>
            <a:prstDash val="solid"/>
          </a:ln>
        </p:spPr>
      </p:sp>
      <p:sp>
        <p:nvSpPr>
          <p:cNvPr id="283" name="Shape 281"/>
          <p:cNvSpPr/>
          <p:nvPr/>
        </p:nvSpPr>
        <p:spPr>
          <a:xfrm>
            <a:off x="2588903" y="4052344"/>
            <a:ext cx="64008" cy="64008"/>
          </a:xfrm>
          <a:prstGeom prst="ellipse">
            <a:avLst/>
          </a:prstGeom>
          <a:solidFill>
            <a:srgbClr val="4A82FF">
              <a:alpha val="55000"/>
            </a:srgbClr>
          </a:solidFill>
          <a:ln w="12700">
            <a:solidFill>
              <a:srgbClr val="4A82FF"/>
            </a:solidFill>
            <a:prstDash val="solid"/>
          </a:ln>
        </p:spPr>
      </p:sp>
      <p:sp>
        <p:nvSpPr>
          <p:cNvPr id="284" name="Shape 282"/>
          <p:cNvSpPr/>
          <p:nvPr/>
        </p:nvSpPr>
        <p:spPr>
          <a:xfrm>
            <a:off x="3024994" y="4088026"/>
            <a:ext cx="64008" cy="64008"/>
          </a:xfrm>
          <a:prstGeom prst="ellipse">
            <a:avLst/>
          </a:prstGeom>
          <a:solidFill>
            <a:srgbClr val="4A82FF">
              <a:alpha val="55000"/>
            </a:srgbClr>
          </a:solidFill>
          <a:ln w="12700">
            <a:solidFill>
              <a:srgbClr val="4A82FF"/>
            </a:solidFill>
            <a:prstDash val="solid"/>
          </a:ln>
        </p:spPr>
      </p:sp>
      <p:sp>
        <p:nvSpPr>
          <p:cNvPr id="285" name="Shape 283"/>
          <p:cNvSpPr/>
          <p:nvPr/>
        </p:nvSpPr>
        <p:spPr>
          <a:xfrm>
            <a:off x="2588723" y="4006130"/>
            <a:ext cx="64008" cy="64008"/>
          </a:xfrm>
          <a:prstGeom prst="ellipse">
            <a:avLst/>
          </a:prstGeom>
          <a:solidFill>
            <a:srgbClr val="4A82FF">
              <a:alpha val="55000"/>
            </a:srgbClr>
          </a:solidFill>
          <a:ln w="12700">
            <a:solidFill>
              <a:srgbClr val="4A82FF"/>
            </a:solidFill>
            <a:prstDash val="solid"/>
          </a:ln>
        </p:spPr>
      </p:sp>
      <p:sp>
        <p:nvSpPr>
          <p:cNvPr id="286" name="Shape 284"/>
          <p:cNvSpPr/>
          <p:nvPr/>
        </p:nvSpPr>
        <p:spPr>
          <a:xfrm>
            <a:off x="2961085" y="4152199"/>
            <a:ext cx="64008" cy="64008"/>
          </a:xfrm>
          <a:prstGeom prst="ellipse">
            <a:avLst/>
          </a:prstGeom>
          <a:solidFill>
            <a:srgbClr val="4A82FF">
              <a:alpha val="55000"/>
            </a:srgbClr>
          </a:solidFill>
          <a:ln w="12700">
            <a:solidFill>
              <a:srgbClr val="4A82FF"/>
            </a:solidFill>
            <a:prstDash val="solid"/>
          </a:ln>
        </p:spPr>
      </p:sp>
      <p:sp>
        <p:nvSpPr>
          <p:cNvPr id="287" name="Shape 285"/>
          <p:cNvSpPr/>
          <p:nvPr/>
        </p:nvSpPr>
        <p:spPr>
          <a:xfrm>
            <a:off x="2485777" y="4269118"/>
            <a:ext cx="64008" cy="64008"/>
          </a:xfrm>
          <a:prstGeom prst="ellipse">
            <a:avLst/>
          </a:prstGeom>
          <a:solidFill>
            <a:srgbClr val="4A82FF">
              <a:alpha val="55000"/>
            </a:srgbClr>
          </a:solidFill>
          <a:ln w="12700">
            <a:solidFill>
              <a:srgbClr val="4A82FF"/>
            </a:solidFill>
            <a:prstDash val="solid"/>
          </a:ln>
        </p:spPr>
      </p:sp>
      <p:sp>
        <p:nvSpPr>
          <p:cNvPr id="288" name="Shape 286"/>
          <p:cNvSpPr/>
          <p:nvPr/>
        </p:nvSpPr>
        <p:spPr>
          <a:xfrm>
            <a:off x="3012994" y="4574457"/>
            <a:ext cx="64008" cy="64008"/>
          </a:xfrm>
          <a:prstGeom prst="ellipse">
            <a:avLst/>
          </a:prstGeom>
          <a:solidFill>
            <a:srgbClr val="4A82FF">
              <a:alpha val="55000"/>
            </a:srgbClr>
          </a:solidFill>
          <a:ln w="12700">
            <a:solidFill>
              <a:srgbClr val="4A82FF"/>
            </a:solidFill>
            <a:prstDash val="solid"/>
          </a:ln>
        </p:spPr>
      </p:sp>
      <p:sp>
        <p:nvSpPr>
          <p:cNvPr id="289" name="Shape 287"/>
          <p:cNvSpPr/>
          <p:nvPr/>
        </p:nvSpPr>
        <p:spPr>
          <a:xfrm>
            <a:off x="3003881" y="4560123"/>
            <a:ext cx="64008" cy="64008"/>
          </a:xfrm>
          <a:prstGeom prst="ellipse">
            <a:avLst/>
          </a:prstGeom>
          <a:solidFill>
            <a:srgbClr val="4A82FF">
              <a:alpha val="55000"/>
            </a:srgbClr>
          </a:solidFill>
          <a:ln w="12700">
            <a:solidFill>
              <a:srgbClr val="4A82FF"/>
            </a:solidFill>
            <a:prstDash val="solid"/>
          </a:ln>
        </p:spPr>
      </p:sp>
      <p:sp>
        <p:nvSpPr>
          <p:cNvPr id="290" name="Shape 288"/>
          <p:cNvSpPr/>
          <p:nvPr/>
        </p:nvSpPr>
        <p:spPr>
          <a:xfrm>
            <a:off x="3174860" y="4369640"/>
            <a:ext cx="64008" cy="64008"/>
          </a:xfrm>
          <a:prstGeom prst="ellipse">
            <a:avLst/>
          </a:prstGeom>
          <a:solidFill>
            <a:srgbClr val="4A82FF">
              <a:alpha val="55000"/>
            </a:srgbClr>
          </a:solidFill>
          <a:ln w="12700">
            <a:solidFill>
              <a:srgbClr val="4A82FF"/>
            </a:solidFill>
            <a:prstDash val="solid"/>
          </a:ln>
        </p:spPr>
      </p:sp>
      <p:sp>
        <p:nvSpPr>
          <p:cNvPr id="291" name="Shape 289"/>
          <p:cNvSpPr/>
          <p:nvPr/>
        </p:nvSpPr>
        <p:spPr>
          <a:xfrm>
            <a:off x="3234305" y="4245079"/>
            <a:ext cx="64008" cy="64008"/>
          </a:xfrm>
          <a:prstGeom prst="ellipse">
            <a:avLst/>
          </a:prstGeom>
          <a:solidFill>
            <a:srgbClr val="4A82FF">
              <a:alpha val="55000"/>
            </a:srgbClr>
          </a:solidFill>
          <a:ln w="12700">
            <a:solidFill>
              <a:srgbClr val="4A82FF"/>
            </a:solidFill>
            <a:prstDash val="solid"/>
          </a:ln>
        </p:spPr>
      </p:sp>
      <p:sp>
        <p:nvSpPr>
          <p:cNvPr id="292" name="Shape 290"/>
          <p:cNvSpPr/>
          <p:nvPr/>
        </p:nvSpPr>
        <p:spPr>
          <a:xfrm>
            <a:off x="3377469" y="3747086"/>
            <a:ext cx="64008" cy="64008"/>
          </a:xfrm>
          <a:prstGeom prst="ellipse">
            <a:avLst/>
          </a:prstGeom>
          <a:solidFill>
            <a:srgbClr val="4A82FF">
              <a:alpha val="55000"/>
            </a:srgbClr>
          </a:solidFill>
          <a:ln w="12700">
            <a:solidFill>
              <a:srgbClr val="4A82FF"/>
            </a:solidFill>
            <a:prstDash val="solid"/>
          </a:ln>
        </p:spPr>
      </p:sp>
      <p:sp>
        <p:nvSpPr>
          <p:cNvPr id="293" name="Shape 291"/>
          <p:cNvSpPr/>
          <p:nvPr/>
        </p:nvSpPr>
        <p:spPr>
          <a:xfrm>
            <a:off x="3646527" y="3833699"/>
            <a:ext cx="64008" cy="64008"/>
          </a:xfrm>
          <a:prstGeom prst="ellipse">
            <a:avLst/>
          </a:prstGeom>
          <a:solidFill>
            <a:srgbClr val="4A82FF">
              <a:alpha val="55000"/>
            </a:srgbClr>
          </a:solidFill>
          <a:ln w="12700">
            <a:solidFill>
              <a:srgbClr val="4A82FF"/>
            </a:solidFill>
            <a:prstDash val="solid"/>
          </a:ln>
        </p:spPr>
      </p:sp>
      <p:sp>
        <p:nvSpPr>
          <p:cNvPr id="294" name="Shape 292"/>
          <p:cNvSpPr/>
          <p:nvPr/>
        </p:nvSpPr>
        <p:spPr>
          <a:xfrm>
            <a:off x="3069929" y="4392140"/>
            <a:ext cx="64008" cy="64008"/>
          </a:xfrm>
          <a:prstGeom prst="ellipse">
            <a:avLst/>
          </a:prstGeom>
          <a:solidFill>
            <a:srgbClr val="4A82FF">
              <a:alpha val="55000"/>
            </a:srgbClr>
          </a:solidFill>
          <a:ln w="12700">
            <a:solidFill>
              <a:srgbClr val="4A82FF"/>
            </a:solidFill>
            <a:prstDash val="solid"/>
          </a:ln>
        </p:spPr>
      </p:sp>
      <p:sp>
        <p:nvSpPr>
          <p:cNvPr id="295" name="Shape 293"/>
          <p:cNvSpPr/>
          <p:nvPr/>
        </p:nvSpPr>
        <p:spPr>
          <a:xfrm>
            <a:off x="2930919" y="4293166"/>
            <a:ext cx="64008" cy="64008"/>
          </a:xfrm>
          <a:prstGeom prst="ellipse">
            <a:avLst/>
          </a:prstGeom>
          <a:solidFill>
            <a:srgbClr val="4A82FF">
              <a:alpha val="55000"/>
            </a:srgbClr>
          </a:solidFill>
          <a:ln w="12700">
            <a:solidFill>
              <a:srgbClr val="4A82FF"/>
            </a:solidFill>
            <a:prstDash val="solid"/>
          </a:ln>
        </p:spPr>
      </p:sp>
      <p:sp>
        <p:nvSpPr>
          <p:cNvPr id="296" name="Shape 294"/>
          <p:cNvSpPr/>
          <p:nvPr/>
        </p:nvSpPr>
        <p:spPr>
          <a:xfrm>
            <a:off x="3639132" y="4221376"/>
            <a:ext cx="64008" cy="64008"/>
          </a:xfrm>
          <a:prstGeom prst="ellipse">
            <a:avLst/>
          </a:prstGeom>
          <a:solidFill>
            <a:srgbClr val="4A82FF">
              <a:alpha val="55000"/>
            </a:srgbClr>
          </a:solidFill>
          <a:ln w="12700">
            <a:solidFill>
              <a:srgbClr val="4A82FF"/>
            </a:solidFill>
            <a:prstDash val="solid"/>
          </a:ln>
        </p:spPr>
      </p:sp>
      <p:sp>
        <p:nvSpPr>
          <p:cNvPr id="297" name="Shape 295"/>
          <p:cNvSpPr/>
          <p:nvPr/>
        </p:nvSpPr>
        <p:spPr>
          <a:xfrm>
            <a:off x="3145065" y="4124493"/>
            <a:ext cx="64008" cy="64008"/>
          </a:xfrm>
          <a:prstGeom prst="ellipse">
            <a:avLst/>
          </a:prstGeom>
          <a:solidFill>
            <a:srgbClr val="4A82FF">
              <a:alpha val="55000"/>
            </a:srgbClr>
          </a:solidFill>
          <a:ln w="12700">
            <a:solidFill>
              <a:srgbClr val="4A82FF"/>
            </a:solidFill>
            <a:prstDash val="solid"/>
          </a:ln>
        </p:spPr>
      </p:sp>
      <p:sp>
        <p:nvSpPr>
          <p:cNvPr id="298" name="Shape 296"/>
          <p:cNvSpPr/>
          <p:nvPr/>
        </p:nvSpPr>
        <p:spPr>
          <a:xfrm>
            <a:off x="3580244" y="4279675"/>
            <a:ext cx="64008" cy="64008"/>
          </a:xfrm>
          <a:prstGeom prst="ellipse">
            <a:avLst/>
          </a:prstGeom>
          <a:solidFill>
            <a:srgbClr val="4A82FF">
              <a:alpha val="55000"/>
            </a:srgbClr>
          </a:solidFill>
          <a:ln w="12700">
            <a:solidFill>
              <a:srgbClr val="4A82FF"/>
            </a:solidFill>
            <a:prstDash val="solid"/>
          </a:ln>
        </p:spPr>
      </p:sp>
      <p:sp>
        <p:nvSpPr>
          <p:cNvPr id="299" name="Shape 297"/>
          <p:cNvSpPr/>
          <p:nvPr/>
        </p:nvSpPr>
        <p:spPr>
          <a:xfrm>
            <a:off x="2511549" y="3844381"/>
            <a:ext cx="64008" cy="64008"/>
          </a:xfrm>
          <a:prstGeom prst="ellipse">
            <a:avLst/>
          </a:prstGeom>
          <a:solidFill>
            <a:srgbClr val="4A82FF">
              <a:alpha val="55000"/>
            </a:srgbClr>
          </a:solidFill>
          <a:ln w="12700">
            <a:solidFill>
              <a:srgbClr val="4A82FF"/>
            </a:solidFill>
            <a:prstDash val="solid"/>
          </a:ln>
        </p:spPr>
      </p:sp>
      <p:sp>
        <p:nvSpPr>
          <p:cNvPr id="300" name="Shape 298"/>
          <p:cNvSpPr/>
          <p:nvPr/>
        </p:nvSpPr>
        <p:spPr>
          <a:xfrm>
            <a:off x="2403210" y="4228192"/>
            <a:ext cx="64008" cy="64008"/>
          </a:xfrm>
          <a:prstGeom prst="ellipse">
            <a:avLst/>
          </a:prstGeom>
          <a:solidFill>
            <a:srgbClr val="4A82FF">
              <a:alpha val="55000"/>
            </a:srgbClr>
          </a:solidFill>
          <a:ln w="12700">
            <a:solidFill>
              <a:srgbClr val="4A82FF"/>
            </a:solidFill>
            <a:prstDash val="solid"/>
          </a:ln>
        </p:spPr>
      </p:sp>
      <p:sp>
        <p:nvSpPr>
          <p:cNvPr id="301" name="Shape 299"/>
          <p:cNvSpPr/>
          <p:nvPr/>
        </p:nvSpPr>
        <p:spPr>
          <a:xfrm>
            <a:off x="3517722" y="4057215"/>
            <a:ext cx="64008" cy="64008"/>
          </a:xfrm>
          <a:prstGeom prst="ellipse">
            <a:avLst/>
          </a:prstGeom>
          <a:solidFill>
            <a:srgbClr val="4A82FF">
              <a:alpha val="55000"/>
            </a:srgbClr>
          </a:solidFill>
          <a:ln w="12700">
            <a:solidFill>
              <a:srgbClr val="4A82FF"/>
            </a:solidFill>
            <a:prstDash val="solid"/>
          </a:ln>
        </p:spPr>
      </p:sp>
      <p:sp>
        <p:nvSpPr>
          <p:cNvPr id="302" name="Shape 300"/>
          <p:cNvSpPr/>
          <p:nvPr/>
        </p:nvSpPr>
        <p:spPr>
          <a:xfrm>
            <a:off x="3219617" y="4324281"/>
            <a:ext cx="64008" cy="64008"/>
          </a:xfrm>
          <a:prstGeom prst="ellipse">
            <a:avLst/>
          </a:prstGeom>
          <a:solidFill>
            <a:srgbClr val="4A82FF">
              <a:alpha val="55000"/>
            </a:srgbClr>
          </a:solidFill>
          <a:ln w="12700">
            <a:solidFill>
              <a:srgbClr val="4A82FF"/>
            </a:solidFill>
            <a:prstDash val="solid"/>
          </a:ln>
        </p:spPr>
      </p:sp>
      <p:sp>
        <p:nvSpPr>
          <p:cNvPr id="303" name="Shape 301"/>
          <p:cNvSpPr/>
          <p:nvPr/>
        </p:nvSpPr>
        <p:spPr>
          <a:xfrm>
            <a:off x="2835563" y="4248857"/>
            <a:ext cx="64008" cy="64008"/>
          </a:xfrm>
          <a:prstGeom prst="ellipse">
            <a:avLst/>
          </a:prstGeom>
          <a:solidFill>
            <a:srgbClr val="4A82FF">
              <a:alpha val="55000"/>
            </a:srgbClr>
          </a:solidFill>
          <a:ln w="12700">
            <a:solidFill>
              <a:srgbClr val="4A82FF"/>
            </a:solidFill>
            <a:prstDash val="solid"/>
          </a:ln>
        </p:spPr>
      </p:sp>
      <p:sp>
        <p:nvSpPr>
          <p:cNvPr id="304" name="Shape 302"/>
          <p:cNvSpPr/>
          <p:nvPr/>
        </p:nvSpPr>
        <p:spPr>
          <a:xfrm>
            <a:off x="3352230" y="4345027"/>
            <a:ext cx="64008" cy="64008"/>
          </a:xfrm>
          <a:prstGeom prst="ellipse">
            <a:avLst/>
          </a:prstGeom>
          <a:solidFill>
            <a:srgbClr val="4A82FF">
              <a:alpha val="55000"/>
            </a:srgbClr>
          </a:solidFill>
          <a:ln w="12700">
            <a:solidFill>
              <a:srgbClr val="4A82FF"/>
            </a:solidFill>
            <a:prstDash val="solid"/>
          </a:ln>
        </p:spPr>
      </p:sp>
      <p:sp>
        <p:nvSpPr>
          <p:cNvPr id="305" name="Shape 303"/>
          <p:cNvSpPr/>
          <p:nvPr/>
        </p:nvSpPr>
        <p:spPr>
          <a:xfrm>
            <a:off x="3532655" y="4310665"/>
            <a:ext cx="64008" cy="64008"/>
          </a:xfrm>
          <a:prstGeom prst="ellipse">
            <a:avLst/>
          </a:prstGeom>
          <a:solidFill>
            <a:srgbClr val="4A82FF">
              <a:alpha val="55000"/>
            </a:srgbClr>
          </a:solidFill>
          <a:ln w="12700">
            <a:solidFill>
              <a:srgbClr val="4A82FF"/>
            </a:solidFill>
            <a:prstDash val="solid"/>
          </a:ln>
        </p:spPr>
      </p:sp>
      <p:sp>
        <p:nvSpPr>
          <p:cNvPr id="306" name="Shape 304"/>
          <p:cNvSpPr/>
          <p:nvPr/>
        </p:nvSpPr>
        <p:spPr>
          <a:xfrm>
            <a:off x="3048325" y="4040515"/>
            <a:ext cx="64008" cy="64008"/>
          </a:xfrm>
          <a:prstGeom prst="ellipse">
            <a:avLst/>
          </a:prstGeom>
          <a:solidFill>
            <a:srgbClr val="4A82FF">
              <a:alpha val="55000"/>
            </a:srgbClr>
          </a:solidFill>
          <a:ln w="12700">
            <a:solidFill>
              <a:srgbClr val="4A82FF"/>
            </a:solidFill>
            <a:prstDash val="solid"/>
          </a:ln>
        </p:spPr>
      </p:sp>
      <p:sp>
        <p:nvSpPr>
          <p:cNvPr id="307" name="Shape 305"/>
          <p:cNvSpPr/>
          <p:nvPr/>
        </p:nvSpPr>
        <p:spPr>
          <a:xfrm>
            <a:off x="3239750" y="4432081"/>
            <a:ext cx="64008" cy="64008"/>
          </a:xfrm>
          <a:prstGeom prst="ellipse">
            <a:avLst/>
          </a:prstGeom>
          <a:solidFill>
            <a:srgbClr val="4A82FF">
              <a:alpha val="55000"/>
            </a:srgbClr>
          </a:solidFill>
          <a:ln w="12700">
            <a:solidFill>
              <a:srgbClr val="4A82FF"/>
            </a:solidFill>
            <a:prstDash val="solid"/>
          </a:ln>
        </p:spPr>
      </p:sp>
      <p:sp>
        <p:nvSpPr>
          <p:cNvPr id="308" name="Shape 306"/>
          <p:cNvSpPr/>
          <p:nvPr/>
        </p:nvSpPr>
        <p:spPr>
          <a:xfrm>
            <a:off x="3299499" y="4034104"/>
            <a:ext cx="64008" cy="64008"/>
          </a:xfrm>
          <a:prstGeom prst="ellipse">
            <a:avLst/>
          </a:prstGeom>
          <a:solidFill>
            <a:srgbClr val="4A82FF">
              <a:alpha val="55000"/>
            </a:srgbClr>
          </a:solidFill>
          <a:ln w="12700">
            <a:solidFill>
              <a:srgbClr val="4A82FF"/>
            </a:solidFill>
            <a:prstDash val="solid"/>
          </a:ln>
        </p:spPr>
      </p:sp>
      <p:sp>
        <p:nvSpPr>
          <p:cNvPr id="309" name="Shape 307"/>
          <p:cNvSpPr/>
          <p:nvPr/>
        </p:nvSpPr>
        <p:spPr>
          <a:xfrm>
            <a:off x="3488329" y="4488829"/>
            <a:ext cx="64008" cy="64008"/>
          </a:xfrm>
          <a:prstGeom prst="ellipse">
            <a:avLst/>
          </a:prstGeom>
          <a:solidFill>
            <a:srgbClr val="4A82FF">
              <a:alpha val="55000"/>
            </a:srgbClr>
          </a:solidFill>
          <a:ln w="12700">
            <a:solidFill>
              <a:srgbClr val="4A82FF"/>
            </a:solidFill>
            <a:prstDash val="solid"/>
          </a:ln>
        </p:spPr>
      </p:sp>
      <p:sp>
        <p:nvSpPr>
          <p:cNvPr id="310" name="Shape 308"/>
          <p:cNvSpPr/>
          <p:nvPr/>
        </p:nvSpPr>
        <p:spPr>
          <a:xfrm>
            <a:off x="3605557" y="4057880"/>
            <a:ext cx="64008" cy="64008"/>
          </a:xfrm>
          <a:prstGeom prst="ellipse">
            <a:avLst/>
          </a:prstGeom>
          <a:solidFill>
            <a:srgbClr val="4A82FF">
              <a:alpha val="55000"/>
            </a:srgbClr>
          </a:solidFill>
          <a:ln w="12700">
            <a:solidFill>
              <a:srgbClr val="4A82FF"/>
            </a:solidFill>
            <a:prstDash val="solid"/>
          </a:ln>
        </p:spPr>
      </p:sp>
      <p:sp>
        <p:nvSpPr>
          <p:cNvPr id="311" name="Shape 309"/>
          <p:cNvSpPr/>
          <p:nvPr/>
        </p:nvSpPr>
        <p:spPr>
          <a:xfrm>
            <a:off x="3614187" y="4458659"/>
            <a:ext cx="64008" cy="64008"/>
          </a:xfrm>
          <a:prstGeom prst="ellipse">
            <a:avLst/>
          </a:prstGeom>
          <a:solidFill>
            <a:srgbClr val="4A82FF">
              <a:alpha val="55000"/>
            </a:srgbClr>
          </a:solidFill>
          <a:ln w="12700">
            <a:solidFill>
              <a:srgbClr val="4A82FF"/>
            </a:solidFill>
            <a:prstDash val="solid"/>
          </a:ln>
        </p:spPr>
      </p:sp>
      <p:sp>
        <p:nvSpPr>
          <p:cNvPr id="312" name="Shape 310"/>
          <p:cNvSpPr/>
          <p:nvPr/>
        </p:nvSpPr>
        <p:spPr>
          <a:xfrm>
            <a:off x="2454192" y="4050261"/>
            <a:ext cx="64008" cy="64008"/>
          </a:xfrm>
          <a:prstGeom prst="ellipse">
            <a:avLst/>
          </a:prstGeom>
          <a:solidFill>
            <a:srgbClr val="4A82FF">
              <a:alpha val="55000"/>
            </a:srgbClr>
          </a:solidFill>
          <a:ln w="12700">
            <a:solidFill>
              <a:srgbClr val="4A82FF"/>
            </a:solidFill>
            <a:prstDash val="solid"/>
          </a:ln>
        </p:spPr>
      </p:sp>
      <p:sp>
        <p:nvSpPr>
          <p:cNvPr id="313" name="Shape 311"/>
          <p:cNvSpPr/>
          <p:nvPr/>
        </p:nvSpPr>
        <p:spPr>
          <a:xfrm>
            <a:off x="3230573" y="3893065"/>
            <a:ext cx="64008" cy="64008"/>
          </a:xfrm>
          <a:prstGeom prst="ellipse">
            <a:avLst/>
          </a:prstGeom>
          <a:solidFill>
            <a:srgbClr val="4A82FF">
              <a:alpha val="55000"/>
            </a:srgbClr>
          </a:solidFill>
          <a:ln w="12700">
            <a:solidFill>
              <a:srgbClr val="4A82FF"/>
            </a:solidFill>
            <a:prstDash val="solid"/>
          </a:ln>
        </p:spPr>
      </p:sp>
      <p:sp>
        <p:nvSpPr>
          <p:cNvPr id="314" name="Shape 312"/>
          <p:cNvSpPr/>
          <p:nvPr/>
        </p:nvSpPr>
        <p:spPr>
          <a:xfrm>
            <a:off x="3272801" y="4165207"/>
            <a:ext cx="64008" cy="64008"/>
          </a:xfrm>
          <a:prstGeom prst="ellipse">
            <a:avLst/>
          </a:prstGeom>
          <a:solidFill>
            <a:srgbClr val="4A82FF">
              <a:alpha val="55000"/>
            </a:srgbClr>
          </a:solidFill>
          <a:ln w="12700">
            <a:solidFill>
              <a:srgbClr val="4A82FF"/>
            </a:solidFill>
            <a:prstDash val="solid"/>
          </a:ln>
        </p:spPr>
      </p:sp>
      <p:sp>
        <p:nvSpPr>
          <p:cNvPr id="315" name="Shape 313"/>
          <p:cNvSpPr/>
          <p:nvPr/>
        </p:nvSpPr>
        <p:spPr>
          <a:xfrm>
            <a:off x="3126755" y="4562385"/>
            <a:ext cx="64008" cy="64008"/>
          </a:xfrm>
          <a:prstGeom prst="ellipse">
            <a:avLst/>
          </a:prstGeom>
          <a:solidFill>
            <a:srgbClr val="4A82FF">
              <a:alpha val="55000"/>
            </a:srgbClr>
          </a:solidFill>
          <a:ln w="12700">
            <a:solidFill>
              <a:srgbClr val="4A82FF"/>
            </a:solidFill>
            <a:prstDash val="solid"/>
          </a:ln>
        </p:spPr>
      </p:sp>
      <p:sp>
        <p:nvSpPr>
          <p:cNvPr id="316" name="Shape 314"/>
          <p:cNvSpPr/>
          <p:nvPr/>
        </p:nvSpPr>
        <p:spPr>
          <a:xfrm>
            <a:off x="2740700" y="4318057"/>
            <a:ext cx="64008" cy="64008"/>
          </a:xfrm>
          <a:prstGeom prst="ellipse">
            <a:avLst/>
          </a:prstGeom>
          <a:solidFill>
            <a:srgbClr val="4A82FF">
              <a:alpha val="55000"/>
            </a:srgbClr>
          </a:solidFill>
          <a:ln w="12700">
            <a:solidFill>
              <a:srgbClr val="4A82FF"/>
            </a:solidFill>
            <a:prstDash val="solid"/>
          </a:ln>
        </p:spPr>
      </p:sp>
      <p:sp>
        <p:nvSpPr>
          <p:cNvPr id="317" name="Shape 315"/>
          <p:cNvSpPr/>
          <p:nvPr/>
        </p:nvSpPr>
        <p:spPr>
          <a:xfrm>
            <a:off x="3615659" y="4172498"/>
            <a:ext cx="64008" cy="64008"/>
          </a:xfrm>
          <a:prstGeom prst="ellipse">
            <a:avLst/>
          </a:prstGeom>
          <a:solidFill>
            <a:srgbClr val="4A82FF">
              <a:alpha val="55000"/>
            </a:srgbClr>
          </a:solidFill>
          <a:ln w="12700">
            <a:solidFill>
              <a:srgbClr val="4A82FF"/>
            </a:solidFill>
            <a:prstDash val="solid"/>
          </a:ln>
        </p:spPr>
      </p:sp>
      <p:sp>
        <p:nvSpPr>
          <p:cNvPr id="318" name="Shape 316"/>
          <p:cNvSpPr/>
          <p:nvPr/>
        </p:nvSpPr>
        <p:spPr>
          <a:xfrm>
            <a:off x="2835972" y="4292355"/>
            <a:ext cx="64008" cy="64008"/>
          </a:xfrm>
          <a:prstGeom prst="ellipse">
            <a:avLst/>
          </a:prstGeom>
          <a:solidFill>
            <a:srgbClr val="4A82FF">
              <a:alpha val="55000"/>
            </a:srgbClr>
          </a:solidFill>
          <a:ln w="12700">
            <a:solidFill>
              <a:srgbClr val="4A82FF"/>
            </a:solidFill>
            <a:prstDash val="solid"/>
          </a:ln>
        </p:spPr>
      </p:sp>
      <p:sp>
        <p:nvSpPr>
          <p:cNvPr id="319" name="Shape 317"/>
          <p:cNvSpPr/>
          <p:nvPr/>
        </p:nvSpPr>
        <p:spPr>
          <a:xfrm>
            <a:off x="2582623" y="4037567"/>
            <a:ext cx="64008" cy="64008"/>
          </a:xfrm>
          <a:prstGeom prst="ellipse">
            <a:avLst/>
          </a:prstGeom>
          <a:solidFill>
            <a:srgbClr val="4A82FF">
              <a:alpha val="55000"/>
            </a:srgbClr>
          </a:solidFill>
          <a:ln w="12700">
            <a:solidFill>
              <a:srgbClr val="4A82FF"/>
            </a:solidFill>
            <a:prstDash val="solid"/>
          </a:ln>
        </p:spPr>
      </p:sp>
      <p:sp>
        <p:nvSpPr>
          <p:cNvPr id="320" name="Shape 318"/>
          <p:cNvSpPr/>
          <p:nvPr/>
        </p:nvSpPr>
        <p:spPr>
          <a:xfrm>
            <a:off x="3470665" y="3770100"/>
            <a:ext cx="64008" cy="64008"/>
          </a:xfrm>
          <a:prstGeom prst="ellipse">
            <a:avLst/>
          </a:prstGeom>
          <a:solidFill>
            <a:srgbClr val="4A82FF">
              <a:alpha val="55000"/>
            </a:srgbClr>
          </a:solidFill>
          <a:ln w="12700">
            <a:solidFill>
              <a:srgbClr val="4A82FF"/>
            </a:solidFill>
            <a:prstDash val="solid"/>
          </a:ln>
        </p:spPr>
      </p:sp>
      <p:sp>
        <p:nvSpPr>
          <p:cNvPr id="321" name="Shape 319"/>
          <p:cNvSpPr/>
          <p:nvPr/>
        </p:nvSpPr>
        <p:spPr>
          <a:xfrm>
            <a:off x="2935351" y="4325138"/>
            <a:ext cx="64008" cy="64008"/>
          </a:xfrm>
          <a:prstGeom prst="ellipse">
            <a:avLst/>
          </a:prstGeom>
          <a:solidFill>
            <a:srgbClr val="4A82FF">
              <a:alpha val="55000"/>
            </a:srgbClr>
          </a:solidFill>
          <a:ln w="12700">
            <a:solidFill>
              <a:srgbClr val="4A82FF"/>
            </a:solidFill>
            <a:prstDash val="solid"/>
          </a:ln>
        </p:spPr>
      </p:sp>
      <p:sp>
        <p:nvSpPr>
          <p:cNvPr id="322" name="Shape 320"/>
          <p:cNvSpPr/>
          <p:nvPr/>
        </p:nvSpPr>
        <p:spPr>
          <a:xfrm>
            <a:off x="2689140" y="4206304"/>
            <a:ext cx="64008" cy="64008"/>
          </a:xfrm>
          <a:prstGeom prst="ellipse">
            <a:avLst/>
          </a:prstGeom>
          <a:solidFill>
            <a:srgbClr val="4A82FF">
              <a:alpha val="55000"/>
            </a:srgbClr>
          </a:solidFill>
          <a:ln w="12700">
            <a:solidFill>
              <a:srgbClr val="4A82FF"/>
            </a:solidFill>
            <a:prstDash val="solid"/>
          </a:ln>
        </p:spPr>
      </p:sp>
      <p:sp>
        <p:nvSpPr>
          <p:cNvPr id="323" name="Shape 321"/>
          <p:cNvSpPr/>
          <p:nvPr/>
        </p:nvSpPr>
        <p:spPr>
          <a:xfrm>
            <a:off x="3075030" y="4239425"/>
            <a:ext cx="64008" cy="64008"/>
          </a:xfrm>
          <a:prstGeom prst="ellipse">
            <a:avLst/>
          </a:prstGeom>
          <a:solidFill>
            <a:srgbClr val="4A82FF">
              <a:alpha val="55000"/>
            </a:srgbClr>
          </a:solidFill>
          <a:ln w="12700">
            <a:solidFill>
              <a:srgbClr val="4A82FF"/>
            </a:solidFill>
            <a:prstDash val="solid"/>
          </a:ln>
        </p:spPr>
      </p:sp>
      <p:sp>
        <p:nvSpPr>
          <p:cNvPr id="324" name="Shape 322"/>
          <p:cNvSpPr/>
          <p:nvPr/>
        </p:nvSpPr>
        <p:spPr>
          <a:xfrm>
            <a:off x="2210483" y="2809876"/>
            <a:ext cx="64008" cy="64008"/>
          </a:xfrm>
          <a:prstGeom prst="ellipse">
            <a:avLst/>
          </a:prstGeom>
          <a:solidFill>
            <a:srgbClr val="4A82FF">
              <a:alpha val="55000"/>
            </a:srgbClr>
          </a:solidFill>
          <a:ln w="12700">
            <a:solidFill>
              <a:srgbClr val="4A82FF"/>
            </a:solidFill>
            <a:prstDash val="solid"/>
          </a:ln>
        </p:spPr>
      </p:sp>
      <p:sp>
        <p:nvSpPr>
          <p:cNvPr id="325" name="Shape 323"/>
          <p:cNvSpPr/>
          <p:nvPr/>
        </p:nvSpPr>
        <p:spPr>
          <a:xfrm>
            <a:off x="2343187" y="3779148"/>
            <a:ext cx="64008" cy="64008"/>
          </a:xfrm>
          <a:prstGeom prst="ellipse">
            <a:avLst/>
          </a:prstGeom>
          <a:solidFill>
            <a:srgbClr val="4A82FF">
              <a:alpha val="55000"/>
            </a:srgbClr>
          </a:solidFill>
          <a:ln w="12700">
            <a:solidFill>
              <a:srgbClr val="4A82FF"/>
            </a:solidFill>
            <a:prstDash val="solid"/>
          </a:ln>
        </p:spPr>
      </p:sp>
      <p:sp>
        <p:nvSpPr>
          <p:cNvPr id="326" name="Shape 324"/>
          <p:cNvSpPr/>
          <p:nvPr/>
        </p:nvSpPr>
        <p:spPr>
          <a:xfrm>
            <a:off x="2663829" y="4272150"/>
            <a:ext cx="64008" cy="64008"/>
          </a:xfrm>
          <a:prstGeom prst="ellipse">
            <a:avLst/>
          </a:prstGeom>
          <a:solidFill>
            <a:srgbClr val="4A82FF">
              <a:alpha val="55000"/>
            </a:srgbClr>
          </a:solidFill>
          <a:ln w="12700">
            <a:solidFill>
              <a:srgbClr val="4A82FF"/>
            </a:solidFill>
            <a:prstDash val="solid"/>
          </a:ln>
        </p:spPr>
      </p:sp>
      <p:sp>
        <p:nvSpPr>
          <p:cNvPr id="327" name="Shape 325"/>
          <p:cNvSpPr/>
          <p:nvPr/>
        </p:nvSpPr>
        <p:spPr>
          <a:xfrm>
            <a:off x="2665465" y="4302535"/>
            <a:ext cx="64008" cy="64008"/>
          </a:xfrm>
          <a:prstGeom prst="ellipse">
            <a:avLst/>
          </a:prstGeom>
          <a:solidFill>
            <a:srgbClr val="4A82FF">
              <a:alpha val="55000"/>
            </a:srgbClr>
          </a:solidFill>
          <a:ln w="12700">
            <a:solidFill>
              <a:srgbClr val="4A82FF"/>
            </a:solidFill>
            <a:prstDash val="solid"/>
          </a:ln>
        </p:spPr>
      </p:sp>
      <p:sp>
        <p:nvSpPr>
          <p:cNvPr id="328" name="Shape 326"/>
          <p:cNvSpPr/>
          <p:nvPr/>
        </p:nvSpPr>
        <p:spPr>
          <a:xfrm>
            <a:off x="3091937" y="4200077"/>
            <a:ext cx="64008" cy="64008"/>
          </a:xfrm>
          <a:prstGeom prst="ellipse">
            <a:avLst/>
          </a:prstGeom>
          <a:solidFill>
            <a:srgbClr val="4A82FF">
              <a:alpha val="55000"/>
            </a:srgbClr>
          </a:solidFill>
          <a:ln w="12700">
            <a:solidFill>
              <a:srgbClr val="4A82FF"/>
            </a:solidFill>
            <a:prstDash val="solid"/>
          </a:ln>
        </p:spPr>
      </p:sp>
      <p:sp>
        <p:nvSpPr>
          <p:cNvPr id="329" name="Shape 327"/>
          <p:cNvSpPr/>
          <p:nvPr/>
        </p:nvSpPr>
        <p:spPr>
          <a:xfrm>
            <a:off x="2778339" y="3833086"/>
            <a:ext cx="64008" cy="64008"/>
          </a:xfrm>
          <a:prstGeom prst="ellipse">
            <a:avLst/>
          </a:prstGeom>
          <a:solidFill>
            <a:srgbClr val="4A82FF">
              <a:alpha val="55000"/>
            </a:srgbClr>
          </a:solidFill>
          <a:ln w="12700">
            <a:solidFill>
              <a:srgbClr val="4A82FF"/>
            </a:solidFill>
            <a:prstDash val="solid"/>
          </a:ln>
        </p:spPr>
      </p:sp>
      <p:sp>
        <p:nvSpPr>
          <p:cNvPr id="330" name="Shape 328"/>
          <p:cNvSpPr/>
          <p:nvPr/>
        </p:nvSpPr>
        <p:spPr>
          <a:xfrm>
            <a:off x="2307363" y="3989313"/>
            <a:ext cx="64008" cy="64008"/>
          </a:xfrm>
          <a:prstGeom prst="ellipse">
            <a:avLst/>
          </a:prstGeom>
          <a:solidFill>
            <a:srgbClr val="4A82FF">
              <a:alpha val="55000"/>
            </a:srgbClr>
          </a:solidFill>
          <a:ln w="12700">
            <a:solidFill>
              <a:srgbClr val="4A82FF"/>
            </a:solidFill>
            <a:prstDash val="solid"/>
          </a:ln>
        </p:spPr>
      </p:sp>
      <p:sp>
        <p:nvSpPr>
          <p:cNvPr id="331" name="Shape 329"/>
          <p:cNvSpPr/>
          <p:nvPr/>
        </p:nvSpPr>
        <p:spPr>
          <a:xfrm>
            <a:off x="3190112" y="4410172"/>
            <a:ext cx="64008" cy="64008"/>
          </a:xfrm>
          <a:prstGeom prst="ellipse">
            <a:avLst/>
          </a:prstGeom>
          <a:solidFill>
            <a:srgbClr val="4A82FF">
              <a:alpha val="55000"/>
            </a:srgbClr>
          </a:solidFill>
          <a:ln w="12700">
            <a:solidFill>
              <a:srgbClr val="4A82FF"/>
            </a:solidFill>
            <a:prstDash val="solid"/>
          </a:ln>
        </p:spPr>
      </p:sp>
      <p:sp>
        <p:nvSpPr>
          <p:cNvPr id="332" name="Shape 330"/>
          <p:cNvSpPr/>
          <p:nvPr/>
        </p:nvSpPr>
        <p:spPr>
          <a:xfrm>
            <a:off x="3570518" y="4225813"/>
            <a:ext cx="64008" cy="64008"/>
          </a:xfrm>
          <a:prstGeom prst="ellipse">
            <a:avLst/>
          </a:prstGeom>
          <a:solidFill>
            <a:srgbClr val="4A82FF">
              <a:alpha val="55000"/>
            </a:srgbClr>
          </a:solidFill>
          <a:ln w="12700">
            <a:solidFill>
              <a:srgbClr val="4A82FF"/>
            </a:solidFill>
            <a:prstDash val="solid"/>
          </a:ln>
        </p:spPr>
      </p:sp>
      <p:sp>
        <p:nvSpPr>
          <p:cNvPr id="333" name="Shape 331"/>
          <p:cNvSpPr/>
          <p:nvPr/>
        </p:nvSpPr>
        <p:spPr>
          <a:xfrm>
            <a:off x="3024327" y="3825436"/>
            <a:ext cx="64008" cy="64008"/>
          </a:xfrm>
          <a:prstGeom prst="ellipse">
            <a:avLst/>
          </a:prstGeom>
          <a:solidFill>
            <a:srgbClr val="4A82FF">
              <a:alpha val="55000"/>
            </a:srgbClr>
          </a:solidFill>
          <a:ln w="12700">
            <a:solidFill>
              <a:srgbClr val="4A82FF"/>
            </a:solidFill>
            <a:prstDash val="solid"/>
          </a:ln>
        </p:spPr>
      </p:sp>
      <p:sp>
        <p:nvSpPr>
          <p:cNvPr id="334" name="Shape 332"/>
          <p:cNvSpPr/>
          <p:nvPr/>
        </p:nvSpPr>
        <p:spPr>
          <a:xfrm>
            <a:off x="2919805" y="4240780"/>
            <a:ext cx="64008" cy="64008"/>
          </a:xfrm>
          <a:prstGeom prst="ellipse">
            <a:avLst/>
          </a:prstGeom>
          <a:solidFill>
            <a:srgbClr val="4A82FF">
              <a:alpha val="55000"/>
            </a:srgbClr>
          </a:solidFill>
          <a:ln w="12700">
            <a:solidFill>
              <a:srgbClr val="4A82FF"/>
            </a:solidFill>
            <a:prstDash val="solid"/>
          </a:ln>
        </p:spPr>
      </p:sp>
      <p:sp>
        <p:nvSpPr>
          <p:cNvPr id="335" name="Shape 333"/>
          <p:cNvSpPr/>
          <p:nvPr/>
        </p:nvSpPr>
        <p:spPr>
          <a:xfrm>
            <a:off x="3277578" y="3949303"/>
            <a:ext cx="64008" cy="64008"/>
          </a:xfrm>
          <a:prstGeom prst="ellipse">
            <a:avLst/>
          </a:prstGeom>
          <a:solidFill>
            <a:srgbClr val="4A82FF">
              <a:alpha val="55000"/>
            </a:srgbClr>
          </a:solidFill>
          <a:ln w="12700">
            <a:solidFill>
              <a:srgbClr val="4A82FF"/>
            </a:solidFill>
            <a:prstDash val="solid"/>
          </a:ln>
        </p:spPr>
      </p:sp>
      <p:sp>
        <p:nvSpPr>
          <p:cNvPr id="336" name="Shape 334"/>
          <p:cNvSpPr/>
          <p:nvPr/>
        </p:nvSpPr>
        <p:spPr>
          <a:xfrm>
            <a:off x="2589125" y="4187468"/>
            <a:ext cx="64008" cy="64008"/>
          </a:xfrm>
          <a:prstGeom prst="ellipse">
            <a:avLst/>
          </a:prstGeom>
          <a:solidFill>
            <a:srgbClr val="4A82FF">
              <a:alpha val="55000"/>
            </a:srgbClr>
          </a:solidFill>
          <a:ln w="12700">
            <a:solidFill>
              <a:srgbClr val="4A82FF"/>
            </a:solidFill>
            <a:prstDash val="solid"/>
          </a:ln>
        </p:spPr>
      </p:sp>
      <p:sp>
        <p:nvSpPr>
          <p:cNvPr id="337" name="Shape 335"/>
          <p:cNvSpPr/>
          <p:nvPr/>
        </p:nvSpPr>
        <p:spPr>
          <a:xfrm>
            <a:off x="3133502" y="4362702"/>
            <a:ext cx="64008" cy="64008"/>
          </a:xfrm>
          <a:prstGeom prst="ellipse">
            <a:avLst/>
          </a:prstGeom>
          <a:solidFill>
            <a:srgbClr val="4A82FF">
              <a:alpha val="55000"/>
            </a:srgbClr>
          </a:solidFill>
          <a:ln w="12700">
            <a:solidFill>
              <a:srgbClr val="4A82FF"/>
            </a:solidFill>
            <a:prstDash val="solid"/>
          </a:ln>
        </p:spPr>
      </p:sp>
      <p:sp>
        <p:nvSpPr>
          <p:cNvPr id="338" name="Shape 336"/>
          <p:cNvSpPr/>
          <p:nvPr/>
        </p:nvSpPr>
        <p:spPr>
          <a:xfrm>
            <a:off x="3182227" y="3604205"/>
            <a:ext cx="64008" cy="64008"/>
          </a:xfrm>
          <a:prstGeom prst="ellipse">
            <a:avLst/>
          </a:prstGeom>
          <a:solidFill>
            <a:srgbClr val="4A82FF">
              <a:alpha val="55000"/>
            </a:srgbClr>
          </a:solidFill>
          <a:ln w="12700">
            <a:solidFill>
              <a:srgbClr val="4A82FF"/>
            </a:solidFill>
            <a:prstDash val="solid"/>
          </a:ln>
        </p:spPr>
      </p:sp>
      <p:sp>
        <p:nvSpPr>
          <p:cNvPr id="339" name="Shape 337"/>
          <p:cNvSpPr/>
          <p:nvPr/>
        </p:nvSpPr>
        <p:spPr>
          <a:xfrm>
            <a:off x="3641308" y="4493274"/>
            <a:ext cx="64008" cy="64008"/>
          </a:xfrm>
          <a:prstGeom prst="ellipse">
            <a:avLst/>
          </a:prstGeom>
          <a:solidFill>
            <a:srgbClr val="4A82FF">
              <a:alpha val="55000"/>
            </a:srgbClr>
          </a:solidFill>
          <a:ln w="12700">
            <a:solidFill>
              <a:srgbClr val="4A82FF"/>
            </a:solidFill>
            <a:prstDash val="solid"/>
          </a:ln>
        </p:spPr>
      </p:sp>
      <p:sp>
        <p:nvSpPr>
          <p:cNvPr id="340" name="Shape 338"/>
          <p:cNvSpPr/>
          <p:nvPr/>
        </p:nvSpPr>
        <p:spPr>
          <a:xfrm>
            <a:off x="3065280" y="4169498"/>
            <a:ext cx="64008" cy="64008"/>
          </a:xfrm>
          <a:prstGeom prst="ellipse">
            <a:avLst/>
          </a:prstGeom>
          <a:solidFill>
            <a:srgbClr val="4A82FF">
              <a:alpha val="55000"/>
            </a:srgbClr>
          </a:solidFill>
          <a:ln w="12700">
            <a:solidFill>
              <a:srgbClr val="4A82FF"/>
            </a:solidFill>
            <a:prstDash val="solid"/>
          </a:ln>
        </p:spPr>
      </p:sp>
      <p:sp>
        <p:nvSpPr>
          <p:cNvPr id="341" name="Shape 339"/>
          <p:cNvSpPr/>
          <p:nvPr/>
        </p:nvSpPr>
        <p:spPr>
          <a:xfrm>
            <a:off x="3853637" y="4489951"/>
            <a:ext cx="64008" cy="64008"/>
          </a:xfrm>
          <a:prstGeom prst="ellipse">
            <a:avLst/>
          </a:prstGeom>
          <a:solidFill>
            <a:srgbClr val="4A82FF">
              <a:alpha val="55000"/>
            </a:srgbClr>
          </a:solidFill>
          <a:ln w="12700">
            <a:solidFill>
              <a:srgbClr val="4A82FF"/>
            </a:solidFill>
            <a:prstDash val="solid"/>
          </a:ln>
        </p:spPr>
      </p:sp>
      <p:sp>
        <p:nvSpPr>
          <p:cNvPr id="342" name="Shape 340"/>
          <p:cNvSpPr/>
          <p:nvPr/>
        </p:nvSpPr>
        <p:spPr>
          <a:xfrm>
            <a:off x="2998793" y="4160230"/>
            <a:ext cx="64008" cy="64008"/>
          </a:xfrm>
          <a:prstGeom prst="ellipse">
            <a:avLst/>
          </a:prstGeom>
          <a:solidFill>
            <a:srgbClr val="4A82FF">
              <a:alpha val="55000"/>
            </a:srgbClr>
          </a:solidFill>
          <a:ln w="12700">
            <a:solidFill>
              <a:srgbClr val="4A82FF"/>
            </a:solidFill>
            <a:prstDash val="solid"/>
          </a:ln>
        </p:spPr>
      </p:sp>
      <p:sp>
        <p:nvSpPr>
          <p:cNvPr id="343" name="Shape 341"/>
          <p:cNvSpPr/>
          <p:nvPr/>
        </p:nvSpPr>
        <p:spPr>
          <a:xfrm>
            <a:off x="2951546" y="4169244"/>
            <a:ext cx="64008" cy="64008"/>
          </a:xfrm>
          <a:prstGeom prst="ellipse">
            <a:avLst/>
          </a:prstGeom>
          <a:solidFill>
            <a:srgbClr val="4A82FF">
              <a:alpha val="55000"/>
            </a:srgbClr>
          </a:solidFill>
          <a:ln w="12700">
            <a:solidFill>
              <a:srgbClr val="4A82FF"/>
            </a:solidFill>
            <a:prstDash val="solid"/>
          </a:ln>
        </p:spPr>
      </p:sp>
      <p:sp>
        <p:nvSpPr>
          <p:cNvPr id="344" name="Shape 342"/>
          <p:cNvSpPr/>
          <p:nvPr/>
        </p:nvSpPr>
        <p:spPr>
          <a:xfrm>
            <a:off x="2808220" y="4397192"/>
            <a:ext cx="64008" cy="64008"/>
          </a:xfrm>
          <a:prstGeom prst="ellipse">
            <a:avLst/>
          </a:prstGeom>
          <a:solidFill>
            <a:srgbClr val="4A82FF">
              <a:alpha val="55000"/>
            </a:srgbClr>
          </a:solidFill>
          <a:ln w="12700">
            <a:solidFill>
              <a:srgbClr val="4A82FF"/>
            </a:solidFill>
            <a:prstDash val="solid"/>
          </a:ln>
        </p:spPr>
      </p:sp>
      <p:sp>
        <p:nvSpPr>
          <p:cNvPr id="345" name="Shape 343"/>
          <p:cNvSpPr/>
          <p:nvPr/>
        </p:nvSpPr>
        <p:spPr>
          <a:xfrm>
            <a:off x="3460708" y="4074471"/>
            <a:ext cx="64008" cy="64008"/>
          </a:xfrm>
          <a:prstGeom prst="ellipse">
            <a:avLst/>
          </a:prstGeom>
          <a:solidFill>
            <a:srgbClr val="4A82FF">
              <a:alpha val="55000"/>
            </a:srgbClr>
          </a:solidFill>
          <a:ln w="12700">
            <a:solidFill>
              <a:srgbClr val="4A82FF"/>
            </a:solidFill>
            <a:prstDash val="solid"/>
          </a:ln>
        </p:spPr>
      </p:sp>
      <p:sp>
        <p:nvSpPr>
          <p:cNvPr id="346" name="Shape 344"/>
          <p:cNvSpPr/>
          <p:nvPr/>
        </p:nvSpPr>
        <p:spPr>
          <a:xfrm>
            <a:off x="2705591" y="4335750"/>
            <a:ext cx="64008" cy="64008"/>
          </a:xfrm>
          <a:prstGeom prst="ellipse">
            <a:avLst/>
          </a:prstGeom>
          <a:solidFill>
            <a:srgbClr val="4A82FF">
              <a:alpha val="55000"/>
            </a:srgbClr>
          </a:solidFill>
          <a:ln w="12700">
            <a:solidFill>
              <a:srgbClr val="4A82FF"/>
            </a:solidFill>
            <a:prstDash val="solid"/>
          </a:ln>
        </p:spPr>
      </p:sp>
      <p:sp>
        <p:nvSpPr>
          <p:cNvPr id="347" name="Shape 345"/>
          <p:cNvSpPr/>
          <p:nvPr/>
        </p:nvSpPr>
        <p:spPr>
          <a:xfrm>
            <a:off x="2301645" y="4100851"/>
            <a:ext cx="64008" cy="64008"/>
          </a:xfrm>
          <a:prstGeom prst="ellipse">
            <a:avLst/>
          </a:prstGeom>
          <a:solidFill>
            <a:srgbClr val="4A82FF">
              <a:alpha val="55000"/>
            </a:srgbClr>
          </a:solidFill>
          <a:ln w="12700">
            <a:solidFill>
              <a:srgbClr val="4A82FF"/>
            </a:solidFill>
            <a:prstDash val="solid"/>
          </a:ln>
        </p:spPr>
      </p:sp>
      <p:sp>
        <p:nvSpPr>
          <p:cNvPr id="348" name="Shape 346"/>
          <p:cNvSpPr/>
          <p:nvPr/>
        </p:nvSpPr>
        <p:spPr>
          <a:xfrm>
            <a:off x="3052481" y="4457847"/>
            <a:ext cx="64008" cy="64008"/>
          </a:xfrm>
          <a:prstGeom prst="ellipse">
            <a:avLst/>
          </a:prstGeom>
          <a:solidFill>
            <a:srgbClr val="4A82FF">
              <a:alpha val="55000"/>
            </a:srgbClr>
          </a:solidFill>
          <a:ln w="12700">
            <a:solidFill>
              <a:srgbClr val="4A82FF"/>
            </a:solidFill>
            <a:prstDash val="solid"/>
          </a:ln>
        </p:spPr>
      </p:sp>
      <p:sp>
        <p:nvSpPr>
          <p:cNvPr id="349" name="Shape 347"/>
          <p:cNvSpPr/>
          <p:nvPr/>
        </p:nvSpPr>
        <p:spPr>
          <a:xfrm>
            <a:off x="3349028" y="4466181"/>
            <a:ext cx="64008" cy="64008"/>
          </a:xfrm>
          <a:prstGeom prst="ellipse">
            <a:avLst/>
          </a:prstGeom>
          <a:solidFill>
            <a:srgbClr val="4A82FF">
              <a:alpha val="55000"/>
            </a:srgbClr>
          </a:solidFill>
          <a:ln w="12700">
            <a:solidFill>
              <a:srgbClr val="4A82FF"/>
            </a:solidFill>
            <a:prstDash val="solid"/>
          </a:ln>
        </p:spPr>
      </p:sp>
      <p:sp>
        <p:nvSpPr>
          <p:cNvPr id="350" name="Shape 348"/>
          <p:cNvSpPr/>
          <p:nvPr/>
        </p:nvSpPr>
        <p:spPr>
          <a:xfrm>
            <a:off x="2717072" y="4210227"/>
            <a:ext cx="64008" cy="64008"/>
          </a:xfrm>
          <a:prstGeom prst="ellipse">
            <a:avLst/>
          </a:prstGeom>
          <a:solidFill>
            <a:srgbClr val="4A82FF">
              <a:alpha val="55000"/>
            </a:srgbClr>
          </a:solidFill>
          <a:ln w="12700">
            <a:solidFill>
              <a:srgbClr val="4A82FF"/>
            </a:solidFill>
            <a:prstDash val="solid"/>
          </a:ln>
        </p:spPr>
      </p:sp>
      <p:sp>
        <p:nvSpPr>
          <p:cNvPr id="351" name="Shape 349"/>
          <p:cNvSpPr/>
          <p:nvPr/>
        </p:nvSpPr>
        <p:spPr>
          <a:xfrm>
            <a:off x="3049982" y="4081202"/>
            <a:ext cx="64008" cy="64008"/>
          </a:xfrm>
          <a:prstGeom prst="ellipse">
            <a:avLst/>
          </a:prstGeom>
          <a:solidFill>
            <a:srgbClr val="4A82FF">
              <a:alpha val="55000"/>
            </a:srgbClr>
          </a:solidFill>
          <a:ln w="12700">
            <a:solidFill>
              <a:srgbClr val="4A82FF"/>
            </a:solidFill>
            <a:prstDash val="solid"/>
          </a:ln>
        </p:spPr>
      </p:sp>
      <p:sp>
        <p:nvSpPr>
          <p:cNvPr id="352" name="Shape 350"/>
          <p:cNvSpPr/>
          <p:nvPr/>
        </p:nvSpPr>
        <p:spPr>
          <a:xfrm>
            <a:off x="2477408" y="4035586"/>
            <a:ext cx="64008" cy="64008"/>
          </a:xfrm>
          <a:prstGeom prst="ellipse">
            <a:avLst/>
          </a:prstGeom>
          <a:solidFill>
            <a:srgbClr val="4A82FF">
              <a:alpha val="55000"/>
            </a:srgbClr>
          </a:solidFill>
          <a:ln w="12700">
            <a:solidFill>
              <a:srgbClr val="4A82FF"/>
            </a:solidFill>
            <a:prstDash val="solid"/>
          </a:ln>
        </p:spPr>
      </p:sp>
      <p:sp>
        <p:nvSpPr>
          <p:cNvPr id="353" name="Shape 351"/>
          <p:cNvSpPr/>
          <p:nvPr/>
        </p:nvSpPr>
        <p:spPr>
          <a:xfrm>
            <a:off x="3530171" y="4290372"/>
            <a:ext cx="64008" cy="64008"/>
          </a:xfrm>
          <a:prstGeom prst="ellipse">
            <a:avLst/>
          </a:prstGeom>
          <a:solidFill>
            <a:srgbClr val="4A82FF">
              <a:alpha val="55000"/>
            </a:srgbClr>
          </a:solidFill>
          <a:ln w="12700">
            <a:solidFill>
              <a:srgbClr val="4A82FF"/>
            </a:solidFill>
            <a:prstDash val="solid"/>
          </a:ln>
        </p:spPr>
      </p:sp>
      <p:sp>
        <p:nvSpPr>
          <p:cNvPr id="354" name="Shape 352"/>
          <p:cNvSpPr/>
          <p:nvPr/>
        </p:nvSpPr>
        <p:spPr>
          <a:xfrm>
            <a:off x="3656782" y="3876419"/>
            <a:ext cx="64008" cy="64008"/>
          </a:xfrm>
          <a:prstGeom prst="ellipse">
            <a:avLst/>
          </a:prstGeom>
          <a:solidFill>
            <a:srgbClr val="4A82FF">
              <a:alpha val="55000"/>
            </a:srgbClr>
          </a:solidFill>
          <a:ln w="12700">
            <a:solidFill>
              <a:srgbClr val="4A82FF"/>
            </a:solidFill>
            <a:prstDash val="solid"/>
          </a:ln>
        </p:spPr>
      </p:sp>
      <p:sp>
        <p:nvSpPr>
          <p:cNvPr id="355" name="Shape 353"/>
          <p:cNvSpPr/>
          <p:nvPr/>
        </p:nvSpPr>
        <p:spPr>
          <a:xfrm>
            <a:off x="2853716" y="4041282"/>
            <a:ext cx="64008" cy="64008"/>
          </a:xfrm>
          <a:prstGeom prst="ellipse">
            <a:avLst/>
          </a:prstGeom>
          <a:solidFill>
            <a:srgbClr val="4A82FF">
              <a:alpha val="55000"/>
            </a:srgbClr>
          </a:solidFill>
          <a:ln w="12700">
            <a:solidFill>
              <a:srgbClr val="4A82FF"/>
            </a:solidFill>
            <a:prstDash val="solid"/>
          </a:ln>
        </p:spPr>
      </p:sp>
      <p:sp>
        <p:nvSpPr>
          <p:cNvPr id="356" name="Shape 354"/>
          <p:cNvSpPr/>
          <p:nvPr/>
        </p:nvSpPr>
        <p:spPr>
          <a:xfrm>
            <a:off x="3052870" y="4219466"/>
            <a:ext cx="64008" cy="64008"/>
          </a:xfrm>
          <a:prstGeom prst="ellipse">
            <a:avLst/>
          </a:prstGeom>
          <a:solidFill>
            <a:srgbClr val="4A82FF">
              <a:alpha val="55000"/>
            </a:srgbClr>
          </a:solidFill>
          <a:ln w="12700">
            <a:solidFill>
              <a:srgbClr val="4A82FF"/>
            </a:solidFill>
            <a:prstDash val="solid"/>
          </a:ln>
        </p:spPr>
      </p:sp>
      <p:sp>
        <p:nvSpPr>
          <p:cNvPr id="357" name="Shape 355"/>
          <p:cNvSpPr/>
          <p:nvPr/>
        </p:nvSpPr>
        <p:spPr>
          <a:xfrm>
            <a:off x="3688544" y="4177699"/>
            <a:ext cx="64008" cy="64008"/>
          </a:xfrm>
          <a:prstGeom prst="ellipse">
            <a:avLst/>
          </a:prstGeom>
          <a:solidFill>
            <a:srgbClr val="4A82FF">
              <a:alpha val="55000"/>
            </a:srgbClr>
          </a:solidFill>
          <a:ln w="12700">
            <a:solidFill>
              <a:srgbClr val="4A82FF"/>
            </a:solidFill>
            <a:prstDash val="solid"/>
          </a:ln>
        </p:spPr>
      </p:sp>
      <p:sp>
        <p:nvSpPr>
          <p:cNvPr id="358" name="Shape 356"/>
          <p:cNvSpPr/>
          <p:nvPr/>
        </p:nvSpPr>
        <p:spPr>
          <a:xfrm>
            <a:off x="2602025" y="4132089"/>
            <a:ext cx="64008" cy="64008"/>
          </a:xfrm>
          <a:prstGeom prst="ellipse">
            <a:avLst/>
          </a:prstGeom>
          <a:solidFill>
            <a:srgbClr val="4A82FF">
              <a:alpha val="55000"/>
            </a:srgbClr>
          </a:solidFill>
          <a:ln w="12700">
            <a:solidFill>
              <a:srgbClr val="4A82FF"/>
            </a:solidFill>
            <a:prstDash val="solid"/>
          </a:ln>
        </p:spPr>
      </p:sp>
      <p:sp>
        <p:nvSpPr>
          <p:cNvPr id="359" name="Shape 357"/>
          <p:cNvSpPr/>
          <p:nvPr/>
        </p:nvSpPr>
        <p:spPr>
          <a:xfrm>
            <a:off x="2715727" y="4148366"/>
            <a:ext cx="64008" cy="64008"/>
          </a:xfrm>
          <a:prstGeom prst="ellipse">
            <a:avLst/>
          </a:prstGeom>
          <a:solidFill>
            <a:srgbClr val="4A82FF">
              <a:alpha val="55000"/>
            </a:srgbClr>
          </a:solidFill>
          <a:ln w="12700">
            <a:solidFill>
              <a:srgbClr val="4A82FF"/>
            </a:solidFill>
            <a:prstDash val="solid"/>
          </a:ln>
        </p:spPr>
      </p:sp>
      <p:sp>
        <p:nvSpPr>
          <p:cNvPr id="360" name="Shape 358"/>
          <p:cNvSpPr/>
          <p:nvPr/>
        </p:nvSpPr>
        <p:spPr>
          <a:xfrm>
            <a:off x="2739381" y="4147996"/>
            <a:ext cx="64008" cy="64008"/>
          </a:xfrm>
          <a:prstGeom prst="ellipse">
            <a:avLst/>
          </a:prstGeom>
          <a:solidFill>
            <a:srgbClr val="4A82FF">
              <a:alpha val="55000"/>
            </a:srgbClr>
          </a:solidFill>
          <a:ln w="12700">
            <a:solidFill>
              <a:srgbClr val="4A82FF"/>
            </a:solidFill>
            <a:prstDash val="solid"/>
          </a:ln>
        </p:spPr>
      </p:sp>
      <p:sp>
        <p:nvSpPr>
          <p:cNvPr id="361" name="Shape 359"/>
          <p:cNvSpPr/>
          <p:nvPr/>
        </p:nvSpPr>
        <p:spPr>
          <a:xfrm>
            <a:off x="2845326" y="4210163"/>
            <a:ext cx="64008" cy="64008"/>
          </a:xfrm>
          <a:prstGeom prst="ellipse">
            <a:avLst/>
          </a:prstGeom>
          <a:solidFill>
            <a:srgbClr val="4A82FF">
              <a:alpha val="55000"/>
            </a:srgbClr>
          </a:solidFill>
          <a:ln w="12700">
            <a:solidFill>
              <a:srgbClr val="4A82FF"/>
            </a:solidFill>
            <a:prstDash val="solid"/>
          </a:ln>
        </p:spPr>
      </p:sp>
      <p:sp>
        <p:nvSpPr>
          <p:cNvPr id="362" name="Shape 360"/>
          <p:cNvSpPr/>
          <p:nvPr/>
        </p:nvSpPr>
        <p:spPr>
          <a:xfrm>
            <a:off x="4114343" y="4024971"/>
            <a:ext cx="64008" cy="64008"/>
          </a:xfrm>
          <a:prstGeom prst="ellipse">
            <a:avLst/>
          </a:prstGeom>
          <a:solidFill>
            <a:srgbClr val="4A82FF">
              <a:alpha val="55000"/>
            </a:srgbClr>
          </a:solidFill>
          <a:ln w="12700">
            <a:solidFill>
              <a:srgbClr val="4A82FF"/>
            </a:solidFill>
            <a:prstDash val="solid"/>
          </a:ln>
        </p:spPr>
      </p:sp>
      <p:sp>
        <p:nvSpPr>
          <p:cNvPr id="363" name="Shape 361"/>
          <p:cNvSpPr/>
          <p:nvPr/>
        </p:nvSpPr>
        <p:spPr>
          <a:xfrm>
            <a:off x="3089321" y="4356216"/>
            <a:ext cx="64008" cy="64008"/>
          </a:xfrm>
          <a:prstGeom prst="ellipse">
            <a:avLst/>
          </a:prstGeom>
          <a:solidFill>
            <a:srgbClr val="4A82FF">
              <a:alpha val="55000"/>
            </a:srgbClr>
          </a:solidFill>
          <a:ln w="12700">
            <a:solidFill>
              <a:srgbClr val="4A82FF"/>
            </a:solidFill>
            <a:prstDash val="solid"/>
          </a:ln>
        </p:spPr>
      </p:sp>
      <p:sp>
        <p:nvSpPr>
          <p:cNvPr id="364" name="Shape 362"/>
          <p:cNvSpPr/>
          <p:nvPr/>
        </p:nvSpPr>
        <p:spPr>
          <a:xfrm>
            <a:off x="2662152" y="4176723"/>
            <a:ext cx="64008" cy="64008"/>
          </a:xfrm>
          <a:prstGeom prst="ellipse">
            <a:avLst/>
          </a:prstGeom>
          <a:solidFill>
            <a:srgbClr val="4A82FF">
              <a:alpha val="55000"/>
            </a:srgbClr>
          </a:solidFill>
          <a:ln w="12700">
            <a:solidFill>
              <a:srgbClr val="4A82FF"/>
            </a:solidFill>
            <a:prstDash val="solid"/>
          </a:ln>
        </p:spPr>
      </p:sp>
      <p:sp>
        <p:nvSpPr>
          <p:cNvPr id="365" name="Shape 363"/>
          <p:cNvSpPr/>
          <p:nvPr/>
        </p:nvSpPr>
        <p:spPr>
          <a:xfrm>
            <a:off x="2624933" y="3900756"/>
            <a:ext cx="64008" cy="64008"/>
          </a:xfrm>
          <a:prstGeom prst="ellipse">
            <a:avLst/>
          </a:prstGeom>
          <a:solidFill>
            <a:srgbClr val="4A82FF">
              <a:alpha val="55000"/>
            </a:srgbClr>
          </a:solidFill>
          <a:ln w="12700">
            <a:solidFill>
              <a:srgbClr val="4A82FF"/>
            </a:solidFill>
            <a:prstDash val="solid"/>
          </a:ln>
        </p:spPr>
      </p:sp>
      <p:sp>
        <p:nvSpPr>
          <p:cNvPr id="366" name="Shape 364"/>
          <p:cNvSpPr/>
          <p:nvPr/>
        </p:nvSpPr>
        <p:spPr>
          <a:xfrm>
            <a:off x="2467355" y="4275699"/>
            <a:ext cx="64008" cy="64008"/>
          </a:xfrm>
          <a:prstGeom prst="ellipse">
            <a:avLst/>
          </a:prstGeom>
          <a:solidFill>
            <a:srgbClr val="4A82FF">
              <a:alpha val="55000"/>
            </a:srgbClr>
          </a:solidFill>
          <a:ln w="12700">
            <a:solidFill>
              <a:srgbClr val="4A82FF"/>
            </a:solidFill>
            <a:prstDash val="solid"/>
          </a:ln>
        </p:spPr>
      </p:sp>
      <p:sp>
        <p:nvSpPr>
          <p:cNvPr id="367" name="Shape 365"/>
          <p:cNvSpPr/>
          <p:nvPr/>
        </p:nvSpPr>
        <p:spPr>
          <a:xfrm>
            <a:off x="2627723" y="4103964"/>
            <a:ext cx="64008" cy="64008"/>
          </a:xfrm>
          <a:prstGeom prst="ellipse">
            <a:avLst/>
          </a:prstGeom>
          <a:solidFill>
            <a:srgbClr val="4A82FF">
              <a:alpha val="55000"/>
            </a:srgbClr>
          </a:solidFill>
          <a:ln w="12700">
            <a:solidFill>
              <a:srgbClr val="4A82FF"/>
            </a:solidFill>
            <a:prstDash val="solid"/>
          </a:ln>
        </p:spPr>
      </p:sp>
      <p:sp>
        <p:nvSpPr>
          <p:cNvPr id="368" name="Shape 366"/>
          <p:cNvSpPr/>
          <p:nvPr/>
        </p:nvSpPr>
        <p:spPr>
          <a:xfrm>
            <a:off x="3468220" y="4379400"/>
            <a:ext cx="64008" cy="64008"/>
          </a:xfrm>
          <a:prstGeom prst="ellipse">
            <a:avLst/>
          </a:prstGeom>
          <a:solidFill>
            <a:srgbClr val="4A82FF">
              <a:alpha val="55000"/>
            </a:srgbClr>
          </a:solidFill>
          <a:ln w="12700">
            <a:solidFill>
              <a:srgbClr val="4A82FF"/>
            </a:solidFill>
            <a:prstDash val="solid"/>
          </a:ln>
        </p:spPr>
      </p:sp>
      <p:sp>
        <p:nvSpPr>
          <p:cNvPr id="369" name="Shape 367"/>
          <p:cNvSpPr/>
          <p:nvPr/>
        </p:nvSpPr>
        <p:spPr>
          <a:xfrm>
            <a:off x="3280167" y="4275400"/>
            <a:ext cx="64008" cy="64008"/>
          </a:xfrm>
          <a:prstGeom prst="ellipse">
            <a:avLst/>
          </a:prstGeom>
          <a:solidFill>
            <a:srgbClr val="4A82FF">
              <a:alpha val="55000"/>
            </a:srgbClr>
          </a:solidFill>
          <a:ln w="12700">
            <a:solidFill>
              <a:srgbClr val="4A82FF"/>
            </a:solidFill>
            <a:prstDash val="solid"/>
          </a:ln>
        </p:spPr>
      </p:sp>
      <p:sp>
        <p:nvSpPr>
          <p:cNvPr id="370" name="Shape 368"/>
          <p:cNvSpPr/>
          <p:nvPr/>
        </p:nvSpPr>
        <p:spPr>
          <a:xfrm>
            <a:off x="2809590" y="4360315"/>
            <a:ext cx="64008" cy="64008"/>
          </a:xfrm>
          <a:prstGeom prst="ellipse">
            <a:avLst/>
          </a:prstGeom>
          <a:solidFill>
            <a:srgbClr val="4A82FF">
              <a:alpha val="55000"/>
            </a:srgbClr>
          </a:solidFill>
          <a:ln w="12700">
            <a:solidFill>
              <a:srgbClr val="4A82FF"/>
            </a:solidFill>
            <a:prstDash val="solid"/>
          </a:ln>
        </p:spPr>
      </p:sp>
      <p:sp>
        <p:nvSpPr>
          <p:cNvPr id="371" name="Shape 369"/>
          <p:cNvSpPr/>
          <p:nvPr/>
        </p:nvSpPr>
        <p:spPr>
          <a:xfrm>
            <a:off x="3513747" y="4293855"/>
            <a:ext cx="64008" cy="64008"/>
          </a:xfrm>
          <a:prstGeom prst="ellipse">
            <a:avLst/>
          </a:prstGeom>
          <a:solidFill>
            <a:srgbClr val="4A82FF">
              <a:alpha val="55000"/>
            </a:srgbClr>
          </a:solidFill>
          <a:ln w="12700">
            <a:solidFill>
              <a:srgbClr val="4A82FF"/>
            </a:solidFill>
            <a:prstDash val="solid"/>
          </a:ln>
        </p:spPr>
      </p:sp>
      <p:sp>
        <p:nvSpPr>
          <p:cNvPr id="372" name="Shape 370"/>
          <p:cNvSpPr/>
          <p:nvPr/>
        </p:nvSpPr>
        <p:spPr>
          <a:xfrm>
            <a:off x="3021842" y="4285751"/>
            <a:ext cx="64008" cy="64008"/>
          </a:xfrm>
          <a:prstGeom prst="ellipse">
            <a:avLst/>
          </a:prstGeom>
          <a:solidFill>
            <a:srgbClr val="4A82FF">
              <a:alpha val="55000"/>
            </a:srgbClr>
          </a:solidFill>
          <a:ln w="12700">
            <a:solidFill>
              <a:srgbClr val="4A82FF"/>
            </a:solidFill>
            <a:prstDash val="solid"/>
          </a:ln>
        </p:spPr>
      </p:sp>
      <p:sp>
        <p:nvSpPr>
          <p:cNvPr id="373" name="Shape 371"/>
          <p:cNvSpPr/>
          <p:nvPr/>
        </p:nvSpPr>
        <p:spPr>
          <a:xfrm>
            <a:off x="3208501" y="4320037"/>
            <a:ext cx="64008" cy="64008"/>
          </a:xfrm>
          <a:prstGeom prst="ellipse">
            <a:avLst/>
          </a:prstGeom>
          <a:solidFill>
            <a:srgbClr val="4A82FF">
              <a:alpha val="55000"/>
            </a:srgbClr>
          </a:solidFill>
          <a:ln w="12700">
            <a:solidFill>
              <a:srgbClr val="4A82FF"/>
            </a:solidFill>
            <a:prstDash val="solid"/>
          </a:ln>
        </p:spPr>
      </p:sp>
      <p:sp>
        <p:nvSpPr>
          <p:cNvPr id="374" name="Shape 372"/>
          <p:cNvSpPr/>
          <p:nvPr/>
        </p:nvSpPr>
        <p:spPr>
          <a:xfrm>
            <a:off x="3664252" y="4317928"/>
            <a:ext cx="64008" cy="64008"/>
          </a:xfrm>
          <a:prstGeom prst="ellipse">
            <a:avLst/>
          </a:prstGeom>
          <a:solidFill>
            <a:srgbClr val="4A82FF">
              <a:alpha val="55000"/>
            </a:srgbClr>
          </a:solidFill>
          <a:ln w="12700">
            <a:solidFill>
              <a:srgbClr val="4A82FF"/>
            </a:solidFill>
            <a:prstDash val="solid"/>
          </a:ln>
        </p:spPr>
      </p:sp>
      <p:sp>
        <p:nvSpPr>
          <p:cNvPr id="375" name="Shape 373"/>
          <p:cNvSpPr/>
          <p:nvPr/>
        </p:nvSpPr>
        <p:spPr>
          <a:xfrm>
            <a:off x="2761952" y="4333662"/>
            <a:ext cx="64008" cy="64008"/>
          </a:xfrm>
          <a:prstGeom prst="ellipse">
            <a:avLst/>
          </a:prstGeom>
          <a:solidFill>
            <a:srgbClr val="4A82FF">
              <a:alpha val="55000"/>
            </a:srgbClr>
          </a:solidFill>
          <a:ln w="12700">
            <a:solidFill>
              <a:srgbClr val="4A82FF"/>
            </a:solidFill>
            <a:prstDash val="solid"/>
          </a:ln>
        </p:spPr>
      </p:sp>
      <p:sp>
        <p:nvSpPr>
          <p:cNvPr id="376" name="Shape 374"/>
          <p:cNvSpPr/>
          <p:nvPr/>
        </p:nvSpPr>
        <p:spPr>
          <a:xfrm>
            <a:off x="2587554" y="4146843"/>
            <a:ext cx="64008" cy="64008"/>
          </a:xfrm>
          <a:prstGeom prst="ellipse">
            <a:avLst/>
          </a:prstGeom>
          <a:solidFill>
            <a:srgbClr val="4A82FF">
              <a:alpha val="55000"/>
            </a:srgbClr>
          </a:solidFill>
          <a:ln w="12700">
            <a:solidFill>
              <a:srgbClr val="4A82FF"/>
            </a:solidFill>
            <a:prstDash val="solid"/>
          </a:ln>
        </p:spPr>
      </p:sp>
      <p:sp>
        <p:nvSpPr>
          <p:cNvPr id="377" name="Shape 375"/>
          <p:cNvSpPr/>
          <p:nvPr/>
        </p:nvSpPr>
        <p:spPr>
          <a:xfrm>
            <a:off x="3597248" y="3865539"/>
            <a:ext cx="64008" cy="64008"/>
          </a:xfrm>
          <a:prstGeom prst="ellipse">
            <a:avLst/>
          </a:prstGeom>
          <a:solidFill>
            <a:srgbClr val="4A82FF">
              <a:alpha val="55000"/>
            </a:srgbClr>
          </a:solidFill>
          <a:ln w="12700">
            <a:solidFill>
              <a:srgbClr val="4A82FF"/>
            </a:solidFill>
            <a:prstDash val="solid"/>
          </a:ln>
        </p:spPr>
      </p:sp>
      <p:sp>
        <p:nvSpPr>
          <p:cNvPr id="378" name="Shape 376"/>
          <p:cNvSpPr/>
          <p:nvPr/>
        </p:nvSpPr>
        <p:spPr>
          <a:xfrm>
            <a:off x="3190163" y="3510301"/>
            <a:ext cx="64008" cy="64008"/>
          </a:xfrm>
          <a:prstGeom prst="ellipse">
            <a:avLst/>
          </a:prstGeom>
          <a:solidFill>
            <a:srgbClr val="4A82FF">
              <a:alpha val="55000"/>
            </a:srgbClr>
          </a:solidFill>
          <a:ln w="12700">
            <a:solidFill>
              <a:srgbClr val="4A82FF"/>
            </a:solidFill>
            <a:prstDash val="solid"/>
          </a:ln>
        </p:spPr>
      </p:sp>
      <p:sp>
        <p:nvSpPr>
          <p:cNvPr id="379" name="Shape 377"/>
          <p:cNvSpPr/>
          <p:nvPr/>
        </p:nvSpPr>
        <p:spPr>
          <a:xfrm>
            <a:off x="3943208" y="3956521"/>
            <a:ext cx="64008" cy="64008"/>
          </a:xfrm>
          <a:prstGeom prst="ellipse">
            <a:avLst/>
          </a:prstGeom>
          <a:solidFill>
            <a:srgbClr val="4A82FF">
              <a:alpha val="55000"/>
            </a:srgbClr>
          </a:solidFill>
          <a:ln w="12700">
            <a:solidFill>
              <a:srgbClr val="4A82FF"/>
            </a:solidFill>
            <a:prstDash val="solid"/>
          </a:ln>
        </p:spPr>
      </p:sp>
      <p:sp>
        <p:nvSpPr>
          <p:cNvPr id="380" name="Shape 378"/>
          <p:cNvSpPr/>
          <p:nvPr/>
        </p:nvSpPr>
        <p:spPr>
          <a:xfrm>
            <a:off x="3144634" y="4257093"/>
            <a:ext cx="64008" cy="64008"/>
          </a:xfrm>
          <a:prstGeom prst="ellipse">
            <a:avLst/>
          </a:prstGeom>
          <a:solidFill>
            <a:srgbClr val="4A82FF">
              <a:alpha val="55000"/>
            </a:srgbClr>
          </a:solidFill>
          <a:ln w="12700">
            <a:solidFill>
              <a:srgbClr val="4A82FF"/>
            </a:solidFill>
            <a:prstDash val="solid"/>
          </a:ln>
        </p:spPr>
      </p:sp>
      <p:sp>
        <p:nvSpPr>
          <p:cNvPr id="381" name="Shape 379"/>
          <p:cNvSpPr/>
          <p:nvPr/>
        </p:nvSpPr>
        <p:spPr>
          <a:xfrm>
            <a:off x="3408160" y="3885066"/>
            <a:ext cx="64008" cy="64008"/>
          </a:xfrm>
          <a:prstGeom prst="ellipse">
            <a:avLst/>
          </a:prstGeom>
          <a:solidFill>
            <a:srgbClr val="4A82FF">
              <a:alpha val="55000"/>
            </a:srgbClr>
          </a:solidFill>
          <a:ln w="12700">
            <a:solidFill>
              <a:srgbClr val="4A82FF"/>
            </a:solidFill>
            <a:prstDash val="solid"/>
          </a:ln>
        </p:spPr>
      </p:sp>
      <p:sp>
        <p:nvSpPr>
          <p:cNvPr id="382" name="Shape 380"/>
          <p:cNvSpPr/>
          <p:nvPr/>
        </p:nvSpPr>
        <p:spPr>
          <a:xfrm>
            <a:off x="3523703" y="4382857"/>
            <a:ext cx="64008" cy="64008"/>
          </a:xfrm>
          <a:prstGeom prst="ellipse">
            <a:avLst/>
          </a:prstGeom>
          <a:solidFill>
            <a:srgbClr val="4A82FF">
              <a:alpha val="55000"/>
            </a:srgbClr>
          </a:solidFill>
          <a:ln w="12700">
            <a:solidFill>
              <a:srgbClr val="4A82FF"/>
            </a:solidFill>
            <a:prstDash val="solid"/>
          </a:ln>
        </p:spPr>
      </p:sp>
      <p:sp>
        <p:nvSpPr>
          <p:cNvPr id="383" name="Shape 381"/>
          <p:cNvSpPr/>
          <p:nvPr/>
        </p:nvSpPr>
        <p:spPr>
          <a:xfrm>
            <a:off x="2720399" y="4259926"/>
            <a:ext cx="64008" cy="64008"/>
          </a:xfrm>
          <a:prstGeom prst="ellipse">
            <a:avLst/>
          </a:prstGeom>
          <a:solidFill>
            <a:srgbClr val="4A82FF">
              <a:alpha val="55000"/>
            </a:srgbClr>
          </a:solidFill>
          <a:ln w="12700">
            <a:solidFill>
              <a:srgbClr val="4A82FF"/>
            </a:solidFill>
            <a:prstDash val="solid"/>
          </a:ln>
        </p:spPr>
      </p:sp>
      <p:sp>
        <p:nvSpPr>
          <p:cNvPr id="384" name="Shape 382"/>
          <p:cNvSpPr/>
          <p:nvPr/>
        </p:nvSpPr>
        <p:spPr>
          <a:xfrm>
            <a:off x="4128780" y="3774003"/>
            <a:ext cx="64008" cy="64008"/>
          </a:xfrm>
          <a:prstGeom prst="ellipse">
            <a:avLst/>
          </a:prstGeom>
          <a:solidFill>
            <a:srgbClr val="4A82FF">
              <a:alpha val="55000"/>
            </a:srgbClr>
          </a:solidFill>
          <a:ln w="12700">
            <a:solidFill>
              <a:srgbClr val="4A82FF"/>
            </a:solidFill>
            <a:prstDash val="solid"/>
          </a:ln>
        </p:spPr>
      </p:sp>
      <p:sp>
        <p:nvSpPr>
          <p:cNvPr id="385" name="Shape 383"/>
          <p:cNvSpPr/>
          <p:nvPr/>
        </p:nvSpPr>
        <p:spPr>
          <a:xfrm>
            <a:off x="3022113" y="4187190"/>
            <a:ext cx="64008" cy="64008"/>
          </a:xfrm>
          <a:prstGeom prst="ellipse">
            <a:avLst/>
          </a:prstGeom>
          <a:solidFill>
            <a:srgbClr val="4A82FF">
              <a:alpha val="55000"/>
            </a:srgbClr>
          </a:solidFill>
          <a:ln w="12700">
            <a:solidFill>
              <a:srgbClr val="4A82FF"/>
            </a:solidFill>
            <a:prstDash val="solid"/>
          </a:ln>
        </p:spPr>
      </p:sp>
      <p:sp>
        <p:nvSpPr>
          <p:cNvPr id="386" name="Shape 384"/>
          <p:cNvSpPr/>
          <p:nvPr/>
        </p:nvSpPr>
        <p:spPr>
          <a:xfrm>
            <a:off x="3277601" y="4361622"/>
            <a:ext cx="64008" cy="64008"/>
          </a:xfrm>
          <a:prstGeom prst="ellipse">
            <a:avLst/>
          </a:prstGeom>
          <a:solidFill>
            <a:srgbClr val="4A82FF">
              <a:alpha val="55000"/>
            </a:srgbClr>
          </a:solidFill>
          <a:ln w="12700">
            <a:solidFill>
              <a:srgbClr val="4A82FF"/>
            </a:solidFill>
            <a:prstDash val="solid"/>
          </a:ln>
        </p:spPr>
      </p:sp>
      <p:sp>
        <p:nvSpPr>
          <p:cNvPr id="387" name="Shape 385"/>
          <p:cNvSpPr/>
          <p:nvPr/>
        </p:nvSpPr>
        <p:spPr>
          <a:xfrm>
            <a:off x="4672046" y="4055424"/>
            <a:ext cx="64008" cy="64008"/>
          </a:xfrm>
          <a:prstGeom prst="ellipse">
            <a:avLst/>
          </a:prstGeom>
          <a:solidFill>
            <a:srgbClr val="E6115E"/>
          </a:solidFill>
          <a:ln w="12700">
            <a:solidFill>
              <a:srgbClr val="E6115E"/>
            </a:solidFill>
            <a:prstDash val="solid"/>
          </a:ln>
        </p:spPr>
      </p:sp>
      <p:sp>
        <p:nvSpPr>
          <p:cNvPr id="388" name="Shape 386"/>
          <p:cNvSpPr/>
          <p:nvPr/>
        </p:nvSpPr>
        <p:spPr>
          <a:xfrm>
            <a:off x="3669985" y="3338997"/>
            <a:ext cx="64008" cy="64008"/>
          </a:xfrm>
          <a:prstGeom prst="ellipse">
            <a:avLst/>
          </a:prstGeom>
          <a:solidFill>
            <a:srgbClr val="E6115E"/>
          </a:solidFill>
          <a:ln w="12700">
            <a:solidFill>
              <a:srgbClr val="E6115E"/>
            </a:solidFill>
            <a:prstDash val="solid"/>
          </a:ln>
        </p:spPr>
      </p:sp>
      <p:sp>
        <p:nvSpPr>
          <p:cNvPr id="389" name="Shape 387"/>
          <p:cNvSpPr/>
          <p:nvPr/>
        </p:nvSpPr>
        <p:spPr>
          <a:xfrm>
            <a:off x="4861964" y="4191206"/>
            <a:ext cx="64008" cy="64008"/>
          </a:xfrm>
          <a:prstGeom prst="ellipse">
            <a:avLst/>
          </a:prstGeom>
          <a:solidFill>
            <a:srgbClr val="E6115E"/>
          </a:solidFill>
          <a:ln w="12700">
            <a:solidFill>
              <a:srgbClr val="E6115E"/>
            </a:solidFill>
            <a:prstDash val="solid"/>
          </a:ln>
        </p:spPr>
      </p:sp>
      <p:sp>
        <p:nvSpPr>
          <p:cNvPr id="390" name="Shape 388"/>
          <p:cNvSpPr/>
          <p:nvPr/>
        </p:nvSpPr>
        <p:spPr>
          <a:xfrm>
            <a:off x="3625401" y="3307121"/>
            <a:ext cx="64008" cy="64008"/>
          </a:xfrm>
          <a:prstGeom prst="ellipse">
            <a:avLst/>
          </a:prstGeom>
          <a:solidFill>
            <a:srgbClr val="E6115E"/>
          </a:solidFill>
          <a:ln w="12700">
            <a:solidFill>
              <a:srgbClr val="E6115E"/>
            </a:solidFill>
            <a:prstDash val="solid"/>
          </a:ln>
        </p:spPr>
      </p:sp>
      <p:sp>
        <p:nvSpPr>
          <p:cNvPr id="391" name="Shape 389"/>
          <p:cNvSpPr/>
          <p:nvPr/>
        </p:nvSpPr>
        <p:spPr>
          <a:xfrm>
            <a:off x="3212181" y="3011689"/>
            <a:ext cx="64008" cy="64008"/>
          </a:xfrm>
          <a:prstGeom prst="ellipse">
            <a:avLst/>
          </a:prstGeom>
          <a:solidFill>
            <a:srgbClr val="E6115E"/>
          </a:solidFill>
          <a:ln w="12700">
            <a:solidFill>
              <a:srgbClr val="E6115E"/>
            </a:solidFill>
            <a:prstDash val="solid"/>
          </a:ln>
        </p:spPr>
      </p:sp>
      <p:sp>
        <p:nvSpPr>
          <p:cNvPr id="392" name="Shape 390"/>
          <p:cNvSpPr/>
          <p:nvPr/>
        </p:nvSpPr>
        <p:spPr>
          <a:xfrm>
            <a:off x="3673761" y="3341697"/>
            <a:ext cx="64008" cy="64008"/>
          </a:xfrm>
          <a:prstGeom prst="ellipse">
            <a:avLst/>
          </a:prstGeom>
          <a:solidFill>
            <a:srgbClr val="E6115E"/>
          </a:solidFill>
          <a:ln w="12700">
            <a:solidFill>
              <a:srgbClr val="E6115E"/>
            </a:solidFill>
            <a:prstDash val="solid"/>
          </a:ln>
        </p:spPr>
      </p:sp>
      <p:sp>
        <p:nvSpPr>
          <p:cNvPr id="393" name="Shape 391"/>
          <p:cNvSpPr/>
          <p:nvPr/>
        </p:nvSpPr>
        <p:spPr>
          <a:xfrm>
            <a:off x="3302580" y="3076320"/>
            <a:ext cx="64008" cy="64008"/>
          </a:xfrm>
          <a:prstGeom prst="ellipse">
            <a:avLst/>
          </a:prstGeom>
          <a:solidFill>
            <a:srgbClr val="E6115E"/>
          </a:solidFill>
          <a:ln w="12700">
            <a:solidFill>
              <a:srgbClr val="E6115E"/>
            </a:solidFill>
            <a:prstDash val="solid"/>
          </a:ln>
        </p:spPr>
      </p:sp>
      <p:sp>
        <p:nvSpPr>
          <p:cNvPr id="394" name="Shape 392"/>
          <p:cNvSpPr/>
          <p:nvPr/>
        </p:nvSpPr>
        <p:spPr>
          <a:xfrm>
            <a:off x="4636383" y="4029927"/>
            <a:ext cx="64008" cy="64008"/>
          </a:xfrm>
          <a:prstGeom prst="ellipse">
            <a:avLst/>
          </a:prstGeom>
          <a:solidFill>
            <a:srgbClr val="E6115E"/>
          </a:solidFill>
          <a:ln w="12700">
            <a:solidFill>
              <a:srgbClr val="E6115E"/>
            </a:solidFill>
            <a:prstDash val="solid"/>
          </a:ln>
        </p:spPr>
      </p:sp>
      <p:sp>
        <p:nvSpPr>
          <p:cNvPr id="395" name="Shape 393"/>
          <p:cNvSpPr/>
          <p:nvPr/>
        </p:nvSpPr>
        <p:spPr>
          <a:xfrm>
            <a:off x="3389899" y="3138749"/>
            <a:ext cx="64008" cy="64008"/>
          </a:xfrm>
          <a:prstGeom prst="ellipse">
            <a:avLst/>
          </a:prstGeom>
          <a:solidFill>
            <a:srgbClr val="E6115E"/>
          </a:solidFill>
          <a:ln w="12700">
            <a:solidFill>
              <a:srgbClr val="E6115E"/>
            </a:solidFill>
            <a:prstDash val="solid"/>
          </a:ln>
        </p:spPr>
      </p:sp>
      <p:sp>
        <p:nvSpPr>
          <p:cNvPr id="396" name="Shape 394"/>
          <p:cNvSpPr/>
          <p:nvPr/>
        </p:nvSpPr>
        <p:spPr>
          <a:xfrm>
            <a:off x="3902510" y="3505242"/>
            <a:ext cx="64008" cy="64008"/>
          </a:xfrm>
          <a:prstGeom prst="ellipse">
            <a:avLst/>
          </a:prstGeom>
          <a:solidFill>
            <a:srgbClr val="E6115E"/>
          </a:solidFill>
          <a:ln w="12700">
            <a:solidFill>
              <a:srgbClr val="E6115E"/>
            </a:solidFill>
            <a:prstDash val="solid"/>
          </a:ln>
        </p:spPr>
      </p:sp>
      <p:sp>
        <p:nvSpPr>
          <p:cNvPr id="397" name="Shape 395"/>
          <p:cNvSpPr/>
          <p:nvPr/>
        </p:nvSpPr>
        <p:spPr>
          <a:xfrm>
            <a:off x="4436055" y="3886701"/>
            <a:ext cx="64008" cy="64008"/>
          </a:xfrm>
          <a:prstGeom prst="ellipse">
            <a:avLst/>
          </a:prstGeom>
          <a:solidFill>
            <a:srgbClr val="E6115E"/>
          </a:solidFill>
          <a:ln w="12700">
            <a:solidFill>
              <a:srgbClr val="E6115E"/>
            </a:solidFill>
            <a:prstDash val="solid"/>
          </a:ln>
        </p:spPr>
      </p:sp>
      <p:sp>
        <p:nvSpPr>
          <p:cNvPr id="398" name="Shape 396"/>
          <p:cNvSpPr/>
          <p:nvPr/>
        </p:nvSpPr>
        <p:spPr>
          <a:xfrm>
            <a:off x="3291803" y="3068615"/>
            <a:ext cx="64008" cy="64008"/>
          </a:xfrm>
          <a:prstGeom prst="ellipse">
            <a:avLst/>
          </a:prstGeom>
          <a:solidFill>
            <a:srgbClr val="E6115E"/>
          </a:solidFill>
          <a:ln w="12700">
            <a:solidFill>
              <a:srgbClr val="E6115E"/>
            </a:solidFill>
            <a:prstDash val="solid"/>
          </a:ln>
        </p:spPr>
      </p:sp>
      <p:sp>
        <p:nvSpPr>
          <p:cNvPr id="399" name="Shape 397"/>
          <p:cNvSpPr/>
          <p:nvPr/>
        </p:nvSpPr>
        <p:spPr>
          <a:xfrm>
            <a:off x="5237108" y="4459417"/>
            <a:ext cx="64008" cy="64008"/>
          </a:xfrm>
          <a:prstGeom prst="ellipse">
            <a:avLst/>
          </a:prstGeom>
          <a:solidFill>
            <a:srgbClr val="E6115E"/>
          </a:solidFill>
          <a:ln w="12700">
            <a:solidFill>
              <a:srgbClr val="E6115E"/>
            </a:solidFill>
            <a:prstDash val="solid"/>
          </a:ln>
        </p:spPr>
      </p:sp>
      <p:sp>
        <p:nvSpPr>
          <p:cNvPr id="400" name="Shape 398"/>
          <p:cNvSpPr/>
          <p:nvPr/>
        </p:nvSpPr>
        <p:spPr>
          <a:xfrm>
            <a:off x="3912032" y="3512049"/>
            <a:ext cx="64008" cy="64008"/>
          </a:xfrm>
          <a:prstGeom prst="ellipse">
            <a:avLst/>
          </a:prstGeom>
          <a:solidFill>
            <a:srgbClr val="E6115E"/>
          </a:solidFill>
          <a:ln w="12700">
            <a:solidFill>
              <a:srgbClr val="E6115E"/>
            </a:solidFill>
            <a:prstDash val="solid"/>
          </a:ln>
        </p:spPr>
      </p:sp>
      <p:sp>
        <p:nvSpPr>
          <p:cNvPr id="401" name="Shape 399"/>
          <p:cNvSpPr/>
          <p:nvPr/>
        </p:nvSpPr>
        <p:spPr>
          <a:xfrm>
            <a:off x="3554400" y="3256359"/>
            <a:ext cx="64008" cy="64008"/>
          </a:xfrm>
          <a:prstGeom prst="ellipse">
            <a:avLst/>
          </a:prstGeom>
          <a:solidFill>
            <a:srgbClr val="E6115E"/>
          </a:solidFill>
          <a:ln w="12700">
            <a:solidFill>
              <a:srgbClr val="E6115E"/>
            </a:solidFill>
            <a:prstDash val="solid"/>
          </a:ln>
        </p:spPr>
      </p:sp>
      <p:sp>
        <p:nvSpPr>
          <p:cNvPr id="402" name="Shape 400"/>
          <p:cNvSpPr/>
          <p:nvPr/>
        </p:nvSpPr>
        <p:spPr>
          <a:xfrm>
            <a:off x="4137348" y="3673140"/>
            <a:ext cx="64008" cy="64008"/>
          </a:xfrm>
          <a:prstGeom prst="ellipse">
            <a:avLst/>
          </a:prstGeom>
          <a:solidFill>
            <a:srgbClr val="E6115E"/>
          </a:solidFill>
          <a:ln w="12700">
            <a:solidFill>
              <a:srgbClr val="E6115E"/>
            </a:solidFill>
            <a:prstDash val="solid"/>
          </a:ln>
        </p:spPr>
      </p:sp>
      <p:sp>
        <p:nvSpPr>
          <p:cNvPr id="403" name="Shape 401"/>
          <p:cNvSpPr/>
          <p:nvPr/>
        </p:nvSpPr>
        <p:spPr>
          <a:xfrm>
            <a:off x="5019076" y="4303534"/>
            <a:ext cx="64008" cy="64008"/>
          </a:xfrm>
          <a:prstGeom prst="ellipse">
            <a:avLst/>
          </a:prstGeom>
          <a:solidFill>
            <a:srgbClr val="E6115E"/>
          </a:solidFill>
          <a:ln w="12700">
            <a:solidFill>
              <a:srgbClr val="E6115E"/>
            </a:solidFill>
            <a:prstDash val="solid"/>
          </a:ln>
        </p:spPr>
      </p:sp>
      <p:sp>
        <p:nvSpPr>
          <p:cNvPr id="404" name="Shape 402"/>
          <p:cNvSpPr/>
          <p:nvPr/>
        </p:nvSpPr>
        <p:spPr>
          <a:xfrm>
            <a:off x="5018900" y="4303409"/>
            <a:ext cx="64008" cy="64008"/>
          </a:xfrm>
          <a:prstGeom prst="ellipse">
            <a:avLst/>
          </a:prstGeom>
          <a:solidFill>
            <a:srgbClr val="E6115E"/>
          </a:solidFill>
          <a:ln w="12700">
            <a:solidFill>
              <a:srgbClr val="E6115E"/>
            </a:solidFill>
            <a:prstDash val="solid"/>
          </a:ln>
        </p:spPr>
      </p:sp>
      <p:sp>
        <p:nvSpPr>
          <p:cNvPr id="405" name="Shape 403"/>
          <p:cNvSpPr/>
          <p:nvPr/>
        </p:nvSpPr>
        <p:spPr>
          <a:xfrm>
            <a:off x="3792422" y="3426534"/>
            <a:ext cx="64008" cy="64008"/>
          </a:xfrm>
          <a:prstGeom prst="ellipse">
            <a:avLst/>
          </a:prstGeom>
          <a:solidFill>
            <a:srgbClr val="E6115E"/>
          </a:solidFill>
          <a:ln w="12700">
            <a:solidFill>
              <a:srgbClr val="E6115E"/>
            </a:solidFill>
            <a:prstDash val="solid"/>
          </a:ln>
        </p:spPr>
      </p:sp>
      <p:sp>
        <p:nvSpPr>
          <p:cNvPr id="406" name="Shape 404"/>
          <p:cNvSpPr/>
          <p:nvPr/>
        </p:nvSpPr>
        <p:spPr>
          <a:xfrm>
            <a:off x="4097078" y="3644349"/>
            <a:ext cx="64008" cy="64008"/>
          </a:xfrm>
          <a:prstGeom prst="ellipse">
            <a:avLst/>
          </a:prstGeom>
          <a:solidFill>
            <a:srgbClr val="E6115E"/>
          </a:solidFill>
          <a:ln w="12700">
            <a:solidFill>
              <a:srgbClr val="E6115E"/>
            </a:solidFill>
            <a:prstDash val="solid"/>
          </a:ln>
        </p:spPr>
      </p:sp>
      <p:sp>
        <p:nvSpPr>
          <p:cNvPr id="407" name="Shape 405"/>
          <p:cNvSpPr/>
          <p:nvPr/>
        </p:nvSpPr>
        <p:spPr>
          <a:xfrm>
            <a:off x="4075906" y="3629212"/>
            <a:ext cx="64008" cy="64008"/>
          </a:xfrm>
          <a:prstGeom prst="ellipse">
            <a:avLst/>
          </a:prstGeom>
          <a:solidFill>
            <a:srgbClr val="E6115E"/>
          </a:solidFill>
          <a:ln w="12700">
            <a:solidFill>
              <a:srgbClr val="E6115E"/>
            </a:solidFill>
            <a:prstDash val="solid"/>
          </a:ln>
        </p:spPr>
      </p:sp>
      <p:sp>
        <p:nvSpPr>
          <p:cNvPr id="408" name="Shape 406"/>
          <p:cNvSpPr/>
          <p:nvPr/>
        </p:nvSpPr>
        <p:spPr>
          <a:xfrm>
            <a:off x="5765363" y="4837094"/>
            <a:ext cx="64008" cy="64008"/>
          </a:xfrm>
          <a:prstGeom prst="ellipse">
            <a:avLst/>
          </a:prstGeom>
          <a:solidFill>
            <a:srgbClr val="E6115E"/>
          </a:solidFill>
          <a:ln w="12700">
            <a:solidFill>
              <a:srgbClr val="E6115E"/>
            </a:solidFill>
            <a:prstDash val="solid"/>
          </a:ln>
        </p:spPr>
      </p:sp>
      <p:sp>
        <p:nvSpPr>
          <p:cNvPr id="409" name="Text 407"/>
          <p:cNvSpPr txBox="1"/>
          <p:nvPr/>
        </p:nvSpPr>
        <p:spPr>
          <a:xfrm>
            <a:off x="1097280" y="5696712"/>
            <a:ext cx="4892040" cy="228600"/>
          </a:xfrm>
          <a:prstGeom prst="rect">
            <a:avLst/>
          </a:prstGeom>
          <a:noFill/>
          <a:ln/>
        </p:spPr>
        <p:txBody>
          <a:bodyPr wrap="square" lIns="0" tIns="0" rIns="0" bIns="0" rtlCol="0" anchor="ctr"/>
          <a:lstStyle/>
          <a:p>
            <a:pPr marL="0" indent="0" algn="r">
              <a:buNone/>
            </a:pPr>
            <a:r>
              <a:rPr lang="en-US" sz="1050" dirty="0">
                <a:solidFill>
                  <a:srgbClr val="5B6B87"/>
                </a:solidFill>
                <a:latin typeface="Calibri" pitchFamily="34" charset="0"/>
                <a:ea typeface="Calibri" pitchFamily="34" charset="-122"/>
                <a:cs typeface="Calibri" pitchFamily="34" charset="-120"/>
              </a:rPr>
              <a:t>valor predicho →</a:t>
            </a:r>
            <a:endParaRPr lang="en-US" sz="1050" dirty="0"/>
          </a:p>
        </p:txBody>
      </p:sp>
      <p:sp>
        <p:nvSpPr>
          <p:cNvPr id="410" name="Text 408"/>
          <p:cNvSpPr txBox="1"/>
          <p:nvPr/>
        </p:nvSpPr>
        <p:spPr>
          <a:xfrm>
            <a:off x="640080" y="2286000"/>
            <a:ext cx="1097280" cy="228600"/>
          </a:xfrm>
          <a:prstGeom prst="rect">
            <a:avLst/>
          </a:prstGeom>
          <a:noFill/>
          <a:ln/>
        </p:spPr>
        <p:txBody>
          <a:bodyPr wrap="square" lIns="0" tIns="0" rIns="0" bIns="0" rtlCol="0" anchor="ctr"/>
          <a:lstStyle/>
          <a:p>
            <a:pPr marL="0" indent="0">
              <a:buNone/>
            </a:pPr>
            <a:r>
              <a:rPr lang="en-US" sz="1050" dirty="0">
                <a:solidFill>
                  <a:srgbClr val="5B6B87"/>
                </a:solidFill>
                <a:latin typeface="Calibri" pitchFamily="34" charset="0"/>
                <a:ea typeface="Calibri" pitchFamily="34" charset="-122"/>
                <a:cs typeface="Calibri" pitchFamily="34" charset="-120"/>
              </a:rPr>
              <a:t>residuo</a:t>
            </a:r>
            <a:endParaRPr lang="en-US" sz="1050" dirty="0"/>
          </a:p>
        </p:txBody>
      </p:sp>
      <p:sp>
        <p:nvSpPr>
          <p:cNvPr id="411" name="Text 409"/>
          <p:cNvSpPr txBox="1"/>
          <p:nvPr/>
        </p:nvSpPr>
        <p:spPr>
          <a:xfrm>
            <a:off x="1154833" y="2377440"/>
            <a:ext cx="1188720" cy="228600"/>
          </a:xfrm>
          <a:prstGeom prst="rect">
            <a:avLst/>
          </a:prstGeom>
          <a:noFill/>
          <a:ln/>
        </p:spPr>
        <p:txBody>
          <a:bodyPr wrap="square" lIns="0" tIns="0" rIns="0" bIns="0" rtlCol="0" anchor="ctr"/>
          <a:lstStyle/>
          <a:p>
            <a:pPr marL="0" indent="0">
              <a:buNone/>
            </a:pPr>
            <a:r>
              <a:rPr lang="en-US" sz="950" i="1" dirty="0">
                <a:solidFill>
                  <a:srgbClr val="5B6B87"/>
                </a:solidFill>
                <a:latin typeface="Calibri" pitchFamily="34" charset="0"/>
                <a:ea typeface="Calibri" pitchFamily="34" charset="-122"/>
                <a:cs typeface="Calibri" pitchFamily="34" charset="-120"/>
              </a:rPr>
              <a:t>predicción &lt; 0</a:t>
            </a:r>
            <a:endParaRPr lang="en-US" sz="950" dirty="0"/>
          </a:p>
        </p:txBody>
      </p:sp>
      <p:sp>
        <p:nvSpPr>
          <p:cNvPr id="412" name="Shape 410"/>
          <p:cNvSpPr/>
          <p:nvPr/>
        </p:nvSpPr>
        <p:spPr>
          <a:xfrm>
            <a:off x="6537960" y="2103120"/>
            <a:ext cx="5148072" cy="777240"/>
          </a:xfrm>
          <a:prstGeom prst="roundRect">
            <a:avLst>
              <a:gd name="adj" fmla="val 7059"/>
            </a:avLst>
          </a:prstGeom>
          <a:solidFill>
            <a:srgbClr val="FFFFFF"/>
          </a:solidFill>
          <a:ln w="9525">
            <a:solidFill>
              <a:srgbClr val="D2DBEC"/>
            </a:solidFill>
            <a:prstDash val="solid"/>
          </a:ln>
        </p:spPr>
      </p:sp>
      <p:sp>
        <p:nvSpPr>
          <p:cNvPr id="413" name="Text 411"/>
          <p:cNvSpPr txBox="1"/>
          <p:nvPr/>
        </p:nvSpPr>
        <p:spPr>
          <a:xfrm>
            <a:off x="6766560" y="2103120"/>
            <a:ext cx="4754880" cy="777240"/>
          </a:xfrm>
          <a:prstGeom prst="rect">
            <a:avLst/>
          </a:prstGeom>
          <a:noFill/>
          <a:ln/>
        </p:spPr>
        <p:txBody>
          <a:bodyPr wrap="square" lIns="0" tIns="0" rIns="0" bIns="0" rtlCol="0" anchor="ctr"/>
          <a:lstStyle/>
          <a:p>
            <a:pPr marL="0" indent="0">
              <a:spcAft>
                <a:spcPts val="400"/>
              </a:spcAft>
              <a:buNone/>
            </a:pPr>
            <a:r>
              <a:rPr lang="en-US" sz="1200" b="1" dirty="0">
                <a:solidFill>
                  <a:srgbClr val="E6115E"/>
                </a:solidFill>
                <a:latin typeface="Calibri" pitchFamily="34" charset="0"/>
                <a:ea typeface="Calibri" pitchFamily="34" charset="-122"/>
                <a:cs typeface="Calibri" pitchFamily="34" charset="-120"/>
              </a:rPr>
              <a:t>La diagonal roja: </a:t>
            </a:r>
            <a:r>
              <a:rPr lang="en-US" sz="1200" dirty="0">
                <a:solidFill>
                  <a:srgbClr val="2C3A55"/>
                </a:solidFill>
                <a:latin typeface="Calibri" pitchFamily="34" charset="0"/>
                <a:ea typeface="Calibri" pitchFamily="34" charset="-122"/>
                <a:cs typeface="Calibri" pitchFamily="34" charset="-120"/>
              </a:rPr>
              <a:t>son los distritos topados: su valor está fijo en 500 001, así que el residuo es 500 001 − predicción.</a:t>
            </a:r>
            <a:endParaRPr lang="en-US" sz="1200" dirty="0"/>
          </a:p>
        </p:txBody>
      </p:sp>
      <p:sp>
        <p:nvSpPr>
          <p:cNvPr id="414" name="Shape 412"/>
          <p:cNvSpPr/>
          <p:nvPr/>
        </p:nvSpPr>
        <p:spPr>
          <a:xfrm>
            <a:off x="6537960" y="2999232"/>
            <a:ext cx="5148072" cy="777240"/>
          </a:xfrm>
          <a:prstGeom prst="roundRect">
            <a:avLst>
              <a:gd name="adj" fmla="val 7059"/>
            </a:avLst>
          </a:prstGeom>
          <a:solidFill>
            <a:srgbClr val="FFFFFF"/>
          </a:solidFill>
          <a:ln w="9525">
            <a:solidFill>
              <a:srgbClr val="D2DBEC"/>
            </a:solidFill>
            <a:prstDash val="solid"/>
          </a:ln>
        </p:spPr>
      </p:sp>
      <p:sp>
        <p:nvSpPr>
          <p:cNvPr id="415" name="Text 413"/>
          <p:cNvSpPr txBox="1"/>
          <p:nvPr/>
        </p:nvSpPr>
        <p:spPr>
          <a:xfrm>
            <a:off x="6766560" y="2999232"/>
            <a:ext cx="4754880" cy="777240"/>
          </a:xfrm>
          <a:prstGeom prst="rect">
            <a:avLst/>
          </a:prstGeom>
          <a:noFill/>
          <a:ln/>
        </p:spPr>
        <p:txBody>
          <a:bodyPr wrap="square" lIns="0" tIns="0" rIns="0" bIns="0" rtlCol="0" anchor="ctr"/>
          <a:lstStyle/>
          <a:p>
            <a:pPr marL="0" indent="0">
              <a:spcAft>
                <a:spcPts val="400"/>
              </a:spcAft>
              <a:buNone/>
            </a:pPr>
            <a:r>
              <a:rPr lang="en-US" sz="1200" b="1" dirty="0">
                <a:solidFill>
                  <a:srgbClr val="1A56E8"/>
                </a:solidFill>
                <a:latin typeface="Calibri" pitchFamily="34" charset="0"/>
                <a:ea typeface="Calibri" pitchFamily="34" charset="-122"/>
                <a:cs typeface="Calibri" pitchFamily="34" charset="-120"/>
              </a:rPr>
              <a:t>Forma de embudo: </a:t>
            </a:r>
            <a:r>
              <a:rPr lang="en-US" sz="1200" dirty="0">
                <a:solidFill>
                  <a:srgbClr val="2C3A55"/>
                </a:solidFill>
                <a:latin typeface="Calibri" pitchFamily="34" charset="0"/>
                <a:ea typeface="Calibri" pitchFamily="34" charset="-122"/>
                <a:cs typeface="Calibri" pitchFamily="34" charset="-120"/>
              </a:rPr>
              <a:t>el error crece con la predicción: se viola la varianza constante.</a:t>
            </a:r>
            <a:endParaRPr lang="en-US" sz="1200" dirty="0"/>
          </a:p>
        </p:txBody>
      </p:sp>
      <p:sp>
        <p:nvSpPr>
          <p:cNvPr id="416" name="Shape 414"/>
          <p:cNvSpPr/>
          <p:nvPr/>
        </p:nvSpPr>
        <p:spPr>
          <a:xfrm>
            <a:off x="6537960" y="3895344"/>
            <a:ext cx="5148072" cy="777240"/>
          </a:xfrm>
          <a:prstGeom prst="roundRect">
            <a:avLst>
              <a:gd name="adj" fmla="val 7059"/>
            </a:avLst>
          </a:prstGeom>
          <a:solidFill>
            <a:srgbClr val="FFFFFF"/>
          </a:solidFill>
          <a:ln w="9525">
            <a:solidFill>
              <a:srgbClr val="D2DBEC"/>
            </a:solidFill>
            <a:prstDash val="solid"/>
          </a:ln>
        </p:spPr>
      </p:sp>
      <p:sp>
        <p:nvSpPr>
          <p:cNvPr id="417" name="Text 415"/>
          <p:cNvSpPr txBox="1"/>
          <p:nvPr/>
        </p:nvSpPr>
        <p:spPr>
          <a:xfrm>
            <a:off x="6766560" y="3895344"/>
            <a:ext cx="4754880" cy="77724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13 predicciones negativas: </a:t>
            </a:r>
            <a:r>
              <a:rPr lang="en-US" sz="1200" dirty="0">
                <a:solidFill>
                  <a:srgbClr val="2C3A55"/>
                </a:solidFill>
                <a:latin typeface="Calibri" pitchFamily="34" charset="0"/>
                <a:ea typeface="Calibri" pitchFamily="34" charset="-122"/>
                <a:cs typeface="Calibri" pitchFamily="34" charset="-120"/>
              </a:rPr>
              <a:t>la recta no sabe que un precio no puede ser menor que cero.</a:t>
            </a:r>
            <a:endParaRPr lang="en-US" sz="1200" dirty="0"/>
          </a:p>
        </p:txBody>
      </p:sp>
      <p:graphicFrame>
        <p:nvGraphicFramePr>
          <p:cNvPr id="418" name="Table 0"/>
          <p:cNvGraphicFramePr>
            <a:graphicFrameLocks noGrp="1"/>
          </p:cNvGraphicFramePr>
          <p:nvPr>
            <p:extLst>
              <p:ext uri="{D42A27DB-BD31-4B8C-83A1-F6EECF244321}">
                <p14:modId xmlns:p14="http://schemas.microsoft.com/office/powerpoint/2010/main" val="1579011935"/>
              </p:ext>
            </p:extLst>
          </p:nvPr>
        </p:nvGraphicFramePr>
        <p:xfrm>
          <a:off x="6537960" y="4846320"/>
          <a:ext cx="5148072" cy="914400"/>
        </p:xfrm>
        <a:graphic>
          <a:graphicData uri="http://schemas.openxmlformats.org/drawingml/2006/table">
            <a:tbl>
              <a:tblPr/>
              <a:tblGrid>
                <a:gridCol w="9144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764792">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tblGrid>
              <a:tr h="457200">
                <a:tc>
                  <a:txBody>
                    <a:bodyPr/>
                    <a:lstStyle/>
                    <a:p>
                      <a:pPr marL="0" indent="0">
                        <a:buNone/>
                      </a:pP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con todos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sin los 311 topados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cambio</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68 115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60 599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-11 %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49 664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3A55"/>
                          </a:solidFill>
                          <a:latin typeface="Calibri" pitchFamily="34" charset="0"/>
                          <a:ea typeface="Calibri" pitchFamily="34" charset="-122"/>
                          <a:cs typeface="Calibri" pitchFamily="34" charset="-120"/>
                        </a:rPr>
                        <a:t>45 518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-8 %</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1A56E8"/>
          </a:solidFill>
          <a:ln w="12700">
            <a:solidFill>
              <a:srgbClr val="1A56E8"/>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BLOQUE 4</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Multicolinealidad: cuatro variables que miden lo mismo</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Habitaciones, dormitorios, población y hogares miden, casi, el tamaño del distrito.</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347472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tblGrid>
              <a:tr h="36576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Variable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VIF</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households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29.6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total_bedrooms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27.9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buNone/>
                      </a:pPr>
                      <a:r>
                        <a:rPr lang="en-US" sz="1150" b="1" dirty="0">
                          <a:solidFill>
                            <a:srgbClr val="2C3A55"/>
                          </a:solidFill>
                          <a:latin typeface="Calibri" pitchFamily="34" charset="0"/>
                          <a:ea typeface="Calibri" pitchFamily="34" charset="-122"/>
                          <a:cs typeface="Calibri" pitchFamily="34" charset="-120"/>
                        </a:rPr>
                        <a:t>total_rooms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11.9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population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6.1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buNone/>
                      </a:pPr>
                      <a:r>
                        <a:rPr lang="en-US" sz="1150" dirty="0">
                          <a:solidFill>
                            <a:srgbClr val="2C3A55"/>
                          </a:solidFill>
                          <a:latin typeface="Calibri" pitchFamily="34" charset="0"/>
                          <a:ea typeface="Calibri" pitchFamily="34" charset="-122"/>
                          <a:cs typeface="Calibri" pitchFamily="34" charset="-120"/>
                        </a:rPr>
                        <a:t>median_income</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2B886"/>
                          </a:solidFill>
                          <a:latin typeface="Calibri" pitchFamily="34" charset="0"/>
                          <a:ea typeface="Calibri" pitchFamily="34" charset="-122"/>
                          <a:cs typeface="Calibri" pitchFamily="34" charset="-120"/>
                        </a:rPr>
                        <a:t>1.7</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4434840"/>
            <a:ext cx="3474720" cy="1783080"/>
          </a:xfrm>
          <a:prstGeom prst="roundRect">
            <a:avLst>
              <a:gd name="adj" fmla="val 3077"/>
            </a:avLst>
          </a:prstGeom>
          <a:solidFill>
            <a:srgbClr val="0A2559"/>
          </a:solidFill>
          <a:ln w="9525">
            <a:solidFill>
              <a:srgbClr val="0A2559"/>
            </a:solidFill>
            <a:prstDash val="solid"/>
          </a:ln>
        </p:spPr>
      </p:sp>
      <p:sp>
        <p:nvSpPr>
          <p:cNvPr id="8" name="Text 5"/>
          <p:cNvSpPr txBox="1"/>
          <p:nvPr/>
        </p:nvSpPr>
        <p:spPr>
          <a:xfrm>
            <a:off x="731520" y="4526280"/>
            <a:ext cx="3017520" cy="1600200"/>
          </a:xfrm>
          <a:prstGeom prst="rect">
            <a:avLst/>
          </a:prstGeom>
          <a:noFill/>
          <a:ln/>
        </p:spPr>
        <p:txBody>
          <a:bodyPr wrap="square" lIns="0" tIns="0" rIns="0" bIns="0" rtlCol="0" anchor="ctr"/>
          <a:lstStyle/>
          <a:p>
            <a:pPr marL="0" indent="0">
              <a:spcAft>
                <a:spcPts val="400"/>
              </a:spcAft>
              <a:buNone/>
            </a:pPr>
            <a:r>
              <a:rPr lang="en-US" sz="1500" b="1" dirty="0">
                <a:solidFill>
                  <a:srgbClr val="FFFFFF"/>
                </a:solidFill>
                <a:latin typeface="Calibri" pitchFamily="34" charset="0"/>
                <a:ea typeface="Calibri" pitchFamily="34" charset="-122"/>
                <a:cs typeface="Calibri" pitchFamily="34" charset="-120"/>
              </a:rPr>
              <a:t>VIF = 1 / (1 − R²)</a:t>
            </a:r>
            <a:endParaRPr lang="en-US" sz="1200" dirty="0"/>
          </a:p>
          <a:p>
            <a:pPr marL="0" indent="0">
              <a:spcAft>
                <a:spcPts val="400"/>
              </a:spcAft>
              <a:buNone/>
            </a:pPr>
            <a:r>
              <a:rPr lang="en-US" sz="1200" dirty="0">
                <a:solidFill>
                  <a:srgbClr val="C9D4EA"/>
                </a:solidFill>
                <a:latin typeface="Calibri" pitchFamily="34" charset="0"/>
                <a:ea typeface="Calibri" pitchFamily="34" charset="-122"/>
                <a:cs typeface="Calibri" pitchFamily="34" charset="-120"/>
              </a:rPr>
              <a:t>R² de explicar una variable con todas las demás. Más de 5: mirar. Más de 10: problema.</a:t>
            </a:r>
            <a:endParaRPr lang="en-US" sz="1200" dirty="0"/>
          </a:p>
        </p:txBody>
      </p:sp>
      <p:graphicFrame>
        <p:nvGraphicFramePr>
          <p:cNvPr id="33" name="Table 1"/>
          <p:cNvGraphicFramePr>
            <a:graphicFrameLocks noGrp="1"/>
          </p:cNvGraphicFramePr>
          <p:nvPr>
            <p:extLst>
              <p:ext uri="{D42A27DB-BD31-4B8C-83A1-F6EECF244321}">
                <p14:modId xmlns:p14="http://schemas.microsoft.com/office/powerpoint/2010/main" val="1579011935"/>
              </p:ext>
            </p:extLst>
          </p:nvPr>
        </p:nvGraphicFramePr>
        <p:xfrm>
          <a:off x="4251960" y="2103120"/>
          <a:ext cx="7434072" cy="914400"/>
        </p:xfrm>
        <a:graphic>
          <a:graphicData uri="http://schemas.openxmlformats.org/drawingml/2006/table">
            <a:tbl>
              <a:tblPr/>
              <a:tblGrid>
                <a:gridCol w="155448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221992">
                  <a:extLst>
                    <a:ext uri="{9D8B030D-6E8A-4147-A177-3AD203B41FA5}">
                      <a16:colId xmlns:a16="http://schemas.microsoft.com/office/drawing/2014/main" val="20003"/>
                    </a:ext>
                  </a:extLst>
                </a:gridCol>
              </a:tblGrid>
              <a:tr h="365760">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Muestra de 300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 dormitorios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b hogares</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predicción</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0A2559"/>
                    </a:solidFill>
                  </a:tcPr>
                </a:tc>
                <a:extLst>
                  <a:ext uri="{0D108BD9-81ED-4DB2-BD59-A6C34878D82A}">
                    <a16:rowId xmlns:a16="http://schemas.microsoft.com/office/drawing/2014/main" val="10000"/>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143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26</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216 745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172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-89</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214 885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255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E6115E"/>
                          </a:solidFill>
                          <a:latin typeface="Calibri" pitchFamily="34" charset="0"/>
                          <a:ea typeface="Calibri" pitchFamily="34" charset="-122"/>
                          <a:cs typeface="Calibri" pitchFamily="34" charset="-120"/>
                        </a:rPr>
                        <a:t>-64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200 354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4</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80</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88</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217 389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65760">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63</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1A56E8"/>
                          </a:solidFill>
                          <a:latin typeface="Calibri" pitchFamily="34" charset="0"/>
                          <a:ea typeface="Calibri" pitchFamily="34" charset="-122"/>
                          <a:cs typeface="Calibri" pitchFamily="34" charset="-120"/>
                        </a:rPr>
                        <a:t>92</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tc>
                  <a:txBody>
                    <a:bodyPr/>
                    <a:lstStyle/>
                    <a:p>
                      <a:pPr marL="0" indent="0" algn="ctr">
                        <a:buNone/>
                      </a:pPr>
                      <a:r>
                        <a:rPr lang="en-US" sz="1150" dirty="0">
                          <a:solidFill>
                            <a:srgbClr val="2C3A55"/>
                          </a:solidFill>
                          <a:latin typeface="Calibri" pitchFamily="34" charset="0"/>
                          <a:ea typeface="Calibri" pitchFamily="34" charset="-122"/>
                          <a:cs typeface="Calibri" pitchFamily="34" charset="-120"/>
                        </a:rPr>
                        <a:t>215 052 USD</a:t>
                      </a:r>
                      <a:endParaRPr lang="en-US" sz="1150" dirty="0">
                        <a:latin typeface="Calibri" charset="0"/>
                        <a:ea typeface="Calibri" charset="0"/>
                        <a:cs typeface="Calibri" charset="0"/>
                      </a:endParaRPr>
                    </a:p>
                  </a:txBody>
                  <a:tcPr marL="73152" marR="73152" marT="0" marB="0" anchor="ctr">
                    <a:lnL w="9525" cap="flat" cmpd="sng" algn="ctr">
                      <a:solidFill>
                        <a:srgbClr val="D2DBEC"/>
                      </a:solidFill>
                      <a:prstDash val="solid"/>
                      <a:round/>
                      <a:headEnd type="none" w="med" len="med"/>
                      <a:tailEnd type="none" w="med" len="med"/>
                    </a:lnL>
                    <a:lnR w="9525" cap="flat" cmpd="sng" algn="ctr">
                      <a:solidFill>
                        <a:srgbClr val="D2DBEC"/>
                      </a:solidFill>
                      <a:prstDash val="solid"/>
                      <a:round/>
                      <a:headEnd type="none" w="med" len="med"/>
                      <a:tailEnd type="none" w="med" len="med"/>
                    </a:lnR>
                    <a:lnT w="9525" cap="flat" cmpd="sng" algn="ctr">
                      <a:solidFill>
                        <a:srgbClr val="D2DBEC"/>
                      </a:solidFill>
                      <a:prstDash val="solid"/>
                      <a:round/>
                      <a:headEnd type="none" w="med" len="med"/>
                      <a:tailEnd type="none" w="med" len="med"/>
                    </a:lnT>
                    <a:lnB w="9525" cap="flat" cmpd="sng" algn="ctr">
                      <a:solidFill>
                        <a:srgbClr val="D2DBE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0" name="Text 6"/>
          <p:cNvSpPr txBox="1"/>
          <p:nvPr/>
        </p:nvSpPr>
        <p:spPr>
          <a:xfrm>
            <a:off x="4251960" y="4343400"/>
            <a:ext cx="7434072" cy="274320"/>
          </a:xfrm>
          <a:prstGeom prst="rect">
            <a:avLst/>
          </a:prstGeom>
          <a:noFill/>
          <a:ln/>
        </p:spPr>
        <p:txBody>
          <a:bodyPr wrap="square" lIns="0" tIns="0" rIns="0" bIns="0" rtlCol="0" anchor="t"/>
          <a:lstStyle/>
          <a:p>
            <a:pPr marL="0" indent="0">
              <a:spcAft>
                <a:spcPts val="400"/>
              </a:spcAft>
              <a:buNone/>
            </a:pPr>
            <a:r>
              <a:rPr lang="en-US" sz="1050" i="1" dirty="0">
                <a:solidFill>
                  <a:srgbClr val="5B6B87"/>
                </a:solidFill>
                <a:latin typeface="Calibri" pitchFamily="34" charset="0"/>
                <a:ea typeface="Calibri" pitchFamily="34" charset="-122"/>
                <a:cs typeface="Calibri" pitchFamily="34" charset="-120"/>
              </a:rPr>
              <a:t>Mismo distrito típico en las 5 (la mediana de cada variable, a menos de una hora del océano).</a:t>
            </a:r>
            <a:endParaRPr lang="en-US" sz="1050" dirty="0"/>
          </a:p>
        </p:txBody>
      </p:sp>
      <p:sp>
        <p:nvSpPr>
          <p:cNvPr id="11" name="Shape 7"/>
          <p:cNvSpPr/>
          <p:nvPr/>
        </p:nvSpPr>
        <p:spPr>
          <a:xfrm>
            <a:off x="4251960" y="4709160"/>
            <a:ext cx="3611880" cy="1508760"/>
          </a:xfrm>
          <a:prstGeom prst="roundRect">
            <a:avLst>
              <a:gd name="adj" fmla="val 3636"/>
            </a:avLst>
          </a:prstGeom>
          <a:solidFill>
            <a:srgbClr val="E9EEF8"/>
          </a:solidFill>
          <a:ln w="9525">
            <a:solidFill>
              <a:srgbClr val="D2DBEC"/>
            </a:solidFill>
            <a:prstDash val="solid"/>
          </a:ln>
        </p:spPr>
      </p:sp>
      <p:sp>
        <p:nvSpPr>
          <p:cNvPr id="12" name="Text 8"/>
          <p:cNvSpPr txBox="1"/>
          <p:nvPr/>
        </p:nvSpPr>
        <p:spPr>
          <a:xfrm>
            <a:off x="4480560" y="4709160"/>
            <a:ext cx="3200400" cy="1508760"/>
          </a:xfrm>
          <a:prstGeom prst="rect">
            <a:avLst/>
          </a:prstGeom>
          <a:noFill/>
          <a:ln/>
        </p:spPr>
        <p:txBody>
          <a:bodyPr wrap="square" lIns="0" tIns="0" rIns="0" bIns="0" rtlCol="0" anchor="ctr"/>
          <a:lstStyle/>
          <a:p>
            <a:pPr marL="0" indent="0">
              <a:spcAft>
                <a:spcPts val="400"/>
              </a:spcAft>
              <a:buNone/>
            </a:pPr>
            <a:r>
              <a:rPr lang="en-US" sz="1150" b="1" dirty="0">
                <a:solidFill>
                  <a:srgbClr val="E6115E"/>
                </a:solidFill>
                <a:latin typeface="Calibri" pitchFamily="34" charset="0"/>
                <a:ea typeface="Calibri" pitchFamily="34" charset="-122"/>
                <a:cs typeface="Calibri" pitchFamily="34" charset="-120"/>
              </a:rPr>
              <a:t>El diagnóstico: </a:t>
            </a:r>
            <a:r>
              <a:rPr lang="en-US" sz="1150" dirty="0">
                <a:solidFill>
                  <a:srgbClr val="2C3A55"/>
                </a:solidFill>
                <a:latin typeface="Calibri" pitchFamily="34" charset="0"/>
                <a:ea typeface="Calibri" pitchFamily="34" charset="-122"/>
                <a:cs typeface="Calibri" pitchFamily="34" charset="-120"/>
              </a:rPr>
              <a:t>el coeficiente de hogares cambia de signo y el de dormitorios se multiplica por cuatro. La predicción apenas se mueve. No arruina la predicción: arruina la interpretación.</a:t>
            </a:r>
            <a:endParaRPr lang="en-US" sz="1150" dirty="0"/>
          </a:p>
        </p:txBody>
      </p:sp>
      <p:sp>
        <p:nvSpPr>
          <p:cNvPr id="13" name="Shape 9"/>
          <p:cNvSpPr/>
          <p:nvPr/>
        </p:nvSpPr>
        <p:spPr>
          <a:xfrm>
            <a:off x="8074152" y="4709160"/>
            <a:ext cx="3611880" cy="1508760"/>
          </a:xfrm>
          <a:prstGeom prst="roundRect">
            <a:avLst>
              <a:gd name="adj" fmla="val 3636"/>
            </a:avLst>
          </a:prstGeom>
          <a:solidFill>
            <a:srgbClr val="0A2559"/>
          </a:solidFill>
          <a:ln w="9525">
            <a:solidFill>
              <a:srgbClr val="0A2559"/>
            </a:solidFill>
            <a:prstDash val="solid"/>
          </a:ln>
        </p:spPr>
      </p:sp>
      <p:sp>
        <p:nvSpPr>
          <p:cNvPr id="14" name="Text 10"/>
          <p:cNvSpPr txBox="1"/>
          <p:nvPr/>
        </p:nvSpPr>
        <p:spPr>
          <a:xfrm>
            <a:off x="8302752" y="4709160"/>
            <a:ext cx="3200400" cy="1508760"/>
          </a:xfrm>
          <a:prstGeom prst="rect">
            <a:avLst/>
          </a:prstGeom>
          <a:noFill/>
          <a:ln/>
        </p:spPr>
        <p:txBody>
          <a:bodyPr wrap="square" lIns="0" tIns="0" rIns="0" bIns="0" rtlCol="0" anchor="ctr"/>
          <a:lstStyle/>
          <a:p>
            <a:pPr marL="0" indent="0">
              <a:spcAft>
                <a:spcPts val="400"/>
              </a:spcAft>
              <a:buNone/>
            </a:pPr>
            <a:r>
              <a:rPr lang="en-US" sz="1150" b="1" dirty="0">
                <a:solidFill>
                  <a:srgbClr val="FFFFFF"/>
                </a:solidFill>
                <a:latin typeface="Calibri" pitchFamily="34" charset="0"/>
                <a:ea typeface="Calibri" pitchFamily="34" charset="-122"/>
                <a:cs typeface="Calibri" pitchFamily="34" charset="-120"/>
              </a:rPr>
              <a:t>Un arreglo: razones. </a:t>
            </a:r>
            <a:r>
              <a:rPr lang="en-US" sz="1150" dirty="0">
                <a:solidFill>
                  <a:srgbClr val="C9D4EA"/>
                </a:solidFill>
                <a:latin typeface="Calibri" pitchFamily="34" charset="0"/>
                <a:ea typeface="Calibri" pitchFamily="34" charset="-122"/>
                <a:cs typeface="Calibri" pitchFamily="34" charset="-120"/>
              </a:rPr>
              <a:t>Cuartos por hogar, dormitorios por cuarto, personas por hogar. VIF por debajo de 2; R² de 0.651 a 0.627. Otra salida: Ridge (Clase 3).</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B"/>
        </a:solidFill>
        <a:effectLst/>
      </p:bgPr>
    </p:bg>
    <p:spTree>
      <p:nvGrpSpPr>
        <p:cNvPr id="1" name=""/>
        <p:cNvGrpSpPr/>
        <p:nvPr/>
      </p:nvGrpSpPr>
      <p:grpSpPr>
        <a:xfrm>
          <a:off x="0" y="0"/>
          <a:ext cx="0" cy="0"/>
          <a:chOff x="0" y="0"/>
          <a:chExt cx="0" cy="0"/>
        </a:xfrm>
      </p:grpSpPr>
      <p:sp>
        <p:nvSpPr>
          <p:cNvPr id="2" name="Shape 0"/>
          <p:cNvSpPr/>
          <p:nvPr/>
        </p:nvSpPr>
        <p:spPr>
          <a:xfrm>
            <a:off x="502920" y="384048"/>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384048"/>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LABORATORIO · 60 MIN</a:t>
            </a:r>
            <a:endParaRPr lang="en-US" sz="1100" dirty="0"/>
          </a:p>
        </p:txBody>
      </p:sp>
      <p:sp>
        <p:nvSpPr>
          <p:cNvPr id="4" name="Text 2"/>
          <p:cNvSpPr txBox="1"/>
          <p:nvPr/>
        </p:nvSpPr>
        <p:spPr>
          <a:xfrm>
            <a:off x="502920" y="841248"/>
            <a:ext cx="11155680" cy="640080"/>
          </a:xfrm>
          <a:prstGeom prst="rect">
            <a:avLst/>
          </a:prstGeom>
          <a:noFill/>
          <a:ln/>
        </p:spPr>
        <p:txBody>
          <a:bodyPr wrap="square" lIns="0" tIns="0" rIns="0" bIns="0" rtlCol="0" anchor="ctr"/>
          <a:lstStyle/>
          <a:p>
            <a:pPr marL="0" indent="0">
              <a:buNone/>
            </a:pPr>
            <a:r>
              <a:rPr lang="en-US" sz="3000" b="1" dirty="0">
                <a:solidFill>
                  <a:srgbClr val="0A2559"/>
                </a:solidFill>
                <a:latin typeface="Calibri" pitchFamily="34" charset="0"/>
                <a:ea typeface="Calibri" pitchFamily="34" charset="-122"/>
                <a:cs typeface="Calibri" pitchFamily="34" charset="-120"/>
              </a:rPr>
              <a:t>Lo que vas a hacer en Colab</a:t>
            </a:r>
            <a:endParaRPr lang="en-US" sz="3000" dirty="0"/>
          </a:p>
        </p:txBody>
      </p:sp>
      <p:sp>
        <p:nvSpPr>
          <p:cNvPr id="5" name="Text 3"/>
          <p:cNvSpPr txBox="1"/>
          <p:nvPr/>
        </p:nvSpPr>
        <p:spPr>
          <a:xfrm>
            <a:off x="502920" y="1481328"/>
            <a:ext cx="11155680" cy="365760"/>
          </a:xfrm>
          <a:prstGeom prst="rect">
            <a:avLst/>
          </a:prstGeom>
          <a:noFill/>
          <a:ln/>
        </p:spPr>
        <p:txBody>
          <a:bodyPr wrap="square" lIns="0" tIns="0" rIns="0" bIns="0" rtlCol="0" anchor="ctr"/>
          <a:lstStyle/>
          <a:p>
            <a:pPr marL="0" indent="0">
              <a:buNone/>
            </a:pPr>
            <a:r>
              <a:rPr lang="en-US" sz="1400" i="1" dirty="0">
                <a:solidFill>
                  <a:srgbClr val="5B6B87"/>
                </a:solidFill>
                <a:latin typeface="Calibri" pitchFamily="34" charset="0"/>
                <a:ea typeface="Calibri" pitchFamily="34" charset="-122"/>
                <a:cs typeface="Calibri" pitchFamily="34" charset="-120"/>
              </a:rPr>
              <a:t>El notebook descarga los datos solo. Si falla, sube california_housing.csv con el ícono de carpeta de Colab.</a:t>
            </a:r>
            <a:endParaRPr lang="en-US" sz="1400" dirty="0"/>
          </a:p>
        </p:txBody>
      </p:sp>
      <p:sp>
        <p:nvSpPr>
          <p:cNvPr id="6" name="Shape 4"/>
          <p:cNvSpPr/>
          <p:nvPr/>
        </p:nvSpPr>
        <p:spPr>
          <a:xfrm>
            <a:off x="502920" y="2103120"/>
            <a:ext cx="11183112" cy="621792"/>
          </a:xfrm>
          <a:prstGeom prst="roundRect">
            <a:avLst>
              <a:gd name="adj" fmla="val 8824"/>
            </a:avLst>
          </a:prstGeom>
          <a:solidFill>
            <a:srgbClr val="FFFFFF"/>
          </a:solidFill>
          <a:ln w="9525">
            <a:solidFill>
              <a:srgbClr val="D2DBEC"/>
            </a:solidFill>
            <a:prstDash val="solid"/>
          </a:ln>
        </p:spPr>
      </p:sp>
      <p:sp>
        <p:nvSpPr>
          <p:cNvPr id="7" name="Shape 5"/>
          <p:cNvSpPr/>
          <p:nvPr/>
        </p:nvSpPr>
        <p:spPr>
          <a:xfrm>
            <a:off x="685800" y="2221992"/>
            <a:ext cx="384048" cy="384048"/>
          </a:xfrm>
          <a:prstGeom prst="ellipse">
            <a:avLst/>
          </a:prstGeom>
          <a:solidFill>
            <a:srgbClr val="0A2559"/>
          </a:solidFill>
          <a:ln w="12700">
            <a:solidFill>
              <a:srgbClr val="0A2559"/>
            </a:solidFill>
            <a:prstDash val="solid"/>
          </a:ln>
        </p:spPr>
      </p:sp>
      <p:sp>
        <p:nvSpPr>
          <p:cNvPr id="8" name="Text 6"/>
          <p:cNvSpPr txBox="1"/>
          <p:nvPr/>
        </p:nvSpPr>
        <p:spPr>
          <a:xfrm>
            <a:off x="685800" y="222199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0</a:t>
            </a:r>
            <a:endParaRPr lang="en-US" sz="1300" dirty="0"/>
          </a:p>
        </p:txBody>
      </p:sp>
      <p:sp>
        <p:nvSpPr>
          <p:cNvPr id="9" name="Text 7"/>
          <p:cNvSpPr txBox="1"/>
          <p:nvPr/>
        </p:nvSpPr>
        <p:spPr>
          <a:xfrm>
            <a:off x="1234440" y="210312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Preparación</a:t>
            </a:r>
            <a:endParaRPr lang="en-US" sz="1350" dirty="0"/>
          </a:p>
        </p:txBody>
      </p:sp>
      <p:sp>
        <p:nvSpPr>
          <p:cNvPr id="10" name="Text 8"/>
          <p:cNvSpPr txBox="1"/>
          <p:nvPr/>
        </p:nvSpPr>
        <p:spPr>
          <a:xfrm>
            <a:off x="4754880" y="210312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8 min</a:t>
            </a:r>
            <a:endParaRPr lang="en-US" sz="1250" dirty="0"/>
          </a:p>
        </p:txBody>
      </p:sp>
      <p:sp>
        <p:nvSpPr>
          <p:cNvPr id="11" name="Text 9"/>
          <p:cNvSpPr txBox="1"/>
          <p:nvPr/>
        </p:nvSpPr>
        <p:spPr>
          <a:xfrm>
            <a:off x="5760720" y="210312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Librerías, funciones de verificación y los 20 640 distritos.</a:t>
            </a:r>
            <a:endParaRPr lang="en-US" sz="1200" dirty="0"/>
          </a:p>
        </p:txBody>
      </p:sp>
      <p:sp>
        <p:nvSpPr>
          <p:cNvPr id="12" name="Shape 10"/>
          <p:cNvSpPr/>
          <p:nvPr/>
        </p:nvSpPr>
        <p:spPr>
          <a:xfrm>
            <a:off x="502920" y="2834640"/>
            <a:ext cx="11183112" cy="621792"/>
          </a:xfrm>
          <a:prstGeom prst="roundRect">
            <a:avLst>
              <a:gd name="adj" fmla="val 8824"/>
            </a:avLst>
          </a:prstGeom>
          <a:solidFill>
            <a:srgbClr val="0A2559"/>
          </a:solidFill>
          <a:ln w="9525">
            <a:solidFill>
              <a:srgbClr val="0A2559"/>
            </a:solidFill>
            <a:prstDash val="solid"/>
          </a:ln>
        </p:spPr>
      </p:sp>
      <p:sp>
        <p:nvSpPr>
          <p:cNvPr id="13" name="Shape 11"/>
          <p:cNvSpPr/>
          <p:nvPr/>
        </p:nvSpPr>
        <p:spPr>
          <a:xfrm>
            <a:off x="685800" y="2953512"/>
            <a:ext cx="384048" cy="384048"/>
          </a:xfrm>
          <a:prstGeom prst="ellipse">
            <a:avLst/>
          </a:prstGeom>
          <a:solidFill>
            <a:srgbClr val="E6115E"/>
          </a:solidFill>
          <a:ln w="12700">
            <a:solidFill>
              <a:srgbClr val="E6115E"/>
            </a:solidFill>
            <a:prstDash val="solid"/>
          </a:ln>
        </p:spPr>
      </p:sp>
      <p:sp>
        <p:nvSpPr>
          <p:cNvPr id="14" name="Text 12"/>
          <p:cNvSpPr txBox="1"/>
          <p:nvPr/>
        </p:nvSpPr>
        <p:spPr>
          <a:xfrm>
            <a:off x="685800" y="295351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Text 13"/>
          <p:cNvSpPr txBox="1"/>
          <p:nvPr/>
        </p:nvSpPr>
        <p:spPr>
          <a:xfrm>
            <a:off x="1234440" y="2834640"/>
            <a:ext cx="3566160" cy="62179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Las métricas, a mano</a:t>
            </a:r>
            <a:endParaRPr lang="en-US" sz="1350" dirty="0"/>
          </a:p>
        </p:txBody>
      </p:sp>
      <p:sp>
        <p:nvSpPr>
          <p:cNvPr id="16" name="Text 14"/>
          <p:cNvSpPr txBox="1"/>
          <p:nvPr/>
        </p:nvSpPr>
        <p:spPr>
          <a:xfrm>
            <a:off x="4754880" y="283464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15 min</a:t>
            </a:r>
            <a:endParaRPr lang="en-US" sz="1250" dirty="0"/>
          </a:p>
        </p:txBody>
      </p:sp>
      <p:sp>
        <p:nvSpPr>
          <p:cNvPr id="17" name="Text 15"/>
          <p:cNvSpPr txBox="1"/>
          <p:nvPr/>
        </p:nvSpPr>
        <p:spPr>
          <a:xfrm>
            <a:off x="5760720" y="2834640"/>
            <a:ext cx="5760720" cy="621792"/>
          </a:xfrm>
          <a:prstGeom prst="rect">
            <a:avLst/>
          </a:prstGeom>
          <a:noFill/>
          <a:ln/>
        </p:spPr>
        <p:txBody>
          <a:bodyPr wrap="square" lIns="0" tIns="0" rIns="0" bIns="0" rtlCol="0" anchor="ctr"/>
          <a:lstStyle/>
          <a:p>
            <a:pPr marL="0" indent="0">
              <a:buNone/>
            </a:pPr>
            <a:r>
              <a:rPr lang="en-US" sz="1200" dirty="0">
                <a:solidFill>
                  <a:srgbClr val="C9D4EA"/>
                </a:solidFill>
                <a:latin typeface="Calibri" pitchFamily="34" charset="0"/>
                <a:ea typeface="Calibri" pitchFamily="34" charset="-122"/>
                <a:cs typeface="Calibri" pitchFamily="34" charset="-120"/>
              </a:rPr>
              <a:t>MAE, MSE, RMSE, R² y MAPE con 5 distritos. El error grande y la trampa del MAPE.</a:t>
            </a:r>
            <a:endParaRPr lang="en-US" sz="1200" dirty="0"/>
          </a:p>
        </p:txBody>
      </p:sp>
      <p:sp>
        <p:nvSpPr>
          <p:cNvPr id="18" name="Shape 16"/>
          <p:cNvSpPr/>
          <p:nvPr/>
        </p:nvSpPr>
        <p:spPr>
          <a:xfrm>
            <a:off x="502920" y="3566160"/>
            <a:ext cx="11183112" cy="621792"/>
          </a:xfrm>
          <a:prstGeom prst="roundRect">
            <a:avLst>
              <a:gd name="adj" fmla="val 8824"/>
            </a:avLst>
          </a:prstGeom>
          <a:solidFill>
            <a:srgbClr val="FFFFFF"/>
          </a:solidFill>
          <a:ln w="9525">
            <a:solidFill>
              <a:srgbClr val="D2DBEC"/>
            </a:solidFill>
            <a:prstDash val="solid"/>
          </a:ln>
        </p:spPr>
      </p:sp>
      <p:sp>
        <p:nvSpPr>
          <p:cNvPr id="19" name="Shape 17"/>
          <p:cNvSpPr/>
          <p:nvPr/>
        </p:nvSpPr>
        <p:spPr>
          <a:xfrm>
            <a:off x="685800" y="3685032"/>
            <a:ext cx="384048" cy="384048"/>
          </a:xfrm>
          <a:prstGeom prst="ellipse">
            <a:avLst/>
          </a:prstGeom>
          <a:solidFill>
            <a:srgbClr val="0A2559"/>
          </a:solidFill>
          <a:ln w="12700">
            <a:solidFill>
              <a:srgbClr val="0A2559"/>
            </a:solidFill>
            <a:prstDash val="solid"/>
          </a:ln>
        </p:spPr>
      </p:sp>
      <p:sp>
        <p:nvSpPr>
          <p:cNvPr id="20" name="Text 18"/>
          <p:cNvSpPr txBox="1"/>
          <p:nvPr/>
        </p:nvSpPr>
        <p:spPr>
          <a:xfrm>
            <a:off x="685800" y="368503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 name="Text 19"/>
          <p:cNvSpPr txBox="1"/>
          <p:nvPr/>
        </p:nvSpPr>
        <p:spPr>
          <a:xfrm>
            <a:off x="1234440" y="356616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Regresión simple</a:t>
            </a:r>
            <a:endParaRPr lang="en-US" sz="1350" dirty="0"/>
          </a:p>
        </p:txBody>
      </p:sp>
      <p:sp>
        <p:nvSpPr>
          <p:cNvPr id="22" name="Text 20"/>
          <p:cNvSpPr txBox="1"/>
          <p:nvPr/>
        </p:nvSpPr>
        <p:spPr>
          <a:xfrm>
            <a:off x="4754880" y="356616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12 min</a:t>
            </a:r>
            <a:endParaRPr lang="en-US" sz="1250" dirty="0"/>
          </a:p>
        </p:txBody>
      </p:sp>
      <p:sp>
        <p:nvSpPr>
          <p:cNvPr id="23" name="Text 21"/>
          <p:cNvSpPr txBox="1"/>
          <p:nvPr/>
        </p:nvSpPr>
        <p:spPr>
          <a:xfrm>
            <a:off x="5760720" y="356616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La recta a mano, la regla trivial y la recta con el ingreso mediano.</a:t>
            </a:r>
            <a:endParaRPr lang="en-US" sz="1200" dirty="0"/>
          </a:p>
        </p:txBody>
      </p:sp>
      <p:sp>
        <p:nvSpPr>
          <p:cNvPr id="24" name="Shape 22"/>
          <p:cNvSpPr/>
          <p:nvPr/>
        </p:nvSpPr>
        <p:spPr>
          <a:xfrm>
            <a:off x="502920" y="4297680"/>
            <a:ext cx="11183112" cy="621792"/>
          </a:xfrm>
          <a:prstGeom prst="roundRect">
            <a:avLst>
              <a:gd name="adj" fmla="val 8824"/>
            </a:avLst>
          </a:prstGeom>
          <a:solidFill>
            <a:srgbClr val="FFFFFF"/>
          </a:solidFill>
          <a:ln w="9525">
            <a:solidFill>
              <a:srgbClr val="D2DBEC"/>
            </a:solidFill>
            <a:prstDash val="solid"/>
          </a:ln>
        </p:spPr>
      </p:sp>
      <p:sp>
        <p:nvSpPr>
          <p:cNvPr id="25" name="Shape 23"/>
          <p:cNvSpPr/>
          <p:nvPr/>
        </p:nvSpPr>
        <p:spPr>
          <a:xfrm>
            <a:off x="685800" y="4416552"/>
            <a:ext cx="384048" cy="384048"/>
          </a:xfrm>
          <a:prstGeom prst="ellipse">
            <a:avLst/>
          </a:prstGeom>
          <a:solidFill>
            <a:srgbClr val="0A2559"/>
          </a:solidFill>
          <a:ln w="12700">
            <a:solidFill>
              <a:srgbClr val="0A2559"/>
            </a:solidFill>
            <a:prstDash val="solid"/>
          </a:ln>
        </p:spPr>
      </p:sp>
      <p:sp>
        <p:nvSpPr>
          <p:cNvPr id="26" name="Text 24"/>
          <p:cNvSpPr txBox="1"/>
          <p:nvPr/>
        </p:nvSpPr>
        <p:spPr>
          <a:xfrm>
            <a:off x="685800" y="441655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7" name="Text 25"/>
          <p:cNvSpPr txBox="1"/>
          <p:nvPr/>
        </p:nvSpPr>
        <p:spPr>
          <a:xfrm>
            <a:off x="1234440" y="429768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Regresión múltiple</a:t>
            </a:r>
            <a:endParaRPr lang="en-US" sz="1350" dirty="0"/>
          </a:p>
        </p:txBody>
      </p:sp>
      <p:sp>
        <p:nvSpPr>
          <p:cNvPr id="28" name="Text 26"/>
          <p:cNvSpPr txBox="1"/>
          <p:nvPr/>
        </p:nvSpPr>
        <p:spPr>
          <a:xfrm>
            <a:off x="4754880" y="429768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13 min</a:t>
            </a:r>
            <a:endParaRPr lang="en-US" sz="1250" dirty="0"/>
          </a:p>
        </p:txBody>
      </p:sp>
      <p:sp>
        <p:nvSpPr>
          <p:cNvPr id="29" name="Text 27"/>
          <p:cNvSpPr txBox="1"/>
          <p:nvPr/>
        </p:nvSpPr>
        <p:spPr>
          <a:xfrm>
            <a:off x="5760720" y="429768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Rellenar faltantes, 8 variables numéricas y one-hot de la zona.</a:t>
            </a:r>
            <a:endParaRPr lang="en-US" sz="1200" dirty="0"/>
          </a:p>
        </p:txBody>
      </p:sp>
      <p:sp>
        <p:nvSpPr>
          <p:cNvPr id="30" name="Shape 28"/>
          <p:cNvSpPr/>
          <p:nvPr/>
        </p:nvSpPr>
        <p:spPr>
          <a:xfrm>
            <a:off x="502920" y="5029200"/>
            <a:ext cx="11183112" cy="621792"/>
          </a:xfrm>
          <a:prstGeom prst="roundRect">
            <a:avLst>
              <a:gd name="adj" fmla="val 8824"/>
            </a:avLst>
          </a:prstGeom>
          <a:solidFill>
            <a:srgbClr val="FFFFFF"/>
          </a:solidFill>
          <a:ln w="9525">
            <a:solidFill>
              <a:srgbClr val="D2DBEC"/>
            </a:solidFill>
            <a:prstDash val="solid"/>
          </a:ln>
        </p:spPr>
      </p:sp>
      <p:sp>
        <p:nvSpPr>
          <p:cNvPr id="31" name="Shape 29"/>
          <p:cNvSpPr/>
          <p:nvPr/>
        </p:nvSpPr>
        <p:spPr>
          <a:xfrm>
            <a:off x="685800" y="5148072"/>
            <a:ext cx="384048" cy="384048"/>
          </a:xfrm>
          <a:prstGeom prst="ellipse">
            <a:avLst/>
          </a:prstGeom>
          <a:solidFill>
            <a:srgbClr val="0A2559"/>
          </a:solidFill>
          <a:ln w="12700">
            <a:solidFill>
              <a:srgbClr val="0A2559"/>
            </a:solidFill>
            <a:prstDash val="solid"/>
          </a:ln>
        </p:spPr>
      </p:sp>
      <p:sp>
        <p:nvSpPr>
          <p:cNvPr id="32" name="Text 30"/>
          <p:cNvSpPr txBox="1"/>
          <p:nvPr/>
        </p:nvSpPr>
        <p:spPr>
          <a:xfrm>
            <a:off x="685800" y="5148072"/>
            <a:ext cx="384048"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3" name="Text 31"/>
          <p:cNvSpPr txBox="1"/>
          <p:nvPr/>
        </p:nvSpPr>
        <p:spPr>
          <a:xfrm>
            <a:off x="1234440" y="5029200"/>
            <a:ext cx="3566160" cy="621792"/>
          </a:xfrm>
          <a:prstGeom prst="rect">
            <a:avLst/>
          </a:prstGeom>
          <a:noFill/>
          <a:ln/>
        </p:spPr>
        <p:txBody>
          <a:bodyPr wrap="square" lIns="0" tIns="0" rIns="0" bIns="0" rtlCol="0" anchor="ctr"/>
          <a:lstStyle/>
          <a:p>
            <a:pPr marL="0" indent="0">
              <a:buNone/>
            </a:pPr>
            <a:r>
              <a:rPr lang="en-US" sz="1350" b="1" dirty="0">
                <a:solidFill>
                  <a:srgbClr val="0A2559"/>
                </a:solidFill>
                <a:latin typeface="Calibri" pitchFamily="34" charset="0"/>
                <a:ea typeface="Calibri" pitchFamily="34" charset="-122"/>
                <a:cs typeface="Calibri" pitchFamily="34" charset="-120"/>
              </a:rPr>
              <a:t>Supuestos y multicolinealidad</a:t>
            </a:r>
            <a:endParaRPr lang="en-US" sz="1350" dirty="0"/>
          </a:p>
        </p:txBody>
      </p:sp>
      <p:sp>
        <p:nvSpPr>
          <p:cNvPr id="34" name="Text 32"/>
          <p:cNvSpPr txBox="1"/>
          <p:nvPr/>
        </p:nvSpPr>
        <p:spPr>
          <a:xfrm>
            <a:off x="4754880" y="5029200"/>
            <a:ext cx="914400" cy="621792"/>
          </a:xfrm>
          <a:prstGeom prst="rect">
            <a:avLst/>
          </a:prstGeom>
          <a:noFill/>
          <a:ln/>
        </p:spPr>
        <p:txBody>
          <a:bodyPr wrap="square" lIns="0" tIns="0" rIns="0" bIns="0" rtlCol="0" anchor="ctr"/>
          <a:lstStyle/>
          <a:p>
            <a:pPr marL="0" indent="0">
              <a:buNone/>
            </a:pPr>
            <a:r>
              <a:rPr lang="en-US" sz="1250" b="1" dirty="0">
                <a:solidFill>
                  <a:srgbClr val="E6115E"/>
                </a:solidFill>
                <a:latin typeface="Calibri" pitchFamily="34" charset="0"/>
                <a:ea typeface="Calibri" pitchFamily="34" charset="-122"/>
                <a:cs typeface="Calibri" pitchFamily="34" charset="-120"/>
              </a:rPr>
              <a:t>12 min</a:t>
            </a:r>
            <a:endParaRPr lang="en-US" sz="1250" dirty="0"/>
          </a:p>
        </p:txBody>
      </p:sp>
      <p:sp>
        <p:nvSpPr>
          <p:cNvPr id="35" name="Text 33"/>
          <p:cNvSpPr txBox="1"/>
          <p:nvPr/>
        </p:nvSpPr>
        <p:spPr>
          <a:xfrm>
            <a:off x="5760720" y="5029200"/>
            <a:ext cx="5760720" cy="621792"/>
          </a:xfrm>
          <a:prstGeom prst="rect">
            <a:avLst/>
          </a:prstGeom>
          <a:noFill/>
          <a:ln/>
        </p:spPr>
        <p:txBody>
          <a:bodyPr wrap="square" lIns="0" tIns="0" rIns="0" bIns="0" rtlCol="0" anchor="ctr"/>
          <a:lstStyle/>
          <a:p>
            <a:pPr marL="0" indent="0">
              <a:buNone/>
            </a:pPr>
            <a:r>
              <a:rPr lang="en-US" sz="1200" dirty="0">
                <a:solidFill>
                  <a:srgbClr val="2C3A55"/>
                </a:solidFill>
                <a:latin typeface="Calibri" pitchFamily="34" charset="0"/>
                <a:ea typeface="Calibri" pitchFamily="34" charset="-122"/>
                <a:cs typeface="Calibri" pitchFamily="34" charset="-120"/>
              </a:rPr>
              <a:t>Anscombe, residuos reales, el peso de los topados, el VIF y las razones.</a:t>
            </a:r>
            <a:endParaRPr lang="en-US" sz="1200" dirty="0"/>
          </a:p>
        </p:txBody>
      </p:sp>
      <p:sp>
        <p:nvSpPr>
          <p:cNvPr id="36" name="Shape 34"/>
          <p:cNvSpPr/>
          <p:nvPr/>
        </p:nvSpPr>
        <p:spPr>
          <a:xfrm>
            <a:off x="502920" y="5852160"/>
            <a:ext cx="11183112" cy="457200"/>
          </a:xfrm>
          <a:prstGeom prst="roundRect">
            <a:avLst>
              <a:gd name="adj" fmla="val 12000"/>
            </a:avLst>
          </a:prstGeom>
          <a:solidFill>
            <a:srgbClr val="E9EEF8"/>
          </a:solidFill>
          <a:ln w="9525">
            <a:solidFill>
              <a:srgbClr val="D2DBEC"/>
            </a:solidFill>
            <a:prstDash val="solid"/>
          </a:ln>
        </p:spPr>
      </p:sp>
      <p:sp>
        <p:nvSpPr>
          <p:cNvPr id="37" name="Text 35"/>
          <p:cNvSpPr txBox="1"/>
          <p:nvPr/>
        </p:nvSpPr>
        <p:spPr>
          <a:xfrm>
            <a:off x="731520" y="5852160"/>
            <a:ext cx="10789920" cy="457200"/>
          </a:xfrm>
          <a:prstGeom prst="rect">
            <a:avLst/>
          </a:prstGeom>
          <a:noFill/>
          <a:ln/>
        </p:spPr>
        <p:txBody>
          <a:bodyPr wrap="square" lIns="0" tIns="0" rIns="0" bIns="0" rtlCol="0" anchor="ctr"/>
          <a:lstStyle/>
          <a:p>
            <a:pPr marL="0" indent="0">
              <a:spcAft>
                <a:spcPts val="400"/>
              </a:spcAft>
              <a:buNone/>
            </a:pPr>
            <a:r>
              <a:rPr lang="en-US" sz="1200" b="1" dirty="0">
                <a:solidFill>
                  <a:srgbClr val="0A2559"/>
                </a:solidFill>
                <a:latin typeface="Calibri" pitchFamily="34" charset="0"/>
                <a:ea typeface="Calibri" pitchFamily="34" charset="-122"/>
                <a:cs typeface="Calibri" pitchFamily="34" charset="-120"/>
              </a:rPr>
              <a:t>Reto para quien termine antes: </a:t>
            </a:r>
            <a:r>
              <a:rPr lang="en-US" sz="1200" dirty="0">
                <a:solidFill>
                  <a:srgbClr val="2C3A55"/>
                </a:solidFill>
                <a:latin typeface="Calibri" pitchFamily="34" charset="0"/>
                <a:ea typeface="Calibri" pitchFamily="34" charset="-122"/>
                <a:cs typeface="Calibri" pitchFamily="34" charset="-120"/>
              </a:rPr>
              <a:t>junta ISLAND con NEAR BAY y compara los coeficientes y el R².</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559"/>
        </a:solidFill>
        <a:effectLst/>
      </p:bgPr>
    </p:bg>
    <p:spTree>
      <p:nvGrpSpPr>
        <p:cNvPr id="1" name=""/>
        <p:cNvGrpSpPr/>
        <p:nvPr/>
      </p:nvGrpSpPr>
      <p:grpSpPr>
        <a:xfrm>
          <a:off x="0" y="0"/>
          <a:ext cx="0" cy="0"/>
          <a:chOff x="0" y="0"/>
          <a:chExt cx="0" cy="0"/>
        </a:xfrm>
      </p:grpSpPr>
      <p:sp>
        <p:nvSpPr>
          <p:cNvPr id="2" name="Shape 0"/>
          <p:cNvSpPr/>
          <p:nvPr/>
        </p:nvSpPr>
        <p:spPr>
          <a:xfrm>
            <a:off x="502920" y="411480"/>
            <a:ext cx="2011680" cy="347472"/>
          </a:xfrm>
          <a:prstGeom prst="roundRect">
            <a:avLst>
              <a:gd name="adj" fmla="val 50000"/>
            </a:avLst>
          </a:prstGeom>
          <a:solidFill>
            <a:srgbClr val="E6115E"/>
          </a:solidFill>
          <a:ln w="12700">
            <a:solidFill>
              <a:srgbClr val="E6115E"/>
            </a:solidFill>
            <a:prstDash val="solid"/>
          </a:ln>
        </p:spPr>
      </p:sp>
      <p:sp>
        <p:nvSpPr>
          <p:cNvPr id="3" name="Text 1"/>
          <p:cNvSpPr txBox="1"/>
          <p:nvPr/>
        </p:nvSpPr>
        <p:spPr>
          <a:xfrm>
            <a:off x="502920" y="411480"/>
            <a:ext cx="2011680" cy="347472"/>
          </a:xfrm>
          <a:prstGeom prst="rect">
            <a:avLst/>
          </a:prstGeom>
          <a:noFill/>
          <a:ln/>
        </p:spPr>
        <p:txBody>
          <a:bodyPr wrap="square" lIns="0" tIns="0" rIns="0" bIns="0" rtlCol="0" anchor="ctr"/>
          <a:lstStyle/>
          <a:p>
            <a:pPr marL="0" indent="0" algn="ctr">
              <a:buNone/>
            </a:pPr>
            <a:r>
              <a:rPr lang="en-US" sz="1100" b="1" kern="0" spc="150" dirty="0">
                <a:solidFill>
                  <a:srgbClr val="FFFFFF"/>
                </a:solidFill>
                <a:latin typeface="Calibri" pitchFamily="34" charset="0"/>
                <a:ea typeface="Calibri" pitchFamily="34" charset="-122"/>
                <a:cs typeface="Calibri" pitchFamily="34" charset="-120"/>
              </a:rPr>
              <a:t>CIERRE · 10 MIN</a:t>
            </a:r>
            <a:endParaRPr lang="en-US" sz="1100" dirty="0"/>
          </a:p>
        </p:txBody>
      </p:sp>
      <p:sp>
        <p:nvSpPr>
          <p:cNvPr id="4" name="Text 2"/>
          <p:cNvSpPr txBox="1"/>
          <p:nvPr/>
        </p:nvSpPr>
        <p:spPr>
          <a:xfrm>
            <a:off x="502920" y="91440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Si te llevas una sola cosa</a:t>
            </a:r>
            <a:endParaRPr lang="en-US" sz="3200" dirty="0"/>
          </a:p>
        </p:txBody>
      </p:sp>
      <p:sp>
        <p:nvSpPr>
          <p:cNvPr id="5" name="Text 3"/>
          <p:cNvSpPr txBox="1"/>
          <p:nvPr/>
        </p:nvSpPr>
        <p:spPr>
          <a:xfrm>
            <a:off x="502920" y="1554480"/>
            <a:ext cx="11155680" cy="411480"/>
          </a:xfrm>
          <a:prstGeom prst="rect">
            <a:avLst/>
          </a:prstGeom>
          <a:noFill/>
          <a:ln/>
        </p:spPr>
        <p:txBody>
          <a:bodyPr wrap="square" lIns="0" tIns="0" rIns="0" bIns="0" rtlCol="0" anchor="ctr"/>
          <a:lstStyle/>
          <a:p>
            <a:pPr marL="0" indent="0">
              <a:buNone/>
            </a:pPr>
            <a:r>
              <a:rPr lang="en-US" sz="1500" i="1" dirty="0">
                <a:solidFill>
                  <a:srgbClr val="C9D4EA"/>
                </a:solidFill>
                <a:latin typeface="Calibri" pitchFamily="34" charset="0"/>
                <a:ea typeface="Calibri" pitchFamily="34" charset="-122"/>
                <a:cs typeface="Calibri" pitchFamily="34" charset="-120"/>
              </a:rPr>
              <a:t>Ninguna métrica sola cuenta la historia completa. Compara RMSE con MAE, compara contra el promedio, y grafica los residuos.</a:t>
            </a:r>
            <a:endParaRPr lang="en-US" sz="1500" dirty="0"/>
          </a:p>
        </p:txBody>
      </p:sp>
      <p:sp>
        <p:nvSpPr>
          <p:cNvPr id="6" name="Shape 4"/>
          <p:cNvSpPr/>
          <p:nvPr/>
        </p:nvSpPr>
        <p:spPr>
          <a:xfrm>
            <a:off x="502920" y="2240280"/>
            <a:ext cx="5760720" cy="3611880"/>
          </a:xfrm>
          <a:prstGeom prst="roundRect">
            <a:avLst>
              <a:gd name="adj" fmla="val 1519"/>
            </a:avLst>
          </a:prstGeom>
          <a:solidFill>
            <a:srgbClr val="0F2F6B"/>
          </a:solidFill>
          <a:ln w="9525">
            <a:solidFill>
              <a:srgbClr val="1E3F7F"/>
            </a:solidFill>
            <a:prstDash val="solid"/>
          </a:ln>
        </p:spPr>
      </p:sp>
      <p:sp>
        <p:nvSpPr>
          <p:cNvPr id="7" name="Shape 5"/>
          <p:cNvSpPr/>
          <p:nvPr/>
        </p:nvSpPr>
        <p:spPr>
          <a:xfrm>
            <a:off x="731520" y="2487168"/>
            <a:ext cx="128016" cy="128016"/>
          </a:xfrm>
          <a:prstGeom prst="roundRect">
            <a:avLst>
              <a:gd name="adj" fmla="val 21429"/>
            </a:avLst>
          </a:prstGeom>
          <a:solidFill>
            <a:srgbClr val="E6115E"/>
          </a:solidFill>
          <a:ln w="12700">
            <a:solidFill>
              <a:srgbClr val="E6115E"/>
            </a:solidFill>
            <a:prstDash val="solid"/>
          </a:ln>
        </p:spPr>
      </p:sp>
      <p:sp>
        <p:nvSpPr>
          <p:cNvPr id="8" name="Text 6"/>
          <p:cNvSpPr txBox="1"/>
          <p:nvPr/>
        </p:nvSpPr>
        <p:spPr>
          <a:xfrm>
            <a:off x="960120" y="2377440"/>
            <a:ext cx="5120640"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Los números del día (en prueba)</a:t>
            </a:r>
            <a:endParaRPr lang="en-US" sz="1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731520" y="2743200"/>
          <a:ext cx="5303520" cy="914400"/>
        </p:xfrm>
        <a:graphic>
          <a:graphicData uri="http://schemas.openxmlformats.org/drawingml/2006/table">
            <a:tbl>
              <a:tblPr/>
              <a:tblGrid>
                <a:gridCol w="2194560">
                  <a:extLst>
                    <a:ext uri="{9D8B030D-6E8A-4147-A177-3AD203B41FA5}">
                      <a16:colId xmlns:a16="http://schemas.microsoft.com/office/drawing/2014/main" val="20000"/>
                    </a:ext>
                  </a:extLst>
                </a:gridCol>
                <a:gridCol w="1051560">
                  <a:extLst>
                    <a:ext uri="{9D8B030D-6E8A-4147-A177-3AD203B41FA5}">
                      <a16:colId xmlns:a16="http://schemas.microsoft.com/office/drawing/2014/main" val="20001"/>
                    </a:ext>
                  </a:extLst>
                </a:gridCol>
                <a:gridCol w="10515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457200">
                <a:tc>
                  <a:txBody>
                    <a:bodyPr/>
                    <a:lstStyle/>
                    <a:p>
                      <a:pPr marL="0" indent="0" algn="l">
                        <a:buNone/>
                      </a:pPr>
                      <a:r>
                        <a:rPr lang="en-US" sz="1150" b="1" dirty="0">
                          <a:solidFill>
                            <a:srgbClr val="A9B7D4"/>
                          </a:solidFill>
                          <a:latin typeface="Calibri" pitchFamily="34" charset="0"/>
                          <a:ea typeface="Calibri" pitchFamily="34" charset="-122"/>
                          <a:cs typeface="Calibri" pitchFamily="34" charset="-120"/>
                        </a:rPr>
                        <a:t>Modelo</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50" b="1" dirty="0">
                          <a:solidFill>
                            <a:srgbClr val="A9B7D4"/>
                          </a:solidFill>
                          <a:latin typeface="Calibri" pitchFamily="34" charset="0"/>
                          <a:ea typeface="Calibri" pitchFamily="34" charset="-122"/>
                          <a:cs typeface="Calibri" pitchFamily="34" charset="-120"/>
                        </a:rPr>
                        <a:t>RMSE</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50" b="1" dirty="0">
                          <a:solidFill>
                            <a:srgbClr val="A9B7D4"/>
                          </a:solidFill>
                          <a:latin typeface="Calibri" pitchFamily="34" charset="0"/>
                          <a:ea typeface="Calibri" pitchFamily="34" charset="-122"/>
                          <a:cs typeface="Calibri" pitchFamily="34" charset="-120"/>
                        </a:rPr>
                        <a:t>MAE</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150" b="1" dirty="0">
                          <a:solidFill>
                            <a:srgbClr val="A9B7D4"/>
                          </a:solidFill>
                          <a:latin typeface="Calibri" pitchFamily="34" charset="0"/>
                          <a:ea typeface="Calibri" pitchFamily="34" charset="-122"/>
                          <a:cs typeface="Calibri" pitchFamily="34" charset="-120"/>
                        </a:rPr>
                        <a:t>R²</a:t>
                      </a:r>
                      <a:endParaRPr lang="en-US" sz="11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0"/>
                  </a:ext>
                </a:extLst>
              </a:tr>
              <a:tr h="457200">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Siempre el promedio</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115 367</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90 849</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0.000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1"/>
                  </a:ext>
                </a:extLst>
              </a:tr>
              <a:tr h="457200">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Recta con ingreso</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82 384</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61 556</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0.490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2"/>
                  </a:ext>
                </a:extLst>
              </a:tr>
              <a:tr h="457200">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8 numéricas</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68 893</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50 588</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0.643</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3"/>
                  </a:ext>
                </a:extLst>
              </a:tr>
              <a:tr h="457200">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 zona (one-hot)</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68 115</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49 664</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6B9A"/>
                          </a:solidFill>
                          <a:latin typeface="Calibri" pitchFamily="34" charset="0"/>
                          <a:ea typeface="Calibri" pitchFamily="34" charset="-122"/>
                          <a:cs typeface="Calibri" pitchFamily="34" charset="-120"/>
                        </a:rPr>
                        <a:t>0.651</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4"/>
                  </a:ext>
                </a:extLst>
              </a:tr>
              <a:tr h="457200">
                <a:tc>
                  <a:txBody>
                    <a:bodyPr/>
                    <a:lstStyle/>
                    <a:p>
                      <a:pPr marL="0" indent="0">
                        <a:buNone/>
                      </a:pPr>
                      <a:r>
                        <a:rPr lang="en-US" sz="1200" dirty="0">
                          <a:solidFill>
                            <a:srgbClr val="C9D4EA"/>
                          </a:solidFill>
                          <a:latin typeface="Calibri" pitchFamily="34" charset="0"/>
                          <a:ea typeface="Calibri" pitchFamily="34" charset="-122"/>
                          <a:cs typeface="Calibri" pitchFamily="34" charset="-120"/>
                        </a:rPr>
                        <a:t>con razones</a:t>
                      </a:r>
                      <a:endParaRPr lang="en-US" sz="120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70 425</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51 400</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tc>
                  <a:txBody>
                    <a:bodyPr/>
                    <a:lstStyle/>
                    <a:p>
                      <a:pPr marL="0" indent="0" algn="r">
                        <a:buNone/>
                      </a:pPr>
                      <a:r>
                        <a:rPr lang="en-US" sz="1250" b="1" dirty="0">
                          <a:solidFill>
                            <a:srgbClr val="FFFFFF"/>
                          </a:solidFill>
                          <a:latin typeface="Calibri" pitchFamily="34" charset="0"/>
                          <a:ea typeface="Calibri" pitchFamily="34" charset="-122"/>
                          <a:cs typeface="Calibri" pitchFamily="34" charset="-120"/>
                        </a:rPr>
                        <a:t>0.627</a:t>
                      </a:r>
                      <a:endParaRPr lang="en-US" sz="1250" dirty="0">
                        <a:latin typeface="Calibri" charset="0"/>
                        <a:ea typeface="Calibri" charset="0"/>
                        <a:cs typeface="Calibri" charset="0"/>
                      </a:endParaRPr>
                    </a:p>
                  </a:txBody>
                  <a:tcPr marL="54864" marR="54864" marT="0" marB="0" anchor="ctr">
                    <a:lnL w="6350" cap="flat" cmpd="sng" algn="ctr">
                      <a:solidFill>
                        <a:srgbClr val="1E3F7F"/>
                      </a:solidFill>
                      <a:prstDash val="solid"/>
                      <a:round/>
                      <a:headEnd type="none" w="med" len="med"/>
                      <a:tailEnd type="none" w="med" len="med"/>
                    </a:lnL>
                    <a:lnR w="6350" cap="flat" cmpd="sng" algn="ctr">
                      <a:solidFill>
                        <a:srgbClr val="1E3F7F"/>
                      </a:solidFill>
                      <a:prstDash val="solid"/>
                      <a:round/>
                      <a:headEnd type="none" w="med" len="med"/>
                      <a:tailEnd type="none" w="med" len="med"/>
                    </a:lnR>
                    <a:lnT w="6350" cap="flat" cmpd="sng" algn="ctr">
                      <a:solidFill>
                        <a:srgbClr val="1E3F7F"/>
                      </a:solidFill>
                      <a:prstDash val="solid"/>
                      <a:round/>
                      <a:headEnd type="none" w="med" len="med"/>
                      <a:tailEnd type="none" w="med" len="med"/>
                    </a:lnT>
                    <a:lnB w="6350" cap="flat" cmpd="sng" algn="ctr">
                      <a:solidFill>
                        <a:srgbClr val="1E3F7F"/>
                      </a:solidFill>
                      <a:prstDash val="solid"/>
                      <a:round/>
                      <a:headEnd type="none" w="med" len="med"/>
                      <a:tailEnd type="none" w="med" len="med"/>
                    </a:lnB>
                    <a:solidFill>
                      <a:srgbClr val="0F2F6B"/>
                    </a:solidFill>
                  </a:tcPr>
                </a:tc>
                <a:extLst>
                  <a:ext uri="{0D108BD9-81ED-4DB2-BD59-A6C34878D82A}">
                    <a16:rowId xmlns:a16="http://schemas.microsoft.com/office/drawing/2014/main" val="10005"/>
                  </a:ext>
                </a:extLst>
              </a:tr>
            </a:tbl>
          </a:graphicData>
        </a:graphic>
      </p:graphicFrame>
      <p:sp>
        <p:nvSpPr>
          <p:cNvPr id="10" name="Shape 7"/>
          <p:cNvSpPr/>
          <p:nvPr/>
        </p:nvSpPr>
        <p:spPr>
          <a:xfrm>
            <a:off x="6537960" y="2240280"/>
            <a:ext cx="5148072" cy="1737360"/>
          </a:xfrm>
          <a:prstGeom prst="roundRect">
            <a:avLst>
              <a:gd name="adj" fmla="val 3158"/>
            </a:avLst>
          </a:prstGeom>
          <a:solidFill>
            <a:srgbClr val="FFFFFF"/>
          </a:solidFill>
          <a:ln w="9525">
            <a:solidFill>
              <a:srgbClr val="FFFFFF"/>
            </a:solidFill>
            <a:prstDash val="solid"/>
          </a:ln>
        </p:spPr>
      </p:sp>
      <p:sp>
        <p:nvSpPr>
          <p:cNvPr id="11" name="Shape 8"/>
          <p:cNvSpPr/>
          <p:nvPr/>
        </p:nvSpPr>
        <p:spPr>
          <a:xfrm>
            <a:off x="6766560" y="2487168"/>
            <a:ext cx="128016" cy="128016"/>
          </a:xfrm>
          <a:prstGeom prst="roundRect">
            <a:avLst>
              <a:gd name="adj" fmla="val 21429"/>
            </a:avLst>
          </a:prstGeom>
          <a:solidFill>
            <a:srgbClr val="E6115E"/>
          </a:solidFill>
          <a:ln w="12700">
            <a:solidFill>
              <a:srgbClr val="E6115E"/>
            </a:solidFill>
            <a:prstDash val="solid"/>
          </a:ln>
        </p:spPr>
      </p:sp>
      <p:sp>
        <p:nvSpPr>
          <p:cNvPr id="12" name="Text 9"/>
          <p:cNvSpPr txBox="1"/>
          <p:nvPr/>
        </p:nvSpPr>
        <p:spPr>
          <a:xfrm>
            <a:off x="6995160" y="2377440"/>
            <a:ext cx="4507992" cy="347472"/>
          </a:xfrm>
          <a:prstGeom prst="rect">
            <a:avLst/>
          </a:prstGeom>
          <a:noFill/>
          <a:ln/>
        </p:spPr>
        <p:txBody>
          <a:bodyPr wrap="square" lIns="0" tIns="0" rIns="0" bIns="0" rtlCol="0" anchor="ctr"/>
          <a:lstStyle/>
          <a:p>
            <a:pPr marL="0" indent="0">
              <a:buNone/>
            </a:pPr>
            <a:r>
              <a:rPr lang="en-US" sz="1400" b="1" dirty="0">
                <a:solidFill>
                  <a:srgbClr val="0A2559"/>
                </a:solidFill>
                <a:latin typeface="Calibri" pitchFamily="34" charset="0"/>
                <a:ea typeface="Calibri" pitchFamily="34" charset="-122"/>
                <a:cs typeface="Calibri" pitchFamily="34" charset="-120"/>
              </a:rPr>
              <a:t>Próxima clase · viernes 2/10</a:t>
            </a:r>
            <a:endParaRPr lang="en-US" sz="1400" dirty="0"/>
          </a:p>
        </p:txBody>
      </p:sp>
      <p:sp>
        <p:nvSpPr>
          <p:cNvPr id="13" name="Text 10"/>
          <p:cNvSpPr txBox="1"/>
          <p:nvPr/>
        </p:nvSpPr>
        <p:spPr>
          <a:xfrm>
            <a:off x="6766560" y="2743200"/>
            <a:ext cx="4709160" cy="1188720"/>
          </a:xfrm>
          <a:prstGeom prst="rect">
            <a:avLst/>
          </a:prstGeom>
          <a:noFill/>
          <a:ln/>
        </p:spPr>
        <p:txBody>
          <a:bodyPr wrap="square" lIns="0" tIns="0" rIns="0" bIns="0" rtlCol="0" anchor="t"/>
          <a:lstStyle/>
          <a:p>
            <a:pPr marL="0" indent="0">
              <a:spcAft>
                <a:spcPts val="400"/>
              </a:spcAft>
              <a:buNone/>
            </a:pPr>
            <a:r>
              <a:rPr lang="en-US" sz="1250" b="1" dirty="0">
                <a:solidFill>
                  <a:srgbClr val="0A2559"/>
                </a:solidFill>
                <a:latin typeface="Calibri" pitchFamily="34" charset="0"/>
                <a:ea typeface="Calibri" pitchFamily="34" charset="-122"/>
                <a:cs typeface="Calibri" pitchFamily="34" charset="-120"/>
              </a:rPr>
              <a:t>Clase 3 · Lasso, Ridge y SVR</a:t>
            </a:r>
            <a:endParaRPr lang="en-US" sz="1250" dirty="0"/>
          </a:p>
          <a:p>
            <a:pPr marL="0" indent="0">
              <a:spcAft>
                <a:spcPts val="400"/>
              </a:spcAft>
              <a:buNone/>
            </a:pPr>
            <a:r>
              <a:rPr lang="en-US" sz="1250" dirty="0">
                <a:solidFill>
                  <a:srgbClr val="2C3A55"/>
                </a:solidFill>
                <a:latin typeface="Calibri" pitchFamily="34" charset="0"/>
                <a:ea typeface="Calibri" pitchFamily="34" charset="-122"/>
                <a:cs typeface="Calibri" pitchFamily="34" charset="-120"/>
              </a:rPr>
              <a:t>Hoy los coeficientes de tamaño se volvieron locos. La regularización les pone un freno sin rediseñar las variables a mano.</a:t>
            </a:r>
            <a:endParaRPr lang="en-US" sz="1250" dirty="0"/>
          </a:p>
        </p:txBody>
      </p:sp>
      <p:sp>
        <p:nvSpPr>
          <p:cNvPr id="14" name="Shape 11"/>
          <p:cNvSpPr/>
          <p:nvPr/>
        </p:nvSpPr>
        <p:spPr>
          <a:xfrm>
            <a:off x="6537960" y="4160520"/>
            <a:ext cx="5148072" cy="1691640"/>
          </a:xfrm>
          <a:prstGeom prst="roundRect">
            <a:avLst>
              <a:gd name="adj" fmla="val 3243"/>
            </a:avLst>
          </a:prstGeom>
          <a:solidFill>
            <a:srgbClr val="0F2F6B"/>
          </a:solidFill>
          <a:ln w="9525">
            <a:solidFill>
              <a:srgbClr val="1E3F7F"/>
            </a:solidFill>
            <a:prstDash val="solid"/>
          </a:ln>
        </p:spPr>
      </p:sp>
      <p:sp>
        <p:nvSpPr>
          <p:cNvPr id="15" name="Shape 12"/>
          <p:cNvSpPr/>
          <p:nvPr/>
        </p:nvSpPr>
        <p:spPr>
          <a:xfrm>
            <a:off x="6766560" y="4407408"/>
            <a:ext cx="128016" cy="128016"/>
          </a:xfrm>
          <a:prstGeom prst="roundRect">
            <a:avLst>
              <a:gd name="adj" fmla="val 21429"/>
            </a:avLst>
          </a:prstGeom>
          <a:solidFill>
            <a:srgbClr val="4A82FF"/>
          </a:solidFill>
          <a:ln w="12700">
            <a:solidFill>
              <a:srgbClr val="4A82FF"/>
            </a:solidFill>
            <a:prstDash val="solid"/>
          </a:ln>
        </p:spPr>
      </p:sp>
      <p:sp>
        <p:nvSpPr>
          <p:cNvPr id="16" name="Text 13"/>
          <p:cNvSpPr txBox="1"/>
          <p:nvPr/>
        </p:nvSpPr>
        <p:spPr>
          <a:xfrm>
            <a:off x="6995160" y="4297680"/>
            <a:ext cx="4507992" cy="347472"/>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Checklist de salida</a:t>
            </a:r>
            <a:endParaRPr lang="en-US" sz="1400" dirty="0"/>
          </a:p>
        </p:txBody>
      </p:sp>
      <p:sp>
        <p:nvSpPr>
          <p:cNvPr id="17" name="Text 14"/>
          <p:cNvSpPr txBox="1"/>
          <p:nvPr/>
        </p:nvSpPr>
        <p:spPr>
          <a:xfrm>
            <a:off x="6766560" y="4617720"/>
            <a:ext cx="475488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Sé qué dice cada métrica y cuándo usarla</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Relleno faltantes solo con el entrenamiento</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Desconfío de categorías con pocos casos</a:t>
            </a:r>
            <a:endParaRPr lang="en-US" sz="1200" dirty="0"/>
          </a:p>
          <a:p>
            <a:pPr marL="342900" indent="-342900">
              <a:spcAft>
                <a:spcPts val="300"/>
              </a:spcAft>
              <a:buSzPct val="100000"/>
              <a:buChar char="•"/>
            </a:pPr>
            <a:r>
              <a:rPr lang="en-US" sz="1200" dirty="0">
                <a:solidFill>
                  <a:srgbClr val="C9D4EA"/>
                </a:solidFill>
                <a:latin typeface="Calibri" pitchFamily="34" charset="0"/>
                <a:ea typeface="Calibri" pitchFamily="34" charset="-122"/>
                <a:cs typeface="Calibri" pitchFamily="34" charset="-120"/>
              </a:rPr>
              <a:t>Grafico residuos y reviso el VIF</a:t>
            </a:r>
            <a:endParaRPr lang="en-US" sz="1200" dirty="0"/>
          </a:p>
        </p:txBody>
      </p:sp>
      <p:sp>
        <p:nvSpPr>
          <p:cNvPr id="18" name="Text 15"/>
          <p:cNvSpPr txBox="1"/>
          <p:nvPr/>
        </p:nvSpPr>
        <p:spPr>
          <a:xfrm>
            <a:off x="502920" y="6217920"/>
            <a:ext cx="10972800" cy="274320"/>
          </a:xfrm>
          <a:prstGeom prst="rect">
            <a:avLst/>
          </a:prstGeom>
          <a:noFill/>
          <a:ln/>
        </p:spPr>
        <p:txBody>
          <a:bodyPr wrap="square" lIns="0" tIns="0" rIns="0" bIns="0" rtlCol="0" anchor="ctr"/>
          <a:lstStyle/>
          <a:p>
            <a:pPr marL="0" indent="0">
              <a:buNone/>
            </a:pPr>
            <a:r>
              <a:rPr lang="en-US" sz="1050" i="1" dirty="0">
                <a:solidFill>
                  <a:srgbClr val="8595B5"/>
                </a:solidFill>
                <a:latin typeface="Calibri" pitchFamily="34" charset="0"/>
                <a:ea typeface="Calibri" pitchFamily="34" charset="-122"/>
                <a:cs typeface="Calibri" pitchFamily="34" charset="-120"/>
              </a:rPr>
              <a:t>Machine Learning · Curso 7 · Clase 2 de 16 · Docente: Josef Renato Rodriguez</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3979</Words>
  <Application>Microsoft Macintosh PowerPoint</Application>
  <PresentationFormat>Widescreen</PresentationFormat>
  <Paragraphs>555</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2 · Métricas de regresión y regresión lineal</dc:title>
  <dc:subject>PptxGenJS Presentation</dc:subject>
  <dc:creator>Josef Renato Rodriguez</dc:creator>
  <cp:lastModifiedBy>Josef Rodriguez</cp:lastModifiedBy>
  <cp:revision>1</cp:revision>
  <dcterms:created xsi:type="dcterms:W3CDTF">2026-09-30T20:26:08Z</dcterms:created>
  <dcterms:modified xsi:type="dcterms:W3CDTF">2026-10-01T00:20:25Z</dcterms:modified>
</cp:coreProperties>
</file>